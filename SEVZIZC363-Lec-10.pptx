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60" r:id="rId2"/>
    <p:sldId id="257" r:id="rId3"/>
    <p:sldId id="491" r:id="rId4"/>
    <p:sldId id="1415" r:id="rId5"/>
    <p:sldId id="1399" r:id="rId6"/>
    <p:sldId id="1400" r:id="rId7"/>
    <p:sldId id="1401" r:id="rId8"/>
    <p:sldId id="1402" r:id="rId9"/>
    <p:sldId id="1417" r:id="rId10"/>
    <p:sldId id="1404" r:id="rId11"/>
    <p:sldId id="1405" r:id="rId12"/>
    <p:sldId id="1416" r:id="rId13"/>
    <p:sldId id="1406" r:id="rId14"/>
    <p:sldId id="1407" r:id="rId15"/>
    <p:sldId id="1408" r:id="rId16"/>
    <p:sldId id="591" r:id="rId17"/>
    <p:sldId id="1403" r:id="rId18"/>
    <p:sldId id="490" r:id="rId19"/>
    <p:sldId id="494" r:id="rId20"/>
    <p:sldId id="492" r:id="rId21"/>
    <p:sldId id="496" r:id="rId22"/>
    <p:sldId id="504" r:id="rId23"/>
    <p:sldId id="505" r:id="rId24"/>
    <p:sldId id="1389" r:id="rId25"/>
    <p:sldId id="1390" r:id="rId26"/>
    <p:sldId id="1391" r:id="rId27"/>
    <p:sldId id="1392" r:id="rId28"/>
    <p:sldId id="1393" r:id="rId29"/>
    <p:sldId id="1394" r:id="rId30"/>
    <p:sldId id="1395" r:id="rId31"/>
    <p:sldId id="1396" r:id="rId32"/>
    <p:sldId id="1409" r:id="rId33"/>
    <p:sldId id="1397" r:id="rId34"/>
    <p:sldId id="506" r:id="rId35"/>
    <p:sldId id="1411" r:id="rId36"/>
    <p:sldId id="1413" r:id="rId37"/>
    <p:sldId id="1398" r:id="rId38"/>
    <p:sldId id="1412" r:id="rId39"/>
    <p:sldId id="498" r:id="rId40"/>
    <p:sldId id="499" r:id="rId41"/>
    <p:sldId id="501" r:id="rId42"/>
    <p:sldId id="502" r:id="rId43"/>
    <p:sldId id="544" r:id="rId44"/>
    <p:sldId id="602" r:id="rId45"/>
    <p:sldId id="626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7C18207-F25A-4EAF-AFF7-23242646E77D}">
          <p14:sldIdLst>
            <p14:sldId id="260"/>
            <p14:sldId id="257"/>
            <p14:sldId id="491"/>
            <p14:sldId id="1415"/>
            <p14:sldId id="1399"/>
            <p14:sldId id="1400"/>
            <p14:sldId id="1401"/>
            <p14:sldId id="1402"/>
            <p14:sldId id="1417"/>
            <p14:sldId id="1404"/>
            <p14:sldId id="1405"/>
            <p14:sldId id="1416"/>
            <p14:sldId id="1406"/>
            <p14:sldId id="1407"/>
            <p14:sldId id="1408"/>
            <p14:sldId id="591"/>
            <p14:sldId id="1403"/>
            <p14:sldId id="490"/>
            <p14:sldId id="494"/>
            <p14:sldId id="492"/>
            <p14:sldId id="496"/>
            <p14:sldId id="504"/>
            <p14:sldId id="505"/>
            <p14:sldId id="1389"/>
            <p14:sldId id="1390"/>
            <p14:sldId id="1391"/>
            <p14:sldId id="1392"/>
            <p14:sldId id="1393"/>
            <p14:sldId id="1394"/>
            <p14:sldId id="1395"/>
            <p14:sldId id="1396"/>
            <p14:sldId id="1409"/>
            <p14:sldId id="1397"/>
            <p14:sldId id="506"/>
            <p14:sldId id="1411"/>
            <p14:sldId id="1413"/>
            <p14:sldId id="1398"/>
            <p14:sldId id="1412"/>
            <p14:sldId id="498"/>
            <p14:sldId id="499"/>
            <p14:sldId id="501"/>
            <p14:sldId id="502"/>
            <p14:sldId id="544"/>
            <p14:sldId id="602"/>
            <p14:sldId id="6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ish Aggarwal" initials="HA" lastIdx="1" clrIdx="0">
    <p:extLst>
      <p:ext uri="{19B8F6BF-5375-455C-9EA6-DF929625EA0E}">
        <p15:presenceInfo xmlns:p15="http://schemas.microsoft.com/office/powerpoint/2012/main" userId="08ce899531fb835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191" autoAdjust="0"/>
  </p:normalViewPr>
  <p:slideViewPr>
    <p:cSldViewPr>
      <p:cViewPr varScale="1">
        <p:scale>
          <a:sx n="95" d="100"/>
          <a:sy n="95" d="100"/>
        </p:scale>
        <p:origin x="196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5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56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B4E8DC-0834-4650-9D61-C4E340743F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DAC8CB-8A01-44F9-850C-16FE848F51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C79B6-C1D5-4ED8-A556-C696C4587616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48502-FD76-4E89-AE94-AA0CB984F0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8A08-D39B-4959-9CF9-CD46C1288B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2BC3D-0DAC-4FAD-B9FD-6500134C6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129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4E17E-ACDA-4D33-BCAE-677FB616DBEF}" type="datetimeFigureOut">
              <a:rPr lang="en-IN" smtClean="0"/>
              <a:pPr/>
              <a:t>27-09-2025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C08CD-08CE-4BE9-82DB-405CF9CCA28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78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2" name="Group 31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9C1E6-9A33-4660-8215-AD7CFB9E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0A9E00-0706-4B0C-9543-052F6176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3FD4A-D7E4-4CFD-9684-6D45C1BA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06762" y="6356352"/>
            <a:ext cx="1937238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40E3B-903D-44FF-B76A-1A74F8CAA9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AF849AF-005D-45B2-8B61-4DDF84849F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81B6769-8356-43BB-A576-AD606E3330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315200" y="6340477"/>
            <a:ext cx="1828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33449E-F921-4097-ACEB-2539608ECFE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B3AF7-233A-45D2-85EE-5EC3FDF5EF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D4B6A-FADE-4F8D-8A09-32D7B6587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31349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3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4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113943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2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4B0F8-D031-4A9E-92CA-E8B9C130C6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8829-EECA-49B6-9EB3-BCB216DDBB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03438-FC3D-42A9-8AF7-A14C2054D94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6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1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362201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314700" y="6598919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9A58594-808C-449C-B483-BE1860649E7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6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DD9E3-F004-45EE-BC53-8795F8E8816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C770E-EF70-4FCE-A166-B9462D1C0F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FC222-269D-47E2-8242-B002730600B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7262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2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0202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4CF8A-883F-4144-AB15-923DF648E0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C6268-F619-48BB-933B-E115CE93C6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9EFE8-733E-4AFB-BDAB-0CE5D93733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010400" y="6206027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B6E1B0A-851E-4A0C-B89D-3CC106FF0C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24DB619-8B4A-4430-9A32-51334D35E4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986382B-03E0-49E8-ABB3-DDB7651045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0936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05D9FA3-A275-4FFC-BD28-8294B363B9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6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5006340" y="2567942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4" y="1131249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9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9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2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1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15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90C164-BD80-4958-B5AD-15C0024F6F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FCE4EB96-C0BE-4CCE-B15C-C776F702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0"/>
            <a:ext cx="6705600" cy="1524000"/>
          </a:xfrm>
        </p:spPr>
        <p:txBody>
          <a:bodyPr/>
          <a:lstStyle/>
          <a:p>
            <a:pPr algn="ctr"/>
            <a:r>
              <a:rPr lang="en-US" sz="2800"/>
              <a:t>Data </a:t>
            </a:r>
            <a:r>
              <a:rPr lang="en-US" sz="2800" dirty="0"/>
              <a:t>Structures and Algorithms Design</a:t>
            </a:r>
            <a:endParaRPr lang="en-US" sz="40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514600" y="5257802"/>
            <a:ext cx="6019800" cy="685799"/>
          </a:xfrm>
        </p:spPr>
        <p:txBody>
          <a:bodyPr/>
          <a:lstStyle/>
          <a:p>
            <a:r>
              <a:rPr lang="en-US" sz="1600" dirty="0"/>
              <a:t>Harish Aggarwal</a:t>
            </a:r>
          </a:p>
          <a:p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144564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42900" y="4419600"/>
            <a:ext cx="8458200" cy="1600200"/>
          </a:xfrm>
        </p:spPr>
        <p:txBody>
          <a:bodyPr anchor="ctr"/>
          <a:lstStyle/>
          <a:p>
            <a:pPr algn="ctr"/>
            <a:r>
              <a:rPr lang="en-US" sz="3200" dirty="0"/>
              <a:t>Graphs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BFEEC9-39FE-4ED3-9492-253B21FC61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Graphs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FD5F91-D9A5-4872-A776-5AFF64DFB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99046"/>
            <a:ext cx="4419600" cy="50131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87635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Definition of Graphs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D64F531-5044-4C65-B977-536BBACC00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447800"/>
            <a:ext cx="8153400" cy="4876800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 is a finite set of nodes with edges between nodes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Vertex, Edge, Adjacent, incident, degree, cycle, path, connected component, and spanning tree.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Graphs – Undirected, Directed, Weighted,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Graph Representations: adjacency matrix, array adjacency lists, and linked adjacency lists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graph search methods: breadth-first and depth-first search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in Graphs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Path in a graph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connected components of an undirected graph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 spanning tree of a connected undirected graph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graph algorithms</a:t>
            </a:r>
          </a:p>
        </p:txBody>
      </p:sp>
    </p:spTree>
    <p:extLst>
      <p:ext uri="{BB962C8B-B14F-4D97-AF65-F5344CB8AC3E}">
        <p14:creationId xmlns:p14="http://schemas.microsoft.com/office/powerpoint/2010/main" val="1522061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Definition of Graphs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D64F531-5044-4C65-B977-536BBACC00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447800"/>
            <a:ext cx="8153400" cy="2286000"/>
          </a:xfrm>
        </p:spPr>
        <p:txBody>
          <a:bodyPr/>
          <a:lstStyle/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 is a finite set of nodes with edges between nodes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Formally, a graph G is a structure (V,E) consisting of </a:t>
            </a:r>
          </a:p>
          <a:p>
            <a:pPr lvl="1" algn="just" eaLnBrk="1" hangingPunct="1"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finite set V called the set of nodes, and</a:t>
            </a:r>
          </a:p>
          <a:p>
            <a:pPr lvl="1" algn="just" eaLnBrk="1" hangingPunct="1"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set E that is a subset of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VxV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That is, E is a set of pairs of the form 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where x and y are nodes in V</a:t>
            </a:r>
            <a:endParaRPr lang="en-US" altLang="en-US" sz="2000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FC6A0CC-2D43-47D6-9562-1CB98BBE6961}"/>
              </a:ext>
            </a:extLst>
          </p:cNvPr>
          <p:cNvGrpSpPr/>
          <p:nvPr/>
        </p:nvGrpSpPr>
        <p:grpSpPr>
          <a:xfrm>
            <a:off x="381000" y="3886200"/>
            <a:ext cx="1696805" cy="1676400"/>
            <a:chOff x="381000" y="4038600"/>
            <a:chExt cx="1696805" cy="16764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2EF4D6-3A4B-4B8A-A1D8-946C85DBD13B}"/>
                </a:ext>
              </a:extLst>
            </p:cNvPr>
            <p:cNvSpPr/>
            <p:nvPr/>
          </p:nvSpPr>
          <p:spPr>
            <a:xfrm>
              <a:off x="381000" y="47358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B64EAB2-1F31-45DD-9BF2-826B0D03A6A5}"/>
                </a:ext>
              </a:extLst>
            </p:cNvPr>
            <p:cNvSpPr/>
            <p:nvPr/>
          </p:nvSpPr>
          <p:spPr>
            <a:xfrm>
              <a:off x="1696805" y="4706704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21DCED6-F977-4682-B53B-2A56F0408237}"/>
                </a:ext>
              </a:extLst>
            </p:cNvPr>
            <p:cNvSpPr/>
            <p:nvPr/>
          </p:nvSpPr>
          <p:spPr>
            <a:xfrm>
              <a:off x="1087204" y="40386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182C222-A1DF-4C0F-B50B-305039E250AA}"/>
                </a:ext>
              </a:extLst>
            </p:cNvPr>
            <p:cNvSpPr/>
            <p:nvPr/>
          </p:nvSpPr>
          <p:spPr>
            <a:xfrm>
              <a:off x="1087204" y="53340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02519EB-8772-4A9B-8662-E2C3F5368462}"/>
                </a:ext>
              </a:extLst>
            </p:cNvPr>
            <p:cNvCxnSpPr>
              <a:stCxn id="12" idx="4"/>
              <a:endCxn id="13" idx="0"/>
            </p:cNvCxnSpPr>
            <p:nvPr/>
          </p:nvCxnSpPr>
          <p:spPr>
            <a:xfrm>
              <a:off x="1277704" y="4419600"/>
              <a:ext cx="0" cy="914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35EA643-CB38-4F4C-9230-D00D22754C8B}"/>
                </a:ext>
              </a:extLst>
            </p:cNvPr>
            <p:cNvCxnSpPr>
              <a:cxnSpLocks/>
              <a:stCxn id="5" idx="6"/>
              <a:endCxn id="7" idx="2"/>
            </p:cNvCxnSpPr>
            <p:nvPr/>
          </p:nvCxnSpPr>
          <p:spPr>
            <a:xfrm flipV="1">
              <a:off x="762000" y="4897204"/>
              <a:ext cx="934805" cy="291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BC3896C-C1F6-4E78-8A64-3C320C0554E2}"/>
                </a:ext>
              </a:extLst>
            </p:cNvPr>
            <p:cNvCxnSpPr>
              <a:cxnSpLocks/>
              <a:stCxn id="5" idx="7"/>
              <a:endCxn id="12" idx="3"/>
            </p:cNvCxnSpPr>
            <p:nvPr/>
          </p:nvCxnSpPr>
          <p:spPr>
            <a:xfrm flipV="1">
              <a:off x="706204" y="4363804"/>
              <a:ext cx="436796" cy="42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64F6D90-1CEF-440B-AC7A-BDD66DE7019A}"/>
                </a:ext>
              </a:extLst>
            </p:cNvPr>
            <p:cNvCxnSpPr>
              <a:cxnSpLocks/>
              <a:stCxn id="7" idx="1"/>
              <a:endCxn id="12" idx="5"/>
            </p:cNvCxnSpPr>
            <p:nvPr/>
          </p:nvCxnSpPr>
          <p:spPr>
            <a:xfrm flipH="1" flipV="1">
              <a:off x="1412408" y="4363804"/>
              <a:ext cx="340193" cy="3986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72458C-19EC-4DE4-B13E-DDA51CF0E287}"/>
                </a:ext>
              </a:extLst>
            </p:cNvPr>
            <p:cNvCxnSpPr>
              <a:cxnSpLocks/>
              <a:stCxn id="7" idx="3"/>
              <a:endCxn id="13" idx="7"/>
            </p:cNvCxnSpPr>
            <p:nvPr/>
          </p:nvCxnSpPr>
          <p:spPr>
            <a:xfrm flipH="1">
              <a:off x="1412408" y="5031908"/>
              <a:ext cx="340193" cy="3578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6454F2D0-FC13-4561-BC5D-8825EF0DD70C}"/>
              </a:ext>
            </a:extLst>
          </p:cNvPr>
          <p:cNvSpPr/>
          <p:nvPr/>
        </p:nvSpPr>
        <p:spPr>
          <a:xfrm>
            <a:off x="6707892" y="4406416"/>
            <a:ext cx="381000" cy="381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F84EFC4-A3CB-416B-B7DA-6D287099EA64}"/>
              </a:ext>
            </a:extLst>
          </p:cNvPr>
          <p:cNvSpPr/>
          <p:nvPr/>
        </p:nvSpPr>
        <p:spPr>
          <a:xfrm>
            <a:off x="7924800" y="4114800"/>
            <a:ext cx="381000" cy="381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EC90E8B-1890-4FEB-9450-7D7CEDDB36D0}"/>
              </a:ext>
            </a:extLst>
          </p:cNvPr>
          <p:cNvSpPr/>
          <p:nvPr/>
        </p:nvSpPr>
        <p:spPr>
          <a:xfrm>
            <a:off x="7271287" y="3648629"/>
            <a:ext cx="381000" cy="381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FCAAB4F-0845-4E5C-B88D-047AB933053A}"/>
              </a:ext>
            </a:extLst>
          </p:cNvPr>
          <p:cNvSpPr/>
          <p:nvPr/>
        </p:nvSpPr>
        <p:spPr>
          <a:xfrm>
            <a:off x="7326273" y="4876800"/>
            <a:ext cx="381000" cy="381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E390CDC-8139-4FEA-90DC-19F546F37CC3}"/>
              </a:ext>
            </a:extLst>
          </p:cNvPr>
          <p:cNvCxnSpPr>
            <a:cxnSpLocks/>
            <a:stCxn id="30" idx="3"/>
            <a:endCxn id="28" idx="7"/>
          </p:cNvCxnSpPr>
          <p:nvPr/>
        </p:nvCxnSpPr>
        <p:spPr>
          <a:xfrm flipH="1">
            <a:off x="7033096" y="3973833"/>
            <a:ext cx="293987" cy="488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73D0CB6-7CE1-443C-8D43-C2B6ED75E4B2}"/>
              </a:ext>
            </a:extLst>
          </p:cNvPr>
          <p:cNvCxnSpPr>
            <a:cxnSpLocks/>
            <a:stCxn id="28" idx="5"/>
            <a:endCxn id="31" idx="1"/>
          </p:cNvCxnSpPr>
          <p:nvPr/>
        </p:nvCxnSpPr>
        <p:spPr>
          <a:xfrm>
            <a:off x="7033096" y="4731620"/>
            <a:ext cx="348973" cy="200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3E1378B4-937B-439A-9BB2-3F441836631F}"/>
              </a:ext>
            </a:extLst>
          </p:cNvPr>
          <p:cNvSpPr/>
          <p:nvPr/>
        </p:nvSpPr>
        <p:spPr>
          <a:xfrm>
            <a:off x="7327083" y="5715000"/>
            <a:ext cx="381000" cy="381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573DDAC-F097-4DC1-A271-E071255162F6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 flipH="1">
            <a:off x="7516773" y="4305300"/>
            <a:ext cx="408027" cy="571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7B6D7E7D-946B-4687-9015-C81EE951D748}"/>
              </a:ext>
            </a:extLst>
          </p:cNvPr>
          <p:cNvCxnSpPr>
            <a:cxnSpLocks/>
            <a:stCxn id="31" idx="6"/>
            <a:endCxn id="29" idx="3"/>
          </p:cNvCxnSpPr>
          <p:nvPr/>
        </p:nvCxnSpPr>
        <p:spPr>
          <a:xfrm flipV="1">
            <a:off x="7707273" y="4440004"/>
            <a:ext cx="273323" cy="627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7481A55-333D-407C-9168-DBC84DEB90C8}"/>
              </a:ext>
            </a:extLst>
          </p:cNvPr>
          <p:cNvCxnSpPr>
            <a:cxnSpLocks/>
            <a:stCxn id="31" idx="4"/>
            <a:endCxn id="81" idx="0"/>
          </p:cNvCxnSpPr>
          <p:nvPr/>
        </p:nvCxnSpPr>
        <p:spPr>
          <a:xfrm>
            <a:off x="7516773" y="5257800"/>
            <a:ext cx="81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BC630A93-3C8E-4D88-8CC7-80854AC6F83E}"/>
              </a:ext>
            </a:extLst>
          </p:cNvPr>
          <p:cNvCxnSpPr>
            <a:cxnSpLocks/>
            <a:stCxn id="81" idx="7"/>
            <a:endCxn id="29" idx="4"/>
          </p:cNvCxnSpPr>
          <p:nvPr/>
        </p:nvCxnSpPr>
        <p:spPr>
          <a:xfrm flipV="1">
            <a:off x="7652287" y="4495800"/>
            <a:ext cx="463013" cy="1274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90011C0-A30B-411C-A064-4863DB23BFBD}"/>
              </a:ext>
            </a:extLst>
          </p:cNvPr>
          <p:cNvGrpSpPr/>
          <p:nvPr/>
        </p:nvGrpSpPr>
        <p:grpSpPr>
          <a:xfrm>
            <a:off x="3276600" y="3810000"/>
            <a:ext cx="2286000" cy="1981200"/>
            <a:chOff x="3276600" y="3810000"/>
            <a:chExt cx="2286000" cy="19812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4E68AF4-E141-4BFB-9E47-A0CCA3E1AC77}"/>
                </a:ext>
              </a:extLst>
            </p:cNvPr>
            <p:cNvSpPr/>
            <p:nvPr/>
          </p:nvSpPr>
          <p:spPr>
            <a:xfrm>
              <a:off x="3355093" y="494422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9DFA4AC-B741-4CFB-9445-00F78470B0F0}"/>
                </a:ext>
              </a:extLst>
            </p:cNvPr>
            <p:cNvSpPr/>
            <p:nvPr/>
          </p:nvSpPr>
          <p:spPr>
            <a:xfrm>
              <a:off x="4106387" y="425571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FE213DC8-0E07-4E00-B04D-E5730BB55B3C}"/>
                </a:ext>
              </a:extLst>
            </p:cNvPr>
            <p:cNvSpPr/>
            <p:nvPr/>
          </p:nvSpPr>
          <p:spPr>
            <a:xfrm>
              <a:off x="3276600" y="406521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621BFB2-1454-4550-BF0B-900926560341}"/>
                </a:ext>
              </a:extLst>
            </p:cNvPr>
            <p:cNvCxnSpPr>
              <a:cxnSpLocks/>
              <a:stCxn id="52" idx="0"/>
              <a:endCxn id="54" idx="4"/>
            </p:cNvCxnSpPr>
            <p:nvPr/>
          </p:nvCxnSpPr>
          <p:spPr>
            <a:xfrm flipH="1" flipV="1">
              <a:off x="3467100" y="4446213"/>
              <a:ext cx="78493" cy="498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18E53D-E1E3-4D7C-A948-F3C851DE906F}"/>
                </a:ext>
              </a:extLst>
            </p:cNvPr>
            <p:cNvCxnSpPr>
              <a:cxnSpLocks/>
              <a:stCxn id="53" idx="1"/>
              <a:endCxn id="54" idx="6"/>
            </p:cNvCxnSpPr>
            <p:nvPr/>
          </p:nvCxnSpPr>
          <p:spPr>
            <a:xfrm flipH="1" flipV="1">
              <a:off x="3657600" y="4255713"/>
              <a:ext cx="504583" cy="557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8F05ACA-EDA9-4605-8DFE-7529B82C5FC1}"/>
                </a:ext>
              </a:extLst>
            </p:cNvPr>
            <p:cNvSpPr/>
            <p:nvPr/>
          </p:nvSpPr>
          <p:spPr>
            <a:xfrm>
              <a:off x="3962400" y="541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E1E8A7D-C34A-41AE-AE2B-A755B0BF9B99}"/>
                </a:ext>
              </a:extLst>
            </p:cNvPr>
            <p:cNvSpPr/>
            <p:nvPr/>
          </p:nvSpPr>
          <p:spPr>
            <a:xfrm>
              <a:off x="5181600" y="541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C0A5D381-8E4E-44D5-9544-11B896AB8AF6}"/>
                </a:ext>
              </a:extLst>
            </p:cNvPr>
            <p:cNvSpPr/>
            <p:nvPr/>
          </p:nvSpPr>
          <p:spPr>
            <a:xfrm>
              <a:off x="4572000" y="47625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3E87A14-4C6E-402A-8759-1622683DE9C4}"/>
                </a:ext>
              </a:extLst>
            </p:cNvPr>
            <p:cNvSpPr/>
            <p:nvPr/>
          </p:nvSpPr>
          <p:spPr>
            <a:xfrm>
              <a:off x="4572000" y="38100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FF3AA3-D112-442F-89F1-A38A2EBD3D05}"/>
                </a:ext>
              </a:extLst>
            </p:cNvPr>
            <p:cNvCxnSpPr>
              <a:cxnSpLocks/>
              <a:stCxn id="61" idx="7"/>
              <a:endCxn id="63" idx="3"/>
            </p:cNvCxnSpPr>
            <p:nvPr/>
          </p:nvCxnSpPr>
          <p:spPr>
            <a:xfrm flipV="1">
              <a:off x="4287604" y="5087704"/>
              <a:ext cx="340192" cy="378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1904F20-165C-401B-BB6A-E827721EDFDD}"/>
                </a:ext>
              </a:extLst>
            </p:cNvPr>
            <p:cNvCxnSpPr>
              <a:cxnSpLocks/>
              <a:stCxn id="62" idx="1"/>
              <a:endCxn id="63" idx="5"/>
            </p:cNvCxnSpPr>
            <p:nvPr/>
          </p:nvCxnSpPr>
          <p:spPr>
            <a:xfrm flipH="1" flipV="1">
              <a:off x="4897204" y="5087704"/>
              <a:ext cx="340192" cy="378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8A0EFD4-1CFA-4FBF-A5EF-482D9D3184F1}"/>
                </a:ext>
              </a:extLst>
            </p:cNvPr>
            <p:cNvCxnSpPr>
              <a:cxnSpLocks/>
              <a:stCxn id="63" idx="0"/>
              <a:endCxn id="64" idx="4"/>
            </p:cNvCxnSpPr>
            <p:nvPr/>
          </p:nvCxnSpPr>
          <p:spPr>
            <a:xfrm flipV="1">
              <a:off x="4762500" y="4191000"/>
              <a:ext cx="0" cy="571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DED2077-D510-423A-8ADC-C586F3E511D6}"/>
                </a:ext>
              </a:extLst>
            </p:cNvPr>
            <p:cNvCxnSpPr>
              <a:cxnSpLocks/>
              <a:stCxn id="62" idx="2"/>
              <a:endCxn id="61" idx="6"/>
            </p:cNvCxnSpPr>
            <p:nvPr/>
          </p:nvCxnSpPr>
          <p:spPr>
            <a:xfrm flipH="1">
              <a:off x="4343400" y="5600700"/>
              <a:ext cx="838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1034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Definition of Graphs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FC6A0CC-2D43-47D6-9562-1CB98BBE6961}"/>
              </a:ext>
            </a:extLst>
          </p:cNvPr>
          <p:cNvGrpSpPr/>
          <p:nvPr/>
        </p:nvGrpSpPr>
        <p:grpSpPr>
          <a:xfrm>
            <a:off x="381000" y="1685371"/>
            <a:ext cx="1696805" cy="1676400"/>
            <a:chOff x="381000" y="4038600"/>
            <a:chExt cx="1696805" cy="16764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2EF4D6-3A4B-4B8A-A1D8-946C85DBD13B}"/>
                </a:ext>
              </a:extLst>
            </p:cNvPr>
            <p:cNvSpPr/>
            <p:nvPr/>
          </p:nvSpPr>
          <p:spPr>
            <a:xfrm>
              <a:off x="381000" y="47358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B64EAB2-1F31-45DD-9BF2-826B0D03A6A5}"/>
                </a:ext>
              </a:extLst>
            </p:cNvPr>
            <p:cNvSpPr/>
            <p:nvPr/>
          </p:nvSpPr>
          <p:spPr>
            <a:xfrm>
              <a:off x="1696805" y="4706704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21DCED6-F977-4682-B53B-2A56F0408237}"/>
                </a:ext>
              </a:extLst>
            </p:cNvPr>
            <p:cNvSpPr/>
            <p:nvPr/>
          </p:nvSpPr>
          <p:spPr>
            <a:xfrm>
              <a:off x="1087204" y="40386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182C222-A1DF-4C0F-B50B-305039E250AA}"/>
                </a:ext>
              </a:extLst>
            </p:cNvPr>
            <p:cNvSpPr/>
            <p:nvPr/>
          </p:nvSpPr>
          <p:spPr>
            <a:xfrm>
              <a:off x="1087204" y="53340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02519EB-8772-4A9B-8662-E2C3F5368462}"/>
                </a:ext>
              </a:extLst>
            </p:cNvPr>
            <p:cNvCxnSpPr>
              <a:stCxn id="12" idx="4"/>
              <a:endCxn id="13" idx="0"/>
            </p:cNvCxnSpPr>
            <p:nvPr/>
          </p:nvCxnSpPr>
          <p:spPr>
            <a:xfrm>
              <a:off x="1277704" y="4419600"/>
              <a:ext cx="0" cy="914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35EA643-CB38-4F4C-9230-D00D22754C8B}"/>
                </a:ext>
              </a:extLst>
            </p:cNvPr>
            <p:cNvCxnSpPr>
              <a:cxnSpLocks/>
              <a:stCxn id="5" idx="6"/>
              <a:endCxn id="7" idx="2"/>
            </p:cNvCxnSpPr>
            <p:nvPr/>
          </p:nvCxnSpPr>
          <p:spPr>
            <a:xfrm flipV="1">
              <a:off x="762000" y="4897204"/>
              <a:ext cx="934805" cy="291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BC3896C-C1F6-4E78-8A64-3C320C0554E2}"/>
                </a:ext>
              </a:extLst>
            </p:cNvPr>
            <p:cNvCxnSpPr>
              <a:cxnSpLocks/>
              <a:stCxn id="5" idx="7"/>
              <a:endCxn id="12" idx="3"/>
            </p:cNvCxnSpPr>
            <p:nvPr/>
          </p:nvCxnSpPr>
          <p:spPr>
            <a:xfrm flipV="1">
              <a:off x="706204" y="4363804"/>
              <a:ext cx="436796" cy="42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64F6D90-1CEF-440B-AC7A-BDD66DE7019A}"/>
                </a:ext>
              </a:extLst>
            </p:cNvPr>
            <p:cNvCxnSpPr>
              <a:cxnSpLocks/>
              <a:stCxn id="7" idx="1"/>
              <a:endCxn id="12" idx="5"/>
            </p:cNvCxnSpPr>
            <p:nvPr/>
          </p:nvCxnSpPr>
          <p:spPr>
            <a:xfrm flipH="1" flipV="1">
              <a:off x="1412408" y="4363804"/>
              <a:ext cx="340193" cy="3986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72458C-19EC-4DE4-B13E-DDA51CF0E287}"/>
                </a:ext>
              </a:extLst>
            </p:cNvPr>
            <p:cNvCxnSpPr>
              <a:cxnSpLocks/>
              <a:stCxn id="7" idx="3"/>
              <a:endCxn id="13" idx="7"/>
            </p:cNvCxnSpPr>
            <p:nvPr/>
          </p:nvCxnSpPr>
          <p:spPr>
            <a:xfrm flipH="1">
              <a:off x="1412408" y="5031908"/>
              <a:ext cx="340193" cy="3578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83130CC-3445-486B-87A1-46CE62E39A2C}"/>
              </a:ext>
            </a:extLst>
          </p:cNvPr>
          <p:cNvGrpSpPr/>
          <p:nvPr/>
        </p:nvGrpSpPr>
        <p:grpSpPr>
          <a:xfrm>
            <a:off x="6707892" y="1447800"/>
            <a:ext cx="1597908" cy="2447371"/>
            <a:chOff x="6707892" y="1447800"/>
            <a:chExt cx="1597908" cy="244737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454F2D0-FC13-4561-BC5D-8825EF0DD70C}"/>
                </a:ext>
              </a:extLst>
            </p:cNvPr>
            <p:cNvSpPr/>
            <p:nvPr/>
          </p:nvSpPr>
          <p:spPr>
            <a:xfrm>
              <a:off x="6707892" y="22055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F84EFC4-A3CB-416B-B7DA-6D287099EA64}"/>
                </a:ext>
              </a:extLst>
            </p:cNvPr>
            <p:cNvSpPr/>
            <p:nvPr/>
          </p:nvSpPr>
          <p:spPr>
            <a:xfrm>
              <a:off x="7924800" y="19139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C90E8B-1890-4FEB-9450-7D7CEDDB36D0}"/>
                </a:ext>
              </a:extLst>
            </p:cNvPr>
            <p:cNvSpPr/>
            <p:nvPr/>
          </p:nvSpPr>
          <p:spPr>
            <a:xfrm>
              <a:off x="7271287" y="14478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FCAAB4F-0845-4E5C-B88D-047AB933053A}"/>
                </a:ext>
              </a:extLst>
            </p:cNvPr>
            <p:cNvSpPr/>
            <p:nvPr/>
          </p:nvSpPr>
          <p:spPr>
            <a:xfrm>
              <a:off x="7326273" y="26759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E390CDC-8139-4FEA-90DC-19F546F37CC3}"/>
                </a:ext>
              </a:extLst>
            </p:cNvPr>
            <p:cNvCxnSpPr>
              <a:cxnSpLocks/>
              <a:stCxn id="30" idx="3"/>
              <a:endCxn id="28" idx="7"/>
            </p:cNvCxnSpPr>
            <p:nvPr/>
          </p:nvCxnSpPr>
          <p:spPr>
            <a:xfrm flipH="1">
              <a:off x="7033096" y="1773004"/>
              <a:ext cx="293987" cy="4883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73D0CB6-7CE1-443C-8D43-C2B6ED75E4B2}"/>
                </a:ext>
              </a:extLst>
            </p:cNvPr>
            <p:cNvCxnSpPr>
              <a:cxnSpLocks/>
              <a:stCxn id="28" idx="5"/>
              <a:endCxn id="31" idx="1"/>
            </p:cNvCxnSpPr>
            <p:nvPr/>
          </p:nvCxnSpPr>
          <p:spPr>
            <a:xfrm>
              <a:off x="7033096" y="2530791"/>
              <a:ext cx="348973" cy="2009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3E1378B4-937B-439A-9BB2-3F441836631F}"/>
                </a:ext>
              </a:extLst>
            </p:cNvPr>
            <p:cNvSpPr/>
            <p:nvPr/>
          </p:nvSpPr>
          <p:spPr>
            <a:xfrm>
              <a:off x="7327083" y="35141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573DDAC-F097-4DC1-A271-E071255162F6}"/>
                </a:ext>
              </a:extLst>
            </p:cNvPr>
            <p:cNvCxnSpPr>
              <a:cxnSpLocks/>
              <a:stCxn id="29" idx="2"/>
              <a:endCxn id="31" idx="0"/>
            </p:cNvCxnSpPr>
            <p:nvPr/>
          </p:nvCxnSpPr>
          <p:spPr>
            <a:xfrm flipH="1">
              <a:off x="7516773" y="2104471"/>
              <a:ext cx="408027" cy="571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7B6D7E7D-946B-4687-9015-C81EE951D748}"/>
                </a:ext>
              </a:extLst>
            </p:cNvPr>
            <p:cNvCxnSpPr>
              <a:cxnSpLocks/>
              <a:stCxn id="31" idx="6"/>
              <a:endCxn id="29" idx="3"/>
            </p:cNvCxnSpPr>
            <p:nvPr/>
          </p:nvCxnSpPr>
          <p:spPr>
            <a:xfrm flipV="1">
              <a:off x="7707273" y="2239175"/>
              <a:ext cx="273323" cy="6272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47481A55-333D-407C-9168-DBC84DEB90C8}"/>
                </a:ext>
              </a:extLst>
            </p:cNvPr>
            <p:cNvCxnSpPr>
              <a:cxnSpLocks/>
              <a:stCxn id="31" idx="4"/>
              <a:endCxn id="81" idx="0"/>
            </p:cNvCxnSpPr>
            <p:nvPr/>
          </p:nvCxnSpPr>
          <p:spPr>
            <a:xfrm>
              <a:off x="7516773" y="3056971"/>
              <a:ext cx="810" cy="45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BC630A93-3C8E-4D88-8CC7-80854AC6F83E}"/>
                </a:ext>
              </a:extLst>
            </p:cNvPr>
            <p:cNvCxnSpPr>
              <a:cxnSpLocks/>
              <a:stCxn id="81" idx="7"/>
              <a:endCxn id="29" idx="4"/>
            </p:cNvCxnSpPr>
            <p:nvPr/>
          </p:nvCxnSpPr>
          <p:spPr>
            <a:xfrm flipV="1">
              <a:off x="7652287" y="2294971"/>
              <a:ext cx="463013" cy="12749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3">
            <a:extLst>
              <a:ext uri="{FF2B5EF4-FFF2-40B4-BE49-F238E27FC236}">
                <a16:creationId xmlns:a16="http://schemas.microsoft.com/office/drawing/2014/main" id="{B4DBBDF2-8727-4191-8440-F1B40188CE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4038600"/>
            <a:ext cx="8153400" cy="2286000"/>
          </a:xfrm>
        </p:spPr>
        <p:txBody>
          <a:bodyPr>
            <a:normAutofit fontScale="85000" lnSpcReduction="20000"/>
          </a:bodyPr>
          <a:lstStyle/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= (V,E)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Vertices or Nodes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= Edges or Arcs or lines. Edge joins two different vertices of V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(V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{1,2,3,4};              E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{(1,2), (1,3), (2,3), (1,4), (3,4)}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{1,2,3,4,5,6,7};     E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{(1,2), (1,3), (4,5), (5,6), (5,7), (6,7)}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{1,2,3,4,5};           E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{(1,2), (2,3), </a:t>
            </a:r>
            <a:r>
              <a:rPr lang="en-US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(3,4), (4,3)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(3,5), (5,4)}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E807329-07A9-4204-93F1-2002D3BDBC36}"/>
              </a:ext>
            </a:extLst>
          </p:cNvPr>
          <p:cNvGrpSpPr/>
          <p:nvPr/>
        </p:nvGrpSpPr>
        <p:grpSpPr>
          <a:xfrm>
            <a:off x="3276600" y="1524000"/>
            <a:ext cx="2286000" cy="1981200"/>
            <a:chOff x="3276600" y="3810000"/>
            <a:chExt cx="2286000" cy="19812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CC03A19-A5D3-46F6-AE98-6194D47F1041}"/>
                </a:ext>
              </a:extLst>
            </p:cNvPr>
            <p:cNvSpPr/>
            <p:nvPr/>
          </p:nvSpPr>
          <p:spPr>
            <a:xfrm>
              <a:off x="3355093" y="494422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0E36C18-54B6-44A8-B594-FDDB95C1B22B}"/>
                </a:ext>
              </a:extLst>
            </p:cNvPr>
            <p:cNvSpPr/>
            <p:nvPr/>
          </p:nvSpPr>
          <p:spPr>
            <a:xfrm>
              <a:off x="4106387" y="425571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B7B749F-5CB8-42E9-BE4D-4D836B9694EE}"/>
                </a:ext>
              </a:extLst>
            </p:cNvPr>
            <p:cNvSpPr/>
            <p:nvPr/>
          </p:nvSpPr>
          <p:spPr>
            <a:xfrm>
              <a:off x="3276600" y="406521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63358EC-818E-4155-A85A-CD1DA14ED622}"/>
                </a:ext>
              </a:extLst>
            </p:cNvPr>
            <p:cNvCxnSpPr>
              <a:cxnSpLocks/>
              <a:stCxn id="43" idx="0"/>
              <a:endCxn id="46" idx="4"/>
            </p:cNvCxnSpPr>
            <p:nvPr/>
          </p:nvCxnSpPr>
          <p:spPr>
            <a:xfrm flipH="1" flipV="1">
              <a:off x="3467100" y="4446213"/>
              <a:ext cx="78493" cy="498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6858FBA-F2F5-4F6C-B8D2-72E42B9D42A0}"/>
                </a:ext>
              </a:extLst>
            </p:cNvPr>
            <p:cNvCxnSpPr>
              <a:cxnSpLocks/>
              <a:stCxn id="45" idx="1"/>
              <a:endCxn id="46" idx="6"/>
            </p:cNvCxnSpPr>
            <p:nvPr/>
          </p:nvCxnSpPr>
          <p:spPr>
            <a:xfrm flipH="1" flipV="1">
              <a:off x="3657600" y="4255713"/>
              <a:ext cx="504583" cy="557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2F67B00-51F3-4E36-9379-FB1844992511}"/>
                </a:ext>
              </a:extLst>
            </p:cNvPr>
            <p:cNvSpPr/>
            <p:nvPr/>
          </p:nvSpPr>
          <p:spPr>
            <a:xfrm>
              <a:off x="3962400" y="541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D886122-3D96-4532-B580-3912778FB1E4}"/>
                </a:ext>
              </a:extLst>
            </p:cNvPr>
            <p:cNvSpPr/>
            <p:nvPr/>
          </p:nvSpPr>
          <p:spPr>
            <a:xfrm>
              <a:off x="5181600" y="541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C4A8865-6E85-44BA-8AE9-5143294A91F3}"/>
                </a:ext>
              </a:extLst>
            </p:cNvPr>
            <p:cNvSpPr/>
            <p:nvPr/>
          </p:nvSpPr>
          <p:spPr>
            <a:xfrm>
              <a:off x="4572000" y="47625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C0F41D2-8951-42FC-BECE-421A6910C9CD}"/>
                </a:ext>
              </a:extLst>
            </p:cNvPr>
            <p:cNvSpPr/>
            <p:nvPr/>
          </p:nvSpPr>
          <p:spPr>
            <a:xfrm>
              <a:off x="4572000" y="38100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8212399-E323-4F32-9FA3-AC16903041FF}"/>
                </a:ext>
              </a:extLst>
            </p:cNvPr>
            <p:cNvCxnSpPr>
              <a:cxnSpLocks/>
              <a:stCxn id="49" idx="7"/>
              <a:endCxn id="51" idx="3"/>
            </p:cNvCxnSpPr>
            <p:nvPr/>
          </p:nvCxnSpPr>
          <p:spPr>
            <a:xfrm flipV="1">
              <a:off x="4287604" y="5087704"/>
              <a:ext cx="340192" cy="378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6BBC0F6-9403-427B-A78C-A6CB932CE7A8}"/>
                </a:ext>
              </a:extLst>
            </p:cNvPr>
            <p:cNvCxnSpPr>
              <a:cxnSpLocks/>
              <a:stCxn id="50" idx="1"/>
              <a:endCxn id="51" idx="5"/>
            </p:cNvCxnSpPr>
            <p:nvPr/>
          </p:nvCxnSpPr>
          <p:spPr>
            <a:xfrm flipH="1" flipV="1">
              <a:off x="4897204" y="5087704"/>
              <a:ext cx="340192" cy="378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C80CA91-482F-4B36-9615-F6CB4F06B05C}"/>
                </a:ext>
              </a:extLst>
            </p:cNvPr>
            <p:cNvCxnSpPr>
              <a:cxnSpLocks/>
              <a:stCxn id="51" idx="0"/>
              <a:endCxn id="55" idx="4"/>
            </p:cNvCxnSpPr>
            <p:nvPr/>
          </p:nvCxnSpPr>
          <p:spPr>
            <a:xfrm flipV="1">
              <a:off x="4762500" y="4191000"/>
              <a:ext cx="0" cy="571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057B85A-3EE0-4A96-8FF5-A91DD3D0587B}"/>
                </a:ext>
              </a:extLst>
            </p:cNvPr>
            <p:cNvCxnSpPr>
              <a:cxnSpLocks/>
              <a:stCxn id="50" idx="2"/>
              <a:endCxn id="49" idx="6"/>
            </p:cNvCxnSpPr>
            <p:nvPr/>
          </p:nvCxnSpPr>
          <p:spPr>
            <a:xfrm flipH="1">
              <a:off x="4343400" y="5600700"/>
              <a:ext cx="838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7003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Definition of Graphs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FC6A0CC-2D43-47D6-9562-1CB98BBE6961}"/>
              </a:ext>
            </a:extLst>
          </p:cNvPr>
          <p:cNvGrpSpPr/>
          <p:nvPr/>
        </p:nvGrpSpPr>
        <p:grpSpPr>
          <a:xfrm>
            <a:off x="381000" y="1685371"/>
            <a:ext cx="1696805" cy="1676400"/>
            <a:chOff x="381000" y="4038600"/>
            <a:chExt cx="1696805" cy="16764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2EF4D6-3A4B-4B8A-A1D8-946C85DBD13B}"/>
                </a:ext>
              </a:extLst>
            </p:cNvPr>
            <p:cNvSpPr/>
            <p:nvPr/>
          </p:nvSpPr>
          <p:spPr>
            <a:xfrm>
              <a:off x="381000" y="47358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B64EAB2-1F31-45DD-9BF2-826B0D03A6A5}"/>
                </a:ext>
              </a:extLst>
            </p:cNvPr>
            <p:cNvSpPr/>
            <p:nvPr/>
          </p:nvSpPr>
          <p:spPr>
            <a:xfrm>
              <a:off x="1696805" y="4706704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21DCED6-F977-4682-B53B-2A56F0408237}"/>
                </a:ext>
              </a:extLst>
            </p:cNvPr>
            <p:cNvSpPr/>
            <p:nvPr/>
          </p:nvSpPr>
          <p:spPr>
            <a:xfrm>
              <a:off x="1087204" y="40386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182C222-A1DF-4C0F-B50B-305039E250AA}"/>
                </a:ext>
              </a:extLst>
            </p:cNvPr>
            <p:cNvSpPr/>
            <p:nvPr/>
          </p:nvSpPr>
          <p:spPr>
            <a:xfrm>
              <a:off x="1087204" y="53340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02519EB-8772-4A9B-8662-E2C3F5368462}"/>
                </a:ext>
              </a:extLst>
            </p:cNvPr>
            <p:cNvCxnSpPr>
              <a:stCxn id="12" idx="4"/>
              <a:endCxn id="13" idx="0"/>
            </p:cNvCxnSpPr>
            <p:nvPr/>
          </p:nvCxnSpPr>
          <p:spPr>
            <a:xfrm>
              <a:off x="1277704" y="4419600"/>
              <a:ext cx="0" cy="914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35EA643-CB38-4F4C-9230-D00D22754C8B}"/>
                </a:ext>
              </a:extLst>
            </p:cNvPr>
            <p:cNvCxnSpPr>
              <a:cxnSpLocks/>
              <a:stCxn id="5" idx="6"/>
              <a:endCxn id="7" idx="2"/>
            </p:cNvCxnSpPr>
            <p:nvPr/>
          </p:nvCxnSpPr>
          <p:spPr>
            <a:xfrm flipV="1">
              <a:off x="762000" y="4897204"/>
              <a:ext cx="934805" cy="291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BC3896C-C1F6-4E78-8A64-3C320C0554E2}"/>
                </a:ext>
              </a:extLst>
            </p:cNvPr>
            <p:cNvCxnSpPr>
              <a:cxnSpLocks/>
              <a:stCxn id="5" idx="7"/>
              <a:endCxn id="12" idx="3"/>
            </p:cNvCxnSpPr>
            <p:nvPr/>
          </p:nvCxnSpPr>
          <p:spPr>
            <a:xfrm flipV="1">
              <a:off x="706204" y="4363804"/>
              <a:ext cx="436796" cy="42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64F6D90-1CEF-440B-AC7A-BDD66DE7019A}"/>
                </a:ext>
              </a:extLst>
            </p:cNvPr>
            <p:cNvCxnSpPr>
              <a:cxnSpLocks/>
              <a:stCxn id="7" idx="1"/>
              <a:endCxn id="12" idx="5"/>
            </p:cNvCxnSpPr>
            <p:nvPr/>
          </p:nvCxnSpPr>
          <p:spPr>
            <a:xfrm flipH="1" flipV="1">
              <a:off x="1412408" y="4363804"/>
              <a:ext cx="340193" cy="3986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72458C-19EC-4DE4-B13E-DDA51CF0E287}"/>
                </a:ext>
              </a:extLst>
            </p:cNvPr>
            <p:cNvCxnSpPr>
              <a:cxnSpLocks/>
              <a:stCxn id="7" idx="3"/>
              <a:endCxn id="13" idx="7"/>
            </p:cNvCxnSpPr>
            <p:nvPr/>
          </p:nvCxnSpPr>
          <p:spPr>
            <a:xfrm flipH="1">
              <a:off x="1412408" y="5031908"/>
              <a:ext cx="340193" cy="3578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83130CC-3445-486B-87A1-46CE62E39A2C}"/>
              </a:ext>
            </a:extLst>
          </p:cNvPr>
          <p:cNvGrpSpPr/>
          <p:nvPr/>
        </p:nvGrpSpPr>
        <p:grpSpPr>
          <a:xfrm>
            <a:off x="6707892" y="1447800"/>
            <a:ext cx="1348887" cy="1913971"/>
            <a:chOff x="6707892" y="1447800"/>
            <a:chExt cx="1597908" cy="244737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454F2D0-FC13-4561-BC5D-8825EF0DD70C}"/>
                </a:ext>
              </a:extLst>
            </p:cNvPr>
            <p:cNvSpPr/>
            <p:nvPr/>
          </p:nvSpPr>
          <p:spPr>
            <a:xfrm>
              <a:off x="6707892" y="22055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F84EFC4-A3CB-416B-B7DA-6D287099EA64}"/>
                </a:ext>
              </a:extLst>
            </p:cNvPr>
            <p:cNvSpPr/>
            <p:nvPr/>
          </p:nvSpPr>
          <p:spPr>
            <a:xfrm>
              <a:off x="7924800" y="19139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C90E8B-1890-4FEB-9450-7D7CEDDB36D0}"/>
                </a:ext>
              </a:extLst>
            </p:cNvPr>
            <p:cNvSpPr/>
            <p:nvPr/>
          </p:nvSpPr>
          <p:spPr>
            <a:xfrm>
              <a:off x="7271287" y="14478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FCAAB4F-0845-4E5C-B88D-047AB933053A}"/>
                </a:ext>
              </a:extLst>
            </p:cNvPr>
            <p:cNvSpPr/>
            <p:nvPr/>
          </p:nvSpPr>
          <p:spPr>
            <a:xfrm>
              <a:off x="7326273" y="26759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E390CDC-8139-4FEA-90DC-19F546F37CC3}"/>
                </a:ext>
              </a:extLst>
            </p:cNvPr>
            <p:cNvCxnSpPr>
              <a:cxnSpLocks/>
              <a:stCxn id="30" idx="3"/>
              <a:endCxn id="28" idx="7"/>
            </p:cNvCxnSpPr>
            <p:nvPr/>
          </p:nvCxnSpPr>
          <p:spPr>
            <a:xfrm flipH="1">
              <a:off x="7033096" y="1773004"/>
              <a:ext cx="293987" cy="4883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73D0CB6-7CE1-443C-8D43-C2B6ED75E4B2}"/>
                </a:ext>
              </a:extLst>
            </p:cNvPr>
            <p:cNvCxnSpPr>
              <a:cxnSpLocks/>
              <a:stCxn id="28" idx="5"/>
              <a:endCxn id="31" idx="1"/>
            </p:cNvCxnSpPr>
            <p:nvPr/>
          </p:nvCxnSpPr>
          <p:spPr>
            <a:xfrm>
              <a:off x="7033096" y="2530791"/>
              <a:ext cx="348973" cy="2009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3E1378B4-937B-439A-9BB2-3F441836631F}"/>
                </a:ext>
              </a:extLst>
            </p:cNvPr>
            <p:cNvSpPr/>
            <p:nvPr/>
          </p:nvSpPr>
          <p:spPr>
            <a:xfrm>
              <a:off x="7327083" y="35141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573DDAC-F097-4DC1-A271-E071255162F6}"/>
                </a:ext>
              </a:extLst>
            </p:cNvPr>
            <p:cNvCxnSpPr>
              <a:cxnSpLocks/>
              <a:stCxn id="29" idx="2"/>
              <a:endCxn id="31" idx="0"/>
            </p:cNvCxnSpPr>
            <p:nvPr/>
          </p:nvCxnSpPr>
          <p:spPr>
            <a:xfrm flipH="1">
              <a:off x="7516773" y="2104471"/>
              <a:ext cx="408027" cy="571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7B6D7E7D-946B-4687-9015-C81EE951D748}"/>
                </a:ext>
              </a:extLst>
            </p:cNvPr>
            <p:cNvCxnSpPr>
              <a:cxnSpLocks/>
              <a:stCxn id="31" idx="6"/>
              <a:endCxn id="29" idx="3"/>
            </p:cNvCxnSpPr>
            <p:nvPr/>
          </p:nvCxnSpPr>
          <p:spPr>
            <a:xfrm flipV="1">
              <a:off x="7707273" y="2239175"/>
              <a:ext cx="273323" cy="6272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47481A55-333D-407C-9168-DBC84DEB90C8}"/>
                </a:ext>
              </a:extLst>
            </p:cNvPr>
            <p:cNvCxnSpPr>
              <a:cxnSpLocks/>
              <a:stCxn id="31" idx="4"/>
              <a:endCxn id="81" idx="0"/>
            </p:cNvCxnSpPr>
            <p:nvPr/>
          </p:nvCxnSpPr>
          <p:spPr>
            <a:xfrm>
              <a:off x="7516773" y="3056971"/>
              <a:ext cx="810" cy="45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BC630A93-3C8E-4D88-8CC7-80854AC6F83E}"/>
                </a:ext>
              </a:extLst>
            </p:cNvPr>
            <p:cNvCxnSpPr>
              <a:cxnSpLocks/>
              <a:stCxn id="81" idx="7"/>
              <a:endCxn id="29" idx="4"/>
            </p:cNvCxnSpPr>
            <p:nvPr/>
          </p:nvCxnSpPr>
          <p:spPr>
            <a:xfrm flipV="1">
              <a:off x="7652287" y="2294971"/>
              <a:ext cx="463013" cy="12749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3">
            <a:extLst>
              <a:ext uri="{FF2B5EF4-FFF2-40B4-BE49-F238E27FC236}">
                <a16:creationId xmlns:a16="http://schemas.microsoft.com/office/drawing/2014/main" id="{B4DBBDF2-8727-4191-8440-F1B40188CE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3576689"/>
            <a:ext cx="8153400" cy="2747911"/>
          </a:xfrm>
        </p:spPr>
        <p:txBody>
          <a:bodyPr>
            <a:normAutofit fontScale="77500" lnSpcReduction="20000"/>
          </a:bodyPr>
          <a:lstStyle/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with Orientation  is called as </a:t>
            </a:r>
            <a:r>
              <a:rPr lang="en-US" altLang="en-US" sz="23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Directed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Edge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with </a:t>
            </a:r>
            <a:r>
              <a:rPr lang="en-US" altLang="en-US" sz="2300" b="1" dirty="0"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Orientation  is called as </a:t>
            </a:r>
            <a:r>
              <a:rPr lang="en-US" altLang="en-US" sz="23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Undirected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Edge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Adjacent – if there is an Edge (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 in the Graph, then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 are adjacent Vertices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Undirected Edge –Both the vertices are adjacent to each other.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Directed Edge – (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</a:t>
            </a:r>
          </a:p>
          <a:p>
            <a:pPr lvl="2" algn="just"/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vertex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adjacent </a:t>
            </a:r>
            <a:r>
              <a:rPr lang="en-US" altLang="en-US" sz="21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vertex</a:t>
            </a:r>
          </a:p>
          <a:p>
            <a:pPr lvl="2" algn="just"/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vertex j is adjacent </a:t>
            </a:r>
            <a:r>
              <a:rPr lang="en-US" altLang="en-US" sz="21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vertex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on and Incident to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Undirected Edge – Edge is incident on Both the vertices.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Directed Edge – (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Incident from vertex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Incident to vertex j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F3F7710-832A-4067-8CCD-DEC18350185C}"/>
              </a:ext>
            </a:extLst>
          </p:cNvPr>
          <p:cNvGrpSpPr/>
          <p:nvPr/>
        </p:nvGrpSpPr>
        <p:grpSpPr>
          <a:xfrm>
            <a:off x="3400995" y="1641904"/>
            <a:ext cx="2036409" cy="1534733"/>
            <a:chOff x="3276600" y="3810000"/>
            <a:chExt cx="2286000" cy="19812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8B92702-3E8C-4B8F-875D-7FDEA549A127}"/>
                </a:ext>
              </a:extLst>
            </p:cNvPr>
            <p:cNvSpPr/>
            <p:nvPr/>
          </p:nvSpPr>
          <p:spPr>
            <a:xfrm>
              <a:off x="3355093" y="494422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CAE82A7-AE38-4179-A411-BB1CAECB0109}"/>
                </a:ext>
              </a:extLst>
            </p:cNvPr>
            <p:cNvSpPr/>
            <p:nvPr/>
          </p:nvSpPr>
          <p:spPr>
            <a:xfrm>
              <a:off x="4106387" y="425571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71E34BD-B66A-4CC3-AA87-CF81D79F7AC1}"/>
                </a:ext>
              </a:extLst>
            </p:cNvPr>
            <p:cNvSpPr/>
            <p:nvPr/>
          </p:nvSpPr>
          <p:spPr>
            <a:xfrm>
              <a:off x="3276600" y="406521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92A1C2D-5C6F-45C6-AB7E-61036BCB8AFC}"/>
                </a:ext>
              </a:extLst>
            </p:cNvPr>
            <p:cNvCxnSpPr>
              <a:cxnSpLocks/>
              <a:stCxn id="43" idx="0"/>
              <a:endCxn id="46" idx="4"/>
            </p:cNvCxnSpPr>
            <p:nvPr/>
          </p:nvCxnSpPr>
          <p:spPr>
            <a:xfrm flipH="1" flipV="1">
              <a:off x="3467100" y="4446213"/>
              <a:ext cx="78493" cy="498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CDAE7CE-72CD-4897-9304-B4C1CFB8636C}"/>
                </a:ext>
              </a:extLst>
            </p:cNvPr>
            <p:cNvCxnSpPr>
              <a:cxnSpLocks/>
              <a:stCxn id="45" idx="1"/>
              <a:endCxn id="46" idx="6"/>
            </p:cNvCxnSpPr>
            <p:nvPr/>
          </p:nvCxnSpPr>
          <p:spPr>
            <a:xfrm flipH="1" flipV="1">
              <a:off x="3657600" y="4255713"/>
              <a:ext cx="504583" cy="557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4F6BA37-2112-4E61-BEB2-D710BE8C9098}"/>
                </a:ext>
              </a:extLst>
            </p:cNvPr>
            <p:cNvSpPr/>
            <p:nvPr/>
          </p:nvSpPr>
          <p:spPr>
            <a:xfrm>
              <a:off x="3962400" y="541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46CE0B2-F48D-4C75-8BB0-0FEE67247E5B}"/>
                </a:ext>
              </a:extLst>
            </p:cNvPr>
            <p:cNvSpPr/>
            <p:nvPr/>
          </p:nvSpPr>
          <p:spPr>
            <a:xfrm>
              <a:off x="5181600" y="541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ABFC483-76CF-4DA5-B91A-72BA07CCA68E}"/>
                </a:ext>
              </a:extLst>
            </p:cNvPr>
            <p:cNvSpPr/>
            <p:nvPr/>
          </p:nvSpPr>
          <p:spPr>
            <a:xfrm>
              <a:off x="4572000" y="47625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CA83019-E866-4239-9351-7317B24E89C4}"/>
                </a:ext>
              </a:extLst>
            </p:cNvPr>
            <p:cNvSpPr/>
            <p:nvPr/>
          </p:nvSpPr>
          <p:spPr>
            <a:xfrm>
              <a:off x="4572000" y="38100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5528BB7-7918-4494-A6CF-5DABDF2EF5F4}"/>
                </a:ext>
              </a:extLst>
            </p:cNvPr>
            <p:cNvCxnSpPr>
              <a:cxnSpLocks/>
              <a:stCxn id="49" idx="7"/>
              <a:endCxn id="51" idx="3"/>
            </p:cNvCxnSpPr>
            <p:nvPr/>
          </p:nvCxnSpPr>
          <p:spPr>
            <a:xfrm flipV="1">
              <a:off x="4287604" y="5087704"/>
              <a:ext cx="340192" cy="378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6507B18-6828-469D-9AE0-4552479AF01A}"/>
                </a:ext>
              </a:extLst>
            </p:cNvPr>
            <p:cNvCxnSpPr>
              <a:cxnSpLocks/>
              <a:stCxn id="50" idx="1"/>
              <a:endCxn id="51" idx="5"/>
            </p:cNvCxnSpPr>
            <p:nvPr/>
          </p:nvCxnSpPr>
          <p:spPr>
            <a:xfrm flipH="1" flipV="1">
              <a:off x="4897204" y="5087704"/>
              <a:ext cx="340192" cy="378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37263A4-3090-41A9-90C9-D4B6657A98A1}"/>
                </a:ext>
              </a:extLst>
            </p:cNvPr>
            <p:cNvCxnSpPr>
              <a:cxnSpLocks/>
              <a:stCxn id="51" idx="0"/>
              <a:endCxn id="55" idx="4"/>
            </p:cNvCxnSpPr>
            <p:nvPr/>
          </p:nvCxnSpPr>
          <p:spPr>
            <a:xfrm flipV="1">
              <a:off x="4762500" y="4191000"/>
              <a:ext cx="0" cy="571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5BEBB28-9B15-460C-8061-F99E01313F1F}"/>
                </a:ext>
              </a:extLst>
            </p:cNvPr>
            <p:cNvCxnSpPr>
              <a:cxnSpLocks/>
              <a:stCxn id="50" idx="2"/>
              <a:endCxn id="49" idx="6"/>
            </p:cNvCxnSpPr>
            <p:nvPr/>
          </p:nvCxnSpPr>
          <p:spPr>
            <a:xfrm flipH="1">
              <a:off x="4343400" y="5600700"/>
              <a:ext cx="838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4511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Definition of Graphs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FC6A0CC-2D43-47D6-9562-1CB98BBE6961}"/>
              </a:ext>
            </a:extLst>
          </p:cNvPr>
          <p:cNvGrpSpPr/>
          <p:nvPr/>
        </p:nvGrpSpPr>
        <p:grpSpPr>
          <a:xfrm>
            <a:off x="381000" y="1685371"/>
            <a:ext cx="1696805" cy="1676400"/>
            <a:chOff x="381000" y="4038600"/>
            <a:chExt cx="1696805" cy="16764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2EF4D6-3A4B-4B8A-A1D8-946C85DBD13B}"/>
                </a:ext>
              </a:extLst>
            </p:cNvPr>
            <p:cNvSpPr/>
            <p:nvPr/>
          </p:nvSpPr>
          <p:spPr>
            <a:xfrm>
              <a:off x="381000" y="47358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B64EAB2-1F31-45DD-9BF2-826B0D03A6A5}"/>
                </a:ext>
              </a:extLst>
            </p:cNvPr>
            <p:cNvSpPr/>
            <p:nvPr/>
          </p:nvSpPr>
          <p:spPr>
            <a:xfrm>
              <a:off x="1696805" y="4706704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21DCED6-F977-4682-B53B-2A56F0408237}"/>
                </a:ext>
              </a:extLst>
            </p:cNvPr>
            <p:cNvSpPr/>
            <p:nvPr/>
          </p:nvSpPr>
          <p:spPr>
            <a:xfrm>
              <a:off x="1087204" y="40386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182C222-A1DF-4C0F-B50B-305039E250AA}"/>
                </a:ext>
              </a:extLst>
            </p:cNvPr>
            <p:cNvSpPr/>
            <p:nvPr/>
          </p:nvSpPr>
          <p:spPr>
            <a:xfrm>
              <a:off x="1087204" y="53340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02519EB-8772-4A9B-8662-E2C3F5368462}"/>
                </a:ext>
              </a:extLst>
            </p:cNvPr>
            <p:cNvCxnSpPr>
              <a:stCxn id="12" idx="4"/>
              <a:endCxn id="13" idx="0"/>
            </p:cNvCxnSpPr>
            <p:nvPr/>
          </p:nvCxnSpPr>
          <p:spPr>
            <a:xfrm>
              <a:off x="1277704" y="4419600"/>
              <a:ext cx="0" cy="914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35EA643-CB38-4F4C-9230-D00D22754C8B}"/>
                </a:ext>
              </a:extLst>
            </p:cNvPr>
            <p:cNvCxnSpPr>
              <a:cxnSpLocks/>
              <a:stCxn id="5" idx="6"/>
              <a:endCxn id="7" idx="2"/>
            </p:cNvCxnSpPr>
            <p:nvPr/>
          </p:nvCxnSpPr>
          <p:spPr>
            <a:xfrm flipV="1">
              <a:off x="762000" y="4897204"/>
              <a:ext cx="934805" cy="291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BC3896C-C1F6-4E78-8A64-3C320C0554E2}"/>
                </a:ext>
              </a:extLst>
            </p:cNvPr>
            <p:cNvCxnSpPr>
              <a:cxnSpLocks/>
              <a:stCxn id="5" idx="7"/>
              <a:endCxn id="12" idx="3"/>
            </p:cNvCxnSpPr>
            <p:nvPr/>
          </p:nvCxnSpPr>
          <p:spPr>
            <a:xfrm flipV="1">
              <a:off x="706204" y="4363804"/>
              <a:ext cx="436796" cy="42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64F6D90-1CEF-440B-AC7A-BDD66DE7019A}"/>
                </a:ext>
              </a:extLst>
            </p:cNvPr>
            <p:cNvCxnSpPr>
              <a:cxnSpLocks/>
              <a:stCxn id="7" idx="1"/>
              <a:endCxn id="12" idx="5"/>
            </p:cNvCxnSpPr>
            <p:nvPr/>
          </p:nvCxnSpPr>
          <p:spPr>
            <a:xfrm flipH="1" flipV="1">
              <a:off x="1412408" y="4363804"/>
              <a:ext cx="340193" cy="3986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72458C-19EC-4DE4-B13E-DDA51CF0E287}"/>
                </a:ext>
              </a:extLst>
            </p:cNvPr>
            <p:cNvCxnSpPr>
              <a:cxnSpLocks/>
              <a:stCxn id="7" idx="3"/>
              <a:endCxn id="13" idx="7"/>
            </p:cNvCxnSpPr>
            <p:nvPr/>
          </p:nvCxnSpPr>
          <p:spPr>
            <a:xfrm flipH="1">
              <a:off x="1412408" y="5031908"/>
              <a:ext cx="340193" cy="3578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83130CC-3445-486B-87A1-46CE62E39A2C}"/>
              </a:ext>
            </a:extLst>
          </p:cNvPr>
          <p:cNvGrpSpPr/>
          <p:nvPr/>
        </p:nvGrpSpPr>
        <p:grpSpPr>
          <a:xfrm>
            <a:off x="6707892" y="1447800"/>
            <a:ext cx="1348887" cy="1913971"/>
            <a:chOff x="6707892" y="1447800"/>
            <a:chExt cx="1597908" cy="244737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454F2D0-FC13-4561-BC5D-8825EF0DD70C}"/>
                </a:ext>
              </a:extLst>
            </p:cNvPr>
            <p:cNvSpPr/>
            <p:nvPr/>
          </p:nvSpPr>
          <p:spPr>
            <a:xfrm>
              <a:off x="6707892" y="22055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F84EFC4-A3CB-416B-B7DA-6D287099EA64}"/>
                </a:ext>
              </a:extLst>
            </p:cNvPr>
            <p:cNvSpPr/>
            <p:nvPr/>
          </p:nvSpPr>
          <p:spPr>
            <a:xfrm>
              <a:off x="7924800" y="19139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C90E8B-1890-4FEB-9450-7D7CEDDB36D0}"/>
                </a:ext>
              </a:extLst>
            </p:cNvPr>
            <p:cNvSpPr/>
            <p:nvPr/>
          </p:nvSpPr>
          <p:spPr>
            <a:xfrm>
              <a:off x="7271287" y="14478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FCAAB4F-0845-4E5C-B88D-047AB933053A}"/>
                </a:ext>
              </a:extLst>
            </p:cNvPr>
            <p:cNvSpPr/>
            <p:nvPr/>
          </p:nvSpPr>
          <p:spPr>
            <a:xfrm>
              <a:off x="7326273" y="26759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E390CDC-8139-4FEA-90DC-19F546F37CC3}"/>
                </a:ext>
              </a:extLst>
            </p:cNvPr>
            <p:cNvCxnSpPr>
              <a:cxnSpLocks/>
              <a:stCxn id="30" idx="3"/>
              <a:endCxn id="28" idx="7"/>
            </p:cNvCxnSpPr>
            <p:nvPr/>
          </p:nvCxnSpPr>
          <p:spPr>
            <a:xfrm flipH="1">
              <a:off x="7033096" y="1773004"/>
              <a:ext cx="293987" cy="4883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73D0CB6-7CE1-443C-8D43-C2B6ED75E4B2}"/>
                </a:ext>
              </a:extLst>
            </p:cNvPr>
            <p:cNvCxnSpPr>
              <a:cxnSpLocks/>
              <a:stCxn id="28" idx="5"/>
              <a:endCxn id="31" idx="1"/>
            </p:cNvCxnSpPr>
            <p:nvPr/>
          </p:nvCxnSpPr>
          <p:spPr>
            <a:xfrm>
              <a:off x="7033096" y="2530791"/>
              <a:ext cx="348973" cy="2009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3E1378B4-937B-439A-9BB2-3F441836631F}"/>
                </a:ext>
              </a:extLst>
            </p:cNvPr>
            <p:cNvSpPr/>
            <p:nvPr/>
          </p:nvSpPr>
          <p:spPr>
            <a:xfrm>
              <a:off x="7327083" y="35141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573DDAC-F097-4DC1-A271-E071255162F6}"/>
                </a:ext>
              </a:extLst>
            </p:cNvPr>
            <p:cNvCxnSpPr>
              <a:cxnSpLocks/>
              <a:stCxn id="29" idx="2"/>
              <a:endCxn id="31" idx="0"/>
            </p:cNvCxnSpPr>
            <p:nvPr/>
          </p:nvCxnSpPr>
          <p:spPr>
            <a:xfrm flipH="1">
              <a:off x="7516773" y="2104471"/>
              <a:ext cx="408027" cy="571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7B6D7E7D-946B-4687-9015-C81EE951D748}"/>
                </a:ext>
              </a:extLst>
            </p:cNvPr>
            <p:cNvCxnSpPr>
              <a:cxnSpLocks/>
              <a:stCxn id="31" idx="6"/>
              <a:endCxn id="29" idx="3"/>
            </p:cNvCxnSpPr>
            <p:nvPr/>
          </p:nvCxnSpPr>
          <p:spPr>
            <a:xfrm flipV="1">
              <a:off x="7707273" y="2239175"/>
              <a:ext cx="273323" cy="6272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47481A55-333D-407C-9168-DBC84DEB90C8}"/>
                </a:ext>
              </a:extLst>
            </p:cNvPr>
            <p:cNvCxnSpPr>
              <a:cxnSpLocks/>
              <a:stCxn id="31" idx="4"/>
              <a:endCxn id="81" idx="0"/>
            </p:cNvCxnSpPr>
            <p:nvPr/>
          </p:nvCxnSpPr>
          <p:spPr>
            <a:xfrm>
              <a:off x="7516773" y="3056971"/>
              <a:ext cx="810" cy="45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BC630A93-3C8E-4D88-8CC7-80854AC6F83E}"/>
                </a:ext>
              </a:extLst>
            </p:cNvPr>
            <p:cNvCxnSpPr>
              <a:cxnSpLocks/>
              <a:stCxn id="81" idx="7"/>
              <a:endCxn id="29" idx="4"/>
            </p:cNvCxnSpPr>
            <p:nvPr/>
          </p:nvCxnSpPr>
          <p:spPr>
            <a:xfrm flipV="1">
              <a:off x="7652287" y="2294971"/>
              <a:ext cx="463013" cy="12749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3">
            <a:extLst>
              <a:ext uri="{FF2B5EF4-FFF2-40B4-BE49-F238E27FC236}">
                <a16:creationId xmlns:a16="http://schemas.microsoft.com/office/drawing/2014/main" id="{B4DBBDF2-8727-4191-8440-F1B40188CE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3613979"/>
            <a:ext cx="8153400" cy="2819275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Undirected Graph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If all Edges in a Graph are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Undirected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Edges.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Directed Graph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If all Edges in a Graph are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Edges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called as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Digraph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 cannot contain Self-Edges (Also called as Loop). For e.g. 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not permitted.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weight is assigned to an Edge, it is called as Weighted Graph. Also called as </a:t>
            </a:r>
            <a:r>
              <a:rPr lang="en-US" altLang="en-US" sz="1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Undirected Graph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Digraph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E011A09-3656-4930-ADDC-3C9A6DC5B1ED}"/>
              </a:ext>
            </a:extLst>
          </p:cNvPr>
          <p:cNvGrpSpPr/>
          <p:nvPr/>
        </p:nvGrpSpPr>
        <p:grpSpPr>
          <a:xfrm>
            <a:off x="3454261" y="1636117"/>
            <a:ext cx="1905000" cy="1524000"/>
            <a:chOff x="3276600" y="3810000"/>
            <a:chExt cx="2286000" cy="19812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50CAD3E-3A10-41D1-B917-CDDEBA4B2475}"/>
                </a:ext>
              </a:extLst>
            </p:cNvPr>
            <p:cNvSpPr/>
            <p:nvPr/>
          </p:nvSpPr>
          <p:spPr>
            <a:xfrm>
              <a:off x="3355093" y="494422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83B6E12-A1D2-4BF1-B141-88FC0B2DD81E}"/>
                </a:ext>
              </a:extLst>
            </p:cNvPr>
            <p:cNvSpPr/>
            <p:nvPr/>
          </p:nvSpPr>
          <p:spPr>
            <a:xfrm>
              <a:off x="4106387" y="425571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EFF2364-3A46-43BD-ABB7-F712BB8C8140}"/>
                </a:ext>
              </a:extLst>
            </p:cNvPr>
            <p:cNvSpPr/>
            <p:nvPr/>
          </p:nvSpPr>
          <p:spPr>
            <a:xfrm>
              <a:off x="3276600" y="406521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6A3CFCB-6067-4ADD-9147-AC70D9DC83E7}"/>
                </a:ext>
              </a:extLst>
            </p:cNvPr>
            <p:cNvCxnSpPr>
              <a:cxnSpLocks/>
              <a:stCxn id="43" idx="0"/>
              <a:endCxn id="46" idx="4"/>
            </p:cNvCxnSpPr>
            <p:nvPr/>
          </p:nvCxnSpPr>
          <p:spPr>
            <a:xfrm flipH="1" flipV="1">
              <a:off x="3467100" y="4446213"/>
              <a:ext cx="78493" cy="498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004019A-CB69-4D09-8C91-09D646E025CE}"/>
                </a:ext>
              </a:extLst>
            </p:cNvPr>
            <p:cNvCxnSpPr>
              <a:cxnSpLocks/>
              <a:stCxn id="45" idx="1"/>
              <a:endCxn id="46" idx="6"/>
            </p:cNvCxnSpPr>
            <p:nvPr/>
          </p:nvCxnSpPr>
          <p:spPr>
            <a:xfrm flipH="1" flipV="1">
              <a:off x="3657600" y="4255713"/>
              <a:ext cx="504583" cy="557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43D08B5-0F0F-4ACB-A8A2-1B3E8D045429}"/>
                </a:ext>
              </a:extLst>
            </p:cNvPr>
            <p:cNvSpPr/>
            <p:nvPr/>
          </p:nvSpPr>
          <p:spPr>
            <a:xfrm>
              <a:off x="3962400" y="541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D39744B6-F8B6-4811-BC29-55AFD360F7EE}"/>
                </a:ext>
              </a:extLst>
            </p:cNvPr>
            <p:cNvSpPr/>
            <p:nvPr/>
          </p:nvSpPr>
          <p:spPr>
            <a:xfrm>
              <a:off x="5181600" y="541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59C9802-AE96-46C5-82A7-0AD0BA27F1A5}"/>
                </a:ext>
              </a:extLst>
            </p:cNvPr>
            <p:cNvSpPr/>
            <p:nvPr/>
          </p:nvSpPr>
          <p:spPr>
            <a:xfrm>
              <a:off x="4572000" y="47625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B35D417-C28B-4CD7-9013-E8B0EB181392}"/>
                </a:ext>
              </a:extLst>
            </p:cNvPr>
            <p:cNvSpPr/>
            <p:nvPr/>
          </p:nvSpPr>
          <p:spPr>
            <a:xfrm>
              <a:off x="4572000" y="38100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D46CFA8-7AB0-42C0-AFCC-1355AA83458E}"/>
                </a:ext>
              </a:extLst>
            </p:cNvPr>
            <p:cNvCxnSpPr>
              <a:cxnSpLocks/>
              <a:stCxn id="49" idx="7"/>
              <a:endCxn id="51" idx="3"/>
            </p:cNvCxnSpPr>
            <p:nvPr/>
          </p:nvCxnSpPr>
          <p:spPr>
            <a:xfrm flipV="1">
              <a:off x="4287604" y="5087704"/>
              <a:ext cx="340192" cy="378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857B212-4832-43E6-98D2-AE0E111FBA20}"/>
                </a:ext>
              </a:extLst>
            </p:cNvPr>
            <p:cNvCxnSpPr>
              <a:cxnSpLocks/>
              <a:stCxn id="50" idx="1"/>
              <a:endCxn id="51" idx="5"/>
            </p:cNvCxnSpPr>
            <p:nvPr/>
          </p:nvCxnSpPr>
          <p:spPr>
            <a:xfrm flipH="1" flipV="1">
              <a:off x="4897204" y="5087704"/>
              <a:ext cx="340192" cy="378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6277C1E-3542-4DE5-9F8A-A8448331D4C1}"/>
                </a:ext>
              </a:extLst>
            </p:cNvPr>
            <p:cNvCxnSpPr>
              <a:cxnSpLocks/>
              <a:stCxn id="51" idx="0"/>
              <a:endCxn id="55" idx="4"/>
            </p:cNvCxnSpPr>
            <p:nvPr/>
          </p:nvCxnSpPr>
          <p:spPr>
            <a:xfrm flipV="1">
              <a:off x="4762500" y="4191000"/>
              <a:ext cx="0" cy="571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F67505A-B76F-4521-BD51-3818A0F8DEB4}"/>
                </a:ext>
              </a:extLst>
            </p:cNvPr>
            <p:cNvCxnSpPr>
              <a:cxnSpLocks/>
              <a:stCxn id="50" idx="2"/>
              <a:endCxn id="49" idx="6"/>
            </p:cNvCxnSpPr>
            <p:nvPr/>
          </p:nvCxnSpPr>
          <p:spPr>
            <a:xfrm flipH="1">
              <a:off x="4343400" y="5600700"/>
              <a:ext cx="838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8775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Definition of Graphs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B4DBBDF2-8727-4191-8440-F1B40188CE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5262" y="1600200"/>
            <a:ext cx="8153400" cy="4800600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Graph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Graph having No Edges.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Trivial Graph 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 with only one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BED63A-BB4B-705B-885D-6CBD641D2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447800"/>
            <a:ext cx="1885950" cy="790575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76F21CA-766F-8E8D-3EA6-DDB04D86B8AC}"/>
              </a:ext>
            </a:extLst>
          </p:cNvPr>
          <p:cNvSpPr/>
          <p:nvPr/>
        </p:nvSpPr>
        <p:spPr>
          <a:xfrm>
            <a:off x="4800600" y="3011487"/>
            <a:ext cx="381000" cy="36512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15110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Definition of Graphs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FC6A0CC-2D43-47D6-9562-1CB98BBE6961}"/>
              </a:ext>
            </a:extLst>
          </p:cNvPr>
          <p:cNvGrpSpPr/>
          <p:nvPr/>
        </p:nvGrpSpPr>
        <p:grpSpPr>
          <a:xfrm>
            <a:off x="381000" y="1685371"/>
            <a:ext cx="1696805" cy="1676400"/>
            <a:chOff x="381000" y="4038600"/>
            <a:chExt cx="1696805" cy="16764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2EF4D6-3A4B-4B8A-A1D8-946C85DBD13B}"/>
                </a:ext>
              </a:extLst>
            </p:cNvPr>
            <p:cNvSpPr/>
            <p:nvPr/>
          </p:nvSpPr>
          <p:spPr>
            <a:xfrm>
              <a:off x="381000" y="47358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B64EAB2-1F31-45DD-9BF2-826B0D03A6A5}"/>
                </a:ext>
              </a:extLst>
            </p:cNvPr>
            <p:cNvSpPr/>
            <p:nvPr/>
          </p:nvSpPr>
          <p:spPr>
            <a:xfrm>
              <a:off x="1696805" y="4706704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21DCED6-F977-4682-B53B-2A56F0408237}"/>
                </a:ext>
              </a:extLst>
            </p:cNvPr>
            <p:cNvSpPr/>
            <p:nvPr/>
          </p:nvSpPr>
          <p:spPr>
            <a:xfrm>
              <a:off x="1087204" y="40386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182C222-A1DF-4C0F-B50B-305039E250AA}"/>
                </a:ext>
              </a:extLst>
            </p:cNvPr>
            <p:cNvSpPr/>
            <p:nvPr/>
          </p:nvSpPr>
          <p:spPr>
            <a:xfrm>
              <a:off x="1087204" y="53340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02519EB-8772-4A9B-8662-E2C3F5368462}"/>
                </a:ext>
              </a:extLst>
            </p:cNvPr>
            <p:cNvCxnSpPr>
              <a:stCxn id="12" idx="4"/>
              <a:endCxn id="13" idx="0"/>
            </p:cNvCxnSpPr>
            <p:nvPr/>
          </p:nvCxnSpPr>
          <p:spPr>
            <a:xfrm>
              <a:off x="1277704" y="4419600"/>
              <a:ext cx="0" cy="914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35EA643-CB38-4F4C-9230-D00D22754C8B}"/>
                </a:ext>
              </a:extLst>
            </p:cNvPr>
            <p:cNvCxnSpPr>
              <a:cxnSpLocks/>
              <a:stCxn id="5" idx="6"/>
              <a:endCxn id="7" idx="2"/>
            </p:cNvCxnSpPr>
            <p:nvPr/>
          </p:nvCxnSpPr>
          <p:spPr>
            <a:xfrm flipV="1">
              <a:off x="762000" y="4897204"/>
              <a:ext cx="934805" cy="291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BC3896C-C1F6-4E78-8A64-3C320C0554E2}"/>
                </a:ext>
              </a:extLst>
            </p:cNvPr>
            <p:cNvCxnSpPr>
              <a:cxnSpLocks/>
              <a:stCxn id="5" idx="7"/>
              <a:endCxn id="12" idx="3"/>
            </p:cNvCxnSpPr>
            <p:nvPr/>
          </p:nvCxnSpPr>
          <p:spPr>
            <a:xfrm flipV="1">
              <a:off x="706204" y="4363804"/>
              <a:ext cx="436796" cy="42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64F6D90-1CEF-440B-AC7A-BDD66DE7019A}"/>
                </a:ext>
              </a:extLst>
            </p:cNvPr>
            <p:cNvCxnSpPr>
              <a:cxnSpLocks/>
              <a:stCxn id="7" idx="1"/>
              <a:endCxn id="12" idx="5"/>
            </p:cNvCxnSpPr>
            <p:nvPr/>
          </p:nvCxnSpPr>
          <p:spPr>
            <a:xfrm flipH="1" flipV="1">
              <a:off x="1412408" y="4363804"/>
              <a:ext cx="340193" cy="3986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72458C-19EC-4DE4-B13E-DDA51CF0E287}"/>
                </a:ext>
              </a:extLst>
            </p:cNvPr>
            <p:cNvCxnSpPr>
              <a:cxnSpLocks/>
              <a:stCxn id="7" idx="3"/>
              <a:endCxn id="13" idx="7"/>
            </p:cNvCxnSpPr>
            <p:nvPr/>
          </p:nvCxnSpPr>
          <p:spPr>
            <a:xfrm flipH="1">
              <a:off x="1412408" y="5031908"/>
              <a:ext cx="340193" cy="3578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83130CC-3445-486B-87A1-46CE62E39A2C}"/>
              </a:ext>
            </a:extLst>
          </p:cNvPr>
          <p:cNvGrpSpPr/>
          <p:nvPr/>
        </p:nvGrpSpPr>
        <p:grpSpPr>
          <a:xfrm>
            <a:off x="6707892" y="1447800"/>
            <a:ext cx="1348887" cy="1913971"/>
            <a:chOff x="6707892" y="1447800"/>
            <a:chExt cx="1597908" cy="244737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454F2D0-FC13-4561-BC5D-8825EF0DD70C}"/>
                </a:ext>
              </a:extLst>
            </p:cNvPr>
            <p:cNvSpPr/>
            <p:nvPr/>
          </p:nvSpPr>
          <p:spPr>
            <a:xfrm>
              <a:off x="6707892" y="22055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F84EFC4-A3CB-416B-B7DA-6D287099EA64}"/>
                </a:ext>
              </a:extLst>
            </p:cNvPr>
            <p:cNvSpPr/>
            <p:nvPr/>
          </p:nvSpPr>
          <p:spPr>
            <a:xfrm>
              <a:off x="7924800" y="19139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C90E8B-1890-4FEB-9450-7D7CEDDB36D0}"/>
                </a:ext>
              </a:extLst>
            </p:cNvPr>
            <p:cNvSpPr/>
            <p:nvPr/>
          </p:nvSpPr>
          <p:spPr>
            <a:xfrm>
              <a:off x="7271287" y="14478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FCAAB4F-0845-4E5C-B88D-047AB933053A}"/>
                </a:ext>
              </a:extLst>
            </p:cNvPr>
            <p:cNvSpPr/>
            <p:nvPr/>
          </p:nvSpPr>
          <p:spPr>
            <a:xfrm>
              <a:off x="7326273" y="26759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E390CDC-8139-4FEA-90DC-19F546F37CC3}"/>
                </a:ext>
              </a:extLst>
            </p:cNvPr>
            <p:cNvCxnSpPr>
              <a:cxnSpLocks/>
              <a:stCxn id="30" idx="3"/>
              <a:endCxn id="28" idx="7"/>
            </p:cNvCxnSpPr>
            <p:nvPr/>
          </p:nvCxnSpPr>
          <p:spPr>
            <a:xfrm flipH="1">
              <a:off x="7033096" y="1773004"/>
              <a:ext cx="293987" cy="4883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73D0CB6-7CE1-443C-8D43-C2B6ED75E4B2}"/>
                </a:ext>
              </a:extLst>
            </p:cNvPr>
            <p:cNvCxnSpPr>
              <a:cxnSpLocks/>
              <a:stCxn id="28" idx="5"/>
              <a:endCxn id="31" idx="1"/>
            </p:cNvCxnSpPr>
            <p:nvPr/>
          </p:nvCxnSpPr>
          <p:spPr>
            <a:xfrm>
              <a:off x="7033096" y="2530791"/>
              <a:ext cx="348973" cy="2009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3E1378B4-937B-439A-9BB2-3F441836631F}"/>
                </a:ext>
              </a:extLst>
            </p:cNvPr>
            <p:cNvSpPr/>
            <p:nvPr/>
          </p:nvSpPr>
          <p:spPr>
            <a:xfrm>
              <a:off x="7327083" y="35141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573DDAC-F097-4DC1-A271-E071255162F6}"/>
                </a:ext>
              </a:extLst>
            </p:cNvPr>
            <p:cNvCxnSpPr>
              <a:cxnSpLocks/>
              <a:stCxn id="29" idx="2"/>
              <a:endCxn id="31" idx="0"/>
            </p:cNvCxnSpPr>
            <p:nvPr/>
          </p:nvCxnSpPr>
          <p:spPr>
            <a:xfrm flipH="1">
              <a:off x="7516773" y="2104471"/>
              <a:ext cx="408027" cy="571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7B6D7E7D-946B-4687-9015-C81EE951D748}"/>
                </a:ext>
              </a:extLst>
            </p:cNvPr>
            <p:cNvCxnSpPr>
              <a:cxnSpLocks/>
              <a:stCxn id="31" idx="6"/>
              <a:endCxn id="29" idx="3"/>
            </p:cNvCxnSpPr>
            <p:nvPr/>
          </p:nvCxnSpPr>
          <p:spPr>
            <a:xfrm flipV="1">
              <a:off x="7707273" y="2239175"/>
              <a:ext cx="273323" cy="6272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47481A55-333D-407C-9168-DBC84DEB90C8}"/>
                </a:ext>
              </a:extLst>
            </p:cNvPr>
            <p:cNvCxnSpPr>
              <a:cxnSpLocks/>
              <a:stCxn id="31" idx="4"/>
              <a:endCxn id="81" idx="0"/>
            </p:cNvCxnSpPr>
            <p:nvPr/>
          </p:nvCxnSpPr>
          <p:spPr>
            <a:xfrm>
              <a:off x="7516773" y="3056971"/>
              <a:ext cx="810" cy="45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BC630A93-3C8E-4D88-8CC7-80854AC6F83E}"/>
                </a:ext>
              </a:extLst>
            </p:cNvPr>
            <p:cNvCxnSpPr>
              <a:cxnSpLocks/>
              <a:stCxn id="81" idx="7"/>
              <a:endCxn id="29" idx="4"/>
            </p:cNvCxnSpPr>
            <p:nvPr/>
          </p:nvCxnSpPr>
          <p:spPr>
            <a:xfrm flipV="1">
              <a:off x="7652287" y="2294971"/>
              <a:ext cx="463013" cy="12749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3">
            <a:extLst>
              <a:ext uri="{FF2B5EF4-FFF2-40B4-BE49-F238E27FC236}">
                <a16:creationId xmlns:a16="http://schemas.microsoft.com/office/drawing/2014/main" id="{B4DBBDF2-8727-4191-8440-F1B40188CE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3613979"/>
            <a:ext cx="8153400" cy="2819275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sequence of Vertices P = i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Graph G=(V, E)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iff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edge 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j+1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in E for every j, 1 ≤ j &lt; k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{1,2,3,4};              E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{(1,2), (1,3), (2,3), (1,4), (3,4)}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{1,2,3,4,5,6,7};     E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{(1,2), (1,3), (4,5), (5,6), (5,7), (6,7)}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{1,2,3,4,5};           E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{(1,2), (2,3), (3,4), (4,3), (3,5), (5,4)}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1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Simple Path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path in which all the vertices, except possibly the first and last are different. E.g. 1, 2, 3, 5.  But not 1, 2, 3, 4, 3, 5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Length of path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sum of the lengths of the edges on the path.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73581B6-0B99-4527-A006-6DCFBE91FC3E}"/>
              </a:ext>
            </a:extLst>
          </p:cNvPr>
          <p:cNvGrpSpPr/>
          <p:nvPr/>
        </p:nvGrpSpPr>
        <p:grpSpPr>
          <a:xfrm>
            <a:off x="3352800" y="1604416"/>
            <a:ext cx="1895424" cy="1463609"/>
            <a:chOff x="3276600" y="3810000"/>
            <a:chExt cx="2286000" cy="19812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3A2DAE4-6DC4-453D-BA95-F787584DA6A8}"/>
                </a:ext>
              </a:extLst>
            </p:cNvPr>
            <p:cNvSpPr/>
            <p:nvPr/>
          </p:nvSpPr>
          <p:spPr>
            <a:xfrm>
              <a:off x="3355093" y="494422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61DA1DE-5CEB-4584-AED6-66B4BC7FDADA}"/>
                </a:ext>
              </a:extLst>
            </p:cNvPr>
            <p:cNvSpPr/>
            <p:nvPr/>
          </p:nvSpPr>
          <p:spPr>
            <a:xfrm>
              <a:off x="4106387" y="425571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660050D-32F0-414D-ABE6-9AC6F6B9DDE8}"/>
                </a:ext>
              </a:extLst>
            </p:cNvPr>
            <p:cNvSpPr/>
            <p:nvPr/>
          </p:nvSpPr>
          <p:spPr>
            <a:xfrm>
              <a:off x="3276600" y="406521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C80DD5F-C1B1-457A-9189-FA390DECA775}"/>
                </a:ext>
              </a:extLst>
            </p:cNvPr>
            <p:cNvCxnSpPr>
              <a:cxnSpLocks/>
              <a:stCxn id="43" idx="0"/>
              <a:endCxn id="46" idx="4"/>
            </p:cNvCxnSpPr>
            <p:nvPr/>
          </p:nvCxnSpPr>
          <p:spPr>
            <a:xfrm flipH="1" flipV="1">
              <a:off x="3467100" y="4446213"/>
              <a:ext cx="78493" cy="498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9066E1E-8420-4F4F-A862-5696EB593B14}"/>
                </a:ext>
              </a:extLst>
            </p:cNvPr>
            <p:cNvCxnSpPr>
              <a:cxnSpLocks/>
              <a:stCxn id="45" idx="1"/>
              <a:endCxn id="46" idx="6"/>
            </p:cNvCxnSpPr>
            <p:nvPr/>
          </p:nvCxnSpPr>
          <p:spPr>
            <a:xfrm flipH="1" flipV="1">
              <a:off x="3657600" y="4255713"/>
              <a:ext cx="504583" cy="557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6BC7343-414D-403D-A8D5-C5CE20C42822}"/>
                </a:ext>
              </a:extLst>
            </p:cNvPr>
            <p:cNvSpPr/>
            <p:nvPr/>
          </p:nvSpPr>
          <p:spPr>
            <a:xfrm>
              <a:off x="3962400" y="541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7BAE54B-16FD-4C4C-881E-DDAA1513D8CF}"/>
                </a:ext>
              </a:extLst>
            </p:cNvPr>
            <p:cNvSpPr/>
            <p:nvPr/>
          </p:nvSpPr>
          <p:spPr>
            <a:xfrm>
              <a:off x="5181600" y="541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1AADFA-6F9F-42C8-84DF-4B7BE819E43E}"/>
                </a:ext>
              </a:extLst>
            </p:cNvPr>
            <p:cNvSpPr/>
            <p:nvPr/>
          </p:nvSpPr>
          <p:spPr>
            <a:xfrm>
              <a:off x="4572000" y="47625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00A93D8-376C-460E-9D26-955CA2B106E8}"/>
                </a:ext>
              </a:extLst>
            </p:cNvPr>
            <p:cNvSpPr/>
            <p:nvPr/>
          </p:nvSpPr>
          <p:spPr>
            <a:xfrm>
              <a:off x="4572000" y="38100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2FCEBE4-682C-4B4E-9EBF-F1F1A7EAA8A7}"/>
                </a:ext>
              </a:extLst>
            </p:cNvPr>
            <p:cNvCxnSpPr>
              <a:cxnSpLocks/>
              <a:stCxn id="49" idx="7"/>
              <a:endCxn id="51" idx="3"/>
            </p:cNvCxnSpPr>
            <p:nvPr/>
          </p:nvCxnSpPr>
          <p:spPr>
            <a:xfrm flipV="1">
              <a:off x="4287604" y="5087704"/>
              <a:ext cx="340192" cy="378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78D87B9-1ECD-4D75-AD7F-40D3D0EC3B68}"/>
                </a:ext>
              </a:extLst>
            </p:cNvPr>
            <p:cNvCxnSpPr>
              <a:cxnSpLocks/>
              <a:stCxn id="50" idx="1"/>
              <a:endCxn id="51" idx="5"/>
            </p:cNvCxnSpPr>
            <p:nvPr/>
          </p:nvCxnSpPr>
          <p:spPr>
            <a:xfrm flipH="1" flipV="1">
              <a:off x="4897204" y="5087704"/>
              <a:ext cx="340192" cy="378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2D2E11A-2ED6-46BA-8900-58CD5F8AE146}"/>
                </a:ext>
              </a:extLst>
            </p:cNvPr>
            <p:cNvCxnSpPr>
              <a:cxnSpLocks/>
              <a:stCxn id="51" idx="0"/>
              <a:endCxn id="55" idx="4"/>
            </p:cNvCxnSpPr>
            <p:nvPr/>
          </p:nvCxnSpPr>
          <p:spPr>
            <a:xfrm flipV="1">
              <a:off x="4762500" y="4191000"/>
              <a:ext cx="0" cy="571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ED4EEB8-EE14-450D-912E-9BF1BEBB6D94}"/>
                </a:ext>
              </a:extLst>
            </p:cNvPr>
            <p:cNvCxnSpPr>
              <a:cxnSpLocks/>
              <a:stCxn id="50" idx="2"/>
              <a:endCxn id="49" idx="6"/>
            </p:cNvCxnSpPr>
            <p:nvPr/>
          </p:nvCxnSpPr>
          <p:spPr>
            <a:xfrm flipH="1">
              <a:off x="4343400" y="5600700"/>
              <a:ext cx="838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093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Definition of Graphs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FC6A0CC-2D43-47D6-9562-1CB98BBE6961}"/>
              </a:ext>
            </a:extLst>
          </p:cNvPr>
          <p:cNvGrpSpPr/>
          <p:nvPr/>
        </p:nvGrpSpPr>
        <p:grpSpPr>
          <a:xfrm>
            <a:off x="381000" y="1685371"/>
            <a:ext cx="1696805" cy="1676400"/>
            <a:chOff x="381000" y="4038600"/>
            <a:chExt cx="1696805" cy="16764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2EF4D6-3A4B-4B8A-A1D8-946C85DBD13B}"/>
                </a:ext>
              </a:extLst>
            </p:cNvPr>
            <p:cNvSpPr/>
            <p:nvPr/>
          </p:nvSpPr>
          <p:spPr>
            <a:xfrm>
              <a:off x="381000" y="47358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B64EAB2-1F31-45DD-9BF2-826B0D03A6A5}"/>
                </a:ext>
              </a:extLst>
            </p:cNvPr>
            <p:cNvSpPr/>
            <p:nvPr/>
          </p:nvSpPr>
          <p:spPr>
            <a:xfrm>
              <a:off x="1696805" y="4706704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21DCED6-F977-4682-B53B-2A56F0408237}"/>
                </a:ext>
              </a:extLst>
            </p:cNvPr>
            <p:cNvSpPr/>
            <p:nvPr/>
          </p:nvSpPr>
          <p:spPr>
            <a:xfrm>
              <a:off x="1087204" y="40386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182C222-A1DF-4C0F-B50B-305039E250AA}"/>
                </a:ext>
              </a:extLst>
            </p:cNvPr>
            <p:cNvSpPr/>
            <p:nvPr/>
          </p:nvSpPr>
          <p:spPr>
            <a:xfrm>
              <a:off x="1087204" y="53340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02519EB-8772-4A9B-8662-E2C3F5368462}"/>
                </a:ext>
              </a:extLst>
            </p:cNvPr>
            <p:cNvCxnSpPr>
              <a:stCxn id="12" idx="4"/>
              <a:endCxn id="13" idx="0"/>
            </p:cNvCxnSpPr>
            <p:nvPr/>
          </p:nvCxnSpPr>
          <p:spPr>
            <a:xfrm>
              <a:off x="1277704" y="4419600"/>
              <a:ext cx="0" cy="914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35EA643-CB38-4F4C-9230-D00D22754C8B}"/>
                </a:ext>
              </a:extLst>
            </p:cNvPr>
            <p:cNvCxnSpPr>
              <a:cxnSpLocks/>
              <a:stCxn id="5" idx="6"/>
              <a:endCxn id="7" idx="2"/>
            </p:cNvCxnSpPr>
            <p:nvPr/>
          </p:nvCxnSpPr>
          <p:spPr>
            <a:xfrm flipV="1">
              <a:off x="762000" y="4897204"/>
              <a:ext cx="934805" cy="291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BC3896C-C1F6-4E78-8A64-3C320C0554E2}"/>
                </a:ext>
              </a:extLst>
            </p:cNvPr>
            <p:cNvCxnSpPr>
              <a:cxnSpLocks/>
              <a:stCxn id="5" idx="7"/>
              <a:endCxn id="12" idx="3"/>
            </p:cNvCxnSpPr>
            <p:nvPr/>
          </p:nvCxnSpPr>
          <p:spPr>
            <a:xfrm flipV="1">
              <a:off x="706204" y="4363804"/>
              <a:ext cx="436796" cy="42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64F6D90-1CEF-440B-AC7A-BDD66DE7019A}"/>
                </a:ext>
              </a:extLst>
            </p:cNvPr>
            <p:cNvCxnSpPr>
              <a:cxnSpLocks/>
              <a:stCxn id="7" idx="1"/>
              <a:endCxn id="12" idx="5"/>
            </p:cNvCxnSpPr>
            <p:nvPr/>
          </p:nvCxnSpPr>
          <p:spPr>
            <a:xfrm flipH="1" flipV="1">
              <a:off x="1412408" y="4363804"/>
              <a:ext cx="340193" cy="3986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72458C-19EC-4DE4-B13E-DDA51CF0E287}"/>
                </a:ext>
              </a:extLst>
            </p:cNvPr>
            <p:cNvCxnSpPr>
              <a:cxnSpLocks/>
              <a:stCxn id="7" idx="3"/>
              <a:endCxn id="13" idx="7"/>
            </p:cNvCxnSpPr>
            <p:nvPr/>
          </p:nvCxnSpPr>
          <p:spPr>
            <a:xfrm flipH="1">
              <a:off x="1412408" y="5031908"/>
              <a:ext cx="340193" cy="3578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83130CC-3445-486B-87A1-46CE62E39A2C}"/>
              </a:ext>
            </a:extLst>
          </p:cNvPr>
          <p:cNvGrpSpPr/>
          <p:nvPr/>
        </p:nvGrpSpPr>
        <p:grpSpPr>
          <a:xfrm>
            <a:off x="6707892" y="1447800"/>
            <a:ext cx="1348887" cy="1913971"/>
            <a:chOff x="6707892" y="1447800"/>
            <a:chExt cx="1597908" cy="244737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454F2D0-FC13-4561-BC5D-8825EF0DD70C}"/>
                </a:ext>
              </a:extLst>
            </p:cNvPr>
            <p:cNvSpPr/>
            <p:nvPr/>
          </p:nvSpPr>
          <p:spPr>
            <a:xfrm>
              <a:off x="6707892" y="22055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F84EFC4-A3CB-416B-B7DA-6D287099EA64}"/>
                </a:ext>
              </a:extLst>
            </p:cNvPr>
            <p:cNvSpPr/>
            <p:nvPr/>
          </p:nvSpPr>
          <p:spPr>
            <a:xfrm>
              <a:off x="7924800" y="19139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C90E8B-1890-4FEB-9450-7D7CEDDB36D0}"/>
                </a:ext>
              </a:extLst>
            </p:cNvPr>
            <p:cNvSpPr/>
            <p:nvPr/>
          </p:nvSpPr>
          <p:spPr>
            <a:xfrm>
              <a:off x="7271287" y="14478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FCAAB4F-0845-4E5C-B88D-047AB933053A}"/>
                </a:ext>
              </a:extLst>
            </p:cNvPr>
            <p:cNvSpPr/>
            <p:nvPr/>
          </p:nvSpPr>
          <p:spPr>
            <a:xfrm>
              <a:off x="7326273" y="26759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E390CDC-8139-4FEA-90DC-19F546F37CC3}"/>
                </a:ext>
              </a:extLst>
            </p:cNvPr>
            <p:cNvCxnSpPr>
              <a:cxnSpLocks/>
              <a:stCxn id="30" idx="3"/>
              <a:endCxn id="28" idx="7"/>
            </p:cNvCxnSpPr>
            <p:nvPr/>
          </p:nvCxnSpPr>
          <p:spPr>
            <a:xfrm flipH="1">
              <a:off x="7033096" y="1773004"/>
              <a:ext cx="293987" cy="4883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73D0CB6-7CE1-443C-8D43-C2B6ED75E4B2}"/>
                </a:ext>
              </a:extLst>
            </p:cNvPr>
            <p:cNvCxnSpPr>
              <a:cxnSpLocks/>
              <a:stCxn id="28" idx="5"/>
              <a:endCxn id="31" idx="1"/>
            </p:cNvCxnSpPr>
            <p:nvPr/>
          </p:nvCxnSpPr>
          <p:spPr>
            <a:xfrm>
              <a:off x="7033096" y="2530791"/>
              <a:ext cx="348973" cy="2009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3E1378B4-937B-439A-9BB2-3F441836631F}"/>
                </a:ext>
              </a:extLst>
            </p:cNvPr>
            <p:cNvSpPr/>
            <p:nvPr/>
          </p:nvSpPr>
          <p:spPr>
            <a:xfrm>
              <a:off x="7327083" y="35141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573DDAC-F097-4DC1-A271-E071255162F6}"/>
                </a:ext>
              </a:extLst>
            </p:cNvPr>
            <p:cNvCxnSpPr>
              <a:cxnSpLocks/>
              <a:stCxn id="29" idx="2"/>
              <a:endCxn id="31" idx="0"/>
            </p:cNvCxnSpPr>
            <p:nvPr/>
          </p:nvCxnSpPr>
          <p:spPr>
            <a:xfrm flipH="1">
              <a:off x="7516773" y="2104471"/>
              <a:ext cx="408027" cy="571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7B6D7E7D-946B-4687-9015-C81EE951D748}"/>
                </a:ext>
              </a:extLst>
            </p:cNvPr>
            <p:cNvCxnSpPr>
              <a:cxnSpLocks/>
              <a:stCxn id="31" idx="6"/>
              <a:endCxn id="29" idx="3"/>
            </p:cNvCxnSpPr>
            <p:nvPr/>
          </p:nvCxnSpPr>
          <p:spPr>
            <a:xfrm flipV="1">
              <a:off x="7707273" y="2239175"/>
              <a:ext cx="273323" cy="6272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47481A55-333D-407C-9168-DBC84DEB90C8}"/>
                </a:ext>
              </a:extLst>
            </p:cNvPr>
            <p:cNvCxnSpPr>
              <a:cxnSpLocks/>
              <a:stCxn id="31" idx="4"/>
              <a:endCxn id="81" idx="0"/>
            </p:cNvCxnSpPr>
            <p:nvPr/>
          </p:nvCxnSpPr>
          <p:spPr>
            <a:xfrm>
              <a:off x="7516773" y="3056971"/>
              <a:ext cx="810" cy="45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BC630A93-3C8E-4D88-8CC7-80854AC6F83E}"/>
                </a:ext>
              </a:extLst>
            </p:cNvPr>
            <p:cNvCxnSpPr>
              <a:cxnSpLocks/>
              <a:stCxn id="81" idx="7"/>
              <a:endCxn id="29" idx="4"/>
            </p:cNvCxnSpPr>
            <p:nvPr/>
          </p:nvCxnSpPr>
          <p:spPr>
            <a:xfrm flipV="1">
              <a:off x="7652287" y="2294971"/>
              <a:ext cx="463013" cy="12749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3">
            <a:extLst>
              <a:ext uri="{FF2B5EF4-FFF2-40B4-BE49-F238E27FC236}">
                <a16:creationId xmlns:a16="http://schemas.microsoft.com/office/drawing/2014/main" id="{B4DBBDF2-8727-4191-8440-F1B40188CE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3613979"/>
            <a:ext cx="8153400" cy="2819275"/>
          </a:xfrm>
        </p:spPr>
        <p:txBody>
          <a:bodyPr>
            <a:normAutofit fontScale="850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G = (V, E) be the undirected Graph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is </a:t>
            </a:r>
            <a:r>
              <a:rPr lang="en-US" altLang="en-US" sz="19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Connected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there is a path between every pair of vertices in G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 can remain connected even if some of its edges are removed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 H is a </a:t>
            </a:r>
            <a:r>
              <a:rPr lang="en-US" altLang="en-US" sz="19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another Graph G </a:t>
            </a:r>
            <a:r>
              <a:rPr lang="en-US" alt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iff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vertex and Edge Sets are subsets of those of G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7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{1,2,3};              E</a:t>
            </a:r>
            <a:r>
              <a:rPr lang="en-US" altLang="en-US" sz="17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{(1,2), (1,3), (2,3)}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19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altLang="en-US" sz="19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Simple Path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same Start and End Vertex</a:t>
            </a: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1, 2, 3, 1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{1,2,3,4};              E</a:t>
            </a:r>
            <a:r>
              <a:rPr lang="en-US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{(1,2), (1,3), (2,3), (1,4), (3,4)}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{1,2,3,4,5,6,7};     E</a:t>
            </a:r>
            <a:r>
              <a:rPr lang="en-US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{(1,2), (1,3), (4,5), (5,6), (5,7), (6,7)}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{1,2,3,4,5};           E</a:t>
            </a:r>
            <a:r>
              <a:rPr lang="en-US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{(1,2), (2,3), (3,4), (4,3), (3,5), (5,4)}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E4341E9-EE89-4299-B459-DC09F978CA97}"/>
              </a:ext>
            </a:extLst>
          </p:cNvPr>
          <p:cNvGrpSpPr/>
          <p:nvPr/>
        </p:nvGrpSpPr>
        <p:grpSpPr>
          <a:xfrm>
            <a:off x="3514776" y="1676400"/>
            <a:ext cx="1895424" cy="1463609"/>
            <a:chOff x="3276600" y="3810000"/>
            <a:chExt cx="2286000" cy="19812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920D931-7727-45FA-AF3A-23C2C1DB9CB1}"/>
                </a:ext>
              </a:extLst>
            </p:cNvPr>
            <p:cNvSpPr/>
            <p:nvPr/>
          </p:nvSpPr>
          <p:spPr>
            <a:xfrm>
              <a:off x="3355093" y="494422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9DE3096-F4FC-4424-9AA7-953874A96E0A}"/>
                </a:ext>
              </a:extLst>
            </p:cNvPr>
            <p:cNvSpPr/>
            <p:nvPr/>
          </p:nvSpPr>
          <p:spPr>
            <a:xfrm>
              <a:off x="4106387" y="425571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700ACED-247D-4928-847A-7F5A811B15E6}"/>
                </a:ext>
              </a:extLst>
            </p:cNvPr>
            <p:cNvSpPr/>
            <p:nvPr/>
          </p:nvSpPr>
          <p:spPr>
            <a:xfrm>
              <a:off x="3276600" y="406521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4FDC5F6-BB74-464B-8C5B-B769B829081B}"/>
                </a:ext>
              </a:extLst>
            </p:cNvPr>
            <p:cNvCxnSpPr>
              <a:cxnSpLocks/>
              <a:stCxn id="43" idx="0"/>
              <a:endCxn id="46" idx="4"/>
            </p:cNvCxnSpPr>
            <p:nvPr/>
          </p:nvCxnSpPr>
          <p:spPr>
            <a:xfrm flipH="1" flipV="1">
              <a:off x="3467100" y="4446213"/>
              <a:ext cx="78493" cy="498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EB86B1B-A665-425D-AFA1-5013C771F3A2}"/>
                </a:ext>
              </a:extLst>
            </p:cNvPr>
            <p:cNvCxnSpPr>
              <a:cxnSpLocks/>
              <a:stCxn id="45" idx="1"/>
              <a:endCxn id="46" idx="6"/>
            </p:cNvCxnSpPr>
            <p:nvPr/>
          </p:nvCxnSpPr>
          <p:spPr>
            <a:xfrm flipH="1" flipV="1">
              <a:off x="3657600" y="4255713"/>
              <a:ext cx="504583" cy="557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2F3E893-AD8B-4AE0-AFDB-D99D82F0B118}"/>
                </a:ext>
              </a:extLst>
            </p:cNvPr>
            <p:cNvSpPr/>
            <p:nvPr/>
          </p:nvSpPr>
          <p:spPr>
            <a:xfrm>
              <a:off x="3962400" y="541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808BFCF-E5D4-4515-BE17-31E1B18613D2}"/>
                </a:ext>
              </a:extLst>
            </p:cNvPr>
            <p:cNvSpPr/>
            <p:nvPr/>
          </p:nvSpPr>
          <p:spPr>
            <a:xfrm>
              <a:off x="5181600" y="541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F321367-F85C-4190-8D5E-E824C82F6A54}"/>
                </a:ext>
              </a:extLst>
            </p:cNvPr>
            <p:cNvSpPr/>
            <p:nvPr/>
          </p:nvSpPr>
          <p:spPr>
            <a:xfrm>
              <a:off x="4572000" y="47625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3EB2627-4E7E-436F-92AF-9913947BECA0}"/>
                </a:ext>
              </a:extLst>
            </p:cNvPr>
            <p:cNvSpPr/>
            <p:nvPr/>
          </p:nvSpPr>
          <p:spPr>
            <a:xfrm>
              <a:off x="4572000" y="38100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DEF145B-C010-4695-8573-FA22A24A5C10}"/>
                </a:ext>
              </a:extLst>
            </p:cNvPr>
            <p:cNvCxnSpPr>
              <a:cxnSpLocks/>
              <a:stCxn id="49" idx="7"/>
              <a:endCxn id="51" idx="3"/>
            </p:cNvCxnSpPr>
            <p:nvPr/>
          </p:nvCxnSpPr>
          <p:spPr>
            <a:xfrm flipV="1">
              <a:off x="4287604" y="5087704"/>
              <a:ext cx="340192" cy="378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C09D9E7-A0C0-4652-89EF-91AC800CA715}"/>
                </a:ext>
              </a:extLst>
            </p:cNvPr>
            <p:cNvCxnSpPr>
              <a:cxnSpLocks/>
              <a:stCxn id="50" idx="1"/>
              <a:endCxn id="51" idx="5"/>
            </p:cNvCxnSpPr>
            <p:nvPr/>
          </p:nvCxnSpPr>
          <p:spPr>
            <a:xfrm flipH="1" flipV="1">
              <a:off x="4897204" y="5087704"/>
              <a:ext cx="340192" cy="378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E4FCE33-B6F0-44CA-8DE9-ED0FCB95299E}"/>
                </a:ext>
              </a:extLst>
            </p:cNvPr>
            <p:cNvCxnSpPr>
              <a:cxnSpLocks/>
              <a:stCxn id="51" idx="0"/>
              <a:endCxn id="55" idx="4"/>
            </p:cNvCxnSpPr>
            <p:nvPr/>
          </p:nvCxnSpPr>
          <p:spPr>
            <a:xfrm flipV="1">
              <a:off x="4762500" y="4191000"/>
              <a:ext cx="0" cy="571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34BA38E-0641-4686-9BF5-27EDBE88DE24}"/>
                </a:ext>
              </a:extLst>
            </p:cNvPr>
            <p:cNvCxnSpPr>
              <a:cxnSpLocks/>
              <a:stCxn id="50" idx="2"/>
              <a:endCxn id="49" idx="6"/>
            </p:cNvCxnSpPr>
            <p:nvPr/>
          </p:nvCxnSpPr>
          <p:spPr>
            <a:xfrm flipH="1">
              <a:off x="4343400" y="5600700"/>
              <a:ext cx="838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46651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Definition of Graphs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FC6A0CC-2D43-47D6-9562-1CB98BBE6961}"/>
              </a:ext>
            </a:extLst>
          </p:cNvPr>
          <p:cNvGrpSpPr/>
          <p:nvPr/>
        </p:nvGrpSpPr>
        <p:grpSpPr>
          <a:xfrm>
            <a:off x="381000" y="1685371"/>
            <a:ext cx="1696805" cy="1676400"/>
            <a:chOff x="381000" y="4038600"/>
            <a:chExt cx="1696805" cy="16764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2EF4D6-3A4B-4B8A-A1D8-946C85DBD13B}"/>
                </a:ext>
              </a:extLst>
            </p:cNvPr>
            <p:cNvSpPr/>
            <p:nvPr/>
          </p:nvSpPr>
          <p:spPr>
            <a:xfrm>
              <a:off x="381000" y="47358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B64EAB2-1F31-45DD-9BF2-826B0D03A6A5}"/>
                </a:ext>
              </a:extLst>
            </p:cNvPr>
            <p:cNvSpPr/>
            <p:nvPr/>
          </p:nvSpPr>
          <p:spPr>
            <a:xfrm>
              <a:off x="1696805" y="4706704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21DCED6-F977-4682-B53B-2A56F0408237}"/>
                </a:ext>
              </a:extLst>
            </p:cNvPr>
            <p:cNvSpPr/>
            <p:nvPr/>
          </p:nvSpPr>
          <p:spPr>
            <a:xfrm>
              <a:off x="1087204" y="40386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182C222-A1DF-4C0F-B50B-305039E250AA}"/>
                </a:ext>
              </a:extLst>
            </p:cNvPr>
            <p:cNvSpPr/>
            <p:nvPr/>
          </p:nvSpPr>
          <p:spPr>
            <a:xfrm>
              <a:off x="1087204" y="53340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02519EB-8772-4A9B-8662-E2C3F5368462}"/>
                </a:ext>
              </a:extLst>
            </p:cNvPr>
            <p:cNvCxnSpPr>
              <a:stCxn id="12" idx="4"/>
              <a:endCxn id="13" idx="0"/>
            </p:cNvCxnSpPr>
            <p:nvPr/>
          </p:nvCxnSpPr>
          <p:spPr>
            <a:xfrm>
              <a:off x="1277704" y="4419600"/>
              <a:ext cx="0" cy="914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35EA643-CB38-4F4C-9230-D00D22754C8B}"/>
                </a:ext>
              </a:extLst>
            </p:cNvPr>
            <p:cNvCxnSpPr>
              <a:cxnSpLocks/>
              <a:stCxn id="5" idx="6"/>
              <a:endCxn id="7" idx="2"/>
            </p:cNvCxnSpPr>
            <p:nvPr/>
          </p:nvCxnSpPr>
          <p:spPr>
            <a:xfrm flipV="1">
              <a:off x="762000" y="4897204"/>
              <a:ext cx="934805" cy="291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BC3896C-C1F6-4E78-8A64-3C320C0554E2}"/>
                </a:ext>
              </a:extLst>
            </p:cNvPr>
            <p:cNvCxnSpPr>
              <a:cxnSpLocks/>
              <a:stCxn id="5" idx="7"/>
              <a:endCxn id="12" idx="3"/>
            </p:cNvCxnSpPr>
            <p:nvPr/>
          </p:nvCxnSpPr>
          <p:spPr>
            <a:xfrm flipV="1">
              <a:off x="706204" y="4363804"/>
              <a:ext cx="436796" cy="42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64F6D90-1CEF-440B-AC7A-BDD66DE7019A}"/>
                </a:ext>
              </a:extLst>
            </p:cNvPr>
            <p:cNvCxnSpPr>
              <a:cxnSpLocks/>
              <a:stCxn id="7" idx="1"/>
              <a:endCxn id="12" idx="5"/>
            </p:cNvCxnSpPr>
            <p:nvPr/>
          </p:nvCxnSpPr>
          <p:spPr>
            <a:xfrm flipH="1" flipV="1">
              <a:off x="1412408" y="4363804"/>
              <a:ext cx="340193" cy="3986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72458C-19EC-4DE4-B13E-DDA51CF0E287}"/>
                </a:ext>
              </a:extLst>
            </p:cNvPr>
            <p:cNvCxnSpPr>
              <a:cxnSpLocks/>
              <a:stCxn id="7" idx="3"/>
              <a:endCxn id="13" idx="7"/>
            </p:cNvCxnSpPr>
            <p:nvPr/>
          </p:nvCxnSpPr>
          <p:spPr>
            <a:xfrm flipH="1">
              <a:off x="1412408" y="5031908"/>
              <a:ext cx="340193" cy="3578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83130CC-3445-486B-87A1-46CE62E39A2C}"/>
              </a:ext>
            </a:extLst>
          </p:cNvPr>
          <p:cNvGrpSpPr/>
          <p:nvPr/>
        </p:nvGrpSpPr>
        <p:grpSpPr>
          <a:xfrm>
            <a:off x="6707892" y="1447800"/>
            <a:ext cx="1348887" cy="1913971"/>
            <a:chOff x="6707892" y="1447800"/>
            <a:chExt cx="1597908" cy="244737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454F2D0-FC13-4561-BC5D-8825EF0DD70C}"/>
                </a:ext>
              </a:extLst>
            </p:cNvPr>
            <p:cNvSpPr/>
            <p:nvPr/>
          </p:nvSpPr>
          <p:spPr>
            <a:xfrm>
              <a:off x="6707892" y="22055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F84EFC4-A3CB-416B-B7DA-6D287099EA64}"/>
                </a:ext>
              </a:extLst>
            </p:cNvPr>
            <p:cNvSpPr/>
            <p:nvPr/>
          </p:nvSpPr>
          <p:spPr>
            <a:xfrm>
              <a:off x="7924800" y="19139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C90E8B-1890-4FEB-9450-7D7CEDDB36D0}"/>
                </a:ext>
              </a:extLst>
            </p:cNvPr>
            <p:cNvSpPr/>
            <p:nvPr/>
          </p:nvSpPr>
          <p:spPr>
            <a:xfrm>
              <a:off x="7271287" y="14478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FCAAB4F-0845-4E5C-B88D-047AB933053A}"/>
                </a:ext>
              </a:extLst>
            </p:cNvPr>
            <p:cNvSpPr/>
            <p:nvPr/>
          </p:nvSpPr>
          <p:spPr>
            <a:xfrm>
              <a:off x="7326273" y="26759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E390CDC-8139-4FEA-90DC-19F546F37CC3}"/>
                </a:ext>
              </a:extLst>
            </p:cNvPr>
            <p:cNvCxnSpPr>
              <a:cxnSpLocks/>
              <a:stCxn id="30" idx="3"/>
              <a:endCxn id="28" idx="7"/>
            </p:cNvCxnSpPr>
            <p:nvPr/>
          </p:nvCxnSpPr>
          <p:spPr>
            <a:xfrm flipH="1">
              <a:off x="7033096" y="1773004"/>
              <a:ext cx="293987" cy="4883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73D0CB6-7CE1-443C-8D43-C2B6ED75E4B2}"/>
                </a:ext>
              </a:extLst>
            </p:cNvPr>
            <p:cNvCxnSpPr>
              <a:cxnSpLocks/>
              <a:stCxn id="28" idx="5"/>
              <a:endCxn id="31" idx="1"/>
            </p:cNvCxnSpPr>
            <p:nvPr/>
          </p:nvCxnSpPr>
          <p:spPr>
            <a:xfrm>
              <a:off x="7033096" y="2530791"/>
              <a:ext cx="348973" cy="2009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3E1378B4-937B-439A-9BB2-3F441836631F}"/>
                </a:ext>
              </a:extLst>
            </p:cNvPr>
            <p:cNvSpPr/>
            <p:nvPr/>
          </p:nvSpPr>
          <p:spPr>
            <a:xfrm>
              <a:off x="7327083" y="35141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573DDAC-F097-4DC1-A271-E071255162F6}"/>
                </a:ext>
              </a:extLst>
            </p:cNvPr>
            <p:cNvCxnSpPr>
              <a:cxnSpLocks/>
              <a:stCxn id="29" idx="2"/>
              <a:endCxn id="31" idx="0"/>
            </p:cNvCxnSpPr>
            <p:nvPr/>
          </p:nvCxnSpPr>
          <p:spPr>
            <a:xfrm flipH="1">
              <a:off x="7516773" y="2104471"/>
              <a:ext cx="408027" cy="571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7B6D7E7D-946B-4687-9015-C81EE951D748}"/>
                </a:ext>
              </a:extLst>
            </p:cNvPr>
            <p:cNvCxnSpPr>
              <a:cxnSpLocks/>
              <a:stCxn id="31" idx="6"/>
              <a:endCxn id="29" idx="3"/>
            </p:cNvCxnSpPr>
            <p:nvPr/>
          </p:nvCxnSpPr>
          <p:spPr>
            <a:xfrm flipV="1">
              <a:off x="7707273" y="2239175"/>
              <a:ext cx="273323" cy="6272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47481A55-333D-407C-9168-DBC84DEB90C8}"/>
                </a:ext>
              </a:extLst>
            </p:cNvPr>
            <p:cNvCxnSpPr>
              <a:cxnSpLocks/>
              <a:stCxn id="31" idx="4"/>
              <a:endCxn id="81" idx="0"/>
            </p:cNvCxnSpPr>
            <p:nvPr/>
          </p:nvCxnSpPr>
          <p:spPr>
            <a:xfrm>
              <a:off x="7516773" y="3056971"/>
              <a:ext cx="810" cy="45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BC630A93-3C8E-4D88-8CC7-80854AC6F83E}"/>
                </a:ext>
              </a:extLst>
            </p:cNvPr>
            <p:cNvCxnSpPr>
              <a:cxnSpLocks/>
              <a:stCxn id="81" idx="7"/>
              <a:endCxn id="29" idx="4"/>
            </p:cNvCxnSpPr>
            <p:nvPr/>
          </p:nvCxnSpPr>
          <p:spPr>
            <a:xfrm flipV="1">
              <a:off x="7652287" y="2294971"/>
              <a:ext cx="463013" cy="12749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3">
            <a:extLst>
              <a:ext uri="{FF2B5EF4-FFF2-40B4-BE49-F238E27FC236}">
                <a16:creationId xmlns:a16="http://schemas.microsoft.com/office/drawing/2014/main" id="{B4DBBDF2-8727-4191-8440-F1B40188CE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3613979"/>
            <a:ext cx="8153400" cy="2819275"/>
          </a:xfrm>
        </p:spPr>
        <p:txBody>
          <a:bodyPr>
            <a:normAutofit fontScale="85000" lnSpcReduction="20000"/>
          </a:bodyPr>
          <a:lstStyle/>
          <a:p>
            <a:pPr marL="0" indent="0" algn="just"/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 in Directed Graph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digraph is said to be connected if the undirected graph obtained by ignoring the edge directions in G is connected.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directed graph is said to be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Strongly Connected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for every pair of vertices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exists at least one directed path from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at least one from v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digraph which is connected but not strongly connected is called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Weakly Connected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disconnected digraph (like a disconnected undirected graph) consists of connected components.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Weakly Connected digraph consists of strongly-connected components.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{1,2,3,4};              E</a:t>
            </a:r>
            <a:r>
              <a:rPr lang="en-US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{(1,2), (1,3), (2,3), (1,4), (3,4)}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{1,2,3,4,5,6,7};     E</a:t>
            </a:r>
            <a:r>
              <a:rPr lang="en-US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{(1,2), (1,3), (4,5), (5,6), (5,7), (6,7)}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{1,2,3,4,5};           E</a:t>
            </a:r>
            <a:r>
              <a:rPr lang="en-US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{(1,2), (2,3), (3,4), (4,3), (3,5), (5,4)}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E4341E9-EE89-4299-B459-DC09F978CA97}"/>
              </a:ext>
            </a:extLst>
          </p:cNvPr>
          <p:cNvGrpSpPr/>
          <p:nvPr/>
        </p:nvGrpSpPr>
        <p:grpSpPr>
          <a:xfrm>
            <a:off x="3514776" y="1676400"/>
            <a:ext cx="1895424" cy="1463609"/>
            <a:chOff x="3276600" y="3810000"/>
            <a:chExt cx="2286000" cy="19812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920D931-7727-45FA-AF3A-23C2C1DB9CB1}"/>
                </a:ext>
              </a:extLst>
            </p:cNvPr>
            <p:cNvSpPr/>
            <p:nvPr/>
          </p:nvSpPr>
          <p:spPr>
            <a:xfrm>
              <a:off x="3355093" y="494422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9DE3096-F4FC-4424-9AA7-953874A96E0A}"/>
                </a:ext>
              </a:extLst>
            </p:cNvPr>
            <p:cNvSpPr/>
            <p:nvPr/>
          </p:nvSpPr>
          <p:spPr>
            <a:xfrm>
              <a:off x="4106387" y="425571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700ACED-247D-4928-847A-7F5A811B15E6}"/>
                </a:ext>
              </a:extLst>
            </p:cNvPr>
            <p:cNvSpPr/>
            <p:nvPr/>
          </p:nvSpPr>
          <p:spPr>
            <a:xfrm>
              <a:off x="3276600" y="406521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4FDC5F6-BB74-464B-8C5B-B769B829081B}"/>
                </a:ext>
              </a:extLst>
            </p:cNvPr>
            <p:cNvCxnSpPr>
              <a:cxnSpLocks/>
              <a:stCxn id="43" idx="0"/>
              <a:endCxn id="46" idx="4"/>
            </p:cNvCxnSpPr>
            <p:nvPr/>
          </p:nvCxnSpPr>
          <p:spPr>
            <a:xfrm flipH="1" flipV="1">
              <a:off x="3467100" y="4446213"/>
              <a:ext cx="78493" cy="498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EB86B1B-A665-425D-AFA1-5013C771F3A2}"/>
                </a:ext>
              </a:extLst>
            </p:cNvPr>
            <p:cNvCxnSpPr>
              <a:cxnSpLocks/>
              <a:stCxn id="45" idx="1"/>
              <a:endCxn id="46" idx="6"/>
            </p:cNvCxnSpPr>
            <p:nvPr/>
          </p:nvCxnSpPr>
          <p:spPr>
            <a:xfrm flipH="1" flipV="1">
              <a:off x="3657600" y="4255713"/>
              <a:ext cx="504583" cy="557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2F3E893-AD8B-4AE0-AFDB-D99D82F0B118}"/>
                </a:ext>
              </a:extLst>
            </p:cNvPr>
            <p:cNvSpPr/>
            <p:nvPr/>
          </p:nvSpPr>
          <p:spPr>
            <a:xfrm>
              <a:off x="3962400" y="541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808BFCF-E5D4-4515-BE17-31E1B18613D2}"/>
                </a:ext>
              </a:extLst>
            </p:cNvPr>
            <p:cNvSpPr/>
            <p:nvPr/>
          </p:nvSpPr>
          <p:spPr>
            <a:xfrm>
              <a:off x="5181600" y="541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F321367-F85C-4190-8D5E-E824C82F6A54}"/>
                </a:ext>
              </a:extLst>
            </p:cNvPr>
            <p:cNvSpPr/>
            <p:nvPr/>
          </p:nvSpPr>
          <p:spPr>
            <a:xfrm>
              <a:off x="4572000" y="47625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3EB2627-4E7E-436F-92AF-9913947BECA0}"/>
                </a:ext>
              </a:extLst>
            </p:cNvPr>
            <p:cNvSpPr/>
            <p:nvPr/>
          </p:nvSpPr>
          <p:spPr>
            <a:xfrm>
              <a:off x="4572000" y="38100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DEF145B-C010-4695-8573-FA22A24A5C10}"/>
                </a:ext>
              </a:extLst>
            </p:cNvPr>
            <p:cNvCxnSpPr>
              <a:cxnSpLocks/>
              <a:stCxn id="49" idx="7"/>
              <a:endCxn id="51" idx="3"/>
            </p:cNvCxnSpPr>
            <p:nvPr/>
          </p:nvCxnSpPr>
          <p:spPr>
            <a:xfrm flipV="1">
              <a:off x="4287604" y="5087704"/>
              <a:ext cx="340192" cy="378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C09D9E7-A0C0-4652-89EF-91AC800CA715}"/>
                </a:ext>
              </a:extLst>
            </p:cNvPr>
            <p:cNvCxnSpPr>
              <a:cxnSpLocks/>
              <a:stCxn id="50" idx="1"/>
              <a:endCxn id="51" idx="5"/>
            </p:cNvCxnSpPr>
            <p:nvPr/>
          </p:nvCxnSpPr>
          <p:spPr>
            <a:xfrm flipH="1" flipV="1">
              <a:off x="4897204" y="5087704"/>
              <a:ext cx="340192" cy="378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E4FCE33-B6F0-44CA-8DE9-ED0FCB95299E}"/>
                </a:ext>
              </a:extLst>
            </p:cNvPr>
            <p:cNvCxnSpPr>
              <a:cxnSpLocks/>
              <a:stCxn id="51" idx="0"/>
              <a:endCxn id="55" idx="4"/>
            </p:cNvCxnSpPr>
            <p:nvPr/>
          </p:nvCxnSpPr>
          <p:spPr>
            <a:xfrm flipV="1">
              <a:off x="4762500" y="4191000"/>
              <a:ext cx="0" cy="571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34BA38E-0641-4686-9BF5-27EDBE88DE24}"/>
                </a:ext>
              </a:extLst>
            </p:cNvPr>
            <p:cNvCxnSpPr>
              <a:cxnSpLocks/>
              <a:stCxn id="50" idx="2"/>
              <a:endCxn id="49" idx="6"/>
            </p:cNvCxnSpPr>
            <p:nvPr/>
          </p:nvCxnSpPr>
          <p:spPr>
            <a:xfrm flipH="1">
              <a:off x="4343400" y="5600700"/>
              <a:ext cx="838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9458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Definition of Graphs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FC6A0CC-2D43-47D6-9562-1CB98BBE6961}"/>
              </a:ext>
            </a:extLst>
          </p:cNvPr>
          <p:cNvGrpSpPr/>
          <p:nvPr/>
        </p:nvGrpSpPr>
        <p:grpSpPr>
          <a:xfrm>
            <a:off x="322495" y="1633055"/>
            <a:ext cx="1236897" cy="1143000"/>
            <a:chOff x="381000" y="4038600"/>
            <a:chExt cx="1696805" cy="16764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2EF4D6-3A4B-4B8A-A1D8-946C85DBD13B}"/>
                </a:ext>
              </a:extLst>
            </p:cNvPr>
            <p:cNvSpPr/>
            <p:nvPr/>
          </p:nvSpPr>
          <p:spPr>
            <a:xfrm>
              <a:off x="381000" y="47358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B64EAB2-1F31-45DD-9BF2-826B0D03A6A5}"/>
                </a:ext>
              </a:extLst>
            </p:cNvPr>
            <p:cNvSpPr/>
            <p:nvPr/>
          </p:nvSpPr>
          <p:spPr>
            <a:xfrm>
              <a:off x="1696805" y="4706704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21DCED6-F977-4682-B53B-2A56F0408237}"/>
                </a:ext>
              </a:extLst>
            </p:cNvPr>
            <p:cNvSpPr/>
            <p:nvPr/>
          </p:nvSpPr>
          <p:spPr>
            <a:xfrm>
              <a:off x="1087204" y="40386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182C222-A1DF-4C0F-B50B-305039E250AA}"/>
                </a:ext>
              </a:extLst>
            </p:cNvPr>
            <p:cNvSpPr/>
            <p:nvPr/>
          </p:nvSpPr>
          <p:spPr>
            <a:xfrm>
              <a:off x="1087204" y="53340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02519EB-8772-4A9B-8662-E2C3F5368462}"/>
                </a:ext>
              </a:extLst>
            </p:cNvPr>
            <p:cNvCxnSpPr>
              <a:stCxn id="12" idx="4"/>
              <a:endCxn id="13" idx="0"/>
            </p:cNvCxnSpPr>
            <p:nvPr/>
          </p:nvCxnSpPr>
          <p:spPr>
            <a:xfrm>
              <a:off x="1277704" y="4419600"/>
              <a:ext cx="0" cy="914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35EA643-CB38-4F4C-9230-D00D22754C8B}"/>
                </a:ext>
              </a:extLst>
            </p:cNvPr>
            <p:cNvCxnSpPr>
              <a:cxnSpLocks/>
              <a:stCxn id="5" idx="6"/>
              <a:endCxn id="7" idx="2"/>
            </p:cNvCxnSpPr>
            <p:nvPr/>
          </p:nvCxnSpPr>
          <p:spPr>
            <a:xfrm flipV="1">
              <a:off x="762000" y="4897204"/>
              <a:ext cx="934805" cy="291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BC3896C-C1F6-4E78-8A64-3C320C0554E2}"/>
                </a:ext>
              </a:extLst>
            </p:cNvPr>
            <p:cNvCxnSpPr>
              <a:cxnSpLocks/>
              <a:stCxn id="5" idx="7"/>
              <a:endCxn id="12" idx="3"/>
            </p:cNvCxnSpPr>
            <p:nvPr/>
          </p:nvCxnSpPr>
          <p:spPr>
            <a:xfrm flipV="1">
              <a:off x="706204" y="4363804"/>
              <a:ext cx="436796" cy="42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64F6D90-1CEF-440B-AC7A-BDD66DE7019A}"/>
                </a:ext>
              </a:extLst>
            </p:cNvPr>
            <p:cNvCxnSpPr>
              <a:cxnSpLocks/>
              <a:stCxn id="7" idx="1"/>
              <a:endCxn id="12" idx="5"/>
            </p:cNvCxnSpPr>
            <p:nvPr/>
          </p:nvCxnSpPr>
          <p:spPr>
            <a:xfrm flipH="1" flipV="1">
              <a:off x="1412408" y="4363804"/>
              <a:ext cx="340193" cy="3986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72458C-19EC-4DE4-B13E-DDA51CF0E287}"/>
                </a:ext>
              </a:extLst>
            </p:cNvPr>
            <p:cNvCxnSpPr>
              <a:cxnSpLocks/>
              <a:stCxn id="7" idx="3"/>
              <a:endCxn id="13" idx="7"/>
            </p:cNvCxnSpPr>
            <p:nvPr/>
          </p:nvCxnSpPr>
          <p:spPr>
            <a:xfrm flipH="1">
              <a:off x="1412408" y="5031908"/>
              <a:ext cx="340193" cy="3578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3">
            <a:extLst>
              <a:ext uri="{FF2B5EF4-FFF2-40B4-BE49-F238E27FC236}">
                <a16:creationId xmlns:a16="http://schemas.microsoft.com/office/drawing/2014/main" id="{B4DBBDF2-8727-4191-8440-F1B40188CE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4730856"/>
            <a:ext cx="8153400" cy="1702398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G = (V, E) be the undirected Graph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Connected Undirected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 that contains No Cycle is a </a:t>
            </a:r>
            <a:r>
              <a:rPr lang="en-US" alt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G that contains all the vertices of G and is a Tree is a </a:t>
            </a:r>
            <a:r>
              <a:rPr lang="en-US" alt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Spanning Tree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{1,2,3,4};              E</a:t>
            </a:r>
            <a:r>
              <a:rPr lang="en-US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{(1,2), (1,3), (2,3), (1,4), (3,4)}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870C62C-9F6A-491B-91ED-73FF36F61284}"/>
              </a:ext>
            </a:extLst>
          </p:cNvPr>
          <p:cNvGrpSpPr/>
          <p:nvPr/>
        </p:nvGrpSpPr>
        <p:grpSpPr>
          <a:xfrm>
            <a:off x="2222690" y="1676400"/>
            <a:ext cx="1191384" cy="1099655"/>
            <a:chOff x="2570395" y="1676400"/>
            <a:chExt cx="1696805" cy="16764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CC671C1-0C75-4A43-8FBE-30525E531EB4}"/>
                </a:ext>
              </a:extLst>
            </p:cNvPr>
            <p:cNvSpPr/>
            <p:nvPr/>
          </p:nvSpPr>
          <p:spPr>
            <a:xfrm>
              <a:off x="2570395" y="23736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1C1F49D-D2C5-43C8-85EB-7DAE2EC5FE63}"/>
                </a:ext>
              </a:extLst>
            </p:cNvPr>
            <p:cNvSpPr/>
            <p:nvPr/>
          </p:nvSpPr>
          <p:spPr>
            <a:xfrm>
              <a:off x="3886200" y="2344504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71BFE8A-B3F2-419D-955C-69950E4B1D2B}"/>
                </a:ext>
              </a:extLst>
            </p:cNvPr>
            <p:cNvSpPr/>
            <p:nvPr/>
          </p:nvSpPr>
          <p:spPr>
            <a:xfrm>
              <a:off x="3276599" y="16764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5935EDC-8666-4630-B85C-3C6169C90283}"/>
                </a:ext>
              </a:extLst>
            </p:cNvPr>
            <p:cNvSpPr/>
            <p:nvPr/>
          </p:nvSpPr>
          <p:spPr>
            <a:xfrm>
              <a:off x="3276599" y="29718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3E2A954-4821-4FC8-B48D-125CD60491CC}"/>
                </a:ext>
              </a:extLst>
            </p:cNvPr>
            <p:cNvCxnSpPr>
              <a:cxnSpLocks/>
              <a:stCxn id="43" idx="7"/>
              <a:endCxn id="46" idx="3"/>
            </p:cNvCxnSpPr>
            <p:nvPr/>
          </p:nvCxnSpPr>
          <p:spPr>
            <a:xfrm flipV="1">
              <a:off x="2895599" y="2001604"/>
              <a:ext cx="436796" cy="42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AF71500-58D0-45DF-ABBF-A1822C0877B4}"/>
                </a:ext>
              </a:extLst>
            </p:cNvPr>
            <p:cNvCxnSpPr>
              <a:cxnSpLocks/>
              <a:stCxn id="45" idx="1"/>
              <a:endCxn id="46" idx="5"/>
            </p:cNvCxnSpPr>
            <p:nvPr/>
          </p:nvCxnSpPr>
          <p:spPr>
            <a:xfrm flipH="1" flipV="1">
              <a:off x="3601803" y="2001604"/>
              <a:ext cx="340193" cy="3986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6993104-5906-435F-9C82-14C2DA3A3D7C}"/>
                </a:ext>
              </a:extLst>
            </p:cNvPr>
            <p:cNvCxnSpPr>
              <a:cxnSpLocks/>
              <a:stCxn id="45" idx="3"/>
              <a:endCxn id="47" idx="7"/>
            </p:cNvCxnSpPr>
            <p:nvPr/>
          </p:nvCxnSpPr>
          <p:spPr>
            <a:xfrm flipH="1">
              <a:off x="3601803" y="2669708"/>
              <a:ext cx="340193" cy="3578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B6ECF70-DC90-4168-849B-7634CB930DF7}"/>
              </a:ext>
            </a:extLst>
          </p:cNvPr>
          <p:cNvGrpSpPr/>
          <p:nvPr/>
        </p:nvGrpSpPr>
        <p:grpSpPr>
          <a:xfrm>
            <a:off x="4310958" y="1585009"/>
            <a:ext cx="1295443" cy="1171337"/>
            <a:chOff x="4627795" y="1600200"/>
            <a:chExt cx="1696805" cy="167640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D33D9E2-7E63-4C30-BEC5-F103EBFB45B0}"/>
                </a:ext>
              </a:extLst>
            </p:cNvPr>
            <p:cNvSpPr/>
            <p:nvPr/>
          </p:nvSpPr>
          <p:spPr>
            <a:xfrm>
              <a:off x="4627795" y="22974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E5A53A0-2B8A-40BF-BF2F-2914FFAEFEDD}"/>
                </a:ext>
              </a:extLst>
            </p:cNvPr>
            <p:cNvSpPr/>
            <p:nvPr/>
          </p:nvSpPr>
          <p:spPr>
            <a:xfrm>
              <a:off x="5943600" y="2268304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8704054C-D3AE-471E-93FC-893E1F159727}"/>
                </a:ext>
              </a:extLst>
            </p:cNvPr>
            <p:cNvSpPr/>
            <p:nvPr/>
          </p:nvSpPr>
          <p:spPr>
            <a:xfrm>
              <a:off x="5333999" y="160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A50CCDA-4F66-4BAA-91A6-A4F2847E90CC}"/>
                </a:ext>
              </a:extLst>
            </p:cNvPr>
            <p:cNvSpPr/>
            <p:nvPr/>
          </p:nvSpPr>
          <p:spPr>
            <a:xfrm>
              <a:off x="5333999" y="28956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5832C9D-4EE1-4D64-98B6-7481FE772A74}"/>
                </a:ext>
              </a:extLst>
            </p:cNvPr>
            <p:cNvCxnSpPr>
              <a:stCxn id="67" idx="4"/>
              <a:endCxn id="68" idx="0"/>
            </p:cNvCxnSpPr>
            <p:nvPr/>
          </p:nvCxnSpPr>
          <p:spPr>
            <a:xfrm>
              <a:off x="5524499" y="1981200"/>
              <a:ext cx="0" cy="914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B40D3F9-3B80-423D-871E-A57420AFA73D}"/>
                </a:ext>
              </a:extLst>
            </p:cNvPr>
            <p:cNvCxnSpPr>
              <a:cxnSpLocks/>
              <a:stCxn id="57" idx="7"/>
              <a:endCxn id="67" idx="3"/>
            </p:cNvCxnSpPr>
            <p:nvPr/>
          </p:nvCxnSpPr>
          <p:spPr>
            <a:xfrm flipV="1">
              <a:off x="4952999" y="1925404"/>
              <a:ext cx="436796" cy="42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19BB706-4E9E-46E4-B7AD-88047DC9A07F}"/>
                </a:ext>
              </a:extLst>
            </p:cNvPr>
            <p:cNvCxnSpPr>
              <a:cxnSpLocks/>
              <a:stCxn id="60" idx="3"/>
              <a:endCxn id="68" idx="7"/>
            </p:cNvCxnSpPr>
            <p:nvPr/>
          </p:nvCxnSpPr>
          <p:spPr>
            <a:xfrm flipH="1">
              <a:off x="5659203" y="2593508"/>
              <a:ext cx="340193" cy="3578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E075F73-0A55-499D-88CB-DD431F807AD0}"/>
              </a:ext>
            </a:extLst>
          </p:cNvPr>
          <p:cNvGrpSpPr/>
          <p:nvPr/>
        </p:nvGrpSpPr>
        <p:grpSpPr>
          <a:xfrm>
            <a:off x="6377618" y="1694420"/>
            <a:ext cx="1177144" cy="1143000"/>
            <a:chOff x="6685195" y="1600200"/>
            <a:chExt cx="1696805" cy="1676400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77622E7-F58D-48EB-94A7-C1EEA890D96D}"/>
                </a:ext>
              </a:extLst>
            </p:cNvPr>
            <p:cNvSpPr/>
            <p:nvPr/>
          </p:nvSpPr>
          <p:spPr>
            <a:xfrm>
              <a:off x="6685195" y="22974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791DB5F-8EE8-4CEB-9152-108117C7B569}"/>
                </a:ext>
              </a:extLst>
            </p:cNvPr>
            <p:cNvSpPr/>
            <p:nvPr/>
          </p:nvSpPr>
          <p:spPr>
            <a:xfrm>
              <a:off x="8001000" y="2268304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93C17017-D968-47EF-A06F-6B9D6A862533}"/>
                </a:ext>
              </a:extLst>
            </p:cNvPr>
            <p:cNvSpPr/>
            <p:nvPr/>
          </p:nvSpPr>
          <p:spPr>
            <a:xfrm>
              <a:off x="7391399" y="160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999DC381-6EA8-4BD3-994C-22B3AFD206BD}"/>
                </a:ext>
              </a:extLst>
            </p:cNvPr>
            <p:cNvSpPr/>
            <p:nvPr/>
          </p:nvSpPr>
          <p:spPr>
            <a:xfrm>
              <a:off x="7391399" y="28956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5E10012B-B333-45CD-B4D3-6194273D4BC7}"/>
                </a:ext>
              </a:extLst>
            </p:cNvPr>
            <p:cNvCxnSpPr>
              <a:stCxn id="79" idx="4"/>
              <a:endCxn id="82" idx="0"/>
            </p:cNvCxnSpPr>
            <p:nvPr/>
          </p:nvCxnSpPr>
          <p:spPr>
            <a:xfrm>
              <a:off x="7581899" y="1981200"/>
              <a:ext cx="0" cy="914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703E64D-1423-49FC-B7DB-348114376A38}"/>
                </a:ext>
              </a:extLst>
            </p:cNvPr>
            <p:cNvCxnSpPr>
              <a:cxnSpLocks/>
              <a:stCxn id="77" idx="7"/>
              <a:endCxn id="79" idx="3"/>
            </p:cNvCxnSpPr>
            <p:nvPr/>
          </p:nvCxnSpPr>
          <p:spPr>
            <a:xfrm flipV="1">
              <a:off x="7010399" y="1925404"/>
              <a:ext cx="436796" cy="42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DFFAAA8F-8321-4158-8C0C-569C6043A1C5}"/>
                </a:ext>
              </a:extLst>
            </p:cNvPr>
            <p:cNvCxnSpPr>
              <a:cxnSpLocks/>
              <a:stCxn id="78" idx="1"/>
              <a:endCxn id="79" idx="5"/>
            </p:cNvCxnSpPr>
            <p:nvPr/>
          </p:nvCxnSpPr>
          <p:spPr>
            <a:xfrm flipH="1" flipV="1">
              <a:off x="7716603" y="1925404"/>
              <a:ext cx="340193" cy="3986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49CE69-64F7-4AEE-9D5B-D4A90C343ACC}"/>
              </a:ext>
            </a:extLst>
          </p:cNvPr>
          <p:cNvGrpSpPr/>
          <p:nvPr/>
        </p:nvGrpSpPr>
        <p:grpSpPr>
          <a:xfrm>
            <a:off x="2098172" y="3090037"/>
            <a:ext cx="1431642" cy="1274278"/>
            <a:chOff x="2098172" y="3090037"/>
            <a:chExt cx="1431642" cy="1274278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C5DDCC70-34A6-4832-BCCE-6AE0EFCEF107}"/>
                </a:ext>
              </a:extLst>
            </p:cNvPr>
            <p:cNvSpPr/>
            <p:nvPr/>
          </p:nvSpPr>
          <p:spPr>
            <a:xfrm>
              <a:off x="2098172" y="3620064"/>
              <a:ext cx="321460" cy="28960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2680F528-08DA-4F07-8AB7-48FBAFE47662}"/>
                </a:ext>
              </a:extLst>
            </p:cNvPr>
            <p:cNvSpPr/>
            <p:nvPr/>
          </p:nvSpPr>
          <p:spPr>
            <a:xfrm>
              <a:off x="3208354" y="3597881"/>
              <a:ext cx="321460" cy="28960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C5873FA5-5FBA-4055-8583-0EB610565242}"/>
                </a:ext>
              </a:extLst>
            </p:cNvPr>
            <p:cNvSpPr/>
            <p:nvPr/>
          </p:nvSpPr>
          <p:spPr>
            <a:xfrm>
              <a:off x="2694016" y="3090037"/>
              <a:ext cx="321460" cy="28960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06EFA940-93DE-49C7-9679-5171E0CBE5BD}"/>
                </a:ext>
              </a:extLst>
            </p:cNvPr>
            <p:cNvSpPr/>
            <p:nvPr/>
          </p:nvSpPr>
          <p:spPr>
            <a:xfrm>
              <a:off x="2694016" y="4074706"/>
              <a:ext cx="321460" cy="28960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648BD52-D6EE-4ADE-8BD3-50FA9D7A2A9B}"/>
                </a:ext>
              </a:extLst>
            </p:cNvPr>
            <p:cNvCxnSpPr>
              <a:cxnSpLocks/>
              <a:stCxn id="90" idx="6"/>
              <a:endCxn id="92" idx="2"/>
            </p:cNvCxnSpPr>
            <p:nvPr/>
          </p:nvCxnSpPr>
          <p:spPr>
            <a:xfrm flipV="1">
              <a:off x="2419632" y="3742686"/>
              <a:ext cx="788721" cy="221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63A9DF1-A481-4A3B-BCD8-619587054562}"/>
                </a:ext>
              </a:extLst>
            </p:cNvPr>
            <p:cNvCxnSpPr>
              <a:cxnSpLocks/>
              <a:stCxn id="92" idx="1"/>
              <a:endCxn id="93" idx="5"/>
            </p:cNvCxnSpPr>
            <p:nvPr/>
          </p:nvCxnSpPr>
          <p:spPr>
            <a:xfrm flipH="1" flipV="1">
              <a:off x="2968400" y="3337234"/>
              <a:ext cx="287030" cy="3030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DB7BBC03-F9E9-4B7E-9593-9845FC9D3BAB}"/>
                </a:ext>
              </a:extLst>
            </p:cNvPr>
            <p:cNvCxnSpPr>
              <a:cxnSpLocks/>
              <a:stCxn id="92" idx="3"/>
              <a:endCxn id="94" idx="7"/>
            </p:cNvCxnSpPr>
            <p:nvPr/>
          </p:nvCxnSpPr>
          <p:spPr>
            <a:xfrm flipH="1">
              <a:off x="2968400" y="3845078"/>
              <a:ext cx="287030" cy="2720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9F8C2FE-0409-46DE-A7BF-698AD52875E4}"/>
              </a:ext>
            </a:extLst>
          </p:cNvPr>
          <p:cNvGrpSpPr/>
          <p:nvPr/>
        </p:nvGrpSpPr>
        <p:grpSpPr>
          <a:xfrm>
            <a:off x="4237083" y="3097783"/>
            <a:ext cx="1431642" cy="1274278"/>
            <a:chOff x="4237083" y="3097783"/>
            <a:chExt cx="1431642" cy="1274278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4392CDC2-D83B-44AE-9B5D-1A7540389298}"/>
                </a:ext>
              </a:extLst>
            </p:cNvPr>
            <p:cNvSpPr/>
            <p:nvPr/>
          </p:nvSpPr>
          <p:spPr>
            <a:xfrm>
              <a:off x="4237083" y="3627810"/>
              <a:ext cx="321460" cy="28960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461D33E6-5C9F-42EA-BB7A-E6908E4C82E9}"/>
                </a:ext>
              </a:extLst>
            </p:cNvPr>
            <p:cNvSpPr/>
            <p:nvPr/>
          </p:nvSpPr>
          <p:spPr>
            <a:xfrm>
              <a:off x="5347265" y="3605627"/>
              <a:ext cx="321460" cy="28960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B743D1B6-AB7B-4FC1-A26B-48460A9FB005}"/>
                </a:ext>
              </a:extLst>
            </p:cNvPr>
            <p:cNvSpPr/>
            <p:nvPr/>
          </p:nvSpPr>
          <p:spPr>
            <a:xfrm>
              <a:off x="4832927" y="3097783"/>
              <a:ext cx="321460" cy="28960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CEA5A8F3-764C-40A8-AFD9-D3AEAA2734CE}"/>
                </a:ext>
              </a:extLst>
            </p:cNvPr>
            <p:cNvSpPr/>
            <p:nvPr/>
          </p:nvSpPr>
          <p:spPr>
            <a:xfrm>
              <a:off x="4832927" y="4082452"/>
              <a:ext cx="321460" cy="28960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F7CFB04-4BB1-4484-BEAE-2E157611C5BC}"/>
                </a:ext>
              </a:extLst>
            </p:cNvPr>
            <p:cNvCxnSpPr>
              <a:stCxn id="105" idx="4"/>
              <a:endCxn id="106" idx="0"/>
            </p:cNvCxnSpPr>
            <p:nvPr/>
          </p:nvCxnSpPr>
          <p:spPr>
            <a:xfrm>
              <a:off x="4993657" y="3387392"/>
              <a:ext cx="0" cy="6950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D8AA0EC9-EDAD-45FA-A7A8-EA848E4FEE54}"/>
                </a:ext>
              </a:extLst>
            </p:cNvPr>
            <p:cNvCxnSpPr>
              <a:cxnSpLocks/>
              <a:stCxn id="103" idx="6"/>
              <a:endCxn id="104" idx="2"/>
            </p:cNvCxnSpPr>
            <p:nvPr/>
          </p:nvCxnSpPr>
          <p:spPr>
            <a:xfrm flipV="1">
              <a:off x="4558543" y="3750432"/>
              <a:ext cx="788721" cy="221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4C4AB6A-E283-4CDC-8186-0295C1B725F6}"/>
                </a:ext>
              </a:extLst>
            </p:cNvPr>
            <p:cNvCxnSpPr>
              <a:cxnSpLocks/>
              <a:stCxn id="104" idx="3"/>
              <a:endCxn id="106" idx="7"/>
            </p:cNvCxnSpPr>
            <p:nvPr/>
          </p:nvCxnSpPr>
          <p:spPr>
            <a:xfrm flipH="1">
              <a:off x="5107311" y="3852824"/>
              <a:ext cx="287030" cy="2720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9872E1-DE49-4AFD-A537-1BB8D1DB77A6}"/>
              </a:ext>
            </a:extLst>
          </p:cNvPr>
          <p:cNvGrpSpPr/>
          <p:nvPr/>
        </p:nvGrpSpPr>
        <p:grpSpPr>
          <a:xfrm>
            <a:off x="6271381" y="3144172"/>
            <a:ext cx="1431642" cy="1274278"/>
            <a:chOff x="6271381" y="3144172"/>
            <a:chExt cx="1431642" cy="1274278"/>
          </a:xfrm>
        </p:grpSpPr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1A825B81-2093-4592-83FD-CF13B865D71F}"/>
                </a:ext>
              </a:extLst>
            </p:cNvPr>
            <p:cNvSpPr/>
            <p:nvPr/>
          </p:nvSpPr>
          <p:spPr>
            <a:xfrm>
              <a:off x="6271381" y="3674199"/>
              <a:ext cx="321460" cy="28960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C6B9D933-0099-4CD2-8BF6-0AB47CF9CEA5}"/>
                </a:ext>
              </a:extLst>
            </p:cNvPr>
            <p:cNvSpPr/>
            <p:nvPr/>
          </p:nvSpPr>
          <p:spPr>
            <a:xfrm>
              <a:off x="7381563" y="3652016"/>
              <a:ext cx="321460" cy="28960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88D04FB-E91E-4C70-8CF5-12D13F2597B3}"/>
                </a:ext>
              </a:extLst>
            </p:cNvPr>
            <p:cNvSpPr/>
            <p:nvPr/>
          </p:nvSpPr>
          <p:spPr>
            <a:xfrm>
              <a:off x="6867225" y="3144172"/>
              <a:ext cx="321460" cy="28960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196199BE-CA2B-4EBA-8977-42314E053B14}"/>
                </a:ext>
              </a:extLst>
            </p:cNvPr>
            <p:cNvSpPr/>
            <p:nvPr/>
          </p:nvSpPr>
          <p:spPr>
            <a:xfrm>
              <a:off x="6867225" y="4128841"/>
              <a:ext cx="321460" cy="28960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43B2FB41-28F4-469F-A50B-390C9B3C6BEE}"/>
                </a:ext>
              </a:extLst>
            </p:cNvPr>
            <p:cNvCxnSpPr>
              <a:stCxn id="115" idx="4"/>
              <a:endCxn id="116" idx="0"/>
            </p:cNvCxnSpPr>
            <p:nvPr/>
          </p:nvCxnSpPr>
          <p:spPr>
            <a:xfrm>
              <a:off x="7027955" y="3433781"/>
              <a:ext cx="0" cy="6950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4248310-6788-4C8E-8D38-C90EF0D2F58C}"/>
                </a:ext>
              </a:extLst>
            </p:cNvPr>
            <p:cNvCxnSpPr>
              <a:cxnSpLocks/>
              <a:stCxn id="113" idx="6"/>
              <a:endCxn id="114" idx="2"/>
            </p:cNvCxnSpPr>
            <p:nvPr/>
          </p:nvCxnSpPr>
          <p:spPr>
            <a:xfrm flipV="1">
              <a:off x="6592841" y="3796821"/>
              <a:ext cx="788721" cy="221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657A47E2-DA1A-498B-B87B-3FEE4488C26F}"/>
                </a:ext>
              </a:extLst>
            </p:cNvPr>
            <p:cNvCxnSpPr>
              <a:cxnSpLocks/>
              <a:stCxn id="113" idx="7"/>
              <a:endCxn id="115" idx="3"/>
            </p:cNvCxnSpPr>
            <p:nvPr/>
          </p:nvCxnSpPr>
          <p:spPr>
            <a:xfrm flipV="1">
              <a:off x="6545765" y="3391369"/>
              <a:ext cx="368537" cy="3252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19110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Definition of Graphs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2EF4D6-3A4B-4B8A-A1D8-946C85DBD13B}"/>
              </a:ext>
            </a:extLst>
          </p:cNvPr>
          <p:cNvSpPr/>
          <p:nvPr/>
        </p:nvSpPr>
        <p:spPr>
          <a:xfrm>
            <a:off x="3267721" y="1994118"/>
            <a:ext cx="277732" cy="25977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64EAB2-1F31-45DD-9BF2-826B0D03A6A5}"/>
              </a:ext>
            </a:extLst>
          </p:cNvPr>
          <p:cNvSpPr/>
          <p:nvPr/>
        </p:nvSpPr>
        <p:spPr>
          <a:xfrm>
            <a:off x="4738322" y="1901427"/>
            <a:ext cx="277732" cy="25977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21DCED6-F977-4682-B53B-2A56F0408237}"/>
              </a:ext>
            </a:extLst>
          </p:cNvPr>
          <p:cNvSpPr/>
          <p:nvPr/>
        </p:nvSpPr>
        <p:spPr>
          <a:xfrm>
            <a:off x="3267721" y="1447800"/>
            <a:ext cx="277732" cy="25977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82C222-A1DF-4C0F-B50B-305039E250AA}"/>
              </a:ext>
            </a:extLst>
          </p:cNvPr>
          <p:cNvSpPr/>
          <p:nvPr/>
        </p:nvSpPr>
        <p:spPr>
          <a:xfrm>
            <a:off x="4738322" y="2970932"/>
            <a:ext cx="277732" cy="25977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2519EB-8772-4A9B-8662-E2C3F5368462}"/>
              </a:ext>
            </a:extLst>
          </p:cNvPr>
          <p:cNvCxnSpPr>
            <a:cxnSpLocks/>
            <a:stCxn id="12" idx="5"/>
            <a:endCxn id="45" idx="2"/>
          </p:cNvCxnSpPr>
          <p:nvPr/>
        </p:nvCxnSpPr>
        <p:spPr>
          <a:xfrm>
            <a:off x="3504780" y="1669530"/>
            <a:ext cx="1233542" cy="89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35EA643-CB38-4F4C-9230-D00D22754C8B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3545453" y="2031314"/>
            <a:ext cx="1192869" cy="926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64F6D90-1CEF-440B-AC7A-BDD66DE7019A}"/>
              </a:ext>
            </a:extLst>
          </p:cNvPr>
          <p:cNvCxnSpPr>
            <a:cxnSpLocks/>
            <a:stCxn id="46" idx="2"/>
            <a:endCxn id="12" idx="6"/>
          </p:cNvCxnSpPr>
          <p:nvPr/>
        </p:nvCxnSpPr>
        <p:spPr>
          <a:xfrm flipH="1">
            <a:off x="3545453" y="1551439"/>
            <a:ext cx="1192869" cy="262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3">
            <a:extLst>
              <a:ext uri="{FF2B5EF4-FFF2-40B4-BE49-F238E27FC236}">
                <a16:creationId xmlns:a16="http://schemas.microsoft.com/office/drawing/2014/main" id="{B4DBBDF2-8727-4191-8440-F1B40188CE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4447213"/>
            <a:ext cx="8229600" cy="1702398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all the Vertex of a Graph can be divided into two subsets, so that every edge has one endpoint in one Set and other end point in other set, then Graph with such a property is called as </a:t>
            </a:r>
            <a:r>
              <a:rPr lang="en-US" altLang="en-US" sz="18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Bipartite Graph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CC671C1-0C75-4A43-8FBE-30525E531EB4}"/>
              </a:ext>
            </a:extLst>
          </p:cNvPr>
          <p:cNvSpPr/>
          <p:nvPr/>
        </p:nvSpPr>
        <p:spPr>
          <a:xfrm>
            <a:off x="3267721" y="2540436"/>
            <a:ext cx="267513" cy="24992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1C1F49D-D2C5-43C8-85EB-7DAE2EC5FE63}"/>
              </a:ext>
            </a:extLst>
          </p:cNvPr>
          <p:cNvSpPr/>
          <p:nvPr/>
        </p:nvSpPr>
        <p:spPr>
          <a:xfrm>
            <a:off x="4738322" y="2441105"/>
            <a:ext cx="267513" cy="24992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71BFE8A-B3F2-419D-955C-69950E4B1D2B}"/>
              </a:ext>
            </a:extLst>
          </p:cNvPr>
          <p:cNvSpPr/>
          <p:nvPr/>
        </p:nvSpPr>
        <p:spPr>
          <a:xfrm>
            <a:off x="4738322" y="1426478"/>
            <a:ext cx="267513" cy="24992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5935EDC-8666-4630-B85C-3C6169C90283}"/>
              </a:ext>
            </a:extLst>
          </p:cNvPr>
          <p:cNvSpPr/>
          <p:nvPr/>
        </p:nvSpPr>
        <p:spPr>
          <a:xfrm>
            <a:off x="3267721" y="3076904"/>
            <a:ext cx="267513" cy="24992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3E2A954-4821-4FC8-B48D-125CD60491CC}"/>
              </a:ext>
            </a:extLst>
          </p:cNvPr>
          <p:cNvCxnSpPr>
            <a:cxnSpLocks/>
            <a:stCxn id="47" idx="0"/>
            <a:endCxn id="46" idx="3"/>
          </p:cNvCxnSpPr>
          <p:nvPr/>
        </p:nvCxnSpPr>
        <p:spPr>
          <a:xfrm flipV="1">
            <a:off x="3401478" y="1639800"/>
            <a:ext cx="1376020" cy="14371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AF71500-58D0-45DF-ABBF-A1822C0877B4}"/>
              </a:ext>
            </a:extLst>
          </p:cNvPr>
          <p:cNvCxnSpPr>
            <a:cxnSpLocks/>
            <a:stCxn id="5" idx="7"/>
            <a:endCxn id="46" idx="3"/>
          </p:cNvCxnSpPr>
          <p:nvPr/>
        </p:nvCxnSpPr>
        <p:spPr>
          <a:xfrm flipV="1">
            <a:off x="3504780" y="1639800"/>
            <a:ext cx="1272718" cy="3923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6993104-5906-435F-9C82-14C2DA3A3D7C}"/>
              </a:ext>
            </a:extLst>
          </p:cNvPr>
          <p:cNvCxnSpPr>
            <a:cxnSpLocks/>
            <a:stCxn id="45" idx="3"/>
            <a:endCxn id="47" idx="7"/>
          </p:cNvCxnSpPr>
          <p:nvPr/>
        </p:nvCxnSpPr>
        <p:spPr>
          <a:xfrm flipH="1">
            <a:off x="3496058" y="2654427"/>
            <a:ext cx="1281440" cy="459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ED33D9E2-7E63-4C30-BEC5-F103EBFB45B0}"/>
              </a:ext>
            </a:extLst>
          </p:cNvPr>
          <p:cNvSpPr/>
          <p:nvPr/>
        </p:nvSpPr>
        <p:spPr>
          <a:xfrm>
            <a:off x="4738322" y="3510610"/>
            <a:ext cx="290878" cy="26621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B40D3F9-3B80-423D-871E-A57420AFA73D}"/>
              </a:ext>
            </a:extLst>
          </p:cNvPr>
          <p:cNvCxnSpPr>
            <a:cxnSpLocks/>
            <a:stCxn id="57" idx="7"/>
            <a:endCxn id="43" idx="6"/>
          </p:cNvCxnSpPr>
          <p:nvPr/>
        </p:nvCxnSpPr>
        <p:spPr>
          <a:xfrm flipH="1" flipV="1">
            <a:off x="3535234" y="2665397"/>
            <a:ext cx="1451368" cy="8841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D6A2E93-F171-4051-BED6-7DB604838C3E}"/>
              </a:ext>
            </a:extLst>
          </p:cNvPr>
          <p:cNvCxnSpPr>
            <a:cxnSpLocks/>
            <a:stCxn id="13" idx="2"/>
            <a:endCxn id="5" idx="5"/>
          </p:cNvCxnSpPr>
          <p:nvPr/>
        </p:nvCxnSpPr>
        <p:spPr>
          <a:xfrm flipH="1" flipV="1">
            <a:off x="3504780" y="2215848"/>
            <a:ext cx="1233542" cy="8849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391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Definition of Graphs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FC6A0CC-2D43-47D6-9562-1CB98BBE6961}"/>
              </a:ext>
            </a:extLst>
          </p:cNvPr>
          <p:cNvGrpSpPr/>
          <p:nvPr/>
        </p:nvGrpSpPr>
        <p:grpSpPr>
          <a:xfrm>
            <a:off x="381000" y="1685371"/>
            <a:ext cx="1696805" cy="1676400"/>
            <a:chOff x="381000" y="4038600"/>
            <a:chExt cx="1696805" cy="16764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2EF4D6-3A4B-4B8A-A1D8-946C85DBD13B}"/>
                </a:ext>
              </a:extLst>
            </p:cNvPr>
            <p:cNvSpPr/>
            <p:nvPr/>
          </p:nvSpPr>
          <p:spPr>
            <a:xfrm>
              <a:off x="381000" y="47358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B64EAB2-1F31-45DD-9BF2-826B0D03A6A5}"/>
                </a:ext>
              </a:extLst>
            </p:cNvPr>
            <p:cNvSpPr/>
            <p:nvPr/>
          </p:nvSpPr>
          <p:spPr>
            <a:xfrm>
              <a:off x="1696805" y="4706704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21DCED6-F977-4682-B53B-2A56F0408237}"/>
                </a:ext>
              </a:extLst>
            </p:cNvPr>
            <p:cNvSpPr/>
            <p:nvPr/>
          </p:nvSpPr>
          <p:spPr>
            <a:xfrm>
              <a:off x="1087204" y="40386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182C222-A1DF-4C0F-B50B-305039E250AA}"/>
                </a:ext>
              </a:extLst>
            </p:cNvPr>
            <p:cNvSpPr/>
            <p:nvPr/>
          </p:nvSpPr>
          <p:spPr>
            <a:xfrm>
              <a:off x="1087204" y="53340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02519EB-8772-4A9B-8662-E2C3F5368462}"/>
                </a:ext>
              </a:extLst>
            </p:cNvPr>
            <p:cNvCxnSpPr>
              <a:stCxn id="12" idx="4"/>
              <a:endCxn id="13" idx="0"/>
            </p:cNvCxnSpPr>
            <p:nvPr/>
          </p:nvCxnSpPr>
          <p:spPr>
            <a:xfrm>
              <a:off x="1277704" y="4419600"/>
              <a:ext cx="0" cy="914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35EA643-CB38-4F4C-9230-D00D22754C8B}"/>
                </a:ext>
              </a:extLst>
            </p:cNvPr>
            <p:cNvCxnSpPr>
              <a:cxnSpLocks/>
              <a:stCxn id="5" idx="6"/>
              <a:endCxn id="7" idx="2"/>
            </p:cNvCxnSpPr>
            <p:nvPr/>
          </p:nvCxnSpPr>
          <p:spPr>
            <a:xfrm flipV="1">
              <a:off x="762000" y="4897204"/>
              <a:ext cx="934805" cy="291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BC3896C-C1F6-4E78-8A64-3C320C0554E2}"/>
                </a:ext>
              </a:extLst>
            </p:cNvPr>
            <p:cNvCxnSpPr>
              <a:cxnSpLocks/>
              <a:stCxn id="5" idx="7"/>
              <a:endCxn id="12" idx="3"/>
            </p:cNvCxnSpPr>
            <p:nvPr/>
          </p:nvCxnSpPr>
          <p:spPr>
            <a:xfrm flipV="1">
              <a:off x="706204" y="4363804"/>
              <a:ext cx="436796" cy="42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64F6D90-1CEF-440B-AC7A-BDD66DE7019A}"/>
                </a:ext>
              </a:extLst>
            </p:cNvPr>
            <p:cNvCxnSpPr>
              <a:cxnSpLocks/>
              <a:stCxn id="7" idx="1"/>
              <a:endCxn id="12" idx="5"/>
            </p:cNvCxnSpPr>
            <p:nvPr/>
          </p:nvCxnSpPr>
          <p:spPr>
            <a:xfrm flipH="1" flipV="1">
              <a:off x="1412408" y="4363804"/>
              <a:ext cx="340193" cy="3986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72458C-19EC-4DE4-B13E-DDA51CF0E287}"/>
                </a:ext>
              </a:extLst>
            </p:cNvPr>
            <p:cNvCxnSpPr>
              <a:cxnSpLocks/>
              <a:stCxn id="7" idx="3"/>
              <a:endCxn id="13" idx="7"/>
            </p:cNvCxnSpPr>
            <p:nvPr/>
          </p:nvCxnSpPr>
          <p:spPr>
            <a:xfrm flipH="1">
              <a:off x="1412408" y="5031908"/>
              <a:ext cx="340193" cy="3578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83130CC-3445-486B-87A1-46CE62E39A2C}"/>
              </a:ext>
            </a:extLst>
          </p:cNvPr>
          <p:cNvGrpSpPr/>
          <p:nvPr/>
        </p:nvGrpSpPr>
        <p:grpSpPr>
          <a:xfrm>
            <a:off x="6707892" y="1447800"/>
            <a:ext cx="1348887" cy="1913971"/>
            <a:chOff x="6707892" y="1447800"/>
            <a:chExt cx="1597908" cy="244737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454F2D0-FC13-4561-BC5D-8825EF0DD70C}"/>
                </a:ext>
              </a:extLst>
            </p:cNvPr>
            <p:cNvSpPr/>
            <p:nvPr/>
          </p:nvSpPr>
          <p:spPr>
            <a:xfrm>
              <a:off x="6707892" y="2205587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F84EFC4-A3CB-416B-B7DA-6D287099EA64}"/>
                </a:ext>
              </a:extLst>
            </p:cNvPr>
            <p:cNvSpPr/>
            <p:nvPr/>
          </p:nvSpPr>
          <p:spPr>
            <a:xfrm>
              <a:off x="7924800" y="19139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C90E8B-1890-4FEB-9450-7D7CEDDB36D0}"/>
                </a:ext>
              </a:extLst>
            </p:cNvPr>
            <p:cNvSpPr/>
            <p:nvPr/>
          </p:nvSpPr>
          <p:spPr>
            <a:xfrm>
              <a:off x="7271287" y="14478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FCAAB4F-0845-4E5C-B88D-047AB933053A}"/>
                </a:ext>
              </a:extLst>
            </p:cNvPr>
            <p:cNvSpPr/>
            <p:nvPr/>
          </p:nvSpPr>
          <p:spPr>
            <a:xfrm>
              <a:off x="7326273" y="26759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E390CDC-8139-4FEA-90DC-19F546F37CC3}"/>
                </a:ext>
              </a:extLst>
            </p:cNvPr>
            <p:cNvCxnSpPr>
              <a:cxnSpLocks/>
              <a:stCxn id="30" idx="3"/>
              <a:endCxn id="28" idx="7"/>
            </p:cNvCxnSpPr>
            <p:nvPr/>
          </p:nvCxnSpPr>
          <p:spPr>
            <a:xfrm flipH="1">
              <a:off x="7033096" y="1773004"/>
              <a:ext cx="293987" cy="4883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73D0CB6-7CE1-443C-8D43-C2B6ED75E4B2}"/>
                </a:ext>
              </a:extLst>
            </p:cNvPr>
            <p:cNvCxnSpPr>
              <a:cxnSpLocks/>
              <a:stCxn id="28" idx="5"/>
              <a:endCxn id="31" idx="1"/>
            </p:cNvCxnSpPr>
            <p:nvPr/>
          </p:nvCxnSpPr>
          <p:spPr>
            <a:xfrm>
              <a:off x="7033096" y="2530791"/>
              <a:ext cx="348973" cy="2009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3E1378B4-937B-439A-9BB2-3F441836631F}"/>
                </a:ext>
              </a:extLst>
            </p:cNvPr>
            <p:cNvSpPr/>
            <p:nvPr/>
          </p:nvSpPr>
          <p:spPr>
            <a:xfrm>
              <a:off x="7327083" y="351417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573DDAC-F097-4DC1-A271-E071255162F6}"/>
                </a:ext>
              </a:extLst>
            </p:cNvPr>
            <p:cNvCxnSpPr>
              <a:cxnSpLocks/>
              <a:stCxn id="29" idx="2"/>
              <a:endCxn id="31" idx="0"/>
            </p:cNvCxnSpPr>
            <p:nvPr/>
          </p:nvCxnSpPr>
          <p:spPr>
            <a:xfrm flipH="1">
              <a:off x="7516773" y="2104471"/>
              <a:ext cx="408027" cy="571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7B6D7E7D-946B-4687-9015-C81EE951D748}"/>
                </a:ext>
              </a:extLst>
            </p:cNvPr>
            <p:cNvCxnSpPr>
              <a:cxnSpLocks/>
              <a:stCxn id="31" idx="6"/>
              <a:endCxn id="29" idx="3"/>
            </p:cNvCxnSpPr>
            <p:nvPr/>
          </p:nvCxnSpPr>
          <p:spPr>
            <a:xfrm flipV="1">
              <a:off x="7707273" y="2239175"/>
              <a:ext cx="273323" cy="6272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47481A55-333D-407C-9168-DBC84DEB90C8}"/>
                </a:ext>
              </a:extLst>
            </p:cNvPr>
            <p:cNvCxnSpPr>
              <a:cxnSpLocks/>
              <a:stCxn id="31" idx="4"/>
              <a:endCxn id="81" idx="0"/>
            </p:cNvCxnSpPr>
            <p:nvPr/>
          </p:nvCxnSpPr>
          <p:spPr>
            <a:xfrm>
              <a:off x="7516773" y="3056971"/>
              <a:ext cx="810" cy="45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BC630A93-3C8E-4D88-8CC7-80854AC6F83E}"/>
                </a:ext>
              </a:extLst>
            </p:cNvPr>
            <p:cNvCxnSpPr>
              <a:cxnSpLocks/>
              <a:stCxn id="81" idx="7"/>
              <a:endCxn id="29" idx="4"/>
            </p:cNvCxnSpPr>
            <p:nvPr/>
          </p:nvCxnSpPr>
          <p:spPr>
            <a:xfrm flipV="1">
              <a:off x="7652287" y="2294971"/>
              <a:ext cx="463013" cy="12749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3">
            <a:extLst>
              <a:ext uri="{FF2B5EF4-FFF2-40B4-BE49-F238E27FC236}">
                <a16:creationId xmlns:a16="http://schemas.microsoft.com/office/drawing/2014/main" id="{B4DBBDF2-8727-4191-8440-F1B40188CE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3613979"/>
            <a:ext cx="8153400" cy="2819275"/>
          </a:xfrm>
        </p:spPr>
        <p:txBody>
          <a:bodyPr>
            <a:normAutofit fontScale="775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Degree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vertex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 </a:t>
            </a:r>
            <a:r>
              <a:rPr lang="en-US" altLang="en-US" sz="1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undirected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 is the number of edges incident on vertex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3, d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 d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3, d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G be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digraph.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in-degree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19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9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vertex </a:t>
            </a:r>
            <a:r>
              <a:rPr lang="en-US" alt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edges incident to vertex </a:t>
            </a:r>
            <a:r>
              <a:rPr lang="en-US" alt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out-degree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19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9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vertex </a:t>
            </a:r>
            <a:r>
              <a:rPr lang="en-US" alt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edges incident from (Leaving) vertex </a:t>
            </a:r>
            <a:r>
              <a:rPr lang="en-US" alt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1(in)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0, d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1(out)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d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2(in)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d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2(out)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d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3(in)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 d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3(out)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{1,2,3,4};              E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{(1,2), (1,3), (2,3), (1,4), (3,4)}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{1,2,3,4,5,6,7};     E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{(1,2), (1,3), (4,5), (5,6), (5,7), (6,7)}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{1,2,3,4,5};           E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{(1,2), (2,3), (3,4), (4,3), (3,5), (5,4)}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1948EFB-1D56-4B6F-9114-87810D984662}"/>
              </a:ext>
            </a:extLst>
          </p:cNvPr>
          <p:cNvGrpSpPr/>
          <p:nvPr/>
        </p:nvGrpSpPr>
        <p:grpSpPr>
          <a:xfrm>
            <a:off x="3352800" y="1736791"/>
            <a:ext cx="1895424" cy="1463609"/>
            <a:chOff x="3276600" y="3810000"/>
            <a:chExt cx="2286000" cy="19812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C731679-DA3B-4EE3-82B1-739A4AA5CD0A}"/>
                </a:ext>
              </a:extLst>
            </p:cNvPr>
            <p:cNvSpPr/>
            <p:nvPr/>
          </p:nvSpPr>
          <p:spPr>
            <a:xfrm>
              <a:off x="3355093" y="4944221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CE08DB7-CD79-4F27-A49F-22E95DCD8255}"/>
                </a:ext>
              </a:extLst>
            </p:cNvPr>
            <p:cNvSpPr/>
            <p:nvPr/>
          </p:nvSpPr>
          <p:spPr>
            <a:xfrm>
              <a:off x="4106387" y="425571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3EB3A8B-B064-4B8C-B26C-D26EB461C3B7}"/>
                </a:ext>
              </a:extLst>
            </p:cNvPr>
            <p:cNvSpPr/>
            <p:nvPr/>
          </p:nvSpPr>
          <p:spPr>
            <a:xfrm>
              <a:off x="3276600" y="4065213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D249F57-48C1-48AF-A267-97D46BA0BE1A}"/>
                </a:ext>
              </a:extLst>
            </p:cNvPr>
            <p:cNvCxnSpPr>
              <a:cxnSpLocks/>
              <a:stCxn id="43" idx="0"/>
              <a:endCxn id="46" idx="4"/>
            </p:cNvCxnSpPr>
            <p:nvPr/>
          </p:nvCxnSpPr>
          <p:spPr>
            <a:xfrm flipH="1" flipV="1">
              <a:off x="3467100" y="4446213"/>
              <a:ext cx="78493" cy="498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D4AD693-E066-43DB-829F-4907249FC091}"/>
                </a:ext>
              </a:extLst>
            </p:cNvPr>
            <p:cNvCxnSpPr>
              <a:cxnSpLocks/>
              <a:stCxn id="45" idx="1"/>
              <a:endCxn id="46" idx="6"/>
            </p:cNvCxnSpPr>
            <p:nvPr/>
          </p:nvCxnSpPr>
          <p:spPr>
            <a:xfrm flipH="1" flipV="1">
              <a:off x="3657600" y="4255713"/>
              <a:ext cx="504583" cy="557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01F56A4-5F13-4DBA-8C9C-D641D60BCCB7}"/>
                </a:ext>
              </a:extLst>
            </p:cNvPr>
            <p:cNvSpPr/>
            <p:nvPr/>
          </p:nvSpPr>
          <p:spPr>
            <a:xfrm>
              <a:off x="3962400" y="541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C9B9A41-3DE8-48D4-A2F0-E711E6A20C2C}"/>
                </a:ext>
              </a:extLst>
            </p:cNvPr>
            <p:cNvSpPr/>
            <p:nvPr/>
          </p:nvSpPr>
          <p:spPr>
            <a:xfrm>
              <a:off x="5181600" y="54102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74F9421-E736-467C-AC24-AA1B2A265201}"/>
                </a:ext>
              </a:extLst>
            </p:cNvPr>
            <p:cNvSpPr/>
            <p:nvPr/>
          </p:nvSpPr>
          <p:spPr>
            <a:xfrm>
              <a:off x="4572000" y="47625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F495383-57B9-4822-804A-791875CDEE26}"/>
                </a:ext>
              </a:extLst>
            </p:cNvPr>
            <p:cNvSpPr/>
            <p:nvPr/>
          </p:nvSpPr>
          <p:spPr>
            <a:xfrm>
              <a:off x="4572000" y="3810000"/>
              <a:ext cx="381000" cy="381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2165004-2356-474B-864E-6F4E6B1FE116}"/>
                </a:ext>
              </a:extLst>
            </p:cNvPr>
            <p:cNvCxnSpPr>
              <a:cxnSpLocks/>
              <a:stCxn id="49" idx="7"/>
              <a:endCxn id="51" idx="3"/>
            </p:cNvCxnSpPr>
            <p:nvPr/>
          </p:nvCxnSpPr>
          <p:spPr>
            <a:xfrm flipV="1">
              <a:off x="4287604" y="5087704"/>
              <a:ext cx="340192" cy="378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995CE11-B64F-448B-9FDA-5385B158316A}"/>
                </a:ext>
              </a:extLst>
            </p:cNvPr>
            <p:cNvCxnSpPr>
              <a:cxnSpLocks/>
              <a:stCxn id="50" idx="1"/>
              <a:endCxn id="51" idx="5"/>
            </p:cNvCxnSpPr>
            <p:nvPr/>
          </p:nvCxnSpPr>
          <p:spPr>
            <a:xfrm flipH="1" flipV="1">
              <a:off x="4897204" y="5087704"/>
              <a:ext cx="340192" cy="378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1D57904-4108-4C53-BA6D-536D170F9609}"/>
                </a:ext>
              </a:extLst>
            </p:cNvPr>
            <p:cNvCxnSpPr>
              <a:cxnSpLocks/>
              <a:stCxn id="51" idx="0"/>
              <a:endCxn id="55" idx="4"/>
            </p:cNvCxnSpPr>
            <p:nvPr/>
          </p:nvCxnSpPr>
          <p:spPr>
            <a:xfrm flipV="1">
              <a:off x="4762500" y="4191000"/>
              <a:ext cx="0" cy="571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B4B890D-7601-4284-B9C7-645B0E00316F}"/>
                </a:ext>
              </a:extLst>
            </p:cNvPr>
            <p:cNvCxnSpPr>
              <a:cxnSpLocks/>
              <a:stCxn id="50" idx="2"/>
              <a:endCxn id="49" idx="6"/>
            </p:cNvCxnSpPr>
            <p:nvPr/>
          </p:nvCxnSpPr>
          <p:spPr>
            <a:xfrm flipH="1">
              <a:off x="4343400" y="5600700"/>
              <a:ext cx="838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84258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1D8A7-3CC2-480E-A54D-5F809950B9E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z="3200" dirty="0"/>
              <a:t>Tree vs Graph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932B53-1DCA-4AE9-8ED6-8FA7B0EC6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" y="1524000"/>
            <a:ext cx="7467600" cy="4843971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6067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Some Applications of Graphs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B4DBBDF2-8727-4191-8440-F1B40188CE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153400" cy="4724400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Airlines Routes/ Railways Routes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can be Distance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can be Fare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can be time taken</a:t>
            </a:r>
            <a:endParaRPr lang="en-US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Projects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can represent stage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 can represent an activity between two stages</a:t>
            </a:r>
          </a:p>
          <a:p>
            <a:pPr lvl="2"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to an Activity can be time, cost,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Network. Each tower can represent a Node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can be Distance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can be the Type of Communication between two towers (3g, 4g, 5g,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 like Molecular Structure of a chemical compound, Genetic studies, Statistical Mechanics, social sciences,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317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Graphs Representation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BFF1594D-02C2-4F01-8685-960A5D3A9867}"/>
              </a:ext>
            </a:extLst>
          </p:cNvPr>
          <p:cNvSpPr txBox="1">
            <a:spLocks noChangeArrowheads="1"/>
          </p:cNvSpPr>
          <p:nvPr/>
        </p:nvSpPr>
        <p:spPr>
          <a:xfrm>
            <a:off x="288587" y="1441691"/>
            <a:ext cx="8229600" cy="1663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graphs to be computationally useful, they have to be conveniently represented in programs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computer representations of graphs: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Adjacency matrix representation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Adjacency lists representation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2E637F-A507-4544-9EB7-7E96C5043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038" y="3276600"/>
            <a:ext cx="5772150" cy="16637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25F9F-95A7-4954-9693-2EFBC5254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38" y="4940373"/>
            <a:ext cx="5772150" cy="15290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9540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Adjacency Lists Representation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BFF1594D-02C2-4F01-8685-960A5D3A9867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520945"/>
            <a:ext cx="8229600" cy="4727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 of n nodes is represented by a one-dimensional array L of linked lists, where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is the linked list containing all the nodes adjacent from node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nodes in the list L[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are in no particular order</a:t>
            </a:r>
          </a:p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on space (memory): the representation takes as many memory words as there are nodes and edge.</a:t>
            </a:r>
          </a:p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take up to O(n) time to determine if a pair of nodes 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 is an edge: one would have to search the linked list L[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which takes time proportional to the length of L[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4C2C13D-63FA-4BA9-945F-527F03E15F72}"/>
              </a:ext>
            </a:extLst>
          </p:cNvPr>
          <p:cNvSpPr txBox="1">
            <a:spLocks noChangeArrowheads="1"/>
          </p:cNvSpPr>
          <p:nvPr/>
        </p:nvSpPr>
        <p:spPr>
          <a:xfrm>
            <a:off x="525293" y="3409544"/>
            <a:ext cx="6798013" cy="2596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96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Adjacency Matrix Representation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BFF1594D-02C2-4F01-8685-960A5D3A9867}"/>
              </a:ext>
            </a:extLst>
          </p:cNvPr>
          <p:cNvSpPr txBox="1">
            <a:spLocks noChangeArrowheads="1"/>
          </p:cNvSpPr>
          <p:nvPr/>
        </p:nvSpPr>
        <p:spPr>
          <a:xfrm>
            <a:off x="288587" y="1441689"/>
            <a:ext cx="8229600" cy="46722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representation, each graph of n nodes, (without parallel edges) is represented by an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NxN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 A, that is, a two-dimensional array A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nodes are (re)-labeled 1,2,…,n</a:t>
            </a: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</a:t>
            </a:r>
            <a:r>
              <a:rPr lang="en-US" alt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 = 1 if (</a:t>
            </a:r>
            <a:r>
              <a:rPr lang="en-US" alt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 is an edge</a:t>
            </a:r>
          </a:p>
          <a:p>
            <a:pPr algn="just"/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A[</a:t>
            </a:r>
            <a:r>
              <a:rPr lang="en-US" alt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 = 0 if (</a:t>
            </a:r>
            <a:r>
              <a:rPr lang="en-US" alt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 is not an edge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to implement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and fast to tell if a pair (</a:t>
            </a:r>
            <a:r>
              <a:rPr lang="en-US" alt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 is an edge: simply check if A[</a:t>
            </a:r>
            <a:r>
              <a:rPr lang="en-US" alt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 is 1 or 0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matter how few edges the graph has, the matrix takes O(n</a:t>
            </a:r>
            <a:r>
              <a:rPr lang="en-US" altLang="en-US" sz="19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memory</a:t>
            </a: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986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Traversal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BFF1594D-02C2-4F01-8685-960A5D3A9867}"/>
              </a:ext>
            </a:extLst>
          </p:cNvPr>
          <p:cNvSpPr txBox="1">
            <a:spLocks noChangeArrowheads="1"/>
          </p:cNvSpPr>
          <p:nvPr/>
        </p:nvSpPr>
        <p:spPr>
          <a:xfrm>
            <a:off x="288587" y="1441690"/>
            <a:ext cx="8229600" cy="38161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standard graph traversal techniques: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Breadth-First Search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(BFS)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Depth-First Search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(DFS)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both BFS and DFS, the nodes of the undirected graph are visited in a systematic manner so that every node is visited exactly one.</a:t>
            </a:r>
          </a:p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BFS and DFS give rise to a tree: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node x is visited, it is labeled as visited, and it is added to the tree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traversal got to node x from node y, y is viewed as the parent of x, and x a child of y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682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Breadth-First Search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4" name="Text Box 5">
            <a:extLst>
              <a:ext uri="{FF2B5EF4-FFF2-40B4-BE49-F238E27FC236}">
                <a16:creationId xmlns:a16="http://schemas.microsoft.com/office/drawing/2014/main" id="{F187BDD9-1209-41ED-A6C9-E0A4FDED5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371600"/>
            <a:ext cx="8643026" cy="5102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follows the following rules: </a:t>
            </a:r>
          </a:p>
          <a:p>
            <a:pPr marL="838200" lvl="1" indent="-381000" algn="just">
              <a:buFontTx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an unvisited node x, visit it, have it be the root in a BFS tree being formed. Its level is called the current level. </a:t>
            </a:r>
          </a:p>
          <a:p>
            <a:pPr marL="838200" lvl="1" indent="-381000" algn="just">
              <a:buFontTx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each node z in the current level, in the order in which the level nodes were visited, visit all the unvisited neighbors of z. The newly visited nodes from this level form a new level that becomes the next current level. </a:t>
            </a:r>
          </a:p>
          <a:p>
            <a:pPr marL="838200" lvl="1" indent="-381000" algn="just">
              <a:buFontTx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 2 until no more nodes can be visited. </a:t>
            </a:r>
          </a:p>
          <a:p>
            <a:pPr marL="838200" lvl="1" indent="-381000" algn="just">
              <a:buFontTx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are still unvisited nodes, repeat from Step 1. </a:t>
            </a:r>
          </a:p>
          <a:p>
            <a:pPr marL="457200" indent="-457200"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node visited in each level is the first node from which to proceed to visit new nodes.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that a queue is the proper data structure to remember the order of the steps</a:t>
            </a:r>
          </a:p>
        </p:txBody>
      </p:sp>
    </p:spTree>
    <p:extLst>
      <p:ext uri="{BB962C8B-B14F-4D97-AF65-F5344CB8AC3E}">
        <p14:creationId xmlns:p14="http://schemas.microsoft.com/office/powerpoint/2010/main" val="913795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BFS: the Color Scheme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4" name="Text Box 5">
            <a:extLst>
              <a:ext uri="{FF2B5EF4-FFF2-40B4-BE49-F238E27FC236}">
                <a16:creationId xmlns:a16="http://schemas.microsoft.com/office/drawing/2014/main" id="{F187BDD9-1209-41ED-A6C9-E0A4FDED5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371600"/>
            <a:ext cx="8643026" cy="3877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vertices have not been discovered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vertices start out white</a:t>
            </a:r>
          </a:p>
          <a:p>
            <a:pPr marL="457200" indent="-457200" algn="just">
              <a:lnSpc>
                <a:spcPct val="9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Grey vertices are discovered but not fully explored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may be adjacent to white vertices</a:t>
            </a:r>
          </a:p>
          <a:p>
            <a:pPr marL="457200" indent="-457200" algn="just">
              <a:lnSpc>
                <a:spcPct val="9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vertices are discovered and fully explored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adjacent only to black and gray vertices</a:t>
            </a:r>
          </a:p>
          <a:p>
            <a:pPr marL="457200" indent="-457200" algn="just">
              <a:lnSpc>
                <a:spcPct val="9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vertices by scanning adjacency list of grey vertices</a:t>
            </a:r>
          </a:p>
        </p:txBody>
      </p:sp>
    </p:spTree>
    <p:extLst>
      <p:ext uri="{BB962C8B-B14F-4D97-AF65-F5344CB8AC3E}">
        <p14:creationId xmlns:p14="http://schemas.microsoft.com/office/powerpoint/2010/main" val="3840148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24</a:t>
            </a:fld>
            <a:endParaRPr lang="en-US" dirty="0"/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84E3860-A118-45C4-9155-DA0454286F97}"/>
              </a:ext>
            </a:extLst>
          </p:cNvPr>
          <p:cNvGrpSpPr/>
          <p:nvPr/>
        </p:nvGrpSpPr>
        <p:grpSpPr>
          <a:xfrm>
            <a:off x="1143000" y="1447800"/>
            <a:ext cx="5816067" cy="4876800"/>
            <a:chOff x="1143000" y="609600"/>
            <a:chExt cx="6858000" cy="5715000"/>
          </a:xfrm>
        </p:grpSpPr>
        <p:sp>
          <p:nvSpPr>
            <p:cNvPr id="90" name="Oval 2">
              <a:extLst>
                <a:ext uri="{FF2B5EF4-FFF2-40B4-BE49-F238E27FC236}">
                  <a16:creationId xmlns:a16="http://schemas.microsoft.com/office/drawing/2014/main" id="{95292E3D-750E-459E-8175-6F85E27C6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609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A</a:t>
              </a:r>
            </a:p>
          </p:txBody>
        </p:sp>
        <p:sp>
          <p:nvSpPr>
            <p:cNvPr id="91" name="Oval 3">
              <a:extLst>
                <a:ext uri="{FF2B5EF4-FFF2-40B4-BE49-F238E27FC236}">
                  <a16:creationId xmlns:a16="http://schemas.microsoft.com/office/drawing/2014/main" id="{9ADF8059-37A5-4276-8231-88071B370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O</a:t>
              </a:r>
            </a:p>
          </p:txBody>
        </p:sp>
        <p:sp>
          <p:nvSpPr>
            <p:cNvPr id="92" name="Oval 4">
              <a:extLst>
                <a:ext uri="{FF2B5EF4-FFF2-40B4-BE49-F238E27FC236}">
                  <a16:creationId xmlns:a16="http://schemas.microsoft.com/office/drawing/2014/main" id="{4A731DB6-B728-475D-B693-7128E9DEA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N</a:t>
              </a:r>
            </a:p>
          </p:txBody>
        </p:sp>
        <p:sp>
          <p:nvSpPr>
            <p:cNvPr id="93" name="Oval 5">
              <a:extLst>
                <a:ext uri="{FF2B5EF4-FFF2-40B4-BE49-F238E27FC236}">
                  <a16:creationId xmlns:a16="http://schemas.microsoft.com/office/drawing/2014/main" id="{094BACA5-B86E-4193-AD7B-82DCA9124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M</a:t>
              </a:r>
            </a:p>
          </p:txBody>
        </p:sp>
        <p:sp>
          <p:nvSpPr>
            <p:cNvPr id="94" name="Oval 6">
              <a:extLst>
                <a:ext uri="{FF2B5EF4-FFF2-40B4-BE49-F238E27FC236}">
                  <a16:creationId xmlns:a16="http://schemas.microsoft.com/office/drawing/2014/main" id="{2DBBB4A6-ACD4-4A4E-8CF9-E7EF23C6F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3911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L</a:t>
              </a:r>
            </a:p>
          </p:txBody>
        </p:sp>
        <p:sp>
          <p:nvSpPr>
            <p:cNvPr id="95" name="Oval 7">
              <a:extLst>
                <a:ext uri="{FF2B5EF4-FFF2-40B4-BE49-F238E27FC236}">
                  <a16:creationId xmlns:a16="http://schemas.microsoft.com/office/drawing/2014/main" id="{F33EC326-3AC5-4AB4-8AA0-62A7460ED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911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K</a:t>
              </a:r>
            </a:p>
          </p:txBody>
        </p:sp>
        <p:sp>
          <p:nvSpPr>
            <p:cNvPr id="96" name="Oval 8">
              <a:extLst>
                <a:ext uri="{FF2B5EF4-FFF2-40B4-BE49-F238E27FC236}">
                  <a16:creationId xmlns:a16="http://schemas.microsoft.com/office/drawing/2014/main" id="{DBDA7606-8833-4FB2-A651-C551C1CF0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3911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J</a:t>
              </a:r>
            </a:p>
          </p:txBody>
        </p:sp>
        <p:sp>
          <p:nvSpPr>
            <p:cNvPr id="97" name="Oval 9">
              <a:extLst>
                <a:ext uri="{FF2B5EF4-FFF2-40B4-BE49-F238E27FC236}">
                  <a16:creationId xmlns:a16="http://schemas.microsoft.com/office/drawing/2014/main" id="{CB159DD6-142F-43B9-B84E-1DBDBA44B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2260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E</a:t>
              </a:r>
            </a:p>
          </p:txBody>
        </p:sp>
        <p:sp>
          <p:nvSpPr>
            <p:cNvPr id="98" name="Oval 10">
              <a:extLst>
                <a:ext uri="{FF2B5EF4-FFF2-40B4-BE49-F238E27FC236}">
                  <a16:creationId xmlns:a16="http://schemas.microsoft.com/office/drawing/2014/main" id="{C86B40D9-AFC8-4DB5-9638-28E6F513A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2260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F</a:t>
              </a:r>
            </a:p>
          </p:txBody>
        </p:sp>
        <p:sp>
          <p:nvSpPr>
            <p:cNvPr id="99" name="Oval 11">
              <a:extLst>
                <a:ext uri="{FF2B5EF4-FFF2-40B4-BE49-F238E27FC236}">
                  <a16:creationId xmlns:a16="http://schemas.microsoft.com/office/drawing/2014/main" id="{D3101344-B45B-48E4-8733-C8E4593D5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260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G</a:t>
              </a:r>
            </a:p>
          </p:txBody>
        </p:sp>
        <p:sp>
          <p:nvSpPr>
            <p:cNvPr id="100" name="Oval 12">
              <a:extLst>
                <a:ext uri="{FF2B5EF4-FFF2-40B4-BE49-F238E27FC236}">
                  <a16:creationId xmlns:a16="http://schemas.microsoft.com/office/drawing/2014/main" id="{79ACB86A-60B3-4EE1-9486-0C1DB425A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2260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H</a:t>
              </a:r>
            </a:p>
          </p:txBody>
        </p:sp>
        <p:sp>
          <p:nvSpPr>
            <p:cNvPr id="101" name="Oval 13">
              <a:extLst>
                <a:ext uri="{FF2B5EF4-FFF2-40B4-BE49-F238E27FC236}">
                  <a16:creationId xmlns:a16="http://schemas.microsoft.com/office/drawing/2014/main" id="{7611D0A1-9B2E-49F0-A660-CAB2641CB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609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D</a:t>
              </a:r>
            </a:p>
          </p:txBody>
        </p:sp>
        <p:sp>
          <p:nvSpPr>
            <p:cNvPr id="102" name="Oval 14">
              <a:extLst>
                <a:ext uri="{FF2B5EF4-FFF2-40B4-BE49-F238E27FC236}">
                  <a16:creationId xmlns:a16="http://schemas.microsoft.com/office/drawing/2014/main" id="{655B7B2F-B594-4603-BF6F-AD81C21A6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609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C</a:t>
              </a:r>
            </a:p>
          </p:txBody>
        </p:sp>
        <p:sp>
          <p:nvSpPr>
            <p:cNvPr id="103" name="Oval 15">
              <a:extLst>
                <a:ext uri="{FF2B5EF4-FFF2-40B4-BE49-F238E27FC236}">
                  <a16:creationId xmlns:a16="http://schemas.microsoft.com/office/drawing/2014/main" id="{5EF54F20-553C-4C77-8B7E-83099E2E6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609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B</a:t>
              </a:r>
            </a:p>
          </p:txBody>
        </p:sp>
        <p:sp>
          <p:nvSpPr>
            <p:cNvPr id="104" name="Oval 16">
              <a:extLst>
                <a:ext uri="{FF2B5EF4-FFF2-40B4-BE49-F238E27FC236}">
                  <a16:creationId xmlns:a16="http://schemas.microsoft.com/office/drawing/2014/main" id="{0253AA2A-68C5-487F-9B1D-386F2AAE6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911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I</a:t>
              </a:r>
            </a:p>
          </p:txBody>
        </p:sp>
        <p:sp>
          <p:nvSpPr>
            <p:cNvPr id="105" name="Oval 17">
              <a:extLst>
                <a:ext uri="{FF2B5EF4-FFF2-40B4-BE49-F238E27FC236}">
                  <a16:creationId xmlns:a16="http://schemas.microsoft.com/office/drawing/2014/main" id="{FCDB8435-46E9-432E-861E-5259F32E0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P</a:t>
              </a:r>
            </a:p>
          </p:txBody>
        </p:sp>
        <p:cxnSp>
          <p:nvCxnSpPr>
            <p:cNvPr id="106" name="AutoShape 18">
              <a:extLst>
                <a:ext uri="{FF2B5EF4-FFF2-40B4-BE49-F238E27FC236}">
                  <a16:creationId xmlns:a16="http://schemas.microsoft.com/office/drawing/2014/main" id="{3A9DBB80-38BF-4798-B315-895D99030040}"/>
                </a:ext>
              </a:extLst>
            </p:cNvPr>
            <p:cNvCxnSpPr>
              <a:cxnSpLocks noChangeShapeType="1"/>
              <a:stCxn id="90" idx="5"/>
              <a:endCxn id="98" idx="1"/>
            </p:cNvCxnSpPr>
            <p:nvPr/>
          </p:nvCxnSpPr>
          <p:spPr bwMode="auto">
            <a:xfrm>
              <a:off x="1728788" y="1279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7" name="AutoShape 19">
              <a:extLst>
                <a:ext uri="{FF2B5EF4-FFF2-40B4-BE49-F238E27FC236}">
                  <a16:creationId xmlns:a16="http://schemas.microsoft.com/office/drawing/2014/main" id="{A16C0D69-1A55-4577-9C5C-989772CFF272}"/>
                </a:ext>
              </a:extLst>
            </p:cNvPr>
            <p:cNvCxnSpPr>
              <a:cxnSpLocks noChangeShapeType="1"/>
              <a:stCxn id="102" idx="6"/>
              <a:endCxn id="101" idx="2"/>
            </p:cNvCxnSpPr>
            <p:nvPr/>
          </p:nvCxnSpPr>
          <p:spPr bwMode="auto">
            <a:xfrm>
              <a:off x="5962650" y="990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" name="AutoShape 20">
              <a:extLst>
                <a:ext uri="{FF2B5EF4-FFF2-40B4-BE49-F238E27FC236}">
                  <a16:creationId xmlns:a16="http://schemas.microsoft.com/office/drawing/2014/main" id="{6D5E58A8-4B5E-4EEE-A70B-9573498676A7}"/>
                </a:ext>
              </a:extLst>
            </p:cNvPr>
            <p:cNvCxnSpPr>
              <a:cxnSpLocks noChangeShapeType="1"/>
              <a:stCxn id="104" idx="6"/>
              <a:endCxn id="96" idx="2"/>
            </p:cNvCxnSpPr>
            <p:nvPr/>
          </p:nvCxnSpPr>
          <p:spPr bwMode="auto">
            <a:xfrm>
              <a:off x="1847850" y="4292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9" name="AutoShape 21">
              <a:extLst>
                <a:ext uri="{FF2B5EF4-FFF2-40B4-BE49-F238E27FC236}">
                  <a16:creationId xmlns:a16="http://schemas.microsoft.com/office/drawing/2014/main" id="{52343B51-24BD-4CE6-A8BA-FF30E445A38B}"/>
                </a:ext>
              </a:extLst>
            </p:cNvPr>
            <p:cNvCxnSpPr>
              <a:cxnSpLocks noChangeShapeType="1"/>
              <a:stCxn id="97" idx="6"/>
              <a:endCxn id="98" idx="2"/>
            </p:cNvCxnSpPr>
            <p:nvPr/>
          </p:nvCxnSpPr>
          <p:spPr bwMode="auto">
            <a:xfrm>
              <a:off x="1847850" y="2641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0" name="AutoShape 22">
              <a:extLst>
                <a:ext uri="{FF2B5EF4-FFF2-40B4-BE49-F238E27FC236}">
                  <a16:creationId xmlns:a16="http://schemas.microsoft.com/office/drawing/2014/main" id="{EEA7EE3F-E7FE-4635-A715-4291B2E0EC76}"/>
                </a:ext>
              </a:extLst>
            </p:cNvPr>
            <p:cNvCxnSpPr>
              <a:cxnSpLocks noChangeShapeType="1"/>
              <a:stCxn id="103" idx="6"/>
              <a:endCxn id="102" idx="2"/>
            </p:cNvCxnSpPr>
            <p:nvPr/>
          </p:nvCxnSpPr>
          <p:spPr bwMode="auto">
            <a:xfrm>
              <a:off x="3905250" y="990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1" name="AutoShape 23">
              <a:extLst>
                <a:ext uri="{FF2B5EF4-FFF2-40B4-BE49-F238E27FC236}">
                  <a16:creationId xmlns:a16="http://schemas.microsoft.com/office/drawing/2014/main" id="{FC15CAE4-4037-46C6-984C-E6F339DF2535}"/>
                </a:ext>
              </a:extLst>
            </p:cNvPr>
            <p:cNvCxnSpPr>
              <a:cxnSpLocks noChangeShapeType="1"/>
              <a:stCxn id="90" idx="6"/>
              <a:endCxn id="103" idx="2"/>
            </p:cNvCxnSpPr>
            <p:nvPr/>
          </p:nvCxnSpPr>
          <p:spPr bwMode="auto">
            <a:xfrm>
              <a:off x="1847850" y="990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" name="AutoShape 24">
              <a:extLst>
                <a:ext uri="{FF2B5EF4-FFF2-40B4-BE49-F238E27FC236}">
                  <a16:creationId xmlns:a16="http://schemas.microsoft.com/office/drawing/2014/main" id="{DD62FCF3-1860-42CF-B639-A6B395A42BB5}"/>
                </a:ext>
              </a:extLst>
            </p:cNvPr>
            <p:cNvCxnSpPr>
              <a:cxnSpLocks noChangeShapeType="1"/>
              <a:stCxn id="99" idx="5"/>
              <a:endCxn id="94" idx="1"/>
            </p:cNvCxnSpPr>
            <p:nvPr/>
          </p:nvCxnSpPr>
          <p:spPr bwMode="auto">
            <a:xfrm>
              <a:off x="5843588" y="2930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" name="AutoShape 25">
              <a:extLst>
                <a:ext uri="{FF2B5EF4-FFF2-40B4-BE49-F238E27FC236}">
                  <a16:creationId xmlns:a16="http://schemas.microsoft.com/office/drawing/2014/main" id="{F752C564-B1CE-42E9-9A5E-F542152436C0}"/>
                </a:ext>
              </a:extLst>
            </p:cNvPr>
            <p:cNvCxnSpPr>
              <a:cxnSpLocks noChangeShapeType="1"/>
              <a:stCxn id="104" idx="5"/>
              <a:endCxn id="92" idx="1"/>
            </p:cNvCxnSpPr>
            <p:nvPr/>
          </p:nvCxnSpPr>
          <p:spPr bwMode="auto">
            <a:xfrm>
              <a:off x="1728788" y="4581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4" name="AutoShape 26">
              <a:extLst>
                <a:ext uri="{FF2B5EF4-FFF2-40B4-BE49-F238E27FC236}">
                  <a16:creationId xmlns:a16="http://schemas.microsoft.com/office/drawing/2014/main" id="{1BC4BFB5-51D6-4499-B38D-E299D4FD0EF0}"/>
                </a:ext>
              </a:extLst>
            </p:cNvPr>
            <p:cNvCxnSpPr>
              <a:cxnSpLocks noChangeShapeType="1"/>
              <a:stCxn id="104" idx="4"/>
              <a:endCxn id="93" idx="0"/>
            </p:cNvCxnSpPr>
            <p:nvPr/>
          </p:nvCxnSpPr>
          <p:spPr bwMode="auto">
            <a:xfrm>
              <a:off x="1485900" y="4692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" name="AutoShape 27">
              <a:extLst>
                <a:ext uri="{FF2B5EF4-FFF2-40B4-BE49-F238E27FC236}">
                  <a16:creationId xmlns:a16="http://schemas.microsoft.com/office/drawing/2014/main" id="{7D86FCA5-BAE6-4733-9342-4440574AE883}"/>
                </a:ext>
              </a:extLst>
            </p:cNvPr>
            <p:cNvCxnSpPr>
              <a:cxnSpLocks noChangeShapeType="1"/>
              <a:stCxn id="97" idx="4"/>
              <a:endCxn id="104" idx="0"/>
            </p:cNvCxnSpPr>
            <p:nvPr/>
          </p:nvCxnSpPr>
          <p:spPr bwMode="auto">
            <a:xfrm>
              <a:off x="1485900" y="3041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" name="AutoShape 28">
              <a:extLst>
                <a:ext uri="{FF2B5EF4-FFF2-40B4-BE49-F238E27FC236}">
                  <a16:creationId xmlns:a16="http://schemas.microsoft.com/office/drawing/2014/main" id="{D38EA399-B7F0-4228-B9DA-4FEB253C1650}"/>
                </a:ext>
              </a:extLst>
            </p:cNvPr>
            <p:cNvCxnSpPr>
              <a:cxnSpLocks noChangeShapeType="1"/>
              <a:stCxn id="90" idx="4"/>
              <a:endCxn id="97" idx="0"/>
            </p:cNvCxnSpPr>
            <p:nvPr/>
          </p:nvCxnSpPr>
          <p:spPr bwMode="auto">
            <a:xfrm>
              <a:off x="1485900" y="1390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" name="AutoShape 29">
              <a:extLst>
                <a:ext uri="{FF2B5EF4-FFF2-40B4-BE49-F238E27FC236}">
                  <a16:creationId xmlns:a16="http://schemas.microsoft.com/office/drawing/2014/main" id="{E242C063-9842-46C9-BC6A-812D77924030}"/>
                </a:ext>
              </a:extLst>
            </p:cNvPr>
            <p:cNvCxnSpPr>
              <a:cxnSpLocks noChangeShapeType="1"/>
              <a:stCxn id="100" idx="0"/>
              <a:endCxn id="101" idx="4"/>
            </p:cNvCxnSpPr>
            <p:nvPr/>
          </p:nvCxnSpPr>
          <p:spPr bwMode="auto">
            <a:xfrm flipV="1">
              <a:off x="7658100" y="1390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8" name="AutoShape 30">
              <a:extLst>
                <a:ext uri="{FF2B5EF4-FFF2-40B4-BE49-F238E27FC236}">
                  <a16:creationId xmlns:a16="http://schemas.microsoft.com/office/drawing/2014/main" id="{31F4F866-12D9-4DFA-BB74-55C2D474CBEE}"/>
                </a:ext>
              </a:extLst>
            </p:cNvPr>
            <p:cNvCxnSpPr>
              <a:cxnSpLocks noChangeShapeType="1"/>
              <a:stCxn id="99" idx="7"/>
              <a:endCxn id="101" idx="3"/>
            </p:cNvCxnSpPr>
            <p:nvPr/>
          </p:nvCxnSpPr>
          <p:spPr bwMode="auto">
            <a:xfrm flipV="1">
              <a:off x="5843588" y="1279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9" name="AutoShape 31">
              <a:extLst>
                <a:ext uri="{FF2B5EF4-FFF2-40B4-BE49-F238E27FC236}">
                  <a16:creationId xmlns:a16="http://schemas.microsoft.com/office/drawing/2014/main" id="{D1467426-BE13-4AF4-8657-12174395021F}"/>
                </a:ext>
              </a:extLst>
            </p:cNvPr>
            <p:cNvCxnSpPr>
              <a:cxnSpLocks noChangeShapeType="1"/>
              <a:stCxn id="104" idx="7"/>
              <a:endCxn id="98" idx="3"/>
            </p:cNvCxnSpPr>
            <p:nvPr/>
          </p:nvCxnSpPr>
          <p:spPr bwMode="auto">
            <a:xfrm flipV="1">
              <a:off x="1728788" y="2930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0" name="AutoShape 32">
              <a:extLst>
                <a:ext uri="{FF2B5EF4-FFF2-40B4-BE49-F238E27FC236}">
                  <a16:creationId xmlns:a16="http://schemas.microsoft.com/office/drawing/2014/main" id="{B31058A7-7231-4304-B660-D2BB7915B885}"/>
                </a:ext>
              </a:extLst>
            </p:cNvPr>
            <p:cNvCxnSpPr>
              <a:cxnSpLocks noChangeShapeType="1"/>
              <a:stCxn id="96" idx="7"/>
              <a:endCxn id="99" idx="3"/>
            </p:cNvCxnSpPr>
            <p:nvPr/>
          </p:nvCxnSpPr>
          <p:spPr bwMode="auto">
            <a:xfrm flipV="1">
              <a:off x="3786188" y="2930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" name="AutoShape 33">
              <a:extLst>
                <a:ext uri="{FF2B5EF4-FFF2-40B4-BE49-F238E27FC236}">
                  <a16:creationId xmlns:a16="http://schemas.microsoft.com/office/drawing/2014/main" id="{6F1F47FF-EB31-422A-897D-E509A0734F74}"/>
                </a:ext>
              </a:extLst>
            </p:cNvPr>
            <p:cNvCxnSpPr>
              <a:cxnSpLocks noChangeShapeType="1"/>
              <a:stCxn id="96" idx="6"/>
              <a:endCxn id="95" idx="2"/>
            </p:cNvCxnSpPr>
            <p:nvPr/>
          </p:nvCxnSpPr>
          <p:spPr bwMode="auto">
            <a:xfrm>
              <a:off x="3905250" y="4292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2" name="AutoShape 34">
              <a:extLst>
                <a:ext uri="{FF2B5EF4-FFF2-40B4-BE49-F238E27FC236}">
                  <a16:creationId xmlns:a16="http://schemas.microsoft.com/office/drawing/2014/main" id="{0B29C360-3463-4BCE-B642-6DA8B0B6D4EC}"/>
                </a:ext>
              </a:extLst>
            </p:cNvPr>
            <p:cNvCxnSpPr>
              <a:cxnSpLocks noChangeShapeType="1"/>
              <a:stCxn id="91" idx="6"/>
              <a:endCxn id="105" idx="2"/>
            </p:cNvCxnSpPr>
            <p:nvPr/>
          </p:nvCxnSpPr>
          <p:spPr bwMode="auto">
            <a:xfrm>
              <a:off x="5962650" y="5943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" name="AutoShape 35">
              <a:extLst>
                <a:ext uri="{FF2B5EF4-FFF2-40B4-BE49-F238E27FC236}">
                  <a16:creationId xmlns:a16="http://schemas.microsoft.com/office/drawing/2014/main" id="{D6542E21-B1F9-4A96-B7C5-ACBF989E21D1}"/>
                </a:ext>
              </a:extLst>
            </p:cNvPr>
            <p:cNvCxnSpPr>
              <a:cxnSpLocks noChangeShapeType="1"/>
              <a:stCxn id="93" idx="6"/>
              <a:endCxn id="92" idx="2"/>
            </p:cNvCxnSpPr>
            <p:nvPr/>
          </p:nvCxnSpPr>
          <p:spPr bwMode="auto">
            <a:xfrm>
              <a:off x="1847850" y="5943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4" name="AutoShape 36">
              <a:extLst>
                <a:ext uri="{FF2B5EF4-FFF2-40B4-BE49-F238E27FC236}">
                  <a16:creationId xmlns:a16="http://schemas.microsoft.com/office/drawing/2014/main" id="{1CD2E1CB-BCAE-4C05-A27A-12FAB53C0F1E}"/>
                </a:ext>
              </a:extLst>
            </p:cNvPr>
            <p:cNvCxnSpPr>
              <a:cxnSpLocks noChangeShapeType="1"/>
              <a:stCxn id="103" idx="4"/>
              <a:endCxn id="98" idx="0"/>
            </p:cNvCxnSpPr>
            <p:nvPr/>
          </p:nvCxnSpPr>
          <p:spPr bwMode="auto">
            <a:xfrm>
              <a:off x="3543300" y="1390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5" name="AutoShape 37">
              <a:extLst>
                <a:ext uri="{FF2B5EF4-FFF2-40B4-BE49-F238E27FC236}">
                  <a16:creationId xmlns:a16="http://schemas.microsoft.com/office/drawing/2014/main" id="{621E71E8-6079-4651-92CB-C542FFC26175}"/>
                </a:ext>
              </a:extLst>
            </p:cNvPr>
            <p:cNvCxnSpPr>
              <a:cxnSpLocks noChangeShapeType="1"/>
              <a:stCxn id="99" idx="4"/>
              <a:endCxn id="95" idx="0"/>
            </p:cNvCxnSpPr>
            <p:nvPr/>
          </p:nvCxnSpPr>
          <p:spPr bwMode="auto">
            <a:xfrm>
              <a:off x="5600700" y="3041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6" name="AutoShape 38">
              <a:extLst>
                <a:ext uri="{FF2B5EF4-FFF2-40B4-BE49-F238E27FC236}">
                  <a16:creationId xmlns:a16="http://schemas.microsoft.com/office/drawing/2014/main" id="{91027C39-0F20-4405-8050-C9012ED0D5F8}"/>
                </a:ext>
              </a:extLst>
            </p:cNvPr>
            <p:cNvCxnSpPr>
              <a:cxnSpLocks noChangeShapeType="1"/>
              <a:stCxn id="95" idx="4"/>
              <a:endCxn id="91" idx="0"/>
            </p:cNvCxnSpPr>
            <p:nvPr/>
          </p:nvCxnSpPr>
          <p:spPr bwMode="auto">
            <a:xfrm>
              <a:off x="5600700" y="4692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7" name="AutoShape 39">
              <a:extLst>
                <a:ext uri="{FF2B5EF4-FFF2-40B4-BE49-F238E27FC236}">
                  <a16:creationId xmlns:a16="http://schemas.microsoft.com/office/drawing/2014/main" id="{740C3000-FBFA-446D-AF31-8C7460D38840}"/>
                </a:ext>
              </a:extLst>
            </p:cNvPr>
            <p:cNvCxnSpPr>
              <a:cxnSpLocks noChangeShapeType="1"/>
              <a:stCxn id="92" idx="7"/>
              <a:endCxn id="95" idx="3"/>
            </p:cNvCxnSpPr>
            <p:nvPr/>
          </p:nvCxnSpPr>
          <p:spPr bwMode="auto">
            <a:xfrm flipV="1">
              <a:off x="3786188" y="4581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8" name="AutoShape 40">
              <a:extLst>
                <a:ext uri="{FF2B5EF4-FFF2-40B4-BE49-F238E27FC236}">
                  <a16:creationId xmlns:a16="http://schemas.microsoft.com/office/drawing/2014/main" id="{B3240F71-4C39-476B-81F2-99D4E60E8467}"/>
                </a:ext>
              </a:extLst>
            </p:cNvPr>
            <p:cNvCxnSpPr>
              <a:cxnSpLocks noChangeShapeType="1"/>
              <a:stCxn id="102" idx="4"/>
              <a:endCxn id="99" idx="0"/>
            </p:cNvCxnSpPr>
            <p:nvPr/>
          </p:nvCxnSpPr>
          <p:spPr bwMode="auto">
            <a:xfrm>
              <a:off x="5600700" y="1390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9" name="AutoShape 41">
              <a:extLst>
                <a:ext uri="{FF2B5EF4-FFF2-40B4-BE49-F238E27FC236}">
                  <a16:creationId xmlns:a16="http://schemas.microsoft.com/office/drawing/2014/main" id="{B249435D-6CEA-4EEF-BDCD-FCBFF00FB224}"/>
                </a:ext>
              </a:extLst>
            </p:cNvPr>
            <p:cNvCxnSpPr>
              <a:cxnSpLocks noChangeShapeType="1"/>
              <a:stCxn id="100" idx="4"/>
              <a:endCxn id="94" idx="0"/>
            </p:cNvCxnSpPr>
            <p:nvPr/>
          </p:nvCxnSpPr>
          <p:spPr bwMode="auto">
            <a:xfrm>
              <a:off x="7658100" y="3041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0" name="AutoShape 42">
              <a:extLst>
                <a:ext uri="{FF2B5EF4-FFF2-40B4-BE49-F238E27FC236}">
                  <a16:creationId xmlns:a16="http://schemas.microsoft.com/office/drawing/2014/main" id="{8C2EA245-DC2A-4525-829B-87E791C34492}"/>
                </a:ext>
              </a:extLst>
            </p:cNvPr>
            <p:cNvCxnSpPr>
              <a:cxnSpLocks noChangeShapeType="1"/>
              <a:stCxn id="94" idx="4"/>
              <a:endCxn id="105" idx="0"/>
            </p:cNvCxnSpPr>
            <p:nvPr/>
          </p:nvCxnSpPr>
          <p:spPr bwMode="auto">
            <a:xfrm>
              <a:off x="7658100" y="4692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719321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25</a:t>
            </a:fld>
            <a:endParaRPr lang="en-US" dirty="0"/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732CAD0-2573-4048-A989-9964DF622EBA}"/>
              </a:ext>
            </a:extLst>
          </p:cNvPr>
          <p:cNvGrpSpPr/>
          <p:nvPr/>
        </p:nvGrpSpPr>
        <p:grpSpPr>
          <a:xfrm>
            <a:off x="762000" y="1447800"/>
            <a:ext cx="6221934" cy="4876800"/>
            <a:chOff x="685800" y="609600"/>
            <a:chExt cx="7315200" cy="5715000"/>
          </a:xfrm>
        </p:grpSpPr>
        <p:sp>
          <p:nvSpPr>
            <p:cNvPr id="177" name="Oval 2">
              <a:extLst>
                <a:ext uri="{FF2B5EF4-FFF2-40B4-BE49-F238E27FC236}">
                  <a16:creationId xmlns:a16="http://schemas.microsoft.com/office/drawing/2014/main" id="{20C842B3-56C3-46A8-915C-D07536D7E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609600"/>
              <a:ext cx="685800" cy="762000"/>
            </a:xfrm>
            <a:prstGeom prst="ellipse">
              <a:avLst/>
            </a:prstGeom>
            <a:solidFill>
              <a:srgbClr val="80808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A</a:t>
              </a:r>
            </a:p>
          </p:txBody>
        </p:sp>
        <p:sp>
          <p:nvSpPr>
            <p:cNvPr id="178" name="Oval 3">
              <a:extLst>
                <a:ext uri="{FF2B5EF4-FFF2-40B4-BE49-F238E27FC236}">
                  <a16:creationId xmlns:a16="http://schemas.microsoft.com/office/drawing/2014/main" id="{447AB66B-8A4E-452C-81B9-322DCAEE1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O</a:t>
              </a:r>
            </a:p>
          </p:txBody>
        </p:sp>
        <p:sp>
          <p:nvSpPr>
            <p:cNvPr id="179" name="Oval 4">
              <a:extLst>
                <a:ext uri="{FF2B5EF4-FFF2-40B4-BE49-F238E27FC236}">
                  <a16:creationId xmlns:a16="http://schemas.microsoft.com/office/drawing/2014/main" id="{489D254E-9A25-47C9-8C86-A43EA2351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N</a:t>
              </a:r>
            </a:p>
          </p:txBody>
        </p:sp>
        <p:sp>
          <p:nvSpPr>
            <p:cNvPr id="180" name="Oval 5">
              <a:extLst>
                <a:ext uri="{FF2B5EF4-FFF2-40B4-BE49-F238E27FC236}">
                  <a16:creationId xmlns:a16="http://schemas.microsoft.com/office/drawing/2014/main" id="{DCEB9816-9B7F-4905-889A-EE643CD6B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M</a:t>
              </a:r>
            </a:p>
          </p:txBody>
        </p:sp>
        <p:sp>
          <p:nvSpPr>
            <p:cNvPr id="181" name="Oval 6">
              <a:extLst>
                <a:ext uri="{FF2B5EF4-FFF2-40B4-BE49-F238E27FC236}">
                  <a16:creationId xmlns:a16="http://schemas.microsoft.com/office/drawing/2014/main" id="{E51F1DB0-1371-4CAE-AE71-4B99DE06B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3911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L</a:t>
              </a:r>
            </a:p>
          </p:txBody>
        </p:sp>
        <p:sp>
          <p:nvSpPr>
            <p:cNvPr id="182" name="Oval 7">
              <a:extLst>
                <a:ext uri="{FF2B5EF4-FFF2-40B4-BE49-F238E27FC236}">
                  <a16:creationId xmlns:a16="http://schemas.microsoft.com/office/drawing/2014/main" id="{8A4D055E-F103-4FEE-8FDC-2B1CA1EFF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911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K</a:t>
              </a:r>
            </a:p>
          </p:txBody>
        </p:sp>
        <p:sp>
          <p:nvSpPr>
            <p:cNvPr id="183" name="Oval 8">
              <a:extLst>
                <a:ext uri="{FF2B5EF4-FFF2-40B4-BE49-F238E27FC236}">
                  <a16:creationId xmlns:a16="http://schemas.microsoft.com/office/drawing/2014/main" id="{AD6C809B-EACE-4E29-94BF-26F35FC50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3911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J</a:t>
              </a:r>
            </a:p>
          </p:txBody>
        </p:sp>
        <p:sp>
          <p:nvSpPr>
            <p:cNvPr id="184" name="Oval 9">
              <a:extLst>
                <a:ext uri="{FF2B5EF4-FFF2-40B4-BE49-F238E27FC236}">
                  <a16:creationId xmlns:a16="http://schemas.microsoft.com/office/drawing/2014/main" id="{F88CABCA-7E6D-4C2C-AED5-36CBAE02E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2260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E</a:t>
              </a:r>
            </a:p>
          </p:txBody>
        </p:sp>
        <p:sp>
          <p:nvSpPr>
            <p:cNvPr id="185" name="Oval 10">
              <a:extLst>
                <a:ext uri="{FF2B5EF4-FFF2-40B4-BE49-F238E27FC236}">
                  <a16:creationId xmlns:a16="http://schemas.microsoft.com/office/drawing/2014/main" id="{5BA4354C-BA9D-47FB-97EE-712185869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2260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F</a:t>
              </a:r>
            </a:p>
          </p:txBody>
        </p:sp>
        <p:sp>
          <p:nvSpPr>
            <p:cNvPr id="186" name="Oval 11">
              <a:extLst>
                <a:ext uri="{FF2B5EF4-FFF2-40B4-BE49-F238E27FC236}">
                  <a16:creationId xmlns:a16="http://schemas.microsoft.com/office/drawing/2014/main" id="{D683DEDD-8B59-48CB-867F-A29D1534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260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G</a:t>
              </a:r>
            </a:p>
          </p:txBody>
        </p:sp>
        <p:sp>
          <p:nvSpPr>
            <p:cNvPr id="187" name="Oval 12">
              <a:extLst>
                <a:ext uri="{FF2B5EF4-FFF2-40B4-BE49-F238E27FC236}">
                  <a16:creationId xmlns:a16="http://schemas.microsoft.com/office/drawing/2014/main" id="{CD5FCE6D-409B-427B-80E3-6D3249031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2260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H</a:t>
              </a:r>
            </a:p>
          </p:txBody>
        </p:sp>
        <p:sp>
          <p:nvSpPr>
            <p:cNvPr id="188" name="Oval 13">
              <a:extLst>
                <a:ext uri="{FF2B5EF4-FFF2-40B4-BE49-F238E27FC236}">
                  <a16:creationId xmlns:a16="http://schemas.microsoft.com/office/drawing/2014/main" id="{C39D2F90-D3C6-4C4C-B732-7F08171E1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609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D</a:t>
              </a:r>
            </a:p>
          </p:txBody>
        </p:sp>
        <p:sp>
          <p:nvSpPr>
            <p:cNvPr id="189" name="Oval 14">
              <a:extLst>
                <a:ext uri="{FF2B5EF4-FFF2-40B4-BE49-F238E27FC236}">
                  <a16:creationId xmlns:a16="http://schemas.microsoft.com/office/drawing/2014/main" id="{BCB37414-787A-419D-9B47-F5B24A31C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609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C</a:t>
              </a:r>
            </a:p>
          </p:txBody>
        </p:sp>
        <p:sp>
          <p:nvSpPr>
            <p:cNvPr id="190" name="Oval 15">
              <a:extLst>
                <a:ext uri="{FF2B5EF4-FFF2-40B4-BE49-F238E27FC236}">
                  <a16:creationId xmlns:a16="http://schemas.microsoft.com/office/drawing/2014/main" id="{8AC6A97D-A46E-4DDD-AD5B-68B56D3F4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609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B</a:t>
              </a:r>
            </a:p>
          </p:txBody>
        </p:sp>
        <p:sp>
          <p:nvSpPr>
            <p:cNvPr id="191" name="Oval 16">
              <a:extLst>
                <a:ext uri="{FF2B5EF4-FFF2-40B4-BE49-F238E27FC236}">
                  <a16:creationId xmlns:a16="http://schemas.microsoft.com/office/drawing/2014/main" id="{B60166CD-3D62-499D-BDCA-39DB1D3DD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911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I</a:t>
              </a:r>
            </a:p>
          </p:txBody>
        </p:sp>
        <p:sp>
          <p:nvSpPr>
            <p:cNvPr id="192" name="Oval 17">
              <a:extLst>
                <a:ext uri="{FF2B5EF4-FFF2-40B4-BE49-F238E27FC236}">
                  <a16:creationId xmlns:a16="http://schemas.microsoft.com/office/drawing/2014/main" id="{AE614A5C-1F78-428C-ABBB-00DA3DDC4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P</a:t>
              </a:r>
            </a:p>
          </p:txBody>
        </p:sp>
        <p:cxnSp>
          <p:nvCxnSpPr>
            <p:cNvPr id="193" name="AutoShape 18">
              <a:extLst>
                <a:ext uri="{FF2B5EF4-FFF2-40B4-BE49-F238E27FC236}">
                  <a16:creationId xmlns:a16="http://schemas.microsoft.com/office/drawing/2014/main" id="{7C1B6CB7-393B-44E3-99B1-F654C3361F45}"/>
                </a:ext>
              </a:extLst>
            </p:cNvPr>
            <p:cNvCxnSpPr>
              <a:cxnSpLocks noChangeShapeType="1"/>
              <a:stCxn id="177" idx="5"/>
              <a:endCxn id="185" idx="1"/>
            </p:cNvCxnSpPr>
            <p:nvPr/>
          </p:nvCxnSpPr>
          <p:spPr bwMode="auto">
            <a:xfrm>
              <a:off x="1728788" y="1279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" name="AutoShape 19">
              <a:extLst>
                <a:ext uri="{FF2B5EF4-FFF2-40B4-BE49-F238E27FC236}">
                  <a16:creationId xmlns:a16="http://schemas.microsoft.com/office/drawing/2014/main" id="{051C00DA-4080-494B-B9D9-336DC31E49FE}"/>
                </a:ext>
              </a:extLst>
            </p:cNvPr>
            <p:cNvCxnSpPr>
              <a:cxnSpLocks noChangeShapeType="1"/>
              <a:stCxn id="189" idx="6"/>
              <a:endCxn id="188" idx="2"/>
            </p:cNvCxnSpPr>
            <p:nvPr/>
          </p:nvCxnSpPr>
          <p:spPr bwMode="auto">
            <a:xfrm>
              <a:off x="5962650" y="990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" name="AutoShape 20">
              <a:extLst>
                <a:ext uri="{FF2B5EF4-FFF2-40B4-BE49-F238E27FC236}">
                  <a16:creationId xmlns:a16="http://schemas.microsoft.com/office/drawing/2014/main" id="{70A45693-B091-4FA5-B2BD-792697A45152}"/>
                </a:ext>
              </a:extLst>
            </p:cNvPr>
            <p:cNvCxnSpPr>
              <a:cxnSpLocks noChangeShapeType="1"/>
              <a:stCxn id="191" idx="6"/>
              <a:endCxn id="183" idx="2"/>
            </p:cNvCxnSpPr>
            <p:nvPr/>
          </p:nvCxnSpPr>
          <p:spPr bwMode="auto">
            <a:xfrm>
              <a:off x="1847850" y="4292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6" name="AutoShape 21">
              <a:extLst>
                <a:ext uri="{FF2B5EF4-FFF2-40B4-BE49-F238E27FC236}">
                  <a16:creationId xmlns:a16="http://schemas.microsoft.com/office/drawing/2014/main" id="{F9456311-6430-4F87-B4A6-D55CFC2F8F19}"/>
                </a:ext>
              </a:extLst>
            </p:cNvPr>
            <p:cNvCxnSpPr>
              <a:cxnSpLocks noChangeShapeType="1"/>
              <a:stCxn id="184" idx="6"/>
              <a:endCxn id="185" idx="2"/>
            </p:cNvCxnSpPr>
            <p:nvPr/>
          </p:nvCxnSpPr>
          <p:spPr bwMode="auto">
            <a:xfrm>
              <a:off x="1847850" y="2641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7" name="AutoShape 22">
              <a:extLst>
                <a:ext uri="{FF2B5EF4-FFF2-40B4-BE49-F238E27FC236}">
                  <a16:creationId xmlns:a16="http://schemas.microsoft.com/office/drawing/2014/main" id="{B1E7E2C6-BE9F-4E09-BFB1-1DFF31FD92E9}"/>
                </a:ext>
              </a:extLst>
            </p:cNvPr>
            <p:cNvCxnSpPr>
              <a:cxnSpLocks noChangeShapeType="1"/>
              <a:stCxn id="190" idx="6"/>
              <a:endCxn id="189" idx="2"/>
            </p:cNvCxnSpPr>
            <p:nvPr/>
          </p:nvCxnSpPr>
          <p:spPr bwMode="auto">
            <a:xfrm>
              <a:off x="3905250" y="990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8" name="AutoShape 23">
              <a:extLst>
                <a:ext uri="{FF2B5EF4-FFF2-40B4-BE49-F238E27FC236}">
                  <a16:creationId xmlns:a16="http://schemas.microsoft.com/office/drawing/2014/main" id="{C7AEE1D5-594A-4C0E-868D-250521889D51}"/>
                </a:ext>
              </a:extLst>
            </p:cNvPr>
            <p:cNvCxnSpPr>
              <a:cxnSpLocks noChangeShapeType="1"/>
              <a:stCxn id="177" idx="6"/>
              <a:endCxn id="190" idx="2"/>
            </p:cNvCxnSpPr>
            <p:nvPr/>
          </p:nvCxnSpPr>
          <p:spPr bwMode="auto">
            <a:xfrm>
              <a:off x="1847850" y="990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9" name="AutoShape 24">
              <a:extLst>
                <a:ext uri="{FF2B5EF4-FFF2-40B4-BE49-F238E27FC236}">
                  <a16:creationId xmlns:a16="http://schemas.microsoft.com/office/drawing/2014/main" id="{D38CAE00-9743-4B49-AC2F-27B47E0838DD}"/>
                </a:ext>
              </a:extLst>
            </p:cNvPr>
            <p:cNvCxnSpPr>
              <a:cxnSpLocks noChangeShapeType="1"/>
              <a:stCxn id="186" idx="5"/>
              <a:endCxn id="181" idx="1"/>
            </p:cNvCxnSpPr>
            <p:nvPr/>
          </p:nvCxnSpPr>
          <p:spPr bwMode="auto">
            <a:xfrm>
              <a:off x="5843588" y="2930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0" name="AutoShape 25">
              <a:extLst>
                <a:ext uri="{FF2B5EF4-FFF2-40B4-BE49-F238E27FC236}">
                  <a16:creationId xmlns:a16="http://schemas.microsoft.com/office/drawing/2014/main" id="{95CF000E-BE31-4D1F-9EBF-C99781CE4229}"/>
                </a:ext>
              </a:extLst>
            </p:cNvPr>
            <p:cNvCxnSpPr>
              <a:cxnSpLocks noChangeShapeType="1"/>
              <a:stCxn id="191" idx="5"/>
              <a:endCxn id="179" idx="1"/>
            </p:cNvCxnSpPr>
            <p:nvPr/>
          </p:nvCxnSpPr>
          <p:spPr bwMode="auto">
            <a:xfrm>
              <a:off x="1728788" y="4581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1" name="AutoShape 26">
              <a:extLst>
                <a:ext uri="{FF2B5EF4-FFF2-40B4-BE49-F238E27FC236}">
                  <a16:creationId xmlns:a16="http://schemas.microsoft.com/office/drawing/2014/main" id="{7183D6B0-C0E3-4601-81DF-DEDF9853E644}"/>
                </a:ext>
              </a:extLst>
            </p:cNvPr>
            <p:cNvCxnSpPr>
              <a:cxnSpLocks noChangeShapeType="1"/>
              <a:stCxn id="191" idx="4"/>
              <a:endCxn id="180" idx="0"/>
            </p:cNvCxnSpPr>
            <p:nvPr/>
          </p:nvCxnSpPr>
          <p:spPr bwMode="auto">
            <a:xfrm>
              <a:off x="1485900" y="4692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2" name="AutoShape 27">
              <a:extLst>
                <a:ext uri="{FF2B5EF4-FFF2-40B4-BE49-F238E27FC236}">
                  <a16:creationId xmlns:a16="http://schemas.microsoft.com/office/drawing/2014/main" id="{EFA5C2ED-C559-47A4-8864-2AA678DBCB8A}"/>
                </a:ext>
              </a:extLst>
            </p:cNvPr>
            <p:cNvCxnSpPr>
              <a:cxnSpLocks noChangeShapeType="1"/>
              <a:stCxn id="184" idx="4"/>
              <a:endCxn id="191" idx="0"/>
            </p:cNvCxnSpPr>
            <p:nvPr/>
          </p:nvCxnSpPr>
          <p:spPr bwMode="auto">
            <a:xfrm>
              <a:off x="1485900" y="3041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3" name="AutoShape 28">
              <a:extLst>
                <a:ext uri="{FF2B5EF4-FFF2-40B4-BE49-F238E27FC236}">
                  <a16:creationId xmlns:a16="http://schemas.microsoft.com/office/drawing/2014/main" id="{0D619CE5-0F46-49C2-BFE0-0C8D9A190E64}"/>
                </a:ext>
              </a:extLst>
            </p:cNvPr>
            <p:cNvCxnSpPr>
              <a:cxnSpLocks noChangeShapeType="1"/>
              <a:stCxn id="177" idx="4"/>
              <a:endCxn id="184" idx="0"/>
            </p:cNvCxnSpPr>
            <p:nvPr/>
          </p:nvCxnSpPr>
          <p:spPr bwMode="auto">
            <a:xfrm>
              <a:off x="1485900" y="1390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" name="AutoShape 29">
              <a:extLst>
                <a:ext uri="{FF2B5EF4-FFF2-40B4-BE49-F238E27FC236}">
                  <a16:creationId xmlns:a16="http://schemas.microsoft.com/office/drawing/2014/main" id="{FE378F9C-DF93-4BF7-B4B6-E8D026F1D286}"/>
                </a:ext>
              </a:extLst>
            </p:cNvPr>
            <p:cNvCxnSpPr>
              <a:cxnSpLocks noChangeShapeType="1"/>
              <a:stCxn id="187" idx="0"/>
              <a:endCxn id="188" idx="4"/>
            </p:cNvCxnSpPr>
            <p:nvPr/>
          </p:nvCxnSpPr>
          <p:spPr bwMode="auto">
            <a:xfrm flipV="1">
              <a:off x="7658100" y="1390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" name="AutoShape 30">
              <a:extLst>
                <a:ext uri="{FF2B5EF4-FFF2-40B4-BE49-F238E27FC236}">
                  <a16:creationId xmlns:a16="http://schemas.microsoft.com/office/drawing/2014/main" id="{8A517FE4-B09A-4616-8A20-EED7ADDDA9A0}"/>
                </a:ext>
              </a:extLst>
            </p:cNvPr>
            <p:cNvCxnSpPr>
              <a:cxnSpLocks noChangeShapeType="1"/>
              <a:stCxn id="186" idx="7"/>
              <a:endCxn id="188" idx="3"/>
            </p:cNvCxnSpPr>
            <p:nvPr/>
          </p:nvCxnSpPr>
          <p:spPr bwMode="auto">
            <a:xfrm flipV="1">
              <a:off x="5843588" y="1279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" name="AutoShape 31">
              <a:extLst>
                <a:ext uri="{FF2B5EF4-FFF2-40B4-BE49-F238E27FC236}">
                  <a16:creationId xmlns:a16="http://schemas.microsoft.com/office/drawing/2014/main" id="{5996ACEC-E853-4A14-8118-73415012585F}"/>
                </a:ext>
              </a:extLst>
            </p:cNvPr>
            <p:cNvCxnSpPr>
              <a:cxnSpLocks noChangeShapeType="1"/>
              <a:stCxn id="191" idx="7"/>
              <a:endCxn id="185" idx="3"/>
            </p:cNvCxnSpPr>
            <p:nvPr/>
          </p:nvCxnSpPr>
          <p:spPr bwMode="auto">
            <a:xfrm flipV="1">
              <a:off x="1728788" y="2930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" name="AutoShape 32">
              <a:extLst>
                <a:ext uri="{FF2B5EF4-FFF2-40B4-BE49-F238E27FC236}">
                  <a16:creationId xmlns:a16="http://schemas.microsoft.com/office/drawing/2014/main" id="{C7749EBA-E247-4A10-8CDC-142BFE6D793A}"/>
                </a:ext>
              </a:extLst>
            </p:cNvPr>
            <p:cNvCxnSpPr>
              <a:cxnSpLocks noChangeShapeType="1"/>
              <a:stCxn id="183" idx="7"/>
              <a:endCxn id="186" idx="3"/>
            </p:cNvCxnSpPr>
            <p:nvPr/>
          </p:nvCxnSpPr>
          <p:spPr bwMode="auto">
            <a:xfrm flipV="1">
              <a:off x="3786188" y="2930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8" name="AutoShape 33">
              <a:extLst>
                <a:ext uri="{FF2B5EF4-FFF2-40B4-BE49-F238E27FC236}">
                  <a16:creationId xmlns:a16="http://schemas.microsoft.com/office/drawing/2014/main" id="{53952B6E-8438-4664-A492-870085214247}"/>
                </a:ext>
              </a:extLst>
            </p:cNvPr>
            <p:cNvCxnSpPr>
              <a:cxnSpLocks noChangeShapeType="1"/>
              <a:stCxn id="183" idx="6"/>
              <a:endCxn id="182" idx="2"/>
            </p:cNvCxnSpPr>
            <p:nvPr/>
          </p:nvCxnSpPr>
          <p:spPr bwMode="auto">
            <a:xfrm>
              <a:off x="3905250" y="4292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9" name="AutoShape 34">
              <a:extLst>
                <a:ext uri="{FF2B5EF4-FFF2-40B4-BE49-F238E27FC236}">
                  <a16:creationId xmlns:a16="http://schemas.microsoft.com/office/drawing/2014/main" id="{0AA4A8F6-EF62-472A-8F3A-0DC17366BC59}"/>
                </a:ext>
              </a:extLst>
            </p:cNvPr>
            <p:cNvCxnSpPr>
              <a:cxnSpLocks noChangeShapeType="1"/>
              <a:stCxn id="178" idx="6"/>
              <a:endCxn id="192" idx="2"/>
            </p:cNvCxnSpPr>
            <p:nvPr/>
          </p:nvCxnSpPr>
          <p:spPr bwMode="auto">
            <a:xfrm>
              <a:off x="5962650" y="5943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0" name="AutoShape 35">
              <a:extLst>
                <a:ext uri="{FF2B5EF4-FFF2-40B4-BE49-F238E27FC236}">
                  <a16:creationId xmlns:a16="http://schemas.microsoft.com/office/drawing/2014/main" id="{A24EF846-D71B-4B01-AAB8-EC798E8DCCEC}"/>
                </a:ext>
              </a:extLst>
            </p:cNvPr>
            <p:cNvCxnSpPr>
              <a:cxnSpLocks noChangeShapeType="1"/>
              <a:stCxn id="180" idx="6"/>
              <a:endCxn id="179" idx="2"/>
            </p:cNvCxnSpPr>
            <p:nvPr/>
          </p:nvCxnSpPr>
          <p:spPr bwMode="auto">
            <a:xfrm>
              <a:off x="1847850" y="5943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1" name="AutoShape 36">
              <a:extLst>
                <a:ext uri="{FF2B5EF4-FFF2-40B4-BE49-F238E27FC236}">
                  <a16:creationId xmlns:a16="http://schemas.microsoft.com/office/drawing/2014/main" id="{2E70F6B5-59F7-44EA-BA49-31E19F2AF49F}"/>
                </a:ext>
              </a:extLst>
            </p:cNvPr>
            <p:cNvCxnSpPr>
              <a:cxnSpLocks noChangeShapeType="1"/>
              <a:stCxn id="190" idx="4"/>
              <a:endCxn id="185" idx="0"/>
            </p:cNvCxnSpPr>
            <p:nvPr/>
          </p:nvCxnSpPr>
          <p:spPr bwMode="auto">
            <a:xfrm>
              <a:off x="3543300" y="1390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" name="AutoShape 37">
              <a:extLst>
                <a:ext uri="{FF2B5EF4-FFF2-40B4-BE49-F238E27FC236}">
                  <a16:creationId xmlns:a16="http://schemas.microsoft.com/office/drawing/2014/main" id="{3ABD1254-4374-4991-AC69-4F95F510AF92}"/>
                </a:ext>
              </a:extLst>
            </p:cNvPr>
            <p:cNvCxnSpPr>
              <a:cxnSpLocks noChangeShapeType="1"/>
              <a:stCxn id="186" idx="4"/>
              <a:endCxn id="182" idx="0"/>
            </p:cNvCxnSpPr>
            <p:nvPr/>
          </p:nvCxnSpPr>
          <p:spPr bwMode="auto">
            <a:xfrm>
              <a:off x="5600700" y="3041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3" name="AutoShape 38">
              <a:extLst>
                <a:ext uri="{FF2B5EF4-FFF2-40B4-BE49-F238E27FC236}">
                  <a16:creationId xmlns:a16="http://schemas.microsoft.com/office/drawing/2014/main" id="{DC41EB48-E445-44D2-9725-3B2AEDCAC8B7}"/>
                </a:ext>
              </a:extLst>
            </p:cNvPr>
            <p:cNvCxnSpPr>
              <a:cxnSpLocks noChangeShapeType="1"/>
              <a:stCxn id="182" idx="4"/>
              <a:endCxn id="178" idx="0"/>
            </p:cNvCxnSpPr>
            <p:nvPr/>
          </p:nvCxnSpPr>
          <p:spPr bwMode="auto">
            <a:xfrm>
              <a:off x="5600700" y="4692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" name="AutoShape 39">
              <a:extLst>
                <a:ext uri="{FF2B5EF4-FFF2-40B4-BE49-F238E27FC236}">
                  <a16:creationId xmlns:a16="http://schemas.microsoft.com/office/drawing/2014/main" id="{5F82733D-B1D3-47E9-8FFA-606C5C336040}"/>
                </a:ext>
              </a:extLst>
            </p:cNvPr>
            <p:cNvCxnSpPr>
              <a:cxnSpLocks noChangeShapeType="1"/>
              <a:stCxn id="179" idx="7"/>
              <a:endCxn id="182" idx="3"/>
            </p:cNvCxnSpPr>
            <p:nvPr/>
          </p:nvCxnSpPr>
          <p:spPr bwMode="auto">
            <a:xfrm flipV="1">
              <a:off x="3786188" y="4581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" name="AutoShape 40">
              <a:extLst>
                <a:ext uri="{FF2B5EF4-FFF2-40B4-BE49-F238E27FC236}">
                  <a16:creationId xmlns:a16="http://schemas.microsoft.com/office/drawing/2014/main" id="{F86804D9-1AF9-44CD-B417-D60875C8774B}"/>
                </a:ext>
              </a:extLst>
            </p:cNvPr>
            <p:cNvCxnSpPr>
              <a:cxnSpLocks noChangeShapeType="1"/>
              <a:stCxn id="189" idx="4"/>
              <a:endCxn id="186" idx="0"/>
            </p:cNvCxnSpPr>
            <p:nvPr/>
          </p:nvCxnSpPr>
          <p:spPr bwMode="auto">
            <a:xfrm>
              <a:off x="5600700" y="1390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" name="AutoShape 41">
              <a:extLst>
                <a:ext uri="{FF2B5EF4-FFF2-40B4-BE49-F238E27FC236}">
                  <a16:creationId xmlns:a16="http://schemas.microsoft.com/office/drawing/2014/main" id="{4ACC4BAB-9DD4-4C9D-8579-E94CD225C01F}"/>
                </a:ext>
              </a:extLst>
            </p:cNvPr>
            <p:cNvCxnSpPr>
              <a:cxnSpLocks noChangeShapeType="1"/>
              <a:stCxn id="187" idx="4"/>
              <a:endCxn id="181" idx="0"/>
            </p:cNvCxnSpPr>
            <p:nvPr/>
          </p:nvCxnSpPr>
          <p:spPr bwMode="auto">
            <a:xfrm>
              <a:off x="7658100" y="3041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7" name="AutoShape 42">
              <a:extLst>
                <a:ext uri="{FF2B5EF4-FFF2-40B4-BE49-F238E27FC236}">
                  <a16:creationId xmlns:a16="http://schemas.microsoft.com/office/drawing/2014/main" id="{466F2E18-EACA-4BD6-86D0-14AACE633682}"/>
                </a:ext>
              </a:extLst>
            </p:cNvPr>
            <p:cNvCxnSpPr>
              <a:cxnSpLocks noChangeShapeType="1"/>
              <a:stCxn id="181" idx="4"/>
              <a:endCxn id="192" idx="0"/>
            </p:cNvCxnSpPr>
            <p:nvPr/>
          </p:nvCxnSpPr>
          <p:spPr bwMode="auto">
            <a:xfrm>
              <a:off x="7658100" y="4692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8" name="Text Box 43">
              <a:extLst>
                <a:ext uri="{FF2B5EF4-FFF2-40B4-BE49-F238E27FC236}">
                  <a16:creationId xmlns:a16="http://schemas.microsoft.com/office/drawing/2014/main" id="{6CF0E40D-E18E-4720-AD1F-FAFF3401C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762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BB587A1-DEFD-4E53-BBEC-DF5424D6C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429" y="1601490"/>
            <a:ext cx="90487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692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26</a:t>
            </a:fld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644B06D-463B-4632-A99A-472C2944FABA}"/>
              </a:ext>
            </a:extLst>
          </p:cNvPr>
          <p:cNvGrpSpPr/>
          <p:nvPr/>
        </p:nvGrpSpPr>
        <p:grpSpPr>
          <a:xfrm>
            <a:off x="381000" y="1447800"/>
            <a:ext cx="6221934" cy="4876800"/>
            <a:chOff x="685800" y="609600"/>
            <a:chExt cx="7315200" cy="5715000"/>
          </a:xfrm>
        </p:grpSpPr>
        <p:sp>
          <p:nvSpPr>
            <p:cNvPr id="48" name="Oval 2">
              <a:extLst>
                <a:ext uri="{FF2B5EF4-FFF2-40B4-BE49-F238E27FC236}">
                  <a16:creationId xmlns:a16="http://schemas.microsoft.com/office/drawing/2014/main" id="{80D6C884-29E5-418A-BCFF-C60DBD08B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A</a:t>
              </a:r>
            </a:p>
          </p:txBody>
        </p:sp>
        <p:sp>
          <p:nvSpPr>
            <p:cNvPr id="49" name="Oval 3">
              <a:extLst>
                <a:ext uri="{FF2B5EF4-FFF2-40B4-BE49-F238E27FC236}">
                  <a16:creationId xmlns:a16="http://schemas.microsoft.com/office/drawing/2014/main" id="{EE627794-549D-45FF-A3F6-AAB6E4622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O</a:t>
              </a:r>
            </a:p>
          </p:txBody>
        </p:sp>
        <p:sp>
          <p:nvSpPr>
            <p:cNvPr id="50" name="Oval 4">
              <a:extLst>
                <a:ext uri="{FF2B5EF4-FFF2-40B4-BE49-F238E27FC236}">
                  <a16:creationId xmlns:a16="http://schemas.microsoft.com/office/drawing/2014/main" id="{DB38CBED-FA38-4732-B991-DA95A3C8D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N</a:t>
              </a:r>
            </a:p>
          </p:txBody>
        </p:sp>
        <p:sp>
          <p:nvSpPr>
            <p:cNvPr id="51" name="Oval 5">
              <a:extLst>
                <a:ext uri="{FF2B5EF4-FFF2-40B4-BE49-F238E27FC236}">
                  <a16:creationId xmlns:a16="http://schemas.microsoft.com/office/drawing/2014/main" id="{2CE6F98D-4C46-4C4C-B7D7-374117E11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M</a:t>
              </a:r>
            </a:p>
          </p:txBody>
        </p:sp>
        <p:sp>
          <p:nvSpPr>
            <p:cNvPr id="52" name="Oval 6">
              <a:extLst>
                <a:ext uri="{FF2B5EF4-FFF2-40B4-BE49-F238E27FC236}">
                  <a16:creationId xmlns:a16="http://schemas.microsoft.com/office/drawing/2014/main" id="{471206C2-41D9-4363-A805-F68057625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3911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L</a:t>
              </a:r>
            </a:p>
          </p:txBody>
        </p:sp>
        <p:sp>
          <p:nvSpPr>
            <p:cNvPr id="53" name="Oval 7">
              <a:extLst>
                <a:ext uri="{FF2B5EF4-FFF2-40B4-BE49-F238E27FC236}">
                  <a16:creationId xmlns:a16="http://schemas.microsoft.com/office/drawing/2014/main" id="{4FCEC477-0AC6-43BD-BC36-E2B6D9530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911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K</a:t>
              </a:r>
            </a:p>
          </p:txBody>
        </p:sp>
        <p:sp>
          <p:nvSpPr>
            <p:cNvPr id="54" name="Oval 8">
              <a:extLst>
                <a:ext uri="{FF2B5EF4-FFF2-40B4-BE49-F238E27FC236}">
                  <a16:creationId xmlns:a16="http://schemas.microsoft.com/office/drawing/2014/main" id="{74B235F5-D472-47A8-B16F-7366D10D5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3911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J</a:t>
              </a:r>
            </a:p>
          </p:txBody>
        </p:sp>
        <p:sp>
          <p:nvSpPr>
            <p:cNvPr id="55" name="Oval 9">
              <a:extLst>
                <a:ext uri="{FF2B5EF4-FFF2-40B4-BE49-F238E27FC236}">
                  <a16:creationId xmlns:a16="http://schemas.microsoft.com/office/drawing/2014/main" id="{2922CCBF-6295-493F-BAFC-55A946D8E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2260600"/>
              <a:ext cx="685800" cy="762000"/>
            </a:xfrm>
            <a:prstGeom prst="ellipse">
              <a:avLst/>
            </a:prstGeom>
            <a:solidFill>
              <a:srgbClr val="80808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E</a:t>
              </a:r>
            </a:p>
          </p:txBody>
        </p:sp>
        <p:sp>
          <p:nvSpPr>
            <p:cNvPr id="56" name="Oval 10">
              <a:extLst>
                <a:ext uri="{FF2B5EF4-FFF2-40B4-BE49-F238E27FC236}">
                  <a16:creationId xmlns:a16="http://schemas.microsoft.com/office/drawing/2014/main" id="{E21A10F6-FBCB-423B-834B-66BBA68AA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2260600"/>
              <a:ext cx="685800" cy="762000"/>
            </a:xfrm>
            <a:prstGeom prst="ellipse">
              <a:avLst/>
            </a:prstGeom>
            <a:solidFill>
              <a:srgbClr val="80808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F</a:t>
              </a:r>
            </a:p>
          </p:txBody>
        </p:sp>
        <p:sp>
          <p:nvSpPr>
            <p:cNvPr id="57" name="Oval 11">
              <a:extLst>
                <a:ext uri="{FF2B5EF4-FFF2-40B4-BE49-F238E27FC236}">
                  <a16:creationId xmlns:a16="http://schemas.microsoft.com/office/drawing/2014/main" id="{14968445-6BBB-479B-B255-BB937E03C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260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G</a:t>
              </a:r>
            </a:p>
          </p:txBody>
        </p:sp>
        <p:sp>
          <p:nvSpPr>
            <p:cNvPr id="58" name="Oval 12">
              <a:extLst>
                <a:ext uri="{FF2B5EF4-FFF2-40B4-BE49-F238E27FC236}">
                  <a16:creationId xmlns:a16="http://schemas.microsoft.com/office/drawing/2014/main" id="{B82FE93C-9803-48B0-A8BC-E36E524F5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2260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H</a:t>
              </a:r>
            </a:p>
          </p:txBody>
        </p:sp>
        <p:sp>
          <p:nvSpPr>
            <p:cNvPr id="59" name="Oval 13">
              <a:extLst>
                <a:ext uri="{FF2B5EF4-FFF2-40B4-BE49-F238E27FC236}">
                  <a16:creationId xmlns:a16="http://schemas.microsoft.com/office/drawing/2014/main" id="{1209DC35-C09E-4373-8F90-780C36EE7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609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D</a:t>
              </a:r>
            </a:p>
          </p:txBody>
        </p:sp>
        <p:sp>
          <p:nvSpPr>
            <p:cNvPr id="60" name="Oval 14">
              <a:extLst>
                <a:ext uri="{FF2B5EF4-FFF2-40B4-BE49-F238E27FC236}">
                  <a16:creationId xmlns:a16="http://schemas.microsoft.com/office/drawing/2014/main" id="{293A6F98-B1FB-4492-9A4A-129FF7F99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609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C</a:t>
              </a:r>
            </a:p>
          </p:txBody>
        </p:sp>
        <p:sp>
          <p:nvSpPr>
            <p:cNvPr id="61" name="Oval 15">
              <a:extLst>
                <a:ext uri="{FF2B5EF4-FFF2-40B4-BE49-F238E27FC236}">
                  <a16:creationId xmlns:a16="http://schemas.microsoft.com/office/drawing/2014/main" id="{DCA4459E-8C55-41E2-9885-3B1B99287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609600"/>
              <a:ext cx="685800" cy="762000"/>
            </a:xfrm>
            <a:prstGeom prst="ellipse">
              <a:avLst/>
            </a:prstGeom>
            <a:solidFill>
              <a:srgbClr val="80808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B</a:t>
              </a:r>
            </a:p>
          </p:txBody>
        </p:sp>
        <p:sp>
          <p:nvSpPr>
            <p:cNvPr id="62" name="Oval 16">
              <a:extLst>
                <a:ext uri="{FF2B5EF4-FFF2-40B4-BE49-F238E27FC236}">
                  <a16:creationId xmlns:a16="http://schemas.microsoft.com/office/drawing/2014/main" id="{5E7DDDBA-D91D-464B-AE95-A9BD5406B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911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I</a:t>
              </a:r>
            </a:p>
          </p:txBody>
        </p:sp>
        <p:sp>
          <p:nvSpPr>
            <p:cNvPr id="63" name="Oval 17">
              <a:extLst>
                <a:ext uri="{FF2B5EF4-FFF2-40B4-BE49-F238E27FC236}">
                  <a16:creationId xmlns:a16="http://schemas.microsoft.com/office/drawing/2014/main" id="{400F4E2C-388A-4633-9FEA-3796B7D03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P</a:t>
              </a:r>
            </a:p>
          </p:txBody>
        </p:sp>
        <p:cxnSp>
          <p:nvCxnSpPr>
            <p:cNvPr id="64" name="AutoShape 18">
              <a:extLst>
                <a:ext uri="{FF2B5EF4-FFF2-40B4-BE49-F238E27FC236}">
                  <a16:creationId xmlns:a16="http://schemas.microsoft.com/office/drawing/2014/main" id="{DF9AA336-0A17-45E8-95F8-A46BC3CF686D}"/>
                </a:ext>
              </a:extLst>
            </p:cNvPr>
            <p:cNvCxnSpPr>
              <a:cxnSpLocks noChangeShapeType="1"/>
              <a:stCxn id="48" idx="5"/>
              <a:endCxn id="56" idx="1"/>
            </p:cNvCxnSpPr>
            <p:nvPr/>
          </p:nvCxnSpPr>
          <p:spPr bwMode="auto">
            <a:xfrm>
              <a:off x="1728788" y="1279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" name="AutoShape 19">
              <a:extLst>
                <a:ext uri="{FF2B5EF4-FFF2-40B4-BE49-F238E27FC236}">
                  <a16:creationId xmlns:a16="http://schemas.microsoft.com/office/drawing/2014/main" id="{6D3D0135-5A98-4E48-A5DF-D2EDA0184901}"/>
                </a:ext>
              </a:extLst>
            </p:cNvPr>
            <p:cNvCxnSpPr>
              <a:cxnSpLocks noChangeShapeType="1"/>
              <a:stCxn id="60" idx="6"/>
              <a:endCxn id="59" idx="2"/>
            </p:cNvCxnSpPr>
            <p:nvPr/>
          </p:nvCxnSpPr>
          <p:spPr bwMode="auto">
            <a:xfrm>
              <a:off x="5962650" y="990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" name="AutoShape 20">
              <a:extLst>
                <a:ext uri="{FF2B5EF4-FFF2-40B4-BE49-F238E27FC236}">
                  <a16:creationId xmlns:a16="http://schemas.microsoft.com/office/drawing/2014/main" id="{EAFAD428-5104-42A5-8295-ADCF6460AD94}"/>
                </a:ext>
              </a:extLst>
            </p:cNvPr>
            <p:cNvCxnSpPr>
              <a:cxnSpLocks noChangeShapeType="1"/>
              <a:stCxn id="62" idx="6"/>
              <a:endCxn id="54" idx="2"/>
            </p:cNvCxnSpPr>
            <p:nvPr/>
          </p:nvCxnSpPr>
          <p:spPr bwMode="auto">
            <a:xfrm>
              <a:off x="1847850" y="4292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AutoShape 21">
              <a:extLst>
                <a:ext uri="{FF2B5EF4-FFF2-40B4-BE49-F238E27FC236}">
                  <a16:creationId xmlns:a16="http://schemas.microsoft.com/office/drawing/2014/main" id="{1CE5AE11-9C69-4416-B87C-4B9E4EEE52E7}"/>
                </a:ext>
              </a:extLst>
            </p:cNvPr>
            <p:cNvCxnSpPr>
              <a:cxnSpLocks noChangeShapeType="1"/>
              <a:stCxn id="55" idx="6"/>
              <a:endCxn id="56" idx="2"/>
            </p:cNvCxnSpPr>
            <p:nvPr/>
          </p:nvCxnSpPr>
          <p:spPr bwMode="auto">
            <a:xfrm>
              <a:off x="1847850" y="2641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AutoShape 22">
              <a:extLst>
                <a:ext uri="{FF2B5EF4-FFF2-40B4-BE49-F238E27FC236}">
                  <a16:creationId xmlns:a16="http://schemas.microsoft.com/office/drawing/2014/main" id="{63DBB027-FBC2-498F-9585-A35CB852879F}"/>
                </a:ext>
              </a:extLst>
            </p:cNvPr>
            <p:cNvCxnSpPr>
              <a:cxnSpLocks noChangeShapeType="1"/>
              <a:stCxn id="61" idx="6"/>
              <a:endCxn id="60" idx="2"/>
            </p:cNvCxnSpPr>
            <p:nvPr/>
          </p:nvCxnSpPr>
          <p:spPr bwMode="auto">
            <a:xfrm>
              <a:off x="3905250" y="990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AutoShape 23">
              <a:extLst>
                <a:ext uri="{FF2B5EF4-FFF2-40B4-BE49-F238E27FC236}">
                  <a16:creationId xmlns:a16="http://schemas.microsoft.com/office/drawing/2014/main" id="{DB127171-09AD-4E65-9CE1-BFBBD0C8761C}"/>
                </a:ext>
              </a:extLst>
            </p:cNvPr>
            <p:cNvCxnSpPr>
              <a:cxnSpLocks noChangeShapeType="1"/>
              <a:stCxn id="48" idx="6"/>
              <a:endCxn id="61" idx="2"/>
            </p:cNvCxnSpPr>
            <p:nvPr/>
          </p:nvCxnSpPr>
          <p:spPr bwMode="auto">
            <a:xfrm>
              <a:off x="18478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AutoShape 24">
              <a:extLst>
                <a:ext uri="{FF2B5EF4-FFF2-40B4-BE49-F238E27FC236}">
                  <a16:creationId xmlns:a16="http://schemas.microsoft.com/office/drawing/2014/main" id="{30C2AAF7-A50D-4A33-BD26-7ABABE9D7984}"/>
                </a:ext>
              </a:extLst>
            </p:cNvPr>
            <p:cNvCxnSpPr>
              <a:cxnSpLocks noChangeShapeType="1"/>
              <a:stCxn id="57" idx="5"/>
              <a:endCxn id="52" idx="1"/>
            </p:cNvCxnSpPr>
            <p:nvPr/>
          </p:nvCxnSpPr>
          <p:spPr bwMode="auto">
            <a:xfrm>
              <a:off x="5843588" y="2930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AutoShape 25">
              <a:extLst>
                <a:ext uri="{FF2B5EF4-FFF2-40B4-BE49-F238E27FC236}">
                  <a16:creationId xmlns:a16="http://schemas.microsoft.com/office/drawing/2014/main" id="{E07D1DE8-0935-4644-9EC5-00685D0FCCAC}"/>
                </a:ext>
              </a:extLst>
            </p:cNvPr>
            <p:cNvCxnSpPr>
              <a:cxnSpLocks noChangeShapeType="1"/>
              <a:stCxn id="62" idx="5"/>
              <a:endCxn id="50" idx="1"/>
            </p:cNvCxnSpPr>
            <p:nvPr/>
          </p:nvCxnSpPr>
          <p:spPr bwMode="auto">
            <a:xfrm>
              <a:off x="1728788" y="4581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AutoShape 26">
              <a:extLst>
                <a:ext uri="{FF2B5EF4-FFF2-40B4-BE49-F238E27FC236}">
                  <a16:creationId xmlns:a16="http://schemas.microsoft.com/office/drawing/2014/main" id="{47499BB9-C84F-408C-BBEC-7B05EE2855AB}"/>
                </a:ext>
              </a:extLst>
            </p:cNvPr>
            <p:cNvCxnSpPr>
              <a:cxnSpLocks noChangeShapeType="1"/>
              <a:stCxn id="62" idx="4"/>
              <a:endCxn id="51" idx="0"/>
            </p:cNvCxnSpPr>
            <p:nvPr/>
          </p:nvCxnSpPr>
          <p:spPr bwMode="auto">
            <a:xfrm>
              <a:off x="1485900" y="4692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AutoShape 27">
              <a:extLst>
                <a:ext uri="{FF2B5EF4-FFF2-40B4-BE49-F238E27FC236}">
                  <a16:creationId xmlns:a16="http://schemas.microsoft.com/office/drawing/2014/main" id="{7E0A729E-75F4-4F61-8A40-8EF8EB04E261}"/>
                </a:ext>
              </a:extLst>
            </p:cNvPr>
            <p:cNvCxnSpPr>
              <a:cxnSpLocks noChangeShapeType="1"/>
              <a:stCxn id="55" idx="4"/>
              <a:endCxn id="62" idx="0"/>
            </p:cNvCxnSpPr>
            <p:nvPr/>
          </p:nvCxnSpPr>
          <p:spPr bwMode="auto">
            <a:xfrm>
              <a:off x="1485900" y="3041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AutoShape 28">
              <a:extLst>
                <a:ext uri="{FF2B5EF4-FFF2-40B4-BE49-F238E27FC236}">
                  <a16:creationId xmlns:a16="http://schemas.microsoft.com/office/drawing/2014/main" id="{5427D107-A050-4418-AFFF-412FDD752815}"/>
                </a:ext>
              </a:extLst>
            </p:cNvPr>
            <p:cNvCxnSpPr>
              <a:cxnSpLocks noChangeShapeType="1"/>
              <a:stCxn id="48" idx="4"/>
              <a:endCxn id="55" idx="0"/>
            </p:cNvCxnSpPr>
            <p:nvPr/>
          </p:nvCxnSpPr>
          <p:spPr bwMode="auto">
            <a:xfrm>
              <a:off x="14859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" name="AutoShape 29">
              <a:extLst>
                <a:ext uri="{FF2B5EF4-FFF2-40B4-BE49-F238E27FC236}">
                  <a16:creationId xmlns:a16="http://schemas.microsoft.com/office/drawing/2014/main" id="{C5A2CF31-51E2-45D3-96F7-434F992F895A}"/>
                </a:ext>
              </a:extLst>
            </p:cNvPr>
            <p:cNvCxnSpPr>
              <a:cxnSpLocks noChangeShapeType="1"/>
              <a:stCxn id="58" idx="0"/>
              <a:endCxn id="59" idx="4"/>
            </p:cNvCxnSpPr>
            <p:nvPr/>
          </p:nvCxnSpPr>
          <p:spPr bwMode="auto">
            <a:xfrm flipV="1">
              <a:off x="7658100" y="1390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" name="AutoShape 30">
              <a:extLst>
                <a:ext uri="{FF2B5EF4-FFF2-40B4-BE49-F238E27FC236}">
                  <a16:creationId xmlns:a16="http://schemas.microsoft.com/office/drawing/2014/main" id="{6B93E862-FFD7-49C9-9690-C70CA9C3B8E2}"/>
                </a:ext>
              </a:extLst>
            </p:cNvPr>
            <p:cNvCxnSpPr>
              <a:cxnSpLocks noChangeShapeType="1"/>
              <a:stCxn id="57" idx="7"/>
              <a:endCxn id="59" idx="3"/>
            </p:cNvCxnSpPr>
            <p:nvPr/>
          </p:nvCxnSpPr>
          <p:spPr bwMode="auto">
            <a:xfrm flipV="1">
              <a:off x="5843588" y="1279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" name="AutoShape 31">
              <a:extLst>
                <a:ext uri="{FF2B5EF4-FFF2-40B4-BE49-F238E27FC236}">
                  <a16:creationId xmlns:a16="http://schemas.microsoft.com/office/drawing/2014/main" id="{394DCC05-D50B-4CA5-B5B9-DA5438E3A800}"/>
                </a:ext>
              </a:extLst>
            </p:cNvPr>
            <p:cNvCxnSpPr>
              <a:cxnSpLocks noChangeShapeType="1"/>
              <a:stCxn id="62" idx="7"/>
              <a:endCxn id="56" idx="3"/>
            </p:cNvCxnSpPr>
            <p:nvPr/>
          </p:nvCxnSpPr>
          <p:spPr bwMode="auto">
            <a:xfrm flipV="1">
              <a:off x="1728788" y="2930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" name="AutoShape 32">
              <a:extLst>
                <a:ext uri="{FF2B5EF4-FFF2-40B4-BE49-F238E27FC236}">
                  <a16:creationId xmlns:a16="http://schemas.microsoft.com/office/drawing/2014/main" id="{AEE67E1D-5D20-4AA6-A800-E755AE976C9A}"/>
                </a:ext>
              </a:extLst>
            </p:cNvPr>
            <p:cNvCxnSpPr>
              <a:cxnSpLocks noChangeShapeType="1"/>
              <a:stCxn id="54" idx="7"/>
              <a:endCxn id="57" idx="3"/>
            </p:cNvCxnSpPr>
            <p:nvPr/>
          </p:nvCxnSpPr>
          <p:spPr bwMode="auto">
            <a:xfrm flipV="1">
              <a:off x="3786188" y="2930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" name="AutoShape 33">
              <a:extLst>
                <a:ext uri="{FF2B5EF4-FFF2-40B4-BE49-F238E27FC236}">
                  <a16:creationId xmlns:a16="http://schemas.microsoft.com/office/drawing/2014/main" id="{6056624E-9F83-42B8-9A78-5313631BECDE}"/>
                </a:ext>
              </a:extLst>
            </p:cNvPr>
            <p:cNvCxnSpPr>
              <a:cxnSpLocks noChangeShapeType="1"/>
              <a:stCxn id="54" idx="6"/>
              <a:endCxn id="53" idx="2"/>
            </p:cNvCxnSpPr>
            <p:nvPr/>
          </p:nvCxnSpPr>
          <p:spPr bwMode="auto">
            <a:xfrm>
              <a:off x="3905250" y="4292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" name="AutoShape 34">
              <a:extLst>
                <a:ext uri="{FF2B5EF4-FFF2-40B4-BE49-F238E27FC236}">
                  <a16:creationId xmlns:a16="http://schemas.microsoft.com/office/drawing/2014/main" id="{26CF6FD6-2C8D-40A3-8844-8BF03BDD7F05}"/>
                </a:ext>
              </a:extLst>
            </p:cNvPr>
            <p:cNvCxnSpPr>
              <a:cxnSpLocks noChangeShapeType="1"/>
              <a:stCxn id="49" idx="6"/>
              <a:endCxn id="63" idx="2"/>
            </p:cNvCxnSpPr>
            <p:nvPr/>
          </p:nvCxnSpPr>
          <p:spPr bwMode="auto">
            <a:xfrm>
              <a:off x="5962650" y="5943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" name="AutoShape 35">
              <a:extLst>
                <a:ext uri="{FF2B5EF4-FFF2-40B4-BE49-F238E27FC236}">
                  <a16:creationId xmlns:a16="http://schemas.microsoft.com/office/drawing/2014/main" id="{E7641922-2AD4-40A8-8CA2-1E384EA0E173}"/>
                </a:ext>
              </a:extLst>
            </p:cNvPr>
            <p:cNvCxnSpPr>
              <a:cxnSpLocks noChangeShapeType="1"/>
              <a:stCxn id="51" idx="6"/>
              <a:endCxn id="50" idx="2"/>
            </p:cNvCxnSpPr>
            <p:nvPr/>
          </p:nvCxnSpPr>
          <p:spPr bwMode="auto">
            <a:xfrm>
              <a:off x="1847850" y="5943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AutoShape 36">
              <a:extLst>
                <a:ext uri="{FF2B5EF4-FFF2-40B4-BE49-F238E27FC236}">
                  <a16:creationId xmlns:a16="http://schemas.microsoft.com/office/drawing/2014/main" id="{C735814B-6E79-415A-B081-FA33631C65E3}"/>
                </a:ext>
              </a:extLst>
            </p:cNvPr>
            <p:cNvCxnSpPr>
              <a:cxnSpLocks noChangeShapeType="1"/>
              <a:stCxn id="61" idx="4"/>
              <a:endCxn id="56" idx="0"/>
            </p:cNvCxnSpPr>
            <p:nvPr/>
          </p:nvCxnSpPr>
          <p:spPr bwMode="auto">
            <a:xfrm>
              <a:off x="3543300" y="1390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AutoShape 37">
              <a:extLst>
                <a:ext uri="{FF2B5EF4-FFF2-40B4-BE49-F238E27FC236}">
                  <a16:creationId xmlns:a16="http://schemas.microsoft.com/office/drawing/2014/main" id="{A16E5B56-C3D8-472D-9D66-D25E44392F16}"/>
                </a:ext>
              </a:extLst>
            </p:cNvPr>
            <p:cNvCxnSpPr>
              <a:cxnSpLocks noChangeShapeType="1"/>
              <a:stCxn id="57" idx="4"/>
              <a:endCxn id="53" idx="0"/>
            </p:cNvCxnSpPr>
            <p:nvPr/>
          </p:nvCxnSpPr>
          <p:spPr bwMode="auto">
            <a:xfrm>
              <a:off x="5600700" y="3041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AutoShape 38">
              <a:extLst>
                <a:ext uri="{FF2B5EF4-FFF2-40B4-BE49-F238E27FC236}">
                  <a16:creationId xmlns:a16="http://schemas.microsoft.com/office/drawing/2014/main" id="{3E609EDF-8A7F-498D-AF6A-6DCC274A7786}"/>
                </a:ext>
              </a:extLst>
            </p:cNvPr>
            <p:cNvCxnSpPr>
              <a:cxnSpLocks noChangeShapeType="1"/>
              <a:stCxn id="53" idx="4"/>
              <a:endCxn id="49" idx="0"/>
            </p:cNvCxnSpPr>
            <p:nvPr/>
          </p:nvCxnSpPr>
          <p:spPr bwMode="auto">
            <a:xfrm>
              <a:off x="5600700" y="4692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AutoShape 39">
              <a:extLst>
                <a:ext uri="{FF2B5EF4-FFF2-40B4-BE49-F238E27FC236}">
                  <a16:creationId xmlns:a16="http://schemas.microsoft.com/office/drawing/2014/main" id="{31602B3D-352C-42B4-9230-F593E18A7D82}"/>
                </a:ext>
              </a:extLst>
            </p:cNvPr>
            <p:cNvCxnSpPr>
              <a:cxnSpLocks noChangeShapeType="1"/>
              <a:stCxn id="50" idx="7"/>
              <a:endCxn id="53" idx="3"/>
            </p:cNvCxnSpPr>
            <p:nvPr/>
          </p:nvCxnSpPr>
          <p:spPr bwMode="auto">
            <a:xfrm flipV="1">
              <a:off x="3786188" y="4581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" name="AutoShape 40">
              <a:extLst>
                <a:ext uri="{FF2B5EF4-FFF2-40B4-BE49-F238E27FC236}">
                  <a16:creationId xmlns:a16="http://schemas.microsoft.com/office/drawing/2014/main" id="{9E58CF47-C1B0-45D2-B469-EF31AE31F7D4}"/>
                </a:ext>
              </a:extLst>
            </p:cNvPr>
            <p:cNvCxnSpPr>
              <a:cxnSpLocks noChangeShapeType="1"/>
              <a:stCxn id="60" idx="4"/>
              <a:endCxn id="57" idx="0"/>
            </p:cNvCxnSpPr>
            <p:nvPr/>
          </p:nvCxnSpPr>
          <p:spPr bwMode="auto">
            <a:xfrm>
              <a:off x="5600700" y="1390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" name="AutoShape 41">
              <a:extLst>
                <a:ext uri="{FF2B5EF4-FFF2-40B4-BE49-F238E27FC236}">
                  <a16:creationId xmlns:a16="http://schemas.microsoft.com/office/drawing/2014/main" id="{8B87F87A-A20F-42C0-8E54-721518AF6710}"/>
                </a:ext>
              </a:extLst>
            </p:cNvPr>
            <p:cNvCxnSpPr>
              <a:cxnSpLocks noChangeShapeType="1"/>
              <a:stCxn id="58" idx="4"/>
              <a:endCxn id="52" idx="0"/>
            </p:cNvCxnSpPr>
            <p:nvPr/>
          </p:nvCxnSpPr>
          <p:spPr bwMode="auto">
            <a:xfrm>
              <a:off x="7658100" y="3041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" name="AutoShape 42">
              <a:extLst>
                <a:ext uri="{FF2B5EF4-FFF2-40B4-BE49-F238E27FC236}">
                  <a16:creationId xmlns:a16="http://schemas.microsoft.com/office/drawing/2014/main" id="{DBF328A7-B25D-4DC5-A535-4F4B56F56917}"/>
                </a:ext>
              </a:extLst>
            </p:cNvPr>
            <p:cNvCxnSpPr>
              <a:cxnSpLocks noChangeShapeType="1"/>
              <a:stCxn id="52" idx="4"/>
              <a:endCxn id="63" idx="0"/>
            </p:cNvCxnSpPr>
            <p:nvPr/>
          </p:nvCxnSpPr>
          <p:spPr bwMode="auto">
            <a:xfrm>
              <a:off x="7658100" y="4692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9" name="Text Box 43">
              <a:extLst>
                <a:ext uri="{FF2B5EF4-FFF2-40B4-BE49-F238E27FC236}">
                  <a16:creationId xmlns:a16="http://schemas.microsoft.com/office/drawing/2014/main" id="{257BF86B-50D8-4F27-914F-BC0A217EE9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762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0" name="Text Box 44">
              <a:extLst>
                <a:ext uri="{FF2B5EF4-FFF2-40B4-BE49-F238E27FC236}">
                  <a16:creationId xmlns:a16="http://schemas.microsoft.com/office/drawing/2014/main" id="{047C0D44-8281-4192-B251-567D1F81EB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24384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1" name="Text Box 45">
              <a:extLst>
                <a:ext uri="{FF2B5EF4-FFF2-40B4-BE49-F238E27FC236}">
                  <a16:creationId xmlns:a16="http://schemas.microsoft.com/office/drawing/2014/main" id="{E3E5B3C5-113C-4125-BC7D-EC86C8F36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650" y="23622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2" name="Text Box 46">
              <a:extLst>
                <a:ext uri="{FF2B5EF4-FFF2-40B4-BE49-F238E27FC236}">
                  <a16:creationId xmlns:a16="http://schemas.microsoft.com/office/drawing/2014/main" id="{3E19FF95-8451-4570-BFC1-21C1D8812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650" y="1143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pic>
        <p:nvPicPr>
          <p:cNvPr id="93" name="Picture 92">
            <a:extLst>
              <a:ext uri="{FF2B5EF4-FFF2-40B4-BE49-F238E27FC236}">
                <a16:creationId xmlns:a16="http://schemas.microsoft.com/office/drawing/2014/main" id="{008BA125-D337-4582-B54E-07D191CF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917" y="1647401"/>
            <a:ext cx="14859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82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27</a:t>
            </a:fld>
            <a:endParaRPr lang="en-US" dirty="0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1634E69-FA68-4322-8484-FD46BB2F2751}"/>
              </a:ext>
            </a:extLst>
          </p:cNvPr>
          <p:cNvGrpSpPr/>
          <p:nvPr/>
        </p:nvGrpSpPr>
        <p:grpSpPr>
          <a:xfrm>
            <a:off x="228600" y="1524000"/>
            <a:ext cx="6221934" cy="4876800"/>
            <a:chOff x="685800" y="609600"/>
            <a:chExt cx="7315200" cy="5715000"/>
          </a:xfrm>
        </p:grpSpPr>
        <p:sp>
          <p:nvSpPr>
            <p:cNvPr id="94" name="Oval 2">
              <a:extLst>
                <a:ext uri="{FF2B5EF4-FFF2-40B4-BE49-F238E27FC236}">
                  <a16:creationId xmlns:a16="http://schemas.microsoft.com/office/drawing/2014/main" id="{CA7BCFC1-A959-455B-BCCD-186F9562A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A</a:t>
              </a:r>
            </a:p>
          </p:txBody>
        </p:sp>
        <p:sp>
          <p:nvSpPr>
            <p:cNvPr id="95" name="Oval 3">
              <a:extLst>
                <a:ext uri="{FF2B5EF4-FFF2-40B4-BE49-F238E27FC236}">
                  <a16:creationId xmlns:a16="http://schemas.microsoft.com/office/drawing/2014/main" id="{00BA48F2-803B-41D4-9B33-B93FF04A8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O</a:t>
              </a:r>
            </a:p>
          </p:txBody>
        </p:sp>
        <p:sp>
          <p:nvSpPr>
            <p:cNvPr id="96" name="Oval 4">
              <a:extLst>
                <a:ext uri="{FF2B5EF4-FFF2-40B4-BE49-F238E27FC236}">
                  <a16:creationId xmlns:a16="http://schemas.microsoft.com/office/drawing/2014/main" id="{2E423C6C-00A0-4D00-8A8F-56C79574C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N</a:t>
              </a:r>
            </a:p>
          </p:txBody>
        </p:sp>
        <p:sp>
          <p:nvSpPr>
            <p:cNvPr id="97" name="Oval 5">
              <a:extLst>
                <a:ext uri="{FF2B5EF4-FFF2-40B4-BE49-F238E27FC236}">
                  <a16:creationId xmlns:a16="http://schemas.microsoft.com/office/drawing/2014/main" id="{0C1FC343-8383-430C-B7DF-85E19B5F2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M</a:t>
              </a:r>
            </a:p>
          </p:txBody>
        </p:sp>
        <p:sp>
          <p:nvSpPr>
            <p:cNvPr id="98" name="Oval 6">
              <a:extLst>
                <a:ext uri="{FF2B5EF4-FFF2-40B4-BE49-F238E27FC236}">
                  <a16:creationId xmlns:a16="http://schemas.microsoft.com/office/drawing/2014/main" id="{53D929BE-D87C-4504-AE93-F4DC98B0C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3911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L</a:t>
              </a:r>
            </a:p>
          </p:txBody>
        </p:sp>
        <p:sp>
          <p:nvSpPr>
            <p:cNvPr id="99" name="Oval 7">
              <a:extLst>
                <a:ext uri="{FF2B5EF4-FFF2-40B4-BE49-F238E27FC236}">
                  <a16:creationId xmlns:a16="http://schemas.microsoft.com/office/drawing/2014/main" id="{3F86F105-C8AC-4336-99C9-12BE21BBE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911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K</a:t>
              </a:r>
            </a:p>
          </p:txBody>
        </p:sp>
        <p:sp>
          <p:nvSpPr>
            <p:cNvPr id="100" name="Oval 8">
              <a:extLst>
                <a:ext uri="{FF2B5EF4-FFF2-40B4-BE49-F238E27FC236}">
                  <a16:creationId xmlns:a16="http://schemas.microsoft.com/office/drawing/2014/main" id="{C0E5F133-6BD6-4775-B4F1-1F9EF2C92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3911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J</a:t>
              </a:r>
            </a:p>
          </p:txBody>
        </p:sp>
        <p:sp>
          <p:nvSpPr>
            <p:cNvPr id="101" name="Oval 9">
              <a:extLst>
                <a:ext uri="{FF2B5EF4-FFF2-40B4-BE49-F238E27FC236}">
                  <a16:creationId xmlns:a16="http://schemas.microsoft.com/office/drawing/2014/main" id="{1CEDDDCA-3889-422C-9C64-1607168E5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2260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E</a:t>
              </a:r>
            </a:p>
          </p:txBody>
        </p:sp>
        <p:sp>
          <p:nvSpPr>
            <p:cNvPr id="102" name="Oval 10">
              <a:extLst>
                <a:ext uri="{FF2B5EF4-FFF2-40B4-BE49-F238E27FC236}">
                  <a16:creationId xmlns:a16="http://schemas.microsoft.com/office/drawing/2014/main" id="{9F615BB0-0FF3-4BA8-B236-0EA6C3D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2260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F</a:t>
              </a:r>
            </a:p>
          </p:txBody>
        </p:sp>
        <p:sp>
          <p:nvSpPr>
            <p:cNvPr id="103" name="Oval 11">
              <a:extLst>
                <a:ext uri="{FF2B5EF4-FFF2-40B4-BE49-F238E27FC236}">
                  <a16:creationId xmlns:a16="http://schemas.microsoft.com/office/drawing/2014/main" id="{90FA289F-ADCD-4C3C-98A2-F2096196C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260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chemeClr val="accent1"/>
                  </a:solidFill>
                  <a:latin typeface="Verdana" panose="020B0604030504040204" pitchFamily="34" charset="0"/>
                </a:rPr>
                <a:t>G</a:t>
              </a:r>
            </a:p>
          </p:txBody>
        </p:sp>
        <p:sp>
          <p:nvSpPr>
            <p:cNvPr id="104" name="Oval 12">
              <a:extLst>
                <a:ext uri="{FF2B5EF4-FFF2-40B4-BE49-F238E27FC236}">
                  <a16:creationId xmlns:a16="http://schemas.microsoft.com/office/drawing/2014/main" id="{CEA771C1-F79F-4ECD-90E8-271FDFB27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2260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H</a:t>
              </a:r>
            </a:p>
          </p:txBody>
        </p:sp>
        <p:sp>
          <p:nvSpPr>
            <p:cNvPr id="105" name="Oval 13">
              <a:extLst>
                <a:ext uri="{FF2B5EF4-FFF2-40B4-BE49-F238E27FC236}">
                  <a16:creationId xmlns:a16="http://schemas.microsoft.com/office/drawing/2014/main" id="{5457B59C-5E5B-4BED-A645-DB0189257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609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D</a:t>
              </a:r>
            </a:p>
          </p:txBody>
        </p:sp>
        <p:sp>
          <p:nvSpPr>
            <p:cNvPr id="106" name="Oval 14">
              <a:extLst>
                <a:ext uri="{FF2B5EF4-FFF2-40B4-BE49-F238E27FC236}">
                  <a16:creationId xmlns:a16="http://schemas.microsoft.com/office/drawing/2014/main" id="{C043AC00-C583-4288-A5AE-F89A30F89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609600"/>
              <a:ext cx="685800" cy="762000"/>
            </a:xfrm>
            <a:prstGeom prst="ellipse">
              <a:avLst/>
            </a:prstGeom>
            <a:solidFill>
              <a:srgbClr val="80808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C</a:t>
              </a:r>
            </a:p>
          </p:txBody>
        </p:sp>
        <p:sp>
          <p:nvSpPr>
            <p:cNvPr id="107" name="Oval 15">
              <a:extLst>
                <a:ext uri="{FF2B5EF4-FFF2-40B4-BE49-F238E27FC236}">
                  <a16:creationId xmlns:a16="http://schemas.microsoft.com/office/drawing/2014/main" id="{9B232D43-2F93-4DDF-B29A-C11364D90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B</a:t>
              </a:r>
            </a:p>
          </p:txBody>
        </p:sp>
        <p:sp>
          <p:nvSpPr>
            <p:cNvPr id="108" name="Oval 16">
              <a:extLst>
                <a:ext uri="{FF2B5EF4-FFF2-40B4-BE49-F238E27FC236}">
                  <a16:creationId xmlns:a16="http://schemas.microsoft.com/office/drawing/2014/main" id="{C9EFCDFA-4F12-435F-B0A5-B37480464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911600"/>
              <a:ext cx="685800" cy="762000"/>
            </a:xfrm>
            <a:prstGeom prst="ellipse">
              <a:avLst/>
            </a:prstGeom>
            <a:solidFill>
              <a:srgbClr val="80808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I</a:t>
              </a:r>
            </a:p>
          </p:txBody>
        </p:sp>
        <p:sp>
          <p:nvSpPr>
            <p:cNvPr id="109" name="Oval 17">
              <a:extLst>
                <a:ext uri="{FF2B5EF4-FFF2-40B4-BE49-F238E27FC236}">
                  <a16:creationId xmlns:a16="http://schemas.microsoft.com/office/drawing/2014/main" id="{B511F81A-9818-4069-B7C0-FE36A0275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P</a:t>
              </a:r>
            </a:p>
          </p:txBody>
        </p:sp>
        <p:cxnSp>
          <p:nvCxnSpPr>
            <p:cNvPr id="110" name="AutoShape 18">
              <a:extLst>
                <a:ext uri="{FF2B5EF4-FFF2-40B4-BE49-F238E27FC236}">
                  <a16:creationId xmlns:a16="http://schemas.microsoft.com/office/drawing/2014/main" id="{463787B3-6350-48C7-BA73-884E56524FFA}"/>
                </a:ext>
              </a:extLst>
            </p:cNvPr>
            <p:cNvCxnSpPr>
              <a:cxnSpLocks noChangeShapeType="1"/>
              <a:stCxn id="94" idx="5"/>
              <a:endCxn id="102" idx="1"/>
            </p:cNvCxnSpPr>
            <p:nvPr/>
          </p:nvCxnSpPr>
          <p:spPr bwMode="auto">
            <a:xfrm>
              <a:off x="1728788" y="1279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1" name="AutoShape 19">
              <a:extLst>
                <a:ext uri="{FF2B5EF4-FFF2-40B4-BE49-F238E27FC236}">
                  <a16:creationId xmlns:a16="http://schemas.microsoft.com/office/drawing/2014/main" id="{0B761524-378C-472A-B1E7-B45D4DDA1C6A}"/>
                </a:ext>
              </a:extLst>
            </p:cNvPr>
            <p:cNvCxnSpPr>
              <a:cxnSpLocks noChangeShapeType="1"/>
              <a:stCxn id="106" idx="6"/>
              <a:endCxn id="105" idx="2"/>
            </p:cNvCxnSpPr>
            <p:nvPr/>
          </p:nvCxnSpPr>
          <p:spPr bwMode="auto">
            <a:xfrm>
              <a:off x="5962650" y="990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" name="AutoShape 20">
              <a:extLst>
                <a:ext uri="{FF2B5EF4-FFF2-40B4-BE49-F238E27FC236}">
                  <a16:creationId xmlns:a16="http://schemas.microsoft.com/office/drawing/2014/main" id="{C80C61B0-01AA-4631-B3B9-BD8CCE84119C}"/>
                </a:ext>
              </a:extLst>
            </p:cNvPr>
            <p:cNvCxnSpPr>
              <a:cxnSpLocks noChangeShapeType="1"/>
              <a:stCxn id="108" idx="6"/>
              <a:endCxn id="100" idx="2"/>
            </p:cNvCxnSpPr>
            <p:nvPr/>
          </p:nvCxnSpPr>
          <p:spPr bwMode="auto">
            <a:xfrm>
              <a:off x="1847850" y="4292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4" name="AutoShape 22">
              <a:extLst>
                <a:ext uri="{FF2B5EF4-FFF2-40B4-BE49-F238E27FC236}">
                  <a16:creationId xmlns:a16="http://schemas.microsoft.com/office/drawing/2014/main" id="{9AFAA1FB-B72A-40D5-9F12-2105364DF7C3}"/>
                </a:ext>
              </a:extLst>
            </p:cNvPr>
            <p:cNvCxnSpPr>
              <a:cxnSpLocks noChangeShapeType="1"/>
              <a:stCxn id="107" idx="6"/>
              <a:endCxn id="106" idx="2"/>
            </p:cNvCxnSpPr>
            <p:nvPr/>
          </p:nvCxnSpPr>
          <p:spPr bwMode="auto">
            <a:xfrm>
              <a:off x="39052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" name="AutoShape 23">
              <a:extLst>
                <a:ext uri="{FF2B5EF4-FFF2-40B4-BE49-F238E27FC236}">
                  <a16:creationId xmlns:a16="http://schemas.microsoft.com/office/drawing/2014/main" id="{5EF01666-C430-4EC8-9D63-86D002A370B3}"/>
                </a:ext>
              </a:extLst>
            </p:cNvPr>
            <p:cNvCxnSpPr>
              <a:cxnSpLocks noChangeShapeType="1"/>
              <a:stCxn id="94" idx="6"/>
              <a:endCxn id="107" idx="2"/>
            </p:cNvCxnSpPr>
            <p:nvPr/>
          </p:nvCxnSpPr>
          <p:spPr bwMode="auto">
            <a:xfrm>
              <a:off x="18478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" name="AutoShape 24">
              <a:extLst>
                <a:ext uri="{FF2B5EF4-FFF2-40B4-BE49-F238E27FC236}">
                  <a16:creationId xmlns:a16="http://schemas.microsoft.com/office/drawing/2014/main" id="{A5186FF6-E074-4594-B820-092312527579}"/>
                </a:ext>
              </a:extLst>
            </p:cNvPr>
            <p:cNvCxnSpPr>
              <a:cxnSpLocks noChangeShapeType="1"/>
              <a:stCxn id="103" idx="5"/>
              <a:endCxn id="98" idx="1"/>
            </p:cNvCxnSpPr>
            <p:nvPr/>
          </p:nvCxnSpPr>
          <p:spPr bwMode="auto">
            <a:xfrm>
              <a:off x="5843588" y="2930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" name="AutoShape 25">
              <a:extLst>
                <a:ext uri="{FF2B5EF4-FFF2-40B4-BE49-F238E27FC236}">
                  <a16:creationId xmlns:a16="http://schemas.microsoft.com/office/drawing/2014/main" id="{A5EA6318-0AA5-4320-B5EE-8C2568BF10F5}"/>
                </a:ext>
              </a:extLst>
            </p:cNvPr>
            <p:cNvCxnSpPr>
              <a:cxnSpLocks noChangeShapeType="1"/>
              <a:stCxn id="108" idx="5"/>
              <a:endCxn id="96" idx="1"/>
            </p:cNvCxnSpPr>
            <p:nvPr/>
          </p:nvCxnSpPr>
          <p:spPr bwMode="auto">
            <a:xfrm>
              <a:off x="1728788" y="4581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8" name="AutoShape 26">
              <a:extLst>
                <a:ext uri="{FF2B5EF4-FFF2-40B4-BE49-F238E27FC236}">
                  <a16:creationId xmlns:a16="http://schemas.microsoft.com/office/drawing/2014/main" id="{6448F086-AC5D-4F91-8439-06EEFCDA1B7B}"/>
                </a:ext>
              </a:extLst>
            </p:cNvPr>
            <p:cNvCxnSpPr>
              <a:cxnSpLocks noChangeShapeType="1"/>
              <a:stCxn id="108" idx="4"/>
              <a:endCxn id="97" idx="0"/>
            </p:cNvCxnSpPr>
            <p:nvPr/>
          </p:nvCxnSpPr>
          <p:spPr bwMode="auto">
            <a:xfrm>
              <a:off x="1485900" y="4692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9" name="AutoShape 27">
              <a:extLst>
                <a:ext uri="{FF2B5EF4-FFF2-40B4-BE49-F238E27FC236}">
                  <a16:creationId xmlns:a16="http://schemas.microsoft.com/office/drawing/2014/main" id="{0410C6DB-7CAE-49A5-90DC-36C8E5283CC2}"/>
                </a:ext>
              </a:extLst>
            </p:cNvPr>
            <p:cNvCxnSpPr>
              <a:cxnSpLocks noChangeShapeType="1"/>
              <a:stCxn id="101" idx="4"/>
              <a:endCxn id="108" idx="0"/>
            </p:cNvCxnSpPr>
            <p:nvPr/>
          </p:nvCxnSpPr>
          <p:spPr bwMode="auto">
            <a:xfrm>
              <a:off x="1485900" y="3041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0" name="AutoShape 28">
              <a:extLst>
                <a:ext uri="{FF2B5EF4-FFF2-40B4-BE49-F238E27FC236}">
                  <a16:creationId xmlns:a16="http://schemas.microsoft.com/office/drawing/2014/main" id="{589EB3A0-C023-4D4F-A6AE-36FC31A848AC}"/>
                </a:ext>
              </a:extLst>
            </p:cNvPr>
            <p:cNvCxnSpPr>
              <a:cxnSpLocks noChangeShapeType="1"/>
              <a:stCxn id="94" idx="4"/>
              <a:endCxn id="101" idx="0"/>
            </p:cNvCxnSpPr>
            <p:nvPr/>
          </p:nvCxnSpPr>
          <p:spPr bwMode="auto">
            <a:xfrm>
              <a:off x="14859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" name="AutoShape 29">
              <a:extLst>
                <a:ext uri="{FF2B5EF4-FFF2-40B4-BE49-F238E27FC236}">
                  <a16:creationId xmlns:a16="http://schemas.microsoft.com/office/drawing/2014/main" id="{089601BC-E495-4540-9185-80647DF0A077}"/>
                </a:ext>
              </a:extLst>
            </p:cNvPr>
            <p:cNvCxnSpPr>
              <a:cxnSpLocks noChangeShapeType="1"/>
              <a:stCxn id="104" idx="0"/>
              <a:endCxn id="105" idx="4"/>
            </p:cNvCxnSpPr>
            <p:nvPr/>
          </p:nvCxnSpPr>
          <p:spPr bwMode="auto">
            <a:xfrm flipV="1">
              <a:off x="7658100" y="1390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2" name="AutoShape 30">
              <a:extLst>
                <a:ext uri="{FF2B5EF4-FFF2-40B4-BE49-F238E27FC236}">
                  <a16:creationId xmlns:a16="http://schemas.microsoft.com/office/drawing/2014/main" id="{31F44B2E-2D75-4239-9D48-4698DB40368F}"/>
                </a:ext>
              </a:extLst>
            </p:cNvPr>
            <p:cNvCxnSpPr>
              <a:cxnSpLocks noChangeShapeType="1"/>
              <a:stCxn id="103" idx="7"/>
              <a:endCxn id="105" idx="3"/>
            </p:cNvCxnSpPr>
            <p:nvPr/>
          </p:nvCxnSpPr>
          <p:spPr bwMode="auto">
            <a:xfrm flipV="1">
              <a:off x="5843588" y="1279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" name="AutoShape 31">
              <a:extLst>
                <a:ext uri="{FF2B5EF4-FFF2-40B4-BE49-F238E27FC236}">
                  <a16:creationId xmlns:a16="http://schemas.microsoft.com/office/drawing/2014/main" id="{03227037-EDD1-4FDF-A2B2-444C790B0638}"/>
                </a:ext>
              </a:extLst>
            </p:cNvPr>
            <p:cNvCxnSpPr>
              <a:cxnSpLocks noChangeShapeType="1"/>
              <a:stCxn id="108" idx="7"/>
              <a:endCxn id="102" idx="3"/>
            </p:cNvCxnSpPr>
            <p:nvPr/>
          </p:nvCxnSpPr>
          <p:spPr bwMode="auto">
            <a:xfrm flipV="1">
              <a:off x="1728788" y="2930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4" name="AutoShape 32">
              <a:extLst>
                <a:ext uri="{FF2B5EF4-FFF2-40B4-BE49-F238E27FC236}">
                  <a16:creationId xmlns:a16="http://schemas.microsoft.com/office/drawing/2014/main" id="{61E40B2C-1F1E-4964-B7C0-394B1A6D989A}"/>
                </a:ext>
              </a:extLst>
            </p:cNvPr>
            <p:cNvCxnSpPr>
              <a:cxnSpLocks noChangeShapeType="1"/>
              <a:stCxn id="100" idx="7"/>
              <a:endCxn id="103" idx="3"/>
            </p:cNvCxnSpPr>
            <p:nvPr/>
          </p:nvCxnSpPr>
          <p:spPr bwMode="auto">
            <a:xfrm flipV="1">
              <a:off x="3786188" y="2930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5" name="AutoShape 33">
              <a:extLst>
                <a:ext uri="{FF2B5EF4-FFF2-40B4-BE49-F238E27FC236}">
                  <a16:creationId xmlns:a16="http://schemas.microsoft.com/office/drawing/2014/main" id="{0027806C-47A2-4DE3-919F-FDBD8004F602}"/>
                </a:ext>
              </a:extLst>
            </p:cNvPr>
            <p:cNvCxnSpPr>
              <a:cxnSpLocks noChangeShapeType="1"/>
              <a:stCxn id="100" idx="6"/>
              <a:endCxn id="99" idx="2"/>
            </p:cNvCxnSpPr>
            <p:nvPr/>
          </p:nvCxnSpPr>
          <p:spPr bwMode="auto">
            <a:xfrm>
              <a:off x="3905250" y="4292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6" name="AutoShape 34">
              <a:extLst>
                <a:ext uri="{FF2B5EF4-FFF2-40B4-BE49-F238E27FC236}">
                  <a16:creationId xmlns:a16="http://schemas.microsoft.com/office/drawing/2014/main" id="{94DED257-2157-45E6-896F-CE71D3D1EDFF}"/>
                </a:ext>
              </a:extLst>
            </p:cNvPr>
            <p:cNvCxnSpPr>
              <a:cxnSpLocks noChangeShapeType="1"/>
              <a:stCxn id="95" idx="6"/>
              <a:endCxn id="109" idx="2"/>
            </p:cNvCxnSpPr>
            <p:nvPr/>
          </p:nvCxnSpPr>
          <p:spPr bwMode="auto">
            <a:xfrm>
              <a:off x="5962650" y="5943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7" name="AutoShape 35">
              <a:extLst>
                <a:ext uri="{FF2B5EF4-FFF2-40B4-BE49-F238E27FC236}">
                  <a16:creationId xmlns:a16="http://schemas.microsoft.com/office/drawing/2014/main" id="{F838950B-E370-467A-920C-F5172FE9F578}"/>
                </a:ext>
              </a:extLst>
            </p:cNvPr>
            <p:cNvCxnSpPr>
              <a:cxnSpLocks noChangeShapeType="1"/>
              <a:stCxn id="97" idx="6"/>
              <a:endCxn id="96" idx="2"/>
            </p:cNvCxnSpPr>
            <p:nvPr/>
          </p:nvCxnSpPr>
          <p:spPr bwMode="auto">
            <a:xfrm>
              <a:off x="1847850" y="5943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9" name="AutoShape 37">
              <a:extLst>
                <a:ext uri="{FF2B5EF4-FFF2-40B4-BE49-F238E27FC236}">
                  <a16:creationId xmlns:a16="http://schemas.microsoft.com/office/drawing/2014/main" id="{4BEBF012-0A84-48A4-A719-C6925CD5541E}"/>
                </a:ext>
              </a:extLst>
            </p:cNvPr>
            <p:cNvCxnSpPr>
              <a:cxnSpLocks noChangeShapeType="1"/>
              <a:stCxn id="103" idx="4"/>
              <a:endCxn id="99" idx="0"/>
            </p:cNvCxnSpPr>
            <p:nvPr/>
          </p:nvCxnSpPr>
          <p:spPr bwMode="auto">
            <a:xfrm>
              <a:off x="5600700" y="3041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0" name="AutoShape 38">
              <a:extLst>
                <a:ext uri="{FF2B5EF4-FFF2-40B4-BE49-F238E27FC236}">
                  <a16:creationId xmlns:a16="http://schemas.microsoft.com/office/drawing/2014/main" id="{CAE9910F-AA05-426A-8DAF-DD97C5DE2A19}"/>
                </a:ext>
              </a:extLst>
            </p:cNvPr>
            <p:cNvCxnSpPr>
              <a:cxnSpLocks noChangeShapeType="1"/>
              <a:stCxn id="99" idx="4"/>
              <a:endCxn id="95" idx="0"/>
            </p:cNvCxnSpPr>
            <p:nvPr/>
          </p:nvCxnSpPr>
          <p:spPr bwMode="auto">
            <a:xfrm>
              <a:off x="5600700" y="4692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1" name="AutoShape 39">
              <a:extLst>
                <a:ext uri="{FF2B5EF4-FFF2-40B4-BE49-F238E27FC236}">
                  <a16:creationId xmlns:a16="http://schemas.microsoft.com/office/drawing/2014/main" id="{43DF6436-7BA1-4C2B-83F6-460B88264641}"/>
                </a:ext>
              </a:extLst>
            </p:cNvPr>
            <p:cNvCxnSpPr>
              <a:cxnSpLocks noChangeShapeType="1"/>
              <a:stCxn id="96" idx="7"/>
              <a:endCxn id="99" idx="3"/>
            </p:cNvCxnSpPr>
            <p:nvPr/>
          </p:nvCxnSpPr>
          <p:spPr bwMode="auto">
            <a:xfrm flipV="1">
              <a:off x="3786188" y="4581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2" name="AutoShape 40">
              <a:extLst>
                <a:ext uri="{FF2B5EF4-FFF2-40B4-BE49-F238E27FC236}">
                  <a16:creationId xmlns:a16="http://schemas.microsoft.com/office/drawing/2014/main" id="{C2424782-1F65-484F-A5D5-A5242C39F180}"/>
                </a:ext>
              </a:extLst>
            </p:cNvPr>
            <p:cNvCxnSpPr>
              <a:cxnSpLocks noChangeShapeType="1"/>
              <a:stCxn id="106" idx="4"/>
              <a:endCxn id="103" idx="0"/>
            </p:cNvCxnSpPr>
            <p:nvPr/>
          </p:nvCxnSpPr>
          <p:spPr bwMode="auto">
            <a:xfrm>
              <a:off x="5600700" y="1390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" name="AutoShape 41">
              <a:extLst>
                <a:ext uri="{FF2B5EF4-FFF2-40B4-BE49-F238E27FC236}">
                  <a16:creationId xmlns:a16="http://schemas.microsoft.com/office/drawing/2014/main" id="{FED77879-1B19-47BC-8D86-4464230806DE}"/>
                </a:ext>
              </a:extLst>
            </p:cNvPr>
            <p:cNvCxnSpPr>
              <a:cxnSpLocks noChangeShapeType="1"/>
              <a:stCxn id="104" idx="4"/>
              <a:endCxn id="98" idx="0"/>
            </p:cNvCxnSpPr>
            <p:nvPr/>
          </p:nvCxnSpPr>
          <p:spPr bwMode="auto">
            <a:xfrm>
              <a:off x="7658100" y="3041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" name="AutoShape 42">
              <a:extLst>
                <a:ext uri="{FF2B5EF4-FFF2-40B4-BE49-F238E27FC236}">
                  <a16:creationId xmlns:a16="http://schemas.microsoft.com/office/drawing/2014/main" id="{E29836CC-9EF8-4944-B914-6E2F344978D7}"/>
                </a:ext>
              </a:extLst>
            </p:cNvPr>
            <p:cNvCxnSpPr>
              <a:cxnSpLocks noChangeShapeType="1"/>
              <a:stCxn id="98" idx="4"/>
              <a:endCxn id="109" idx="0"/>
            </p:cNvCxnSpPr>
            <p:nvPr/>
          </p:nvCxnSpPr>
          <p:spPr bwMode="auto">
            <a:xfrm>
              <a:off x="7658100" y="4692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5" name="Text Box 43">
              <a:extLst>
                <a:ext uri="{FF2B5EF4-FFF2-40B4-BE49-F238E27FC236}">
                  <a16:creationId xmlns:a16="http://schemas.microsoft.com/office/drawing/2014/main" id="{0D301036-331C-4163-AC43-3132084C4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762000"/>
              <a:ext cx="33655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36" name="Text Box 44">
              <a:extLst>
                <a:ext uri="{FF2B5EF4-FFF2-40B4-BE49-F238E27FC236}">
                  <a16:creationId xmlns:a16="http://schemas.microsoft.com/office/drawing/2014/main" id="{00F2D86B-04F9-4D23-B934-64CE141F0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2438400"/>
              <a:ext cx="33655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7" name="Text Box 45">
              <a:extLst>
                <a:ext uri="{FF2B5EF4-FFF2-40B4-BE49-F238E27FC236}">
                  <a16:creationId xmlns:a16="http://schemas.microsoft.com/office/drawing/2014/main" id="{0E1D764D-7E22-4080-A975-C69D1C3888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650" y="2362200"/>
              <a:ext cx="33655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8" name="Text Box 46">
              <a:extLst>
                <a:ext uri="{FF2B5EF4-FFF2-40B4-BE49-F238E27FC236}">
                  <a16:creationId xmlns:a16="http://schemas.microsoft.com/office/drawing/2014/main" id="{18B4BBA5-D16C-464C-9186-A39715AF6C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650" y="1143000"/>
              <a:ext cx="33655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9" name="Text Box 47">
              <a:extLst>
                <a:ext uri="{FF2B5EF4-FFF2-40B4-BE49-F238E27FC236}">
                  <a16:creationId xmlns:a16="http://schemas.microsoft.com/office/drawing/2014/main" id="{F36B44F5-AFBC-49A9-95E4-983D07093E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4038600"/>
              <a:ext cx="33655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40" name="Text Box 48">
              <a:extLst>
                <a:ext uri="{FF2B5EF4-FFF2-40B4-BE49-F238E27FC236}">
                  <a16:creationId xmlns:a16="http://schemas.microsoft.com/office/drawing/2014/main" id="{D5DF5E4C-DA49-47CE-BC2A-CB5D84805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8050" y="1066800"/>
              <a:ext cx="33655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C2951E4-6D80-403F-A7B0-3F7455E9D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6254" y="1715770"/>
            <a:ext cx="1419225" cy="266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20FDB8-B52F-478F-99AC-53BB7FD2D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627" y="2369312"/>
            <a:ext cx="1428750" cy="247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1FE646-98DF-4CE7-AE0E-91FA9FEB5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152" y="2952982"/>
            <a:ext cx="1447800" cy="257175"/>
          </a:xfrm>
          <a:prstGeom prst="rect">
            <a:avLst/>
          </a:prstGeom>
        </p:spPr>
      </p:pic>
      <p:cxnSp>
        <p:nvCxnSpPr>
          <p:cNvPr id="3" name="AutoShape 36">
            <a:extLst>
              <a:ext uri="{FF2B5EF4-FFF2-40B4-BE49-F238E27FC236}">
                <a16:creationId xmlns:a16="http://schemas.microsoft.com/office/drawing/2014/main" id="{3F722155-00B7-73CF-0FBC-DB78414291A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67000" y="2206752"/>
            <a:ext cx="0" cy="726101"/>
          </a:xfrm>
          <a:prstGeom prst="straightConnector1">
            <a:avLst/>
          </a:prstGeom>
          <a:noFill/>
          <a:ln w="76200">
            <a:solidFill>
              <a:srgbClr val="FF66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AutoShape 21">
            <a:extLst>
              <a:ext uri="{FF2B5EF4-FFF2-40B4-BE49-F238E27FC236}">
                <a16:creationId xmlns:a16="http://schemas.microsoft.com/office/drawing/2014/main" id="{FACDB63E-6CA5-5164-B1A7-0E97013400E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35948" y="3226699"/>
            <a:ext cx="1131442" cy="0"/>
          </a:xfrm>
          <a:prstGeom prst="straightConnector1">
            <a:avLst/>
          </a:prstGeom>
          <a:noFill/>
          <a:ln w="76200">
            <a:solidFill>
              <a:srgbClr val="FF66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3572683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28</a:t>
            </a:fld>
            <a:endParaRPr lang="en-US" dirty="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23B97418-3FB0-4F84-A507-0862A46B7E10}"/>
              </a:ext>
            </a:extLst>
          </p:cNvPr>
          <p:cNvGrpSpPr/>
          <p:nvPr/>
        </p:nvGrpSpPr>
        <p:grpSpPr>
          <a:xfrm>
            <a:off x="304800" y="1447800"/>
            <a:ext cx="6400800" cy="4876800"/>
            <a:chOff x="685800" y="609600"/>
            <a:chExt cx="7543882" cy="5715000"/>
          </a:xfrm>
        </p:grpSpPr>
        <p:sp>
          <p:nvSpPr>
            <p:cNvPr id="142" name="Oval 2">
              <a:extLst>
                <a:ext uri="{FF2B5EF4-FFF2-40B4-BE49-F238E27FC236}">
                  <a16:creationId xmlns:a16="http://schemas.microsoft.com/office/drawing/2014/main" id="{5910CFB0-B124-40A4-B772-DC7902035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A</a:t>
              </a:r>
            </a:p>
          </p:txBody>
        </p:sp>
        <p:sp>
          <p:nvSpPr>
            <p:cNvPr id="143" name="Oval 3">
              <a:extLst>
                <a:ext uri="{FF2B5EF4-FFF2-40B4-BE49-F238E27FC236}">
                  <a16:creationId xmlns:a16="http://schemas.microsoft.com/office/drawing/2014/main" id="{FDDB5D80-6669-4185-8224-E6BEFCC6E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O</a:t>
              </a:r>
            </a:p>
          </p:txBody>
        </p:sp>
        <p:sp>
          <p:nvSpPr>
            <p:cNvPr id="144" name="Oval 4">
              <a:extLst>
                <a:ext uri="{FF2B5EF4-FFF2-40B4-BE49-F238E27FC236}">
                  <a16:creationId xmlns:a16="http://schemas.microsoft.com/office/drawing/2014/main" id="{30AD969C-5ACF-4630-9D8E-F5B3A7EA1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5562600"/>
              <a:ext cx="685800" cy="762000"/>
            </a:xfrm>
            <a:prstGeom prst="ellipse">
              <a:avLst/>
            </a:prstGeom>
            <a:solidFill>
              <a:srgbClr val="80808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N</a:t>
              </a:r>
            </a:p>
          </p:txBody>
        </p:sp>
        <p:sp>
          <p:nvSpPr>
            <p:cNvPr id="145" name="Oval 5">
              <a:extLst>
                <a:ext uri="{FF2B5EF4-FFF2-40B4-BE49-F238E27FC236}">
                  <a16:creationId xmlns:a16="http://schemas.microsoft.com/office/drawing/2014/main" id="{E0DE6682-C4EC-4125-8DEE-ACEE5D516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562600"/>
              <a:ext cx="685800" cy="762000"/>
            </a:xfrm>
            <a:prstGeom prst="ellipse">
              <a:avLst/>
            </a:prstGeom>
            <a:solidFill>
              <a:srgbClr val="80808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M</a:t>
              </a:r>
            </a:p>
          </p:txBody>
        </p:sp>
        <p:sp>
          <p:nvSpPr>
            <p:cNvPr id="146" name="Oval 6">
              <a:extLst>
                <a:ext uri="{FF2B5EF4-FFF2-40B4-BE49-F238E27FC236}">
                  <a16:creationId xmlns:a16="http://schemas.microsoft.com/office/drawing/2014/main" id="{191CBE07-62F5-4727-A8B3-AC17E219E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3911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L</a:t>
              </a:r>
            </a:p>
          </p:txBody>
        </p:sp>
        <p:sp>
          <p:nvSpPr>
            <p:cNvPr id="147" name="Oval 7">
              <a:extLst>
                <a:ext uri="{FF2B5EF4-FFF2-40B4-BE49-F238E27FC236}">
                  <a16:creationId xmlns:a16="http://schemas.microsoft.com/office/drawing/2014/main" id="{D6D3476D-3B9A-4422-B858-860AA925A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911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K</a:t>
              </a:r>
            </a:p>
          </p:txBody>
        </p:sp>
        <p:sp>
          <p:nvSpPr>
            <p:cNvPr id="148" name="Oval 8">
              <a:extLst>
                <a:ext uri="{FF2B5EF4-FFF2-40B4-BE49-F238E27FC236}">
                  <a16:creationId xmlns:a16="http://schemas.microsoft.com/office/drawing/2014/main" id="{856514B9-D841-42F0-8B6F-E78A22162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3911600"/>
              <a:ext cx="685800" cy="762000"/>
            </a:xfrm>
            <a:prstGeom prst="ellipse">
              <a:avLst/>
            </a:prstGeom>
            <a:solidFill>
              <a:srgbClr val="80808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J</a:t>
              </a:r>
            </a:p>
          </p:txBody>
        </p:sp>
        <p:sp>
          <p:nvSpPr>
            <p:cNvPr id="149" name="Oval 9">
              <a:extLst>
                <a:ext uri="{FF2B5EF4-FFF2-40B4-BE49-F238E27FC236}">
                  <a16:creationId xmlns:a16="http://schemas.microsoft.com/office/drawing/2014/main" id="{EB9D8FD3-FE80-49DA-BA76-FD2F2B1CE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2260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E</a:t>
              </a:r>
            </a:p>
          </p:txBody>
        </p:sp>
        <p:sp>
          <p:nvSpPr>
            <p:cNvPr id="150" name="Oval 10">
              <a:extLst>
                <a:ext uri="{FF2B5EF4-FFF2-40B4-BE49-F238E27FC236}">
                  <a16:creationId xmlns:a16="http://schemas.microsoft.com/office/drawing/2014/main" id="{E0C7412E-2D21-4617-8553-3076FB80B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2260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F</a:t>
              </a:r>
            </a:p>
          </p:txBody>
        </p:sp>
        <p:sp>
          <p:nvSpPr>
            <p:cNvPr id="151" name="Oval 11">
              <a:extLst>
                <a:ext uri="{FF2B5EF4-FFF2-40B4-BE49-F238E27FC236}">
                  <a16:creationId xmlns:a16="http://schemas.microsoft.com/office/drawing/2014/main" id="{808D91B7-5059-4704-8189-26D64C570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260600"/>
              <a:ext cx="685800" cy="762000"/>
            </a:xfrm>
            <a:prstGeom prst="ellipse">
              <a:avLst/>
            </a:prstGeom>
            <a:solidFill>
              <a:srgbClr val="80808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G</a:t>
              </a:r>
            </a:p>
          </p:txBody>
        </p:sp>
        <p:sp>
          <p:nvSpPr>
            <p:cNvPr id="152" name="Oval 12">
              <a:extLst>
                <a:ext uri="{FF2B5EF4-FFF2-40B4-BE49-F238E27FC236}">
                  <a16:creationId xmlns:a16="http://schemas.microsoft.com/office/drawing/2014/main" id="{E91C3702-2E2F-4272-95FC-4C4C86628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2260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H</a:t>
              </a:r>
            </a:p>
          </p:txBody>
        </p:sp>
        <p:sp>
          <p:nvSpPr>
            <p:cNvPr id="153" name="Oval 13">
              <a:extLst>
                <a:ext uri="{FF2B5EF4-FFF2-40B4-BE49-F238E27FC236}">
                  <a16:creationId xmlns:a16="http://schemas.microsoft.com/office/drawing/2014/main" id="{D72D72B7-36A8-44DE-AE5F-66846C2BF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6798" y="673099"/>
              <a:ext cx="685801" cy="762000"/>
            </a:xfrm>
            <a:prstGeom prst="ellipse">
              <a:avLst/>
            </a:prstGeom>
            <a:solidFill>
              <a:srgbClr val="80808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D</a:t>
              </a:r>
            </a:p>
          </p:txBody>
        </p:sp>
        <p:sp>
          <p:nvSpPr>
            <p:cNvPr id="154" name="Oval 14">
              <a:extLst>
                <a:ext uri="{FF2B5EF4-FFF2-40B4-BE49-F238E27FC236}">
                  <a16:creationId xmlns:a16="http://schemas.microsoft.com/office/drawing/2014/main" id="{F1F28870-138F-4DFE-9139-5934BF87A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C</a:t>
              </a:r>
            </a:p>
          </p:txBody>
        </p:sp>
        <p:sp>
          <p:nvSpPr>
            <p:cNvPr id="155" name="Oval 15">
              <a:extLst>
                <a:ext uri="{FF2B5EF4-FFF2-40B4-BE49-F238E27FC236}">
                  <a16:creationId xmlns:a16="http://schemas.microsoft.com/office/drawing/2014/main" id="{3BCF4D5F-BC2E-40A6-BE0E-E026A048B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B</a:t>
              </a:r>
            </a:p>
          </p:txBody>
        </p:sp>
        <p:sp>
          <p:nvSpPr>
            <p:cNvPr id="156" name="Oval 16">
              <a:extLst>
                <a:ext uri="{FF2B5EF4-FFF2-40B4-BE49-F238E27FC236}">
                  <a16:creationId xmlns:a16="http://schemas.microsoft.com/office/drawing/2014/main" id="{79DA1DF1-0351-4046-94CC-293DD25D3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911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I</a:t>
              </a:r>
            </a:p>
          </p:txBody>
        </p:sp>
        <p:sp>
          <p:nvSpPr>
            <p:cNvPr id="157" name="Oval 17">
              <a:extLst>
                <a:ext uri="{FF2B5EF4-FFF2-40B4-BE49-F238E27FC236}">
                  <a16:creationId xmlns:a16="http://schemas.microsoft.com/office/drawing/2014/main" id="{89359EDB-42B6-4C1E-90AD-561556106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P</a:t>
              </a:r>
            </a:p>
          </p:txBody>
        </p:sp>
        <p:cxnSp>
          <p:nvCxnSpPr>
            <p:cNvPr id="158" name="AutoShape 18">
              <a:extLst>
                <a:ext uri="{FF2B5EF4-FFF2-40B4-BE49-F238E27FC236}">
                  <a16:creationId xmlns:a16="http://schemas.microsoft.com/office/drawing/2014/main" id="{42624161-F96D-4742-9CBB-224D6D8D9705}"/>
                </a:ext>
              </a:extLst>
            </p:cNvPr>
            <p:cNvCxnSpPr>
              <a:cxnSpLocks noChangeShapeType="1"/>
              <a:stCxn id="142" idx="5"/>
              <a:endCxn id="150" idx="1"/>
            </p:cNvCxnSpPr>
            <p:nvPr/>
          </p:nvCxnSpPr>
          <p:spPr bwMode="auto">
            <a:xfrm>
              <a:off x="1728788" y="1279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" name="AutoShape 19">
              <a:extLst>
                <a:ext uri="{FF2B5EF4-FFF2-40B4-BE49-F238E27FC236}">
                  <a16:creationId xmlns:a16="http://schemas.microsoft.com/office/drawing/2014/main" id="{005AE2D0-1195-486A-9FD0-CF73C9610AE0}"/>
                </a:ext>
              </a:extLst>
            </p:cNvPr>
            <p:cNvCxnSpPr>
              <a:cxnSpLocks noChangeShapeType="1"/>
              <a:stCxn id="154" idx="6"/>
              <a:endCxn id="153" idx="2"/>
            </p:cNvCxnSpPr>
            <p:nvPr/>
          </p:nvCxnSpPr>
          <p:spPr bwMode="auto">
            <a:xfrm>
              <a:off x="5943600" y="990600"/>
              <a:ext cx="1183198" cy="63499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0" name="AutoShape 20">
              <a:extLst>
                <a:ext uri="{FF2B5EF4-FFF2-40B4-BE49-F238E27FC236}">
                  <a16:creationId xmlns:a16="http://schemas.microsoft.com/office/drawing/2014/main" id="{B48A0B45-F296-481F-8F38-8BBAD428D790}"/>
                </a:ext>
              </a:extLst>
            </p:cNvPr>
            <p:cNvCxnSpPr>
              <a:cxnSpLocks noChangeShapeType="1"/>
              <a:stCxn id="156" idx="6"/>
              <a:endCxn id="148" idx="2"/>
            </p:cNvCxnSpPr>
            <p:nvPr/>
          </p:nvCxnSpPr>
          <p:spPr bwMode="auto">
            <a:xfrm>
              <a:off x="1847850" y="4292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1" name="AutoShape 21">
              <a:extLst>
                <a:ext uri="{FF2B5EF4-FFF2-40B4-BE49-F238E27FC236}">
                  <a16:creationId xmlns:a16="http://schemas.microsoft.com/office/drawing/2014/main" id="{74D23ABB-C0A5-4109-B88D-7B7F0CC1E267}"/>
                </a:ext>
              </a:extLst>
            </p:cNvPr>
            <p:cNvCxnSpPr>
              <a:cxnSpLocks noChangeShapeType="1"/>
              <a:stCxn id="149" idx="6"/>
              <a:endCxn id="150" idx="2"/>
            </p:cNvCxnSpPr>
            <p:nvPr/>
          </p:nvCxnSpPr>
          <p:spPr bwMode="auto">
            <a:xfrm>
              <a:off x="1847850" y="2641600"/>
              <a:ext cx="1333500" cy="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2" name="AutoShape 22">
              <a:extLst>
                <a:ext uri="{FF2B5EF4-FFF2-40B4-BE49-F238E27FC236}">
                  <a16:creationId xmlns:a16="http://schemas.microsoft.com/office/drawing/2014/main" id="{F9294B42-B47E-4294-B30A-8597ADE7EB02}"/>
                </a:ext>
              </a:extLst>
            </p:cNvPr>
            <p:cNvCxnSpPr>
              <a:cxnSpLocks noChangeShapeType="1"/>
              <a:stCxn id="155" idx="6"/>
              <a:endCxn id="154" idx="2"/>
            </p:cNvCxnSpPr>
            <p:nvPr/>
          </p:nvCxnSpPr>
          <p:spPr bwMode="auto">
            <a:xfrm>
              <a:off x="39052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" name="AutoShape 23">
              <a:extLst>
                <a:ext uri="{FF2B5EF4-FFF2-40B4-BE49-F238E27FC236}">
                  <a16:creationId xmlns:a16="http://schemas.microsoft.com/office/drawing/2014/main" id="{E3FF790B-701E-43CF-8DEE-0320E10DE036}"/>
                </a:ext>
              </a:extLst>
            </p:cNvPr>
            <p:cNvCxnSpPr>
              <a:cxnSpLocks noChangeShapeType="1"/>
              <a:stCxn id="142" idx="6"/>
              <a:endCxn id="155" idx="2"/>
            </p:cNvCxnSpPr>
            <p:nvPr/>
          </p:nvCxnSpPr>
          <p:spPr bwMode="auto">
            <a:xfrm>
              <a:off x="18478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" name="AutoShape 24">
              <a:extLst>
                <a:ext uri="{FF2B5EF4-FFF2-40B4-BE49-F238E27FC236}">
                  <a16:creationId xmlns:a16="http://schemas.microsoft.com/office/drawing/2014/main" id="{2148AFC9-207D-4A26-9390-70D714C7694C}"/>
                </a:ext>
              </a:extLst>
            </p:cNvPr>
            <p:cNvCxnSpPr>
              <a:cxnSpLocks noChangeShapeType="1"/>
              <a:stCxn id="151" idx="5"/>
              <a:endCxn id="146" idx="1"/>
            </p:cNvCxnSpPr>
            <p:nvPr/>
          </p:nvCxnSpPr>
          <p:spPr bwMode="auto">
            <a:xfrm>
              <a:off x="5843588" y="2930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5" name="AutoShape 25">
              <a:extLst>
                <a:ext uri="{FF2B5EF4-FFF2-40B4-BE49-F238E27FC236}">
                  <a16:creationId xmlns:a16="http://schemas.microsoft.com/office/drawing/2014/main" id="{0B78EA86-B919-4D3A-A16C-422F893F120F}"/>
                </a:ext>
              </a:extLst>
            </p:cNvPr>
            <p:cNvCxnSpPr>
              <a:cxnSpLocks noChangeShapeType="1"/>
              <a:stCxn id="156" idx="5"/>
              <a:endCxn id="144" idx="1"/>
            </p:cNvCxnSpPr>
            <p:nvPr/>
          </p:nvCxnSpPr>
          <p:spPr bwMode="auto">
            <a:xfrm>
              <a:off x="1728788" y="4581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6" name="AutoShape 26">
              <a:extLst>
                <a:ext uri="{FF2B5EF4-FFF2-40B4-BE49-F238E27FC236}">
                  <a16:creationId xmlns:a16="http://schemas.microsoft.com/office/drawing/2014/main" id="{7BF79C8C-44C1-488E-838C-161E64D51347}"/>
                </a:ext>
              </a:extLst>
            </p:cNvPr>
            <p:cNvCxnSpPr>
              <a:cxnSpLocks noChangeShapeType="1"/>
              <a:stCxn id="156" idx="4"/>
              <a:endCxn id="145" idx="0"/>
            </p:cNvCxnSpPr>
            <p:nvPr/>
          </p:nvCxnSpPr>
          <p:spPr bwMode="auto">
            <a:xfrm>
              <a:off x="1485900" y="4692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7" name="AutoShape 27">
              <a:extLst>
                <a:ext uri="{FF2B5EF4-FFF2-40B4-BE49-F238E27FC236}">
                  <a16:creationId xmlns:a16="http://schemas.microsoft.com/office/drawing/2014/main" id="{303FB581-E577-4E4C-B3A7-35102EC01B94}"/>
                </a:ext>
              </a:extLst>
            </p:cNvPr>
            <p:cNvCxnSpPr>
              <a:cxnSpLocks noChangeShapeType="1"/>
              <a:stCxn id="149" idx="4"/>
              <a:endCxn id="156" idx="0"/>
            </p:cNvCxnSpPr>
            <p:nvPr/>
          </p:nvCxnSpPr>
          <p:spPr bwMode="auto">
            <a:xfrm>
              <a:off x="1485900" y="3041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8" name="AutoShape 28">
              <a:extLst>
                <a:ext uri="{FF2B5EF4-FFF2-40B4-BE49-F238E27FC236}">
                  <a16:creationId xmlns:a16="http://schemas.microsoft.com/office/drawing/2014/main" id="{FCEE08E1-09ED-4E2E-A29C-F845B2E79D0F}"/>
                </a:ext>
              </a:extLst>
            </p:cNvPr>
            <p:cNvCxnSpPr>
              <a:cxnSpLocks noChangeShapeType="1"/>
              <a:stCxn id="142" idx="4"/>
              <a:endCxn id="149" idx="0"/>
            </p:cNvCxnSpPr>
            <p:nvPr/>
          </p:nvCxnSpPr>
          <p:spPr bwMode="auto">
            <a:xfrm>
              <a:off x="14859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9" name="AutoShape 29">
              <a:extLst>
                <a:ext uri="{FF2B5EF4-FFF2-40B4-BE49-F238E27FC236}">
                  <a16:creationId xmlns:a16="http://schemas.microsoft.com/office/drawing/2014/main" id="{8A45DBBD-A1B6-4518-BB29-A665D902D47E}"/>
                </a:ext>
              </a:extLst>
            </p:cNvPr>
            <p:cNvCxnSpPr>
              <a:cxnSpLocks noChangeShapeType="1"/>
              <a:stCxn id="152" idx="0"/>
              <a:endCxn id="153" idx="4"/>
            </p:cNvCxnSpPr>
            <p:nvPr/>
          </p:nvCxnSpPr>
          <p:spPr bwMode="auto">
            <a:xfrm flipH="1" flipV="1">
              <a:off x="7469699" y="1435099"/>
              <a:ext cx="188401" cy="8255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0" name="AutoShape 30">
              <a:extLst>
                <a:ext uri="{FF2B5EF4-FFF2-40B4-BE49-F238E27FC236}">
                  <a16:creationId xmlns:a16="http://schemas.microsoft.com/office/drawing/2014/main" id="{999ECA2D-CBD5-4375-A5D8-E81C498FD8A7}"/>
                </a:ext>
              </a:extLst>
            </p:cNvPr>
            <p:cNvCxnSpPr>
              <a:cxnSpLocks noChangeShapeType="1"/>
              <a:stCxn id="151" idx="7"/>
              <a:endCxn id="153" idx="3"/>
            </p:cNvCxnSpPr>
            <p:nvPr/>
          </p:nvCxnSpPr>
          <p:spPr bwMode="auto">
            <a:xfrm flipV="1">
              <a:off x="5843167" y="1323507"/>
              <a:ext cx="1384065" cy="1048684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1" name="AutoShape 31">
              <a:extLst>
                <a:ext uri="{FF2B5EF4-FFF2-40B4-BE49-F238E27FC236}">
                  <a16:creationId xmlns:a16="http://schemas.microsoft.com/office/drawing/2014/main" id="{1BA4681D-1647-4F26-B273-D2FAAD2AB02A}"/>
                </a:ext>
              </a:extLst>
            </p:cNvPr>
            <p:cNvCxnSpPr>
              <a:cxnSpLocks noChangeShapeType="1"/>
              <a:stCxn id="156" idx="7"/>
              <a:endCxn id="150" idx="3"/>
            </p:cNvCxnSpPr>
            <p:nvPr/>
          </p:nvCxnSpPr>
          <p:spPr bwMode="auto">
            <a:xfrm flipV="1">
              <a:off x="1728788" y="2930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2" name="AutoShape 32">
              <a:extLst>
                <a:ext uri="{FF2B5EF4-FFF2-40B4-BE49-F238E27FC236}">
                  <a16:creationId xmlns:a16="http://schemas.microsoft.com/office/drawing/2014/main" id="{89814982-A054-4B49-AC6E-A8D58F7D8962}"/>
                </a:ext>
              </a:extLst>
            </p:cNvPr>
            <p:cNvCxnSpPr>
              <a:cxnSpLocks noChangeShapeType="1"/>
              <a:stCxn id="148" idx="7"/>
              <a:endCxn id="151" idx="3"/>
            </p:cNvCxnSpPr>
            <p:nvPr/>
          </p:nvCxnSpPr>
          <p:spPr bwMode="auto">
            <a:xfrm flipV="1">
              <a:off x="3786188" y="2930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3" name="AutoShape 33">
              <a:extLst>
                <a:ext uri="{FF2B5EF4-FFF2-40B4-BE49-F238E27FC236}">
                  <a16:creationId xmlns:a16="http://schemas.microsoft.com/office/drawing/2014/main" id="{55BD65BC-CA5C-49D2-9243-E49B6616DA4A}"/>
                </a:ext>
              </a:extLst>
            </p:cNvPr>
            <p:cNvCxnSpPr>
              <a:cxnSpLocks noChangeShapeType="1"/>
              <a:stCxn id="148" idx="6"/>
              <a:endCxn id="147" idx="2"/>
            </p:cNvCxnSpPr>
            <p:nvPr/>
          </p:nvCxnSpPr>
          <p:spPr bwMode="auto">
            <a:xfrm>
              <a:off x="3905250" y="4292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" name="AutoShape 34">
              <a:extLst>
                <a:ext uri="{FF2B5EF4-FFF2-40B4-BE49-F238E27FC236}">
                  <a16:creationId xmlns:a16="http://schemas.microsoft.com/office/drawing/2014/main" id="{A838FA2B-FFAF-4B01-B9AF-138DB59A44FD}"/>
                </a:ext>
              </a:extLst>
            </p:cNvPr>
            <p:cNvCxnSpPr>
              <a:cxnSpLocks noChangeShapeType="1"/>
              <a:stCxn id="143" idx="6"/>
              <a:endCxn id="157" idx="2"/>
            </p:cNvCxnSpPr>
            <p:nvPr/>
          </p:nvCxnSpPr>
          <p:spPr bwMode="auto">
            <a:xfrm>
              <a:off x="5962650" y="5943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5" name="AutoShape 35">
              <a:extLst>
                <a:ext uri="{FF2B5EF4-FFF2-40B4-BE49-F238E27FC236}">
                  <a16:creationId xmlns:a16="http://schemas.microsoft.com/office/drawing/2014/main" id="{3B82EF18-8B62-4795-8F15-8B9339752ADA}"/>
                </a:ext>
              </a:extLst>
            </p:cNvPr>
            <p:cNvCxnSpPr>
              <a:cxnSpLocks noChangeShapeType="1"/>
              <a:stCxn id="145" idx="6"/>
              <a:endCxn id="144" idx="2"/>
            </p:cNvCxnSpPr>
            <p:nvPr/>
          </p:nvCxnSpPr>
          <p:spPr bwMode="auto">
            <a:xfrm>
              <a:off x="1847850" y="5943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9" name="AutoShape 36">
              <a:extLst>
                <a:ext uri="{FF2B5EF4-FFF2-40B4-BE49-F238E27FC236}">
                  <a16:creationId xmlns:a16="http://schemas.microsoft.com/office/drawing/2014/main" id="{E7D64F85-77DC-4191-8B01-AF47B9F532BA}"/>
                </a:ext>
              </a:extLst>
            </p:cNvPr>
            <p:cNvCxnSpPr>
              <a:cxnSpLocks noChangeShapeType="1"/>
              <a:stCxn id="155" idx="4"/>
              <a:endCxn id="150" idx="0"/>
            </p:cNvCxnSpPr>
            <p:nvPr/>
          </p:nvCxnSpPr>
          <p:spPr bwMode="auto">
            <a:xfrm>
              <a:off x="35433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0" name="AutoShape 37">
              <a:extLst>
                <a:ext uri="{FF2B5EF4-FFF2-40B4-BE49-F238E27FC236}">
                  <a16:creationId xmlns:a16="http://schemas.microsoft.com/office/drawing/2014/main" id="{449FE8E9-A2E4-4B39-BB95-0F37C19AFB8A}"/>
                </a:ext>
              </a:extLst>
            </p:cNvPr>
            <p:cNvCxnSpPr>
              <a:cxnSpLocks noChangeShapeType="1"/>
              <a:stCxn id="151" idx="4"/>
              <a:endCxn id="147" idx="0"/>
            </p:cNvCxnSpPr>
            <p:nvPr/>
          </p:nvCxnSpPr>
          <p:spPr bwMode="auto">
            <a:xfrm>
              <a:off x="5600700" y="3041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1" name="AutoShape 38">
              <a:extLst>
                <a:ext uri="{FF2B5EF4-FFF2-40B4-BE49-F238E27FC236}">
                  <a16:creationId xmlns:a16="http://schemas.microsoft.com/office/drawing/2014/main" id="{8844F6F8-A244-4B52-B583-C0CF4FEDF12A}"/>
                </a:ext>
              </a:extLst>
            </p:cNvPr>
            <p:cNvCxnSpPr>
              <a:cxnSpLocks noChangeShapeType="1"/>
              <a:stCxn id="147" idx="4"/>
              <a:endCxn id="143" idx="0"/>
            </p:cNvCxnSpPr>
            <p:nvPr/>
          </p:nvCxnSpPr>
          <p:spPr bwMode="auto">
            <a:xfrm>
              <a:off x="5600700" y="4692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2" name="AutoShape 39">
              <a:extLst>
                <a:ext uri="{FF2B5EF4-FFF2-40B4-BE49-F238E27FC236}">
                  <a16:creationId xmlns:a16="http://schemas.microsoft.com/office/drawing/2014/main" id="{EB8F574E-E25F-4D02-AC14-CC420F08E44A}"/>
                </a:ext>
              </a:extLst>
            </p:cNvPr>
            <p:cNvCxnSpPr>
              <a:cxnSpLocks noChangeShapeType="1"/>
              <a:stCxn id="144" idx="7"/>
              <a:endCxn id="147" idx="3"/>
            </p:cNvCxnSpPr>
            <p:nvPr/>
          </p:nvCxnSpPr>
          <p:spPr bwMode="auto">
            <a:xfrm flipV="1">
              <a:off x="3786188" y="4581525"/>
              <a:ext cx="1571625" cy="10731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3" name="AutoShape 40">
              <a:extLst>
                <a:ext uri="{FF2B5EF4-FFF2-40B4-BE49-F238E27FC236}">
                  <a16:creationId xmlns:a16="http://schemas.microsoft.com/office/drawing/2014/main" id="{DCC30B49-ED37-4FDE-BE32-41569727A362}"/>
                </a:ext>
              </a:extLst>
            </p:cNvPr>
            <p:cNvCxnSpPr>
              <a:cxnSpLocks noChangeShapeType="1"/>
              <a:stCxn id="154" idx="4"/>
              <a:endCxn id="151" idx="0"/>
            </p:cNvCxnSpPr>
            <p:nvPr/>
          </p:nvCxnSpPr>
          <p:spPr bwMode="auto">
            <a:xfrm>
              <a:off x="56007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4" name="AutoShape 41">
              <a:extLst>
                <a:ext uri="{FF2B5EF4-FFF2-40B4-BE49-F238E27FC236}">
                  <a16:creationId xmlns:a16="http://schemas.microsoft.com/office/drawing/2014/main" id="{C345FA07-7FA3-4370-90B4-A20D908596CD}"/>
                </a:ext>
              </a:extLst>
            </p:cNvPr>
            <p:cNvCxnSpPr>
              <a:cxnSpLocks noChangeShapeType="1"/>
              <a:stCxn id="152" idx="4"/>
              <a:endCxn id="146" idx="0"/>
            </p:cNvCxnSpPr>
            <p:nvPr/>
          </p:nvCxnSpPr>
          <p:spPr bwMode="auto">
            <a:xfrm>
              <a:off x="7658100" y="3041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" name="AutoShape 42">
              <a:extLst>
                <a:ext uri="{FF2B5EF4-FFF2-40B4-BE49-F238E27FC236}">
                  <a16:creationId xmlns:a16="http://schemas.microsoft.com/office/drawing/2014/main" id="{D81534CA-D1AE-41B8-AB5D-4DB5CC6516F8}"/>
                </a:ext>
              </a:extLst>
            </p:cNvPr>
            <p:cNvCxnSpPr>
              <a:cxnSpLocks noChangeShapeType="1"/>
              <a:stCxn id="146" idx="4"/>
              <a:endCxn id="157" idx="0"/>
            </p:cNvCxnSpPr>
            <p:nvPr/>
          </p:nvCxnSpPr>
          <p:spPr bwMode="auto">
            <a:xfrm>
              <a:off x="7658100" y="4692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6" name="Text Box 43">
              <a:extLst>
                <a:ext uri="{FF2B5EF4-FFF2-40B4-BE49-F238E27FC236}">
                  <a16:creationId xmlns:a16="http://schemas.microsoft.com/office/drawing/2014/main" id="{3A6B1FAE-FE92-4479-B97D-A28A5A8CCF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762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27" name="Text Box 44">
              <a:extLst>
                <a:ext uri="{FF2B5EF4-FFF2-40B4-BE49-F238E27FC236}">
                  <a16:creationId xmlns:a16="http://schemas.microsoft.com/office/drawing/2014/main" id="{B7190687-5860-4E02-914C-30CCD0914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24384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8" name="Text Box 45">
              <a:extLst>
                <a:ext uri="{FF2B5EF4-FFF2-40B4-BE49-F238E27FC236}">
                  <a16:creationId xmlns:a16="http://schemas.microsoft.com/office/drawing/2014/main" id="{3248A84A-22B5-42D3-89A3-30498DECAE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650" y="23622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9" name="Text Box 46">
              <a:extLst>
                <a:ext uri="{FF2B5EF4-FFF2-40B4-BE49-F238E27FC236}">
                  <a16:creationId xmlns:a16="http://schemas.microsoft.com/office/drawing/2014/main" id="{EE2023AF-3CBE-44D9-AB55-A870EDC594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650" y="1143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0" name="Text Box 47">
              <a:extLst>
                <a:ext uri="{FF2B5EF4-FFF2-40B4-BE49-F238E27FC236}">
                  <a16:creationId xmlns:a16="http://schemas.microsoft.com/office/drawing/2014/main" id="{1D8DF1D6-4797-4FA5-8BA6-8D8CA7EB3B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40386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1" name="Text Box 48">
              <a:extLst>
                <a:ext uri="{FF2B5EF4-FFF2-40B4-BE49-F238E27FC236}">
                  <a16:creationId xmlns:a16="http://schemas.microsoft.com/office/drawing/2014/main" id="{F1482925-6E92-47A9-BD82-821D8196CB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8050" y="10668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2" name="Text Box 49">
              <a:extLst>
                <a:ext uri="{FF2B5EF4-FFF2-40B4-BE49-F238E27FC236}">
                  <a16:creationId xmlns:a16="http://schemas.microsoft.com/office/drawing/2014/main" id="{C20325AE-1F27-4583-9960-1DEA420505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5715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33" name="Text Box 50">
              <a:extLst>
                <a:ext uri="{FF2B5EF4-FFF2-40B4-BE49-F238E27FC236}">
                  <a16:creationId xmlns:a16="http://schemas.microsoft.com/office/drawing/2014/main" id="{8A1D6F01-E7A3-47A9-8399-E35D3C497C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6850" y="5715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34" name="Text Box 51">
              <a:extLst>
                <a:ext uri="{FF2B5EF4-FFF2-40B4-BE49-F238E27FC236}">
                  <a16:creationId xmlns:a16="http://schemas.microsoft.com/office/drawing/2014/main" id="{F509543D-DF2A-4827-B556-9097D72C2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850" y="3429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35" name="Text Box 52">
              <a:extLst>
                <a:ext uri="{FF2B5EF4-FFF2-40B4-BE49-F238E27FC236}">
                  <a16:creationId xmlns:a16="http://schemas.microsoft.com/office/drawing/2014/main" id="{8993CEBC-E003-4600-9DBF-7AC5AA9374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4250" y="24384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36" name="Text Box 53">
              <a:extLst>
                <a:ext uri="{FF2B5EF4-FFF2-40B4-BE49-F238E27FC236}">
                  <a16:creationId xmlns:a16="http://schemas.microsoft.com/office/drawing/2014/main" id="{C79CE817-7636-4C0D-9B0B-734712AFC9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6793" y="966787"/>
              <a:ext cx="342889" cy="5410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1DE0985-C882-443C-9244-047A88B3C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661" y="1681565"/>
            <a:ext cx="1419225" cy="257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B66A03-49A6-4B7F-BEB3-8AAC3824C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992" y="2343996"/>
            <a:ext cx="1971675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3156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29</a:t>
            </a:fld>
            <a:endParaRPr lang="en-US" dirty="0"/>
          </a:p>
        </p:txBody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D520BED5-A364-4B7C-804B-5098285C2DF1}"/>
              </a:ext>
            </a:extLst>
          </p:cNvPr>
          <p:cNvGrpSpPr/>
          <p:nvPr/>
        </p:nvGrpSpPr>
        <p:grpSpPr>
          <a:xfrm>
            <a:off x="229492" y="1447800"/>
            <a:ext cx="6628508" cy="4876800"/>
            <a:chOff x="685800" y="609600"/>
            <a:chExt cx="7772400" cy="5715000"/>
          </a:xfrm>
        </p:grpSpPr>
        <p:sp>
          <p:nvSpPr>
            <p:cNvPr id="238" name="Oval 2">
              <a:extLst>
                <a:ext uri="{FF2B5EF4-FFF2-40B4-BE49-F238E27FC236}">
                  <a16:creationId xmlns:a16="http://schemas.microsoft.com/office/drawing/2014/main" id="{58B25C5C-18FD-4148-ABF2-DAEEED6F9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A</a:t>
              </a:r>
            </a:p>
          </p:txBody>
        </p:sp>
        <p:sp>
          <p:nvSpPr>
            <p:cNvPr id="239" name="Oval 3">
              <a:extLst>
                <a:ext uri="{FF2B5EF4-FFF2-40B4-BE49-F238E27FC236}">
                  <a16:creationId xmlns:a16="http://schemas.microsoft.com/office/drawing/2014/main" id="{D6600DE1-A1D3-438A-8798-E42ABE14F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O</a:t>
              </a:r>
            </a:p>
          </p:txBody>
        </p:sp>
        <p:sp>
          <p:nvSpPr>
            <p:cNvPr id="240" name="Oval 4">
              <a:extLst>
                <a:ext uri="{FF2B5EF4-FFF2-40B4-BE49-F238E27FC236}">
                  <a16:creationId xmlns:a16="http://schemas.microsoft.com/office/drawing/2014/main" id="{487CD20C-A983-40EA-9E5A-D09E2D6F8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5562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N</a:t>
              </a:r>
            </a:p>
          </p:txBody>
        </p:sp>
        <p:sp>
          <p:nvSpPr>
            <p:cNvPr id="241" name="Oval 5">
              <a:extLst>
                <a:ext uri="{FF2B5EF4-FFF2-40B4-BE49-F238E27FC236}">
                  <a16:creationId xmlns:a16="http://schemas.microsoft.com/office/drawing/2014/main" id="{6E94F202-A8C3-469F-8F9E-C06C6D24B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562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M</a:t>
              </a:r>
            </a:p>
          </p:txBody>
        </p:sp>
        <p:sp>
          <p:nvSpPr>
            <p:cNvPr id="242" name="Oval 6">
              <a:extLst>
                <a:ext uri="{FF2B5EF4-FFF2-40B4-BE49-F238E27FC236}">
                  <a16:creationId xmlns:a16="http://schemas.microsoft.com/office/drawing/2014/main" id="{7A59D75E-E577-4E91-9D72-38B6C497D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3911600"/>
              <a:ext cx="685800" cy="762000"/>
            </a:xfrm>
            <a:prstGeom prst="ellipse">
              <a:avLst/>
            </a:prstGeom>
            <a:solidFill>
              <a:srgbClr val="80808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L</a:t>
              </a:r>
            </a:p>
          </p:txBody>
        </p:sp>
        <p:sp>
          <p:nvSpPr>
            <p:cNvPr id="243" name="Oval 7">
              <a:extLst>
                <a:ext uri="{FF2B5EF4-FFF2-40B4-BE49-F238E27FC236}">
                  <a16:creationId xmlns:a16="http://schemas.microsoft.com/office/drawing/2014/main" id="{6A4A8E9C-85D5-4090-A59A-2DC8F321C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911600"/>
              <a:ext cx="685800" cy="762000"/>
            </a:xfrm>
            <a:prstGeom prst="ellipse">
              <a:avLst/>
            </a:prstGeom>
            <a:solidFill>
              <a:srgbClr val="80808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K</a:t>
              </a:r>
            </a:p>
          </p:txBody>
        </p:sp>
        <p:sp>
          <p:nvSpPr>
            <p:cNvPr id="244" name="Oval 8">
              <a:extLst>
                <a:ext uri="{FF2B5EF4-FFF2-40B4-BE49-F238E27FC236}">
                  <a16:creationId xmlns:a16="http://schemas.microsoft.com/office/drawing/2014/main" id="{83FEDA18-F088-41A4-8B82-8BF85C09A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3911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J</a:t>
              </a:r>
            </a:p>
          </p:txBody>
        </p:sp>
        <p:sp>
          <p:nvSpPr>
            <p:cNvPr id="245" name="Oval 9">
              <a:extLst>
                <a:ext uri="{FF2B5EF4-FFF2-40B4-BE49-F238E27FC236}">
                  <a16:creationId xmlns:a16="http://schemas.microsoft.com/office/drawing/2014/main" id="{26E9B58B-A1C4-428C-A6A2-CC6633BC76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2260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E</a:t>
              </a:r>
            </a:p>
          </p:txBody>
        </p:sp>
        <p:sp>
          <p:nvSpPr>
            <p:cNvPr id="246" name="Oval 10">
              <a:extLst>
                <a:ext uri="{FF2B5EF4-FFF2-40B4-BE49-F238E27FC236}">
                  <a16:creationId xmlns:a16="http://schemas.microsoft.com/office/drawing/2014/main" id="{9BAC996D-63DA-4BE7-B5A9-3AD27913C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2260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F</a:t>
              </a:r>
            </a:p>
          </p:txBody>
        </p:sp>
        <p:sp>
          <p:nvSpPr>
            <p:cNvPr id="247" name="Oval 11">
              <a:extLst>
                <a:ext uri="{FF2B5EF4-FFF2-40B4-BE49-F238E27FC236}">
                  <a16:creationId xmlns:a16="http://schemas.microsoft.com/office/drawing/2014/main" id="{98E542E4-909B-4004-9269-F552E0896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260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G</a:t>
              </a:r>
            </a:p>
          </p:txBody>
        </p:sp>
        <p:sp>
          <p:nvSpPr>
            <p:cNvPr id="248" name="Oval 12">
              <a:extLst>
                <a:ext uri="{FF2B5EF4-FFF2-40B4-BE49-F238E27FC236}">
                  <a16:creationId xmlns:a16="http://schemas.microsoft.com/office/drawing/2014/main" id="{9F6C050F-B573-4CB8-8B88-91116C7F5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2260600"/>
              <a:ext cx="685800" cy="762000"/>
            </a:xfrm>
            <a:prstGeom prst="ellipse">
              <a:avLst/>
            </a:prstGeom>
            <a:solidFill>
              <a:srgbClr val="80808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H</a:t>
              </a:r>
            </a:p>
          </p:txBody>
        </p:sp>
        <p:sp>
          <p:nvSpPr>
            <p:cNvPr id="249" name="Oval 13">
              <a:extLst>
                <a:ext uri="{FF2B5EF4-FFF2-40B4-BE49-F238E27FC236}">
                  <a16:creationId xmlns:a16="http://schemas.microsoft.com/office/drawing/2014/main" id="{BCF2A968-E60E-4D2F-8237-7213BB6D0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D</a:t>
              </a:r>
            </a:p>
          </p:txBody>
        </p:sp>
        <p:sp>
          <p:nvSpPr>
            <p:cNvPr id="250" name="Oval 14">
              <a:extLst>
                <a:ext uri="{FF2B5EF4-FFF2-40B4-BE49-F238E27FC236}">
                  <a16:creationId xmlns:a16="http://schemas.microsoft.com/office/drawing/2014/main" id="{42A61B9B-74F8-473B-B207-BA774C4BA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C</a:t>
              </a:r>
            </a:p>
          </p:txBody>
        </p:sp>
        <p:sp>
          <p:nvSpPr>
            <p:cNvPr id="251" name="Oval 15">
              <a:extLst>
                <a:ext uri="{FF2B5EF4-FFF2-40B4-BE49-F238E27FC236}">
                  <a16:creationId xmlns:a16="http://schemas.microsoft.com/office/drawing/2014/main" id="{05BB2DFD-A79C-4DEE-BE62-D594CAAD3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B</a:t>
              </a:r>
            </a:p>
          </p:txBody>
        </p:sp>
        <p:sp>
          <p:nvSpPr>
            <p:cNvPr id="252" name="Oval 16">
              <a:extLst>
                <a:ext uri="{FF2B5EF4-FFF2-40B4-BE49-F238E27FC236}">
                  <a16:creationId xmlns:a16="http://schemas.microsoft.com/office/drawing/2014/main" id="{9537675C-5257-415B-B1CF-FCC583C9A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911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I</a:t>
              </a:r>
            </a:p>
          </p:txBody>
        </p:sp>
        <p:sp>
          <p:nvSpPr>
            <p:cNvPr id="253" name="Oval 17">
              <a:extLst>
                <a:ext uri="{FF2B5EF4-FFF2-40B4-BE49-F238E27FC236}">
                  <a16:creationId xmlns:a16="http://schemas.microsoft.com/office/drawing/2014/main" id="{3BE0B0AF-C620-4A01-BA0E-04CE48B21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5562600"/>
              <a:ext cx="685800" cy="76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P</a:t>
              </a:r>
            </a:p>
          </p:txBody>
        </p:sp>
        <p:cxnSp>
          <p:nvCxnSpPr>
            <p:cNvPr id="254" name="AutoShape 18">
              <a:extLst>
                <a:ext uri="{FF2B5EF4-FFF2-40B4-BE49-F238E27FC236}">
                  <a16:creationId xmlns:a16="http://schemas.microsoft.com/office/drawing/2014/main" id="{DAE01141-040D-4A42-9981-24EB4EAC431D}"/>
                </a:ext>
              </a:extLst>
            </p:cNvPr>
            <p:cNvCxnSpPr>
              <a:cxnSpLocks noChangeShapeType="1"/>
              <a:stCxn id="238" idx="5"/>
              <a:endCxn id="246" idx="1"/>
            </p:cNvCxnSpPr>
            <p:nvPr/>
          </p:nvCxnSpPr>
          <p:spPr bwMode="auto">
            <a:xfrm>
              <a:off x="1728788" y="1279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5" name="AutoShape 19">
              <a:extLst>
                <a:ext uri="{FF2B5EF4-FFF2-40B4-BE49-F238E27FC236}">
                  <a16:creationId xmlns:a16="http://schemas.microsoft.com/office/drawing/2014/main" id="{2C22424E-51B1-45B9-BC5C-10CF13562E77}"/>
                </a:ext>
              </a:extLst>
            </p:cNvPr>
            <p:cNvCxnSpPr>
              <a:cxnSpLocks noChangeShapeType="1"/>
              <a:stCxn id="250" idx="6"/>
              <a:endCxn id="249" idx="2"/>
            </p:cNvCxnSpPr>
            <p:nvPr/>
          </p:nvCxnSpPr>
          <p:spPr bwMode="auto">
            <a:xfrm>
              <a:off x="59626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" name="AutoShape 20">
              <a:extLst>
                <a:ext uri="{FF2B5EF4-FFF2-40B4-BE49-F238E27FC236}">
                  <a16:creationId xmlns:a16="http://schemas.microsoft.com/office/drawing/2014/main" id="{BFA99369-BEF3-4FB0-80C0-7E5DDD6430FB}"/>
                </a:ext>
              </a:extLst>
            </p:cNvPr>
            <p:cNvCxnSpPr>
              <a:cxnSpLocks noChangeShapeType="1"/>
              <a:stCxn id="252" idx="6"/>
              <a:endCxn id="244" idx="2"/>
            </p:cNvCxnSpPr>
            <p:nvPr/>
          </p:nvCxnSpPr>
          <p:spPr bwMode="auto">
            <a:xfrm>
              <a:off x="1847850" y="4292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7" name="AutoShape 21">
              <a:extLst>
                <a:ext uri="{FF2B5EF4-FFF2-40B4-BE49-F238E27FC236}">
                  <a16:creationId xmlns:a16="http://schemas.microsoft.com/office/drawing/2014/main" id="{579A1B4D-DF0B-4C35-9922-6C9A160FF229}"/>
                </a:ext>
              </a:extLst>
            </p:cNvPr>
            <p:cNvCxnSpPr>
              <a:cxnSpLocks noChangeShapeType="1"/>
              <a:stCxn id="245" idx="6"/>
              <a:endCxn id="246" idx="2"/>
            </p:cNvCxnSpPr>
            <p:nvPr/>
          </p:nvCxnSpPr>
          <p:spPr bwMode="auto">
            <a:xfrm>
              <a:off x="1847850" y="2641600"/>
              <a:ext cx="1333500" cy="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8" name="AutoShape 22">
              <a:extLst>
                <a:ext uri="{FF2B5EF4-FFF2-40B4-BE49-F238E27FC236}">
                  <a16:creationId xmlns:a16="http://schemas.microsoft.com/office/drawing/2014/main" id="{CF9DB8DD-4F00-4E22-968A-0654AE3560AA}"/>
                </a:ext>
              </a:extLst>
            </p:cNvPr>
            <p:cNvCxnSpPr>
              <a:cxnSpLocks noChangeShapeType="1"/>
              <a:stCxn id="251" idx="6"/>
              <a:endCxn id="250" idx="2"/>
            </p:cNvCxnSpPr>
            <p:nvPr/>
          </p:nvCxnSpPr>
          <p:spPr bwMode="auto">
            <a:xfrm>
              <a:off x="39052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9" name="AutoShape 23">
              <a:extLst>
                <a:ext uri="{FF2B5EF4-FFF2-40B4-BE49-F238E27FC236}">
                  <a16:creationId xmlns:a16="http://schemas.microsoft.com/office/drawing/2014/main" id="{B1769F6E-A2C8-4C09-B1BE-D173ACCBED0C}"/>
                </a:ext>
              </a:extLst>
            </p:cNvPr>
            <p:cNvCxnSpPr>
              <a:cxnSpLocks noChangeShapeType="1"/>
              <a:stCxn id="238" idx="6"/>
              <a:endCxn id="251" idx="2"/>
            </p:cNvCxnSpPr>
            <p:nvPr/>
          </p:nvCxnSpPr>
          <p:spPr bwMode="auto">
            <a:xfrm>
              <a:off x="18478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0" name="AutoShape 24">
              <a:extLst>
                <a:ext uri="{FF2B5EF4-FFF2-40B4-BE49-F238E27FC236}">
                  <a16:creationId xmlns:a16="http://schemas.microsoft.com/office/drawing/2014/main" id="{0DFF743F-E9DB-46E0-B2F4-6A7DA67C78DF}"/>
                </a:ext>
              </a:extLst>
            </p:cNvPr>
            <p:cNvCxnSpPr>
              <a:cxnSpLocks noChangeShapeType="1"/>
              <a:stCxn id="247" idx="5"/>
              <a:endCxn id="242" idx="1"/>
            </p:cNvCxnSpPr>
            <p:nvPr/>
          </p:nvCxnSpPr>
          <p:spPr bwMode="auto">
            <a:xfrm>
              <a:off x="5843588" y="2930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1" name="AutoShape 25">
              <a:extLst>
                <a:ext uri="{FF2B5EF4-FFF2-40B4-BE49-F238E27FC236}">
                  <a16:creationId xmlns:a16="http://schemas.microsoft.com/office/drawing/2014/main" id="{2014438F-4631-4150-B29A-591920748607}"/>
                </a:ext>
              </a:extLst>
            </p:cNvPr>
            <p:cNvCxnSpPr>
              <a:cxnSpLocks noChangeShapeType="1"/>
              <a:stCxn id="252" idx="5"/>
              <a:endCxn id="240" idx="1"/>
            </p:cNvCxnSpPr>
            <p:nvPr/>
          </p:nvCxnSpPr>
          <p:spPr bwMode="auto">
            <a:xfrm>
              <a:off x="1728788" y="4581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2" name="AutoShape 26">
              <a:extLst>
                <a:ext uri="{FF2B5EF4-FFF2-40B4-BE49-F238E27FC236}">
                  <a16:creationId xmlns:a16="http://schemas.microsoft.com/office/drawing/2014/main" id="{D5EE3C52-B02B-4312-B7FB-08782FEBC9CF}"/>
                </a:ext>
              </a:extLst>
            </p:cNvPr>
            <p:cNvCxnSpPr>
              <a:cxnSpLocks noChangeShapeType="1"/>
              <a:stCxn id="252" idx="4"/>
              <a:endCxn id="241" idx="0"/>
            </p:cNvCxnSpPr>
            <p:nvPr/>
          </p:nvCxnSpPr>
          <p:spPr bwMode="auto">
            <a:xfrm>
              <a:off x="1485900" y="4692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3" name="AutoShape 27">
              <a:extLst>
                <a:ext uri="{FF2B5EF4-FFF2-40B4-BE49-F238E27FC236}">
                  <a16:creationId xmlns:a16="http://schemas.microsoft.com/office/drawing/2014/main" id="{91F4A024-38E8-4253-BB2A-529E2F5A973A}"/>
                </a:ext>
              </a:extLst>
            </p:cNvPr>
            <p:cNvCxnSpPr>
              <a:cxnSpLocks noChangeShapeType="1"/>
              <a:stCxn id="245" idx="4"/>
              <a:endCxn id="252" idx="0"/>
            </p:cNvCxnSpPr>
            <p:nvPr/>
          </p:nvCxnSpPr>
          <p:spPr bwMode="auto">
            <a:xfrm>
              <a:off x="1485900" y="3041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4" name="AutoShape 28">
              <a:extLst>
                <a:ext uri="{FF2B5EF4-FFF2-40B4-BE49-F238E27FC236}">
                  <a16:creationId xmlns:a16="http://schemas.microsoft.com/office/drawing/2014/main" id="{77332B0B-209F-4D80-BECB-40CA5AA1D69D}"/>
                </a:ext>
              </a:extLst>
            </p:cNvPr>
            <p:cNvCxnSpPr>
              <a:cxnSpLocks noChangeShapeType="1"/>
              <a:stCxn id="238" idx="4"/>
              <a:endCxn id="245" idx="0"/>
            </p:cNvCxnSpPr>
            <p:nvPr/>
          </p:nvCxnSpPr>
          <p:spPr bwMode="auto">
            <a:xfrm>
              <a:off x="14859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5" name="AutoShape 29">
              <a:extLst>
                <a:ext uri="{FF2B5EF4-FFF2-40B4-BE49-F238E27FC236}">
                  <a16:creationId xmlns:a16="http://schemas.microsoft.com/office/drawing/2014/main" id="{0271C48E-120A-4085-9FB8-8D158B026A24}"/>
                </a:ext>
              </a:extLst>
            </p:cNvPr>
            <p:cNvCxnSpPr>
              <a:cxnSpLocks noChangeShapeType="1"/>
              <a:stCxn id="248" idx="0"/>
              <a:endCxn id="249" idx="4"/>
            </p:cNvCxnSpPr>
            <p:nvPr/>
          </p:nvCxnSpPr>
          <p:spPr bwMode="auto">
            <a:xfrm flipV="1">
              <a:off x="76581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" name="AutoShape 30">
              <a:extLst>
                <a:ext uri="{FF2B5EF4-FFF2-40B4-BE49-F238E27FC236}">
                  <a16:creationId xmlns:a16="http://schemas.microsoft.com/office/drawing/2014/main" id="{8AB756DE-C39A-4B12-B2A1-E8476B5C73FB}"/>
                </a:ext>
              </a:extLst>
            </p:cNvPr>
            <p:cNvCxnSpPr>
              <a:cxnSpLocks noChangeShapeType="1"/>
              <a:stCxn id="247" idx="7"/>
              <a:endCxn id="249" idx="3"/>
            </p:cNvCxnSpPr>
            <p:nvPr/>
          </p:nvCxnSpPr>
          <p:spPr bwMode="auto">
            <a:xfrm flipV="1">
              <a:off x="5843588" y="1279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7" name="AutoShape 31">
              <a:extLst>
                <a:ext uri="{FF2B5EF4-FFF2-40B4-BE49-F238E27FC236}">
                  <a16:creationId xmlns:a16="http://schemas.microsoft.com/office/drawing/2014/main" id="{D96C0AB8-9A19-446F-97AD-E3FD1BD5D1D1}"/>
                </a:ext>
              </a:extLst>
            </p:cNvPr>
            <p:cNvCxnSpPr>
              <a:cxnSpLocks noChangeShapeType="1"/>
              <a:stCxn id="252" idx="7"/>
              <a:endCxn id="246" idx="3"/>
            </p:cNvCxnSpPr>
            <p:nvPr/>
          </p:nvCxnSpPr>
          <p:spPr bwMode="auto">
            <a:xfrm flipV="1">
              <a:off x="1728788" y="2930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8" name="AutoShape 32">
              <a:extLst>
                <a:ext uri="{FF2B5EF4-FFF2-40B4-BE49-F238E27FC236}">
                  <a16:creationId xmlns:a16="http://schemas.microsoft.com/office/drawing/2014/main" id="{73152272-D42C-4BAC-906C-E7EDC489720D}"/>
                </a:ext>
              </a:extLst>
            </p:cNvPr>
            <p:cNvCxnSpPr>
              <a:cxnSpLocks noChangeShapeType="1"/>
              <a:stCxn id="244" idx="7"/>
              <a:endCxn id="247" idx="3"/>
            </p:cNvCxnSpPr>
            <p:nvPr/>
          </p:nvCxnSpPr>
          <p:spPr bwMode="auto">
            <a:xfrm flipV="1">
              <a:off x="3786188" y="2930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9" name="AutoShape 33">
              <a:extLst>
                <a:ext uri="{FF2B5EF4-FFF2-40B4-BE49-F238E27FC236}">
                  <a16:creationId xmlns:a16="http://schemas.microsoft.com/office/drawing/2014/main" id="{A3D6839E-8E81-4B21-8DB6-DA29E7C7AC18}"/>
                </a:ext>
              </a:extLst>
            </p:cNvPr>
            <p:cNvCxnSpPr>
              <a:cxnSpLocks noChangeShapeType="1"/>
              <a:stCxn id="244" idx="6"/>
              <a:endCxn id="243" idx="2"/>
            </p:cNvCxnSpPr>
            <p:nvPr/>
          </p:nvCxnSpPr>
          <p:spPr bwMode="auto">
            <a:xfrm>
              <a:off x="3905250" y="4292600"/>
              <a:ext cx="1333500" cy="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0" name="AutoShape 34">
              <a:extLst>
                <a:ext uri="{FF2B5EF4-FFF2-40B4-BE49-F238E27FC236}">
                  <a16:creationId xmlns:a16="http://schemas.microsoft.com/office/drawing/2014/main" id="{DC370660-7D18-4024-A22B-169CF15DCFA7}"/>
                </a:ext>
              </a:extLst>
            </p:cNvPr>
            <p:cNvCxnSpPr>
              <a:cxnSpLocks noChangeShapeType="1"/>
              <a:stCxn id="239" idx="6"/>
              <a:endCxn id="253" idx="2"/>
            </p:cNvCxnSpPr>
            <p:nvPr/>
          </p:nvCxnSpPr>
          <p:spPr bwMode="auto">
            <a:xfrm>
              <a:off x="5962650" y="5943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1" name="AutoShape 35">
              <a:extLst>
                <a:ext uri="{FF2B5EF4-FFF2-40B4-BE49-F238E27FC236}">
                  <a16:creationId xmlns:a16="http://schemas.microsoft.com/office/drawing/2014/main" id="{6A83356B-E4A2-44A9-BED5-DE6D19E150DF}"/>
                </a:ext>
              </a:extLst>
            </p:cNvPr>
            <p:cNvCxnSpPr>
              <a:cxnSpLocks noChangeShapeType="1"/>
              <a:stCxn id="241" idx="6"/>
              <a:endCxn id="240" idx="2"/>
            </p:cNvCxnSpPr>
            <p:nvPr/>
          </p:nvCxnSpPr>
          <p:spPr bwMode="auto">
            <a:xfrm>
              <a:off x="1847850" y="5943600"/>
              <a:ext cx="1333500" cy="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2" name="AutoShape 36">
              <a:extLst>
                <a:ext uri="{FF2B5EF4-FFF2-40B4-BE49-F238E27FC236}">
                  <a16:creationId xmlns:a16="http://schemas.microsoft.com/office/drawing/2014/main" id="{BDB7F168-CFC4-4505-8E33-C9257D1533C1}"/>
                </a:ext>
              </a:extLst>
            </p:cNvPr>
            <p:cNvCxnSpPr>
              <a:cxnSpLocks noChangeShapeType="1"/>
              <a:stCxn id="251" idx="4"/>
              <a:endCxn id="246" idx="0"/>
            </p:cNvCxnSpPr>
            <p:nvPr/>
          </p:nvCxnSpPr>
          <p:spPr bwMode="auto">
            <a:xfrm>
              <a:off x="35433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3" name="AutoShape 37">
              <a:extLst>
                <a:ext uri="{FF2B5EF4-FFF2-40B4-BE49-F238E27FC236}">
                  <a16:creationId xmlns:a16="http://schemas.microsoft.com/office/drawing/2014/main" id="{125BB2BA-BA14-4223-9334-A5961DFD3CDF}"/>
                </a:ext>
              </a:extLst>
            </p:cNvPr>
            <p:cNvCxnSpPr>
              <a:cxnSpLocks noChangeShapeType="1"/>
              <a:stCxn id="247" idx="4"/>
              <a:endCxn id="243" idx="0"/>
            </p:cNvCxnSpPr>
            <p:nvPr/>
          </p:nvCxnSpPr>
          <p:spPr bwMode="auto">
            <a:xfrm>
              <a:off x="5600700" y="3041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4" name="AutoShape 38">
              <a:extLst>
                <a:ext uri="{FF2B5EF4-FFF2-40B4-BE49-F238E27FC236}">
                  <a16:creationId xmlns:a16="http://schemas.microsoft.com/office/drawing/2014/main" id="{BE2E42F9-3373-42B4-BC03-FCD55831FE11}"/>
                </a:ext>
              </a:extLst>
            </p:cNvPr>
            <p:cNvCxnSpPr>
              <a:cxnSpLocks noChangeShapeType="1"/>
              <a:stCxn id="243" idx="4"/>
              <a:endCxn id="239" idx="0"/>
            </p:cNvCxnSpPr>
            <p:nvPr/>
          </p:nvCxnSpPr>
          <p:spPr bwMode="auto">
            <a:xfrm>
              <a:off x="5600700" y="4692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5" name="AutoShape 39">
              <a:extLst>
                <a:ext uri="{FF2B5EF4-FFF2-40B4-BE49-F238E27FC236}">
                  <a16:creationId xmlns:a16="http://schemas.microsoft.com/office/drawing/2014/main" id="{648A6B62-8C89-4F98-A719-9959B3B32AF2}"/>
                </a:ext>
              </a:extLst>
            </p:cNvPr>
            <p:cNvCxnSpPr>
              <a:cxnSpLocks noChangeShapeType="1"/>
              <a:stCxn id="240" idx="7"/>
              <a:endCxn id="243" idx="3"/>
            </p:cNvCxnSpPr>
            <p:nvPr/>
          </p:nvCxnSpPr>
          <p:spPr bwMode="auto">
            <a:xfrm flipV="1">
              <a:off x="3786188" y="4581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" name="AutoShape 40">
              <a:extLst>
                <a:ext uri="{FF2B5EF4-FFF2-40B4-BE49-F238E27FC236}">
                  <a16:creationId xmlns:a16="http://schemas.microsoft.com/office/drawing/2014/main" id="{0FAD62B9-B7AF-4FAA-9987-C82BF6AD550E}"/>
                </a:ext>
              </a:extLst>
            </p:cNvPr>
            <p:cNvCxnSpPr>
              <a:cxnSpLocks noChangeShapeType="1"/>
              <a:stCxn id="250" idx="4"/>
              <a:endCxn id="247" idx="0"/>
            </p:cNvCxnSpPr>
            <p:nvPr/>
          </p:nvCxnSpPr>
          <p:spPr bwMode="auto">
            <a:xfrm>
              <a:off x="56007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" name="AutoShape 41">
              <a:extLst>
                <a:ext uri="{FF2B5EF4-FFF2-40B4-BE49-F238E27FC236}">
                  <a16:creationId xmlns:a16="http://schemas.microsoft.com/office/drawing/2014/main" id="{CBC6E8EE-74B4-4372-91F2-54572CD9B9A1}"/>
                </a:ext>
              </a:extLst>
            </p:cNvPr>
            <p:cNvCxnSpPr>
              <a:cxnSpLocks noChangeShapeType="1"/>
              <a:stCxn id="248" idx="4"/>
              <a:endCxn id="242" idx="0"/>
            </p:cNvCxnSpPr>
            <p:nvPr/>
          </p:nvCxnSpPr>
          <p:spPr bwMode="auto">
            <a:xfrm>
              <a:off x="7658100" y="3041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8" name="AutoShape 42">
              <a:extLst>
                <a:ext uri="{FF2B5EF4-FFF2-40B4-BE49-F238E27FC236}">
                  <a16:creationId xmlns:a16="http://schemas.microsoft.com/office/drawing/2014/main" id="{8AE5F610-D120-43BB-95F4-2DC935432D38}"/>
                </a:ext>
              </a:extLst>
            </p:cNvPr>
            <p:cNvCxnSpPr>
              <a:cxnSpLocks noChangeShapeType="1"/>
              <a:stCxn id="242" idx="4"/>
              <a:endCxn id="253" idx="0"/>
            </p:cNvCxnSpPr>
            <p:nvPr/>
          </p:nvCxnSpPr>
          <p:spPr bwMode="auto">
            <a:xfrm>
              <a:off x="7658100" y="4692650"/>
              <a:ext cx="0" cy="8509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9" name="Text Box 43">
              <a:extLst>
                <a:ext uri="{FF2B5EF4-FFF2-40B4-BE49-F238E27FC236}">
                  <a16:creationId xmlns:a16="http://schemas.microsoft.com/office/drawing/2014/main" id="{03241E0E-84B6-4E07-942D-16AE38DAC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762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80" name="Text Box 44">
              <a:extLst>
                <a:ext uri="{FF2B5EF4-FFF2-40B4-BE49-F238E27FC236}">
                  <a16:creationId xmlns:a16="http://schemas.microsoft.com/office/drawing/2014/main" id="{C7A80976-4CDD-4404-8CE3-BDCEDD1A7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24384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81" name="Text Box 45">
              <a:extLst>
                <a:ext uri="{FF2B5EF4-FFF2-40B4-BE49-F238E27FC236}">
                  <a16:creationId xmlns:a16="http://schemas.microsoft.com/office/drawing/2014/main" id="{EF1202EF-1B35-4D45-873C-C0AB0728CC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650" y="23622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82" name="Text Box 46">
              <a:extLst>
                <a:ext uri="{FF2B5EF4-FFF2-40B4-BE49-F238E27FC236}">
                  <a16:creationId xmlns:a16="http://schemas.microsoft.com/office/drawing/2014/main" id="{572B74E8-B0E0-489D-8D23-71AA9DCD3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650" y="1143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83" name="Text Box 47">
              <a:extLst>
                <a:ext uri="{FF2B5EF4-FFF2-40B4-BE49-F238E27FC236}">
                  <a16:creationId xmlns:a16="http://schemas.microsoft.com/office/drawing/2014/main" id="{E7188331-38FD-4378-8E30-258B5A2D48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40386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84" name="Text Box 48">
              <a:extLst>
                <a:ext uri="{FF2B5EF4-FFF2-40B4-BE49-F238E27FC236}">
                  <a16:creationId xmlns:a16="http://schemas.microsoft.com/office/drawing/2014/main" id="{89E0FCD1-6417-48D4-9C10-84425170E7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8050" y="10668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85" name="Text Box 49">
              <a:extLst>
                <a:ext uri="{FF2B5EF4-FFF2-40B4-BE49-F238E27FC236}">
                  <a16:creationId xmlns:a16="http://schemas.microsoft.com/office/drawing/2014/main" id="{87840E33-33C0-4F9E-B794-0A00C6EB4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5715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86" name="Text Box 50">
              <a:extLst>
                <a:ext uri="{FF2B5EF4-FFF2-40B4-BE49-F238E27FC236}">
                  <a16:creationId xmlns:a16="http://schemas.microsoft.com/office/drawing/2014/main" id="{7677BCB7-6A66-4FD8-8386-31CC7D8D11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6850" y="5715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87" name="Text Box 51">
              <a:extLst>
                <a:ext uri="{FF2B5EF4-FFF2-40B4-BE49-F238E27FC236}">
                  <a16:creationId xmlns:a16="http://schemas.microsoft.com/office/drawing/2014/main" id="{21DD6F70-B227-4999-B383-9B8EDABE51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850" y="3429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88" name="Text Box 52">
              <a:extLst>
                <a:ext uri="{FF2B5EF4-FFF2-40B4-BE49-F238E27FC236}">
                  <a16:creationId xmlns:a16="http://schemas.microsoft.com/office/drawing/2014/main" id="{2E11A284-9A74-4645-8B6C-81D830E837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4250" y="24384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89" name="Text Box 53">
              <a:extLst>
                <a:ext uri="{FF2B5EF4-FFF2-40B4-BE49-F238E27FC236}">
                  <a16:creationId xmlns:a16="http://schemas.microsoft.com/office/drawing/2014/main" id="{167EE9DF-0B55-4A60-9B29-75AAEB741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762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90" name="Text Box 54">
              <a:extLst>
                <a:ext uri="{FF2B5EF4-FFF2-40B4-BE49-F238E27FC236}">
                  <a16:creationId xmlns:a16="http://schemas.microsoft.com/office/drawing/2014/main" id="{2CCC03E4-D055-49A0-ACF6-F6CC709CC3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0386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91" name="Text Box 55">
              <a:extLst>
                <a:ext uri="{FF2B5EF4-FFF2-40B4-BE49-F238E27FC236}">
                  <a16:creationId xmlns:a16="http://schemas.microsoft.com/office/drawing/2014/main" id="{C6EF3338-A1C9-478D-86F5-0B30BC0E05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40386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92" name="Text Box 56">
              <a:extLst>
                <a:ext uri="{FF2B5EF4-FFF2-40B4-BE49-F238E27FC236}">
                  <a16:creationId xmlns:a16="http://schemas.microsoft.com/office/drawing/2014/main" id="{07688E11-6EF8-474C-A4C2-A846ED747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24384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E0F3720-7F32-444E-9813-E2A21FA36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1524000"/>
            <a:ext cx="2133598" cy="16868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757382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30</a:t>
            </a:fld>
            <a:endParaRPr lang="en-US" dirty="0"/>
          </a:p>
        </p:txBody>
      </p: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ADE4BB24-1E35-4ED2-B881-0FDD3DBC688C}"/>
              </a:ext>
            </a:extLst>
          </p:cNvPr>
          <p:cNvGrpSpPr/>
          <p:nvPr/>
        </p:nvGrpSpPr>
        <p:grpSpPr>
          <a:xfrm>
            <a:off x="228600" y="1447800"/>
            <a:ext cx="6628508" cy="4876800"/>
            <a:chOff x="685800" y="609600"/>
            <a:chExt cx="7772400" cy="5715000"/>
          </a:xfrm>
        </p:grpSpPr>
        <p:sp>
          <p:nvSpPr>
            <p:cNvPr id="294" name="Oval 2">
              <a:extLst>
                <a:ext uri="{FF2B5EF4-FFF2-40B4-BE49-F238E27FC236}">
                  <a16:creationId xmlns:a16="http://schemas.microsoft.com/office/drawing/2014/main" id="{5575541C-6A49-4A24-AD2C-E2BAD652C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A</a:t>
              </a:r>
            </a:p>
          </p:txBody>
        </p:sp>
        <p:sp>
          <p:nvSpPr>
            <p:cNvPr id="295" name="Oval 3">
              <a:extLst>
                <a:ext uri="{FF2B5EF4-FFF2-40B4-BE49-F238E27FC236}">
                  <a16:creationId xmlns:a16="http://schemas.microsoft.com/office/drawing/2014/main" id="{82099118-715F-4F5C-89EE-1F2BA1DB3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5562600"/>
              <a:ext cx="685800" cy="762000"/>
            </a:xfrm>
            <a:prstGeom prst="ellipse">
              <a:avLst/>
            </a:prstGeom>
            <a:solidFill>
              <a:srgbClr val="80808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O</a:t>
              </a:r>
            </a:p>
          </p:txBody>
        </p:sp>
        <p:sp>
          <p:nvSpPr>
            <p:cNvPr id="296" name="Oval 4">
              <a:extLst>
                <a:ext uri="{FF2B5EF4-FFF2-40B4-BE49-F238E27FC236}">
                  <a16:creationId xmlns:a16="http://schemas.microsoft.com/office/drawing/2014/main" id="{0FA9780B-6A59-4B9A-AA56-BF378383E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5562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N</a:t>
              </a:r>
            </a:p>
          </p:txBody>
        </p:sp>
        <p:sp>
          <p:nvSpPr>
            <p:cNvPr id="297" name="Oval 5">
              <a:extLst>
                <a:ext uri="{FF2B5EF4-FFF2-40B4-BE49-F238E27FC236}">
                  <a16:creationId xmlns:a16="http://schemas.microsoft.com/office/drawing/2014/main" id="{859001FE-C9E8-494E-8821-DB3EF986A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562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M</a:t>
              </a:r>
            </a:p>
          </p:txBody>
        </p:sp>
        <p:sp>
          <p:nvSpPr>
            <p:cNvPr id="298" name="Oval 6">
              <a:extLst>
                <a:ext uri="{FF2B5EF4-FFF2-40B4-BE49-F238E27FC236}">
                  <a16:creationId xmlns:a16="http://schemas.microsoft.com/office/drawing/2014/main" id="{A9231B25-B949-495E-B30E-DBFCAF0B2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3911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L</a:t>
              </a:r>
            </a:p>
          </p:txBody>
        </p:sp>
        <p:sp>
          <p:nvSpPr>
            <p:cNvPr id="299" name="Oval 7">
              <a:extLst>
                <a:ext uri="{FF2B5EF4-FFF2-40B4-BE49-F238E27FC236}">
                  <a16:creationId xmlns:a16="http://schemas.microsoft.com/office/drawing/2014/main" id="{0982DF81-0A6F-4794-B766-42312C92B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911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K</a:t>
              </a:r>
            </a:p>
          </p:txBody>
        </p:sp>
        <p:sp>
          <p:nvSpPr>
            <p:cNvPr id="300" name="Oval 8">
              <a:extLst>
                <a:ext uri="{FF2B5EF4-FFF2-40B4-BE49-F238E27FC236}">
                  <a16:creationId xmlns:a16="http://schemas.microsoft.com/office/drawing/2014/main" id="{B41EC78C-BAE3-4163-A491-45AF0181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3911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J</a:t>
              </a:r>
            </a:p>
          </p:txBody>
        </p:sp>
        <p:sp>
          <p:nvSpPr>
            <p:cNvPr id="301" name="Oval 9">
              <a:extLst>
                <a:ext uri="{FF2B5EF4-FFF2-40B4-BE49-F238E27FC236}">
                  <a16:creationId xmlns:a16="http://schemas.microsoft.com/office/drawing/2014/main" id="{739072CB-AAC4-4EB3-A8D6-0763F2404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2260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E</a:t>
              </a:r>
            </a:p>
          </p:txBody>
        </p:sp>
        <p:sp>
          <p:nvSpPr>
            <p:cNvPr id="302" name="Oval 10">
              <a:extLst>
                <a:ext uri="{FF2B5EF4-FFF2-40B4-BE49-F238E27FC236}">
                  <a16:creationId xmlns:a16="http://schemas.microsoft.com/office/drawing/2014/main" id="{26EE9F12-54A6-4AD8-AB54-6702A9C3F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2260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F</a:t>
              </a:r>
            </a:p>
          </p:txBody>
        </p:sp>
        <p:sp>
          <p:nvSpPr>
            <p:cNvPr id="303" name="Oval 11">
              <a:extLst>
                <a:ext uri="{FF2B5EF4-FFF2-40B4-BE49-F238E27FC236}">
                  <a16:creationId xmlns:a16="http://schemas.microsoft.com/office/drawing/2014/main" id="{66CC7C1A-F465-423A-8F1A-7486EB30B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260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G</a:t>
              </a:r>
            </a:p>
          </p:txBody>
        </p:sp>
        <p:sp>
          <p:nvSpPr>
            <p:cNvPr id="304" name="Oval 12">
              <a:extLst>
                <a:ext uri="{FF2B5EF4-FFF2-40B4-BE49-F238E27FC236}">
                  <a16:creationId xmlns:a16="http://schemas.microsoft.com/office/drawing/2014/main" id="{A8ADBAED-66C3-4CC4-89FD-FBBD12085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2260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H</a:t>
              </a:r>
            </a:p>
          </p:txBody>
        </p:sp>
        <p:sp>
          <p:nvSpPr>
            <p:cNvPr id="305" name="Oval 13">
              <a:extLst>
                <a:ext uri="{FF2B5EF4-FFF2-40B4-BE49-F238E27FC236}">
                  <a16:creationId xmlns:a16="http://schemas.microsoft.com/office/drawing/2014/main" id="{9EC7D7DA-ABBE-4E90-9666-07EBD3FEB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D</a:t>
              </a:r>
            </a:p>
          </p:txBody>
        </p:sp>
        <p:sp>
          <p:nvSpPr>
            <p:cNvPr id="306" name="Oval 14">
              <a:extLst>
                <a:ext uri="{FF2B5EF4-FFF2-40B4-BE49-F238E27FC236}">
                  <a16:creationId xmlns:a16="http://schemas.microsoft.com/office/drawing/2014/main" id="{FE3A3F1E-E98A-47E2-863B-61170441E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C</a:t>
              </a:r>
            </a:p>
          </p:txBody>
        </p:sp>
        <p:sp>
          <p:nvSpPr>
            <p:cNvPr id="307" name="Oval 15">
              <a:extLst>
                <a:ext uri="{FF2B5EF4-FFF2-40B4-BE49-F238E27FC236}">
                  <a16:creationId xmlns:a16="http://schemas.microsoft.com/office/drawing/2014/main" id="{4CBEB47F-5194-4CE4-8648-9C1C3B001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B</a:t>
              </a:r>
            </a:p>
          </p:txBody>
        </p:sp>
        <p:sp>
          <p:nvSpPr>
            <p:cNvPr id="308" name="Oval 16">
              <a:extLst>
                <a:ext uri="{FF2B5EF4-FFF2-40B4-BE49-F238E27FC236}">
                  <a16:creationId xmlns:a16="http://schemas.microsoft.com/office/drawing/2014/main" id="{1433F1F8-1378-4051-9CF4-0A22D9FF6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911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I</a:t>
              </a:r>
            </a:p>
          </p:txBody>
        </p:sp>
        <p:sp>
          <p:nvSpPr>
            <p:cNvPr id="309" name="Oval 17">
              <a:extLst>
                <a:ext uri="{FF2B5EF4-FFF2-40B4-BE49-F238E27FC236}">
                  <a16:creationId xmlns:a16="http://schemas.microsoft.com/office/drawing/2014/main" id="{138E61C5-89F7-4C45-8034-CA6C03039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5562600"/>
              <a:ext cx="685800" cy="762000"/>
            </a:xfrm>
            <a:prstGeom prst="ellipse">
              <a:avLst/>
            </a:prstGeom>
            <a:solidFill>
              <a:srgbClr val="80808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P</a:t>
              </a:r>
            </a:p>
          </p:txBody>
        </p:sp>
        <p:cxnSp>
          <p:nvCxnSpPr>
            <p:cNvPr id="310" name="AutoShape 18">
              <a:extLst>
                <a:ext uri="{FF2B5EF4-FFF2-40B4-BE49-F238E27FC236}">
                  <a16:creationId xmlns:a16="http://schemas.microsoft.com/office/drawing/2014/main" id="{C59EF292-61BB-42DC-B9E2-DF11E9772045}"/>
                </a:ext>
              </a:extLst>
            </p:cNvPr>
            <p:cNvCxnSpPr>
              <a:cxnSpLocks noChangeShapeType="1"/>
              <a:stCxn id="294" idx="5"/>
              <a:endCxn id="302" idx="1"/>
            </p:cNvCxnSpPr>
            <p:nvPr/>
          </p:nvCxnSpPr>
          <p:spPr bwMode="auto">
            <a:xfrm>
              <a:off x="1728788" y="1279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1" name="AutoShape 19">
              <a:extLst>
                <a:ext uri="{FF2B5EF4-FFF2-40B4-BE49-F238E27FC236}">
                  <a16:creationId xmlns:a16="http://schemas.microsoft.com/office/drawing/2014/main" id="{803A6E6F-DDBC-4FF8-98EE-9416289B0B88}"/>
                </a:ext>
              </a:extLst>
            </p:cNvPr>
            <p:cNvCxnSpPr>
              <a:cxnSpLocks noChangeShapeType="1"/>
              <a:stCxn id="306" idx="6"/>
              <a:endCxn id="305" idx="2"/>
            </p:cNvCxnSpPr>
            <p:nvPr/>
          </p:nvCxnSpPr>
          <p:spPr bwMode="auto">
            <a:xfrm>
              <a:off x="59626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2" name="AutoShape 20">
              <a:extLst>
                <a:ext uri="{FF2B5EF4-FFF2-40B4-BE49-F238E27FC236}">
                  <a16:creationId xmlns:a16="http://schemas.microsoft.com/office/drawing/2014/main" id="{E8941657-8F30-45D7-8797-B7EE78BC7AE6}"/>
                </a:ext>
              </a:extLst>
            </p:cNvPr>
            <p:cNvCxnSpPr>
              <a:cxnSpLocks noChangeShapeType="1"/>
              <a:stCxn id="308" idx="6"/>
              <a:endCxn id="300" idx="2"/>
            </p:cNvCxnSpPr>
            <p:nvPr/>
          </p:nvCxnSpPr>
          <p:spPr bwMode="auto">
            <a:xfrm>
              <a:off x="1847850" y="4292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3" name="AutoShape 21">
              <a:extLst>
                <a:ext uri="{FF2B5EF4-FFF2-40B4-BE49-F238E27FC236}">
                  <a16:creationId xmlns:a16="http://schemas.microsoft.com/office/drawing/2014/main" id="{15EB2DCC-5C56-4F26-9F1B-0E4F6CB6B8BC}"/>
                </a:ext>
              </a:extLst>
            </p:cNvPr>
            <p:cNvCxnSpPr>
              <a:cxnSpLocks noChangeShapeType="1"/>
              <a:stCxn id="301" idx="6"/>
              <a:endCxn id="302" idx="2"/>
            </p:cNvCxnSpPr>
            <p:nvPr/>
          </p:nvCxnSpPr>
          <p:spPr bwMode="auto">
            <a:xfrm>
              <a:off x="1847850" y="2641600"/>
              <a:ext cx="1333500" cy="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4" name="AutoShape 22">
              <a:extLst>
                <a:ext uri="{FF2B5EF4-FFF2-40B4-BE49-F238E27FC236}">
                  <a16:creationId xmlns:a16="http://schemas.microsoft.com/office/drawing/2014/main" id="{44E66301-72B8-4CF2-92C5-5C6F58EA91B9}"/>
                </a:ext>
              </a:extLst>
            </p:cNvPr>
            <p:cNvCxnSpPr>
              <a:cxnSpLocks noChangeShapeType="1"/>
              <a:stCxn id="307" idx="6"/>
              <a:endCxn id="306" idx="2"/>
            </p:cNvCxnSpPr>
            <p:nvPr/>
          </p:nvCxnSpPr>
          <p:spPr bwMode="auto">
            <a:xfrm>
              <a:off x="39052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5" name="AutoShape 23">
              <a:extLst>
                <a:ext uri="{FF2B5EF4-FFF2-40B4-BE49-F238E27FC236}">
                  <a16:creationId xmlns:a16="http://schemas.microsoft.com/office/drawing/2014/main" id="{FB7D7BF3-E402-42B0-809F-73D7AD49205B}"/>
                </a:ext>
              </a:extLst>
            </p:cNvPr>
            <p:cNvCxnSpPr>
              <a:cxnSpLocks noChangeShapeType="1"/>
              <a:stCxn id="294" idx="6"/>
              <a:endCxn id="307" idx="2"/>
            </p:cNvCxnSpPr>
            <p:nvPr/>
          </p:nvCxnSpPr>
          <p:spPr bwMode="auto">
            <a:xfrm>
              <a:off x="18478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6" name="AutoShape 24">
              <a:extLst>
                <a:ext uri="{FF2B5EF4-FFF2-40B4-BE49-F238E27FC236}">
                  <a16:creationId xmlns:a16="http://schemas.microsoft.com/office/drawing/2014/main" id="{678340A6-928E-4A9F-8831-D90EAFA0AB81}"/>
                </a:ext>
              </a:extLst>
            </p:cNvPr>
            <p:cNvCxnSpPr>
              <a:cxnSpLocks noChangeShapeType="1"/>
              <a:stCxn id="303" idx="5"/>
              <a:endCxn id="298" idx="1"/>
            </p:cNvCxnSpPr>
            <p:nvPr/>
          </p:nvCxnSpPr>
          <p:spPr bwMode="auto">
            <a:xfrm>
              <a:off x="5843588" y="2930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" name="AutoShape 25">
              <a:extLst>
                <a:ext uri="{FF2B5EF4-FFF2-40B4-BE49-F238E27FC236}">
                  <a16:creationId xmlns:a16="http://schemas.microsoft.com/office/drawing/2014/main" id="{3D822D42-76EC-4655-99A2-32C524EA35EE}"/>
                </a:ext>
              </a:extLst>
            </p:cNvPr>
            <p:cNvCxnSpPr>
              <a:cxnSpLocks noChangeShapeType="1"/>
              <a:stCxn id="308" idx="5"/>
              <a:endCxn id="296" idx="1"/>
            </p:cNvCxnSpPr>
            <p:nvPr/>
          </p:nvCxnSpPr>
          <p:spPr bwMode="auto">
            <a:xfrm>
              <a:off x="1728788" y="4581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8" name="AutoShape 26">
              <a:extLst>
                <a:ext uri="{FF2B5EF4-FFF2-40B4-BE49-F238E27FC236}">
                  <a16:creationId xmlns:a16="http://schemas.microsoft.com/office/drawing/2014/main" id="{255B9724-195E-4487-87E5-F41089C5E833}"/>
                </a:ext>
              </a:extLst>
            </p:cNvPr>
            <p:cNvCxnSpPr>
              <a:cxnSpLocks noChangeShapeType="1"/>
              <a:stCxn id="308" idx="4"/>
              <a:endCxn id="297" idx="0"/>
            </p:cNvCxnSpPr>
            <p:nvPr/>
          </p:nvCxnSpPr>
          <p:spPr bwMode="auto">
            <a:xfrm>
              <a:off x="1485900" y="4692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9" name="AutoShape 27">
              <a:extLst>
                <a:ext uri="{FF2B5EF4-FFF2-40B4-BE49-F238E27FC236}">
                  <a16:creationId xmlns:a16="http://schemas.microsoft.com/office/drawing/2014/main" id="{E278C062-2A4D-473C-BCF1-A3510AA62FB2}"/>
                </a:ext>
              </a:extLst>
            </p:cNvPr>
            <p:cNvCxnSpPr>
              <a:cxnSpLocks noChangeShapeType="1"/>
              <a:stCxn id="301" idx="4"/>
              <a:endCxn id="308" idx="0"/>
            </p:cNvCxnSpPr>
            <p:nvPr/>
          </p:nvCxnSpPr>
          <p:spPr bwMode="auto">
            <a:xfrm>
              <a:off x="1485900" y="3041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0" name="AutoShape 28">
              <a:extLst>
                <a:ext uri="{FF2B5EF4-FFF2-40B4-BE49-F238E27FC236}">
                  <a16:creationId xmlns:a16="http://schemas.microsoft.com/office/drawing/2014/main" id="{119E9EEF-D379-470C-A22C-C32BFBE569F9}"/>
                </a:ext>
              </a:extLst>
            </p:cNvPr>
            <p:cNvCxnSpPr>
              <a:cxnSpLocks noChangeShapeType="1"/>
              <a:stCxn id="294" idx="4"/>
              <a:endCxn id="301" idx="0"/>
            </p:cNvCxnSpPr>
            <p:nvPr/>
          </p:nvCxnSpPr>
          <p:spPr bwMode="auto">
            <a:xfrm>
              <a:off x="14859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1" name="AutoShape 29">
              <a:extLst>
                <a:ext uri="{FF2B5EF4-FFF2-40B4-BE49-F238E27FC236}">
                  <a16:creationId xmlns:a16="http://schemas.microsoft.com/office/drawing/2014/main" id="{CF455D43-9AF9-4813-BAB1-2B4DAAB78E14}"/>
                </a:ext>
              </a:extLst>
            </p:cNvPr>
            <p:cNvCxnSpPr>
              <a:cxnSpLocks noChangeShapeType="1"/>
              <a:stCxn id="304" idx="0"/>
              <a:endCxn id="305" idx="4"/>
            </p:cNvCxnSpPr>
            <p:nvPr/>
          </p:nvCxnSpPr>
          <p:spPr bwMode="auto">
            <a:xfrm flipV="1">
              <a:off x="76581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2" name="AutoShape 30">
              <a:extLst>
                <a:ext uri="{FF2B5EF4-FFF2-40B4-BE49-F238E27FC236}">
                  <a16:creationId xmlns:a16="http://schemas.microsoft.com/office/drawing/2014/main" id="{BA529BB6-4459-4873-B37A-D25FE12C02CA}"/>
                </a:ext>
              </a:extLst>
            </p:cNvPr>
            <p:cNvCxnSpPr>
              <a:cxnSpLocks noChangeShapeType="1"/>
              <a:stCxn id="303" idx="7"/>
              <a:endCxn id="305" idx="3"/>
            </p:cNvCxnSpPr>
            <p:nvPr/>
          </p:nvCxnSpPr>
          <p:spPr bwMode="auto">
            <a:xfrm flipV="1">
              <a:off x="5843588" y="1279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3" name="AutoShape 31">
              <a:extLst>
                <a:ext uri="{FF2B5EF4-FFF2-40B4-BE49-F238E27FC236}">
                  <a16:creationId xmlns:a16="http://schemas.microsoft.com/office/drawing/2014/main" id="{56DF72EE-E299-4D90-973C-DAF979DC7BF2}"/>
                </a:ext>
              </a:extLst>
            </p:cNvPr>
            <p:cNvCxnSpPr>
              <a:cxnSpLocks noChangeShapeType="1"/>
              <a:stCxn id="308" idx="7"/>
              <a:endCxn id="302" idx="3"/>
            </p:cNvCxnSpPr>
            <p:nvPr/>
          </p:nvCxnSpPr>
          <p:spPr bwMode="auto">
            <a:xfrm flipV="1">
              <a:off x="1728788" y="2930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4" name="AutoShape 32">
              <a:extLst>
                <a:ext uri="{FF2B5EF4-FFF2-40B4-BE49-F238E27FC236}">
                  <a16:creationId xmlns:a16="http://schemas.microsoft.com/office/drawing/2014/main" id="{E66295D8-DDFE-4091-9989-52EF30C3CCB9}"/>
                </a:ext>
              </a:extLst>
            </p:cNvPr>
            <p:cNvCxnSpPr>
              <a:cxnSpLocks noChangeShapeType="1"/>
              <a:stCxn id="300" idx="7"/>
              <a:endCxn id="303" idx="3"/>
            </p:cNvCxnSpPr>
            <p:nvPr/>
          </p:nvCxnSpPr>
          <p:spPr bwMode="auto">
            <a:xfrm flipV="1">
              <a:off x="3786188" y="2930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5" name="AutoShape 33">
              <a:extLst>
                <a:ext uri="{FF2B5EF4-FFF2-40B4-BE49-F238E27FC236}">
                  <a16:creationId xmlns:a16="http://schemas.microsoft.com/office/drawing/2014/main" id="{818B97BE-D18E-4EAB-A522-C4AEC32A8B2D}"/>
                </a:ext>
              </a:extLst>
            </p:cNvPr>
            <p:cNvCxnSpPr>
              <a:cxnSpLocks noChangeShapeType="1"/>
              <a:stCxn id="300" idx="6"/>
              <a:endCxn id="299" idx="2"/>
            </p:cNvCxnSpPr>
            <p:nvPr/>
          </p:nvCxnSpPr>
          <p:spPr bwMode="auto">
            <a:xfrm>
              <a:off x="3905250" y="4292600"/>
              <a:ext cx="1333500" cy="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6" name="AutoShape 34">
              <a:extLst>
                <a:ext uri="{FF2B5EF4-FFF2-40B4-BE49-F238E27FC236}">
                  <a16:creationId xmlns:a16="http://schemas.microsoft.com/office/drawing/2014/main" id="{0FA96DEA-9B45-47F6-9449-4A07BA9B6424}"/>
                </a:ext>
              </a:extLst>
            </p:cNvPr>
            <p:cNvCxnSpPr>
              <a:cxnSpLocks noChangeShapeType="1"/>
              <a:stCxn id="295" idx="6"/>
              <a:endCxn id="309" idx="2"/>
            </p:cNvCxnSpPr>
            <p:nvPr/>
          </p:nvCxnSpPr>
          <p:spPr bwMode="auto">
            <a:xfrm>
              <a:off x="5962650" y="5943600"/>
              <a:ext cx="13335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" name="AutoShape 35">
              <a:extLst>
                <a:ext uri="{FF2B5EF4-FFF2-40B4-BE49-F238E27FC236}">
                  <a16:creationId xmlns:a16="http://schemas.microsoft.com/office/drawing/2014/main" id="{3C5FFE30-252A-4458-8224-632EB38FFE15}"/>
                </a:ext>
              </a:extLst>
            </p:cNvPr>
            <p:cNvCxnSpPr>
              <a:cxnSpLocks noChangeShapeType="1"/>
              <a:stCxn id="297" idx="6"/>
              <a:endCxn id="296" idx="2"/>
            </p:cNvCxnSpPr>
            <p:nvPr/>
          </p:nvCxnSpPr>
          <p:spPr bwMode="auto">
            <a:xfrm>
              <a:off x="1847850" y="5943600"/>
              <a:ext cx="1333500" cy="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8" name="AutoShape 36">
              <a:extLst>
                <a:ext uri="{FF2B5EF4-FFF2-40B4-BE49-F238E27FC236}">
                  <a16:creationId xmlns:a16="http://schemas.microsoft.com/office/drawing/2014/main" id="{4BB05002-7F33-449C-8B9D-A023346DAC16}"/>
                </a:ext>
              </a:extLst>
            </p:cNvPr>
            <p:cNvCxnSpPr>
              <a:cxnSpLocks noChangeShapeType="1"/>
              <a:stCxn id="307" idx="4"/>
              <a:endCxn id="302" idx="0"/>
            </p:cNvCxnSpPr>
            <p:nvPr/>
          </p:nvCxnSpPr>
          <p:spPr bwMode="auto">
            <a:xfrm>
              <a:off x="35433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9" name="AutoShape 37">
              <a:extLst>
                <a:ext uri="{FF2B5EF4-FFF2-40B4-BE49-F238E27FC236}">
                  <a16:creationId xmlns:a16="http://schemas.microsoft.com/office/drawing/2014/main" id="{1538493A-33B8-441F-BBC5-D84174F19017}"/>
                </a:ext>
              </a:extLst>
            </p:cNvPr>
            <p:cNvCxnSpPr>
              <a:cxnSpLocks noChangeShapeType="1"/>
              <a:stCxn id="303" idx="4"/>
              <a:endCxn id="299" idx="0"/>
            </p:cNvCxnSpPr>
            <p:nvPr/>
          </p:nvCxnSpPr>
          <p:spPr bwMode="auto">
            <a:xfrm>
              <a:off x="5600700" y="3041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0" name="AutoShape 38">
              <a:extLst>
                <a:ext uri="{FF2B5EF4-FFF2-40B4-BE49-F238E27FC236}">
                  <a16:creationId xmlns:a16="http://schemas.microsoft.com/office/drawing/2014/main" id="{D486A262-A0A0-47BF-B81D-14ADE6E2856A}"/>
                </a:ext>
              </a:extLst>
            </p:cNvPr>
            <p:cNvCxnSpPr>
              <a:cxnSpLocks noChangeShapeType="1"/>
              <a:stCxn id="299" idx="4"/>
              <a:endCxn id="295" idx="0"/>
            </p:cNvCxnSpPr>
            <p:nvPr/>
          </p:nvCxnSpPr>
          <p:spPr bwMode="auto">
            <a:xfrm>
              <a:off x="5600700" y="4692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1" name="AutoShape 39">
              <a:extLst>
                <a:ext uri="{FF2B5EF4-FFF2-40B4-BE49-F238E27FC236}">
                  <a16:creationId xmlns:a16="http://schemas.microsoft.com/office/drawing/2014/main" id="{03210A8C-D821-45B9-A424-276C0188D123}"/>
                </a:ext>
              </a:extLst>
            </p:cNvPr>
            <p:cNvCxnSpPr>
              <a:cxnSpLocks noChangeShapeType="1"/>
              <a:stCxn id="296" idx="7"/>
              <a:endCxn id="299" idx="3"/>
            </p:cNvCxnSpPr>
            <p:nvPr/>
          </p:nvCxnSpPr>
          <p:spPr bwMode="auto">
            <a:xfrm flipV="1">
              <a:off x="3786188" y="4581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2" name="AutoShape 40">
              <a:extLst>
                <a:ext uri="{FF2B5EF4-FFF2-40B4-BE49-F238E27FC236}">
                  <a16:creationId xmlns:a16="http://schemas.microsoft.com/office/drawing/2014/main" id="{B28662E4-6146-494F-8DAC-BC6289C3D0AF}"/>
                </a:ext>
              </a:extLst>
            </p:cNvPr>
            <p:cNvCxnSpPr>
              <a:cxnSpLocks noChangeShapeType="1"/>
              <a:stCxn id="306" idx="4"/>
              <a:endCxn id="303" idx="0"/>
            </p:cNvCxnSpPr>
            <p:nvPr/>
          </p:nvCxnSpPr>
          <p:spPr bwMode="auto">
            <a:xfrm>
              <a:off x="56007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3" name="AutoShape 41">
              <a:extLst>
                <a:ext uri="{FF2B5EF4-FFF2-40B4-BE49-F238E27FC236}">
                  <a16:creationId xmlns:a16="http://schemas.microsoft.com/office/drawing/2014/main" id="{6B673067-D920-4EBF-BAEC-464C4966CD2B}"/>
                </a:ext>
              </a:extLst>
            </p:cNvPr>
            <p:cNvCxnSpPr>
              <a:cxnSpLocks noChangeShapeType="1"/>
              <a:stCxn id="304" idx="4"/>
              <a:endCxn id="298" idx="0"/>
            </p:cNvCxnSpPr>
            <p:nvPr/>
          </p:nvCxnSpPr>
          <p:spPr bwMode="auto">
            <a:xfrm>
              <a:off x="7658100" y="3041650"/>
              <a:ext cx="0" cy="85090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4" name="AutoShape 42">
              <a:extLst>
                <a:ext uri="{FF2B5EF4-FFF2-40B4-BE49-F238E27FC236}">
                  <a16:creationId xmlns:a16="http://schemas.microsoft.com/office/drawing/2014/main" id="{F0CE5CB8-2A12-4F23-8041-86FC4B9E30FD}"/>
                </a:ext>
              </a:extLst>
            </p:cNvPr>
            <p:cNvCxnSpPr>
              <a:cxnSpLocks noChangeShapeType="1"/>
              <a:stCxn id="298" idx="4"/>
              <a:endCxn id="309" idx="0"/>
            </p:cNvCxnSpPr>
            <p:nvPr/>
          </p:nvCxnSpPr>
          <p:spPr bwMode="auto">
            <a:xfrm>
              <a:off x="7658100" y="4692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5" name="Text Box 43">
              <a:extLst>
                <a:ext uri="{FF2B5EF4-FFF2-40B4-BE49-F238E27FC236}">
                  <a16:creationId xmlns:a16="http://schemas.microsoft.com/office/drawing/2014/main" id="{98B09765-EA23-475F-A857-A1A66AC612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762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36" name="Text Box 44">
              <a:extLst>
                <a:ext uri="{FF2B5EF4-FFF2-40B4-BE49-F238E27FC236}">
                  <a16:creationId xmlns:a16="http://schemas.microsoft.com/office/drawing/2014/main" id="{FE7B6F6C-F15F-4F52-B336-EA95A87833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24384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7" name="Text Box 45">
              <a:extLst>
                <a:ext uri="{FF2B5EF4-FFF2-40B4-BE49-F238E27FC236}">
                  <a16:creationId xmlns:a16="http://schemas.microsoft.com/office/drawing/2014/main" id="{A6189660-F45A-488E-B45A-3A5CFAC90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650" y="23622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8" name="Text Box 46">
              <a:extLst>
                <a:ext uri="{FF2B5EF4-FFF2-40B4-BE49-F238E27FC236}">
                  <a16:creationId xmlns:a16="http://schemas.microsoft.com/office/drawing/2014/main" id="{C3C88C46-F6F6-46FC-84D9-2548B7B4F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650" y="1143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9" name="Text Box 47">
              <a:extLst>
                <a:ext uri="{FF2B5EF4-FFF2-40B4-BE49-F238E27FC236}">
                  <a16:creationId xmlns:a16="http://schemas.microsoft.com/office/drawing/2014/main" id="{BA7CB6DC-5CE7-4929-90C5-5FD537E80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40386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40" name="Text Box 48">
              <a:extLst>
                <a:ext uri="{FF2B5EF4-FFF2-40B4-BE49-F238E27FC236}">
                  <a16:creationId xmlns:a16="http://schemas.microsoft.com/office/drawing/2014/main" id="{5652436B-3881-464C-97BD-27A250F28F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8050" y="10668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41" name="Text Box 49">
              <a:extLst>
                <a:ext uri="{FF2B5EF4-FFF2-40B4-BE49-F238E27FC236}">
                  <a16:creationId xmlns:a16="http://schemas.microsoft.com/office/drawing/2014/main" id="{33989032-70F9-453A-ACD1-FE484669D8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5715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42" name="Text Box 50">
              <a:extLst>
                <a:ext uri="{FF2B5EF4-FFF2-40B4-BE49-F238E27FC236}">
                  <a16:creationId xmlns:a16="http://schemas.microsoft.com/office/drawing/2014/main" id="{8FEDEC2B-D78F-4B7B-9967-9A5C499C5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6850" y="5715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43" name="Text Box 51">
              <a:extLst>
                <a:ext uri="{FF2B5EF4-FFF2-40B4-BE49-F238E27FC236}">
                  <a16:creationId xmlns:a16="http://schemas.microsoft.com/office/drawing/2014/main" id="{97F6AB55-0247-450B-A43C-FFF8DD8E77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850" y="3429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44" name="Text Box 52">
              <a:extLst>
                <a:ext uri="{FF2B5EF4-FFF2-40B4-BE49-F238E27FC236}">
                  <a16:creationId xmlns:a16="http://schemas.microsoft.com/office/drawing/2014/main" id="{5A7EBF7E-66C1-43EB-9866-1474DE325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4250" y="24384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45" name="Text Box 53">
              <a:extLst>
                <a:ext uri="{FF2B5EF4-FFF2-40B4-BE49-F238E27FC236}">
                  <a16:creationId xmlns:a16="http://schemas.microsoft.com/office/drawing/2014/main" id="{54E28FA7-EEC4-49C2-9351-7135527806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762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46" name="Text Box 54">
              <a:extLst>
                <a:ext uri="{FF2B5EF4-FFF2-40B4-BE49-F238E27FC236}">
                  <a16:creationId xmlns:a16="http://schemas.microsoft.com/office/drawing/2014/main" id="{D9174C47-FDC9-4704-B649-E609DA498D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0386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47" name="Text Box 55">
              <a:extLst>
                <a:ext uri="{FF2B5EF4-FFF2-40B4-BE49-F238E27FC236}">
                  <a16:creationId xmlns:a16="http://schemas.microsoft.com/office/drawing/2014/main" id="{8DE70548-0BFD-45A1-8FD9-A6D31936F5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40386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48" name="Text Box 56">
              <a:extLst>
                <a:ext uri="{FF2B5EF4-FFF2-40B4-BE49-F238E27FC236}">
                  <a16:creationId xmlns:a16="http://schemas.microsoft.com/office/drawing/2014/main" id="{292073ED-DD7D-4C8B-B211-BEC573CE7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24384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49" name="Text Box 57">
              <a:extLst>
                <a:ext uri="{FF2B5EF4-FFF2-40B4-BE49-F238E27FC236}">
                  <a16:creationId xmlns:a16="http://schemas.microsoft.com/office/drawing/2014/main" id="{47631C65-1495-4BCB-95BD-33C523F24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54102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50" name="Text Box 58">
              <a:extLst>
                <a:ext uri="{FF2B5EF4-FFF2-40B4-BE49-F238E27FC236}">
                  <a16:creationId xmlns:a16="http://schemas.microsoft.com/office/drawing/2014/main" id="{3F1E45A4-A0C0-40A0-B94C-6C118D8CDF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5715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BA1B5AC-F08F-4267-8E50-D7184AEE4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04" y="1566439"/>
            <a:ext cx="115252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8368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3200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47B4CF5-CF4D-433B-A8FE-71E582E5EF0F}"/>
              </a:ext>
            </a:extLst>
          </p:cNvPr>
          <p:cNvGrpSpPr/>
          <p:nvPr/>
        </p:nvGrpSpPr>
        <p:grpSpPr>
          <a:xfrm>
            <a:off x="2744984" y="1464586"/>
            <a:ext cx="6018016" cy="4495800"/>
            <a:chOff x="685800" y="609600"/>
            <a:chExt cx="7772400" cy="5715000"/>
          </a:xfrm>
        </p:grpSpPr>
        <p:sp>
          <p:nvSpPr>
            <p:cNvPr id="63" name="Oval 2">
              <a:extLst>
                <a:ext uri="{FF2B5EF4-FFF2-40B4-BE49-F238E27FC236}">
                  <a16:creationId xmlns:a16="http://schemas.microsoft.com/office/drawing/2014/main" id="{6611AAC8-43C0-4647-814B-5F431E2F5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A</a:t>
              </a:r>
            </a:p>
          </p:txBody>
        </p:sp>
        <p:sp>
          <p:nvSpPr>
            <p:cNvPr id="64" name="Oval 3">
              <a:extLst>
                <a:ext uri="{FF2B5EF4-FFF2-40B4-BE49-F238E27FC236}">
                  <a16:creationId xmlns:a16="http://schemas.microsoft.com/office/drawing/2014/main" id="{40D673E1-E67E-4909-A6E8-DCB890E5D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5562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O</a:t>
              </a:r>
            </a:p>
          </p:txBody>
        </p:sp>
        <p:sp>
          <p:nvSpPr>
            <p:cNvPr id="65" name="Oval 4">
              <a:extLst>
                <a:ext uri="{FF2B5EF4-FFF2-40B4-BE49-F238E27FC236}">
                  <a16:creationId xmlns:a16="http://schemas.microsoft.com/office/drawing/2014/main" id="{CB732C44-2853-408F-9B9E-12FBBAEE4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5562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N</a:t>
              </a:r>
            </a:p>
          </p:txBody>
        </p:sp>
        <p:sp>
          <p:nvSpPr>
            <p:cNvPr id="66" name="Oval 5">
              <a:extLst>
                <a:ext uri="{FF2B5EF4-FFF2-40B4-BE49-F238E27FC236}">
                  <a16:creationId xmlns:a16="http://schemas.microsoft.com/office/drawing/2014/main" id="{1F558288-CD2D-4A0F-8DC1-7DBDEF948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562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M</a:t>
              </a:r>
            </a:p>
          </p:txBody>
        </p:sp>
        <p:sp>
          <p:nvSpPr>
            <p:cNvPr id="67" name="Oval 6">
              <a:extLst>
                <a:ext uri="{FF2B5EF4-FFF2-40B4-BE49-F238E27FC236}">
                  <a16:creationId xmlns:a16="http://schemas.microsoft.com/office/drawing/2014/main" id="{6D836780-3D2C-4052-A8F0-D06A94BE4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3911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L</a:t>
              </a:r>
            </a:p>
          </p:txBody>
        </p:sp>
        <p:sp>
          <p:nvSpPr>
            <p:cNvPr id="68" name="Oval 7">
              <a:extLst>
                <a:ext uri="{FF2B5EF4-FFF2-40B4-BE49-F238E27FC236}">
                  <a16:creationId xmlns:a16="http://schemas.microsoft.com/office/drawing/2014/main" id="{56680CAC-A063-4AFA-8073-409D75EB4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911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K</a:t>
              </a:r>
            </a:p>
          </p:txBody>
        </p:sp>
        <p:sp>
          <p:nvSpPr>
            <p:cNvPr id="69" name="Oval 8">
              <a:extLst>
                <a:ext uri="{FF2B5EF4-FFF2-40B4-BE49-F238E27FC236}">
                  <a16:creationId xmlns:a16="http://schemas.microsoft.com/office/drawing/2014/main" id="{B0A37675-AA9D-43D2-B6FF-B27F26080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3911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J</a:t>
              </a:r>
            </a:p>
          </p:txBody>
        </p:sp>
        <p:sp>
          <p:nvSpPr>
            <p:cNvPr id="70" name="Oval 9">
              <a:extLst>
                <a:ext uri="{FF2B5EF4-FFF2-40B4-BE49-F238E27FC236}">
                  <a16:creationId xmlns:a16="http://schemas.microsoft.com/office/drawing/2014/main" id="{46BAF6A5-CD90-4BDA-8DF1-CCD8CA6E2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2260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E</a:t>
              </a:r>
            </a:p>
          </p:txBody>
        </p:sp>
        <p:sp>
          <p:nvSpPr>
            <p:cNvPr id="71" name="Oval 10">
              <a:extLst>
                <a:ext uri="{FF2B5EF4-FFF2-40B4-BE49-F238E27FC236}">
                  <a16:creationId xmlns:a16="http://schemas.microsoft.com/office/drawing/2014/main" id="{1BE4333D-2EC8-4919-8B28-2E630D459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2260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F</a:t>
              </a:r>
            </a:p>
          </p:txBody>
        </p:sp>
        <p:sp>
          <p:nvSpPr>
            <p:cNvPr id="72" name="Oval 11">
              <a:extLst>
                <a:ext uri="{FF2B5EF4-FFF2-40B4-BE49-F238E27FC236}">
                  <a16:creationId xmlns:a16="http://schemas.microsoft.com/office/drawing/2014/main" id="{6A955689-B30C-497F-9CEC-CA3A67A2E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260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chemeClr val="accent1"/>
                  </a:solidFill>
                  <a:latin typeface="Verdana" panose="020B0604030504040204" pitchFamily="34" charset="0"/>
                </a:rPr>
                <a:t>G</a:t>
              </a:r>
            </a:p>
          </p:txBody>
        </p:sp>
        <p:sp>
          <p:nvSpPr>
            <p:cNvPr id="73" name="Oval 12">
              <a:extLst>
                <a:ext uri="{FF2B5EF4-FFF2-40B4-BE49-F238E27FC236}">
                  <a16:creationId xmlns:a16="http://schemas.microsoft.com/office/drawing/2014/main" id="{A020B5BA-DF79-40C9-A40C-197D9CF44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2260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H</a:t>
              </a:r>
            </a:p>
          </p:txBody>
        </p:sp>
        <p:sp>
          <p:nvSpPr>
            <p:cNvPr id="74" name="Oval 13">
              <a:extLst>
                <a:ext uri="{FF2B5EF4-FFF2-40B4-BE49-F238E27FC236}">
                  <a16:creationId xmlns:a16="http://schemas.microsoft.com/office/drawing/2014/main" id="{4D636BBA-FF58-442D-9934-64017EA85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D</a:t>
              </a:r>
            </a:p>
          </p:txBody>
        </p:sp>
        <p:sp>
          <p:nvSpPr>
            <p:cNvPr id="75" name="Oval 14">
              <a:extLst>
                <a:ext uri="{FF2B5EF4-FFF2-40B4-BE49-F238E27FC236}">
                  <a16:creationId xmlns:a16="http://schemas.microsoft.com/office/drawing/2014/main" id="{BBB1F5EF-3D9B-4DB6-BD0F-AE417FC59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C</a:t>
              </a:r>
            </a:p>
          </p:txBody>
        </p:sp>
        <p:sp>
          <p:nvSpPr>
            <p:cNvPr id="76" name="Oval 15">
              <a:extLst>
                <a:ext uri="{FF2B5EF4-FFF2-40B4-BE49-F238E27FC236}">
                  <a16:creationId xmlns:a16="http://schemas.microsoft.com/office/drawing/2014/main" id="{08AC9708-A6DA-4532-88B7-7F1369ABE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609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B</a:t>
              </a:r>
            </a:p>
          </p:txBody>
        </p:sp>
        <p:sp>
          <p:nvSpPr>
            <p:cNvPr id="77" name="Oval 16">
              <a:extLst>
                <a:ext uri="{FF2B5EF4-FFF2-40B4-BE49-F238E27FC236}">
                  <a16:creationId xmlns:a16="http://schemas.microsoft.com/office/drawing/2014/main" id="{E33DB74F-3A34-4ADF-AFD7-6AF231AB0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911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I</a:t>
              </a:r>
            </a:p>
          </p:txBody>
        </p:sp>
        <p:sp>
          <p:nvSpPr>
            <p:cNvPr id="78" name="Oval 17">
              <a:extLst>
                <a:ext uri="{FF2B5EF4-FFF2-40B4-BE49-F238E27FC236}">
                  <a16:creationId xmlns:a16="http://schemas.microsoft.com/office/drawing/2014/main" id="{5AACBB2E-E0B4-4001-A3D5-550326FA2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5562600"/>
              <a:ext cx="685800" cy="76200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P</a:t>
              </a:r>
            </a:p>
          </p:txBody>
        </p:sp>
        <p:cxnSp>
          <p:nvCxnSpPr>
            <p:cNvPr id="79" name="AutoShape 18">
              <a:extLst>
                <a:ext uri="{FF2B5EF4-FFF2-40B4-BE49-F238E27FC236}">
                  <a16:creationId xmlns:a16="http://schemas.microsoft.com/office/drawing/2014/main" id="{C6847744-16AD-4D8E-97A6-6577599932A6}"/>
                </a:ext>
              </a:extLst>
            </p:cNvPr>
            <p:cNvCxnSpPr>
              <a:cxnSpLocks noChangeShapeType="1"/>
              <a:stCxn id="63" idx="5"/>
              <a:endCxn id="71" idx="1"/>
            </p:cNvCxnSpPr>
            <p:nvPr/>
          </p:nvCxnSpPr>
          <p:spPr bwMode="auto">
            <a:xfrm>
              <a:off x="1728788" y="1279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" name="AutoShape 19">
              <a:extLst>
                <a:ext uri="{FF2B5EF4-FFF2-40B4-BE49-F238E27FC236}">
                  <a16:creationId xmlns:a16="http://schemas.microsoft.com/office/drawing/2014/main" id="{E08662CE-DA25-4D26-89F3-11FB7B27CB9F}"/>
                </a:ext>
              </a:extLst>
            </p:cNvPr>
            <p:cNvCxnSpPr>
              <a:cxnSpLocks noChangeShapeType="1"/>
              <a:stCxn id="75" idx="6"/>
              <a:endCxn id="74" idx="2"/>
            </p:cNvCxnSpPr>
            <p:nvPr/>
          </p:nvCxnSpPr>
          <p:spPr bwMode="auto">
            <a:xfrm>
              <a:off x="59626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" name="AutoShape 20">
              <a:extLst>
                <a:ext uri="{FF2B5EF4-FFF2-40B4-BE49-F238E27FC236}">
                  <a16:creationId xmlns:a16="http://schemas.microsoft.com/office/drawing/2014/main" id="{CBE4B4BB-BAA6-425C-8F65-5659575EC4F8}"/>
                </a:ext>
              </a:extLst>
            </p:cNvPr>
            <p:cNvCxnSpPr>
              <a:cxnSpLocks noChangeShapeType="1"/>
              <a:stCxn id="77" idx="6"/>
              <a:endCxn id="69" idx="2"/>
            </p:cNvCxnSpPr>
            <p:nvPr/>
          </p:nvCxnSpPr>
          <p:spPr bwMode="auto">
            <a:xfrm>
              <a:off x="1847850" y="4292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AutoShape 21">
              <a:extLst>
                <a:ext uri="{FF2B5EF4-FFF2-40B4-BE49-F238E27FC236}">
                  <a16:creationId xmlns:a16="http://schemas.microsoft.com/office/drawing/2014/main" id="{69BB62D3-E730-4833-9D51-9E1DA9144DB2}"/>
                </a:ext>
              </a:extLst>
            </p:cNvPr>
            <p:cNvCxnSpPr>
              <a:cxnSpLocks noChangeShapeType="1"/>
              <a:stCxn id="70" idx="6"/>
              <a:endCxn id="71" idx="2"/>
            </p:cNvCxnSpPr>
            <p:nvPr/>
          </p:nvCxnSpPr>
          <p:spPr bwMode="auto">
            <a:xfrm>
              <a:off x="1847850" y="2641600"/>
              <a:ext cx="1333500" cy="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AutoShape 22">
              <a:extLst>
                <a:ext uri="{FF2B5EF4-FFF2-40B4-BE49-F238E27FC236}">
                  <a16:creationId xmlns:a16="http://schemas.microsoft.com/office/drawing/2014/main" id="{BB50EC1C-01C0-483D-AA5F-248E99CA9F9B}"/>
                </a:ext>
              </a:extLst>
            </p:cNvPr>
            <p:cNvCxnSpPr>
              <a:cxnSpLocks noChangeShapeType="1"/>
              <a:stCxn id="76" idx="6"/>
              <a:endCxn id="75" idx="2"/>
            </p:cNvCxnSpPr>
            <p:nvPr/>
          </p:nvCxnSpPr>
          <p:spPr bwMode="auto">
            <a:xfrm>
              <a:off x="39052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AutoShape 23">
              <a:extLst>
                <a:ext uri="{FF2B5EF4-FFF2-40B4-BE49-F238E27FC236}">
                  <a16:creationId xmlns:a16="http://schemas.microsoft.com/office/drawing/2014/main" id="{E216A675-66C3-4528-86BA-ADB460B3AB22}"/>
                </a:ext>
              </a:extLst>
            </p:cNvPr>
            <p:cNvCxnSpPr>
              <a:cxnSpLocks noChangeShapeType="1"/>
              <a:stCxn id="63" idx="6"/>
              <a:endCxn id="76" idx="2"/>
            </p:cNvCxnSpPr>
            <p:nvPr/>
          </p:nvCxnSpPr>
          <p:spPr bwMode="auto">
            <a:xfrm>
              <a:off x="18478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AutoShape 24">
              <a:extLst>
                <a:ext uri="{FF2B5EF4-FFF2-40B4-BE49-F238E27FC236}">
                  <a16:creationId xmlns:a16="http://schemas.microsoft.com/office/drawing/2014/main" id="{B669AE89-F306-443A-803A-93F6CBC92B59}"/>
                </a:ext>
              </a:extLst>
            </p:cNvPr>
            <p:cNvCxnSpPr>
              <a:cxnSpLocks noChangeShapeType="1"/>
              <a:stCxn id="72" idx="5"/>
              <a:endCxn id="67" idx="1"/>
            </p:cNvCxnSpPr>
            <p:nvPr/>
          </p:nvCxnSpPr>
          <p:spPr bwMode="auto">
            <a:xfrm>
              <a:off x="5843588" y="2930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" name="AutoShape 25">
              <a:extLst>
                <a:ext uri="{FF2B5EF4-FFF2-40B4-BE49-F238E27FC236}">
                  <a16:creationId xmlns:a16="http://schemas.microsoft.com/office/drawing/2014/main" id="{B3244F0B-A1BC-454D-BCF3-3BFD5091138A}"/>
                </a:ext>
              </a:extLst>
            </p:cNvPr>
            <p:cNvCxnSpPr>
              <a:cxnSpLocks noChangeShapeType="1"/>
              <a:stCxn id="77" idx="5"/>
              <a:endCxn id="65" idx="1"/>
            </p:cNvCxnSpPr>
            <p:nvPr/>
          </p:nvCxnSpPr>
          <p:spPr bwMode="auto">
            <a:xfrm>
              <a:off x="1728788" y="4581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" name="AutoShape 26">
              <a:extLst>
                <a:ext uri="{FF2B5EF4-FFF2-40B4-BE49-F238E27FC236}">
                  <a16:creationId xmlns:a16="http://schemas.microsoft.com/office/drawing/2014/main" id="{DFAB5FB7-9E84-49FB-B474-CF175EC0DE49}"/>
                </a:ext>
              </a:extLst>
            </p:cNvPr>
            <p:cNvCxnSpPr>
              <a:cxnSpLocks noChangeShapeType="1"/>
              <a:stCxn id="77" idx="4"/>
              <a:endCxn id="66" idx="0"/>
            </p:cNvCxnSpPr>
            <p:nvPr/>
          </p:nvCxnSpPr>
          <p:spPr bwMode="auto">
            <a:xfrm>
              <a:off x="1485900" y="4692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" name="AutoShape 27">
              <a:extLst>
                <a:ext uri="{FF2B5EF4-FFF2-40B4-BE49-F238E27FC236}">
                  <a16:creationId xmlns:a16="http://schemas.microsoft.com/office/drawing/2014/main" id="{1ADA485B-C0C1-43AD-914F-3247BBD5B851}"/>
                </a:ext>
              </a:extLst>
            </p:cNvPr>
            <p:cNvCxnSpPr>
              <a:cxnSpLocks noChangeShapeType="1"/>
              <a:stCxn id="70" idx="4"/>
              <a:endCxn id="77" idx="0"/>
            </p:cNvCxnSpPr>
            <p:nvPr/>
          </p:nvCxnSpPr>
          <p:spPr bwMode="auto">
            <a:xfrm>
              <a:off x="1485900" y="3041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9" name="AutoShape 28">
              <a:extLst>
                <a:ext uri="{FF2B5EF4-FFF2-40B4-BE49-F238E27FC236}">
                  <a16:creationId xmlns:a16="http://schemas.microsoft.com/office/drawing/2014/main" id="{E699157F-6196-4AED-BEE1-BAF5E5E556D7}"/>
                </a:ext>
              </a:extLst>
            </p:cNvPr>
            <p:cNvCxnSpPr>
              <a:cxnSpLocks noChangeShapeType="1"/>
              <a:stCxn id="63" idx="4"/>
              <a:endCxn id="70" idx="0"/>
            </p:cNvCxnSpPr>
            <p:nvPr/>
          </p:nvCxnSpPr>
          <p:spPr bwMode="auto">
            <a:xfrm>
              <a:off x="14859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" name="AutoShape 29">
              <a:extLst>
                <a:ext uri="{FF2B5EF4-FFF2-40B4-BE49-F238E27FC236}">
                  <a16:creationId xmlns:a16="http://schemas.microsoft.com/office/drawing/2014/main" id="{373E65C5-3A5A-4195-ADB4-5CB82BF5E200}"/>
                </a:ext>
              </a:extLst>
            </p:cNvPr>
            <p:cNvCxnSpPr>
              <a:cxnSpLocks noChangeShapeType="1"/>
              <a:stCxn id="73" idx="0"/>
              <a:endCxn id="74" idx="4"/>
            </p:cNvCxnSpPr>
            <p:nvPr/>
          </p:nvCxnSpPr>
          <p:spPr bwMode="auto">
            <a:xfrm flipV="1">
              <a:off x="76581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1" name="AutoShape 30">
              <a:extLst>
                <a:ext uri="{FF2B5EF4-FFF2-40B4-BE49-F238E27FC236}">
                  <a16:creationId xmlns:a16="http://schemas.microsoft.com/office/drawing/2014/main" id="{989AA96F-654F-4F56-810E-08FDFA953336}"/>
                </a:ext>
              </a:extLst>
            </p:cNvPr>
            <p:cNvCxnSpPr>
              <a:cxnSpLocks noChangeShapeType="1"/>
              <a:stCxn id="72" idx="7"/>
              <a:endCxn id="74" idx="3"/>
            </p:cNvCxnSpPr>
            <p:nvPr/>
          </p:nvCxnSpPr>
          <p:spPr bwMode="auto">
            <a:xfrm flipV="1">
              <a:off x="5843588" y="1279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" name="AutoShape 31">
              <a:extLst>
                <a:ext uri="{FF2B5EF4-FFF2-40B4-BE49-F238E27FC236}">
                  <a16:creationId xmlns:a16="http://schemas.microsoft.com/office/drawing/2014/main" id="{4E2E57CB-8598-4154-B8A6-CA335528DE2A}"/>
                </a:ext>
              </a:extLst>
            </p:cNvPr>
            <p:cNvCxnSpPr>
              <a:cxnSpLocks noChangeShapeType="1"/>
              <a:stCxn id="77" idx="7"/>
              <a:endCxn id="71" idx="3"/>
            </p:cNvCxnSpPr>
            <p:nvPr/>
          </p:nvCxnSpPr>
          <p:spPr bwMode="auto">
            <a:xfrm flipV="1">
              <a:off x="1728788" y="2930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" name="AutoShape 32">
              <a:extLst>
                <a:ext uri="{FF2B5EF4-FFF2-40B4-BE49-F238E27FC236}">
                  <a16:creationId xmlns:a16="http://schemas.microsoft.com/office/drawing/2014/main" id="{1251D701-7812-4145-9595-E8AD904EC403}"/>
                </a:ext>
              </a:extLst>
            </p:cNvPr>
            <p:cNvCxnSpPr>
              <a:cxnSpLocks noChangeShapeType="1"/>
              <a:stCxn id="69" idx="7"/>
              <a:endCxn id="72" idx="3"/>
            </p:cNvCxnSpPr>
            <p:nvPr/>
          </p:nvCxnSpPr>
          <p:spPr bwMode="auto">
            <a:xfrm flipV="1">
              <a:off x="3786188" y="2930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" name="AutoShape 33">
              <a:extLst>
                <a:ext uri="{FF2B5EF4-FFF2-40B4-BE49-F238E27FC236}">
                  <a16:creationId xmlns:a16="http://schemas.microsoft.com/office/drawing/2014/main" id="{E7E9D73C-E6D7-41F0-A926-44C4E2B32814}"/>
                </a:ext>
              </a:extLst>
            </p:cNvPr>
            <p:cNvCxnSpPr>
              <a:cxnSpLocks noChangeShapeType="1"/>
              <a:stCxn id="69" idx="6"/>
              <a:endCxn id="68" idx="2"/>
            </p:cNvCxnSpPr>
            <p:nvPr/>
          </p:nvCxnSpPr>
          <p:spPr bwMode="auto">
            <a:xfrm>
              <a:off x="3905250" y="4292600"/>
              <a:ext cx="1333500" cy="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" name="AutoShape 34">
              <a:extLst>
                <a:ext uri="{FF2B5EF4-FFF2-40B4-BE49-F238E27FC236}">
                  <a16:creationId xmlns:a16="http://schemas.microsoft.com/office/drawing/2014/main" id="{51DA9D5D-9526-49DE-BF5D-2406235F1338}"/>
                </a:ext>
              </a:extLst>
            </p:cNvPr>
            <p:cNvCxnSpPr>
              <a:cxnSpLocks noChangeShapeType="1"/>
              <a:stCxn id="64" idx="6"/>
              <a:endCxn id="78" idx="2"/>
            </p:cNvCxnSpPr>
            <p:nvPr/>
          </p:nvCxnSpPr>
          <p:spPr bwMode="auto">
            <a:xfrm>
              <a:off x="5962650" y="5943600"/>
              <a:ext cx="1333500" cy="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" name="AutoShape 35">
              <a:extLst>
                <a:ext uri="{FF2B5EF4-FFF2-40B4-BE49-F238E27FC236}">
                  <a16:creationId xmlns:a16="http://schemas.microsoft.com/office/drawing/2014/main" id="{2E58FAA1-BAA1-448E-8112-1E2F798B06DE}"/>
                </a:ext>
              </a:extLst>
            </p:cNvPr>
            <p:cNvCxnSpPr>
              <a:cxnSpLocks noChangeShapeType="1"/>
              <a:stCxn id="66" idx="6"/>
              <a:endCxn id="65" idx="2"/>
            </p:cNvCxnSpPr>
            <p:nvPr/>
          </p:nvCxnSpPr>
          <p:spPr bwMode="auto">
            <a:xfrm>
              <a:off x="1847850" y="5943600"/>
              <a:ext cx="1333500" cy="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" name="AutoShape 36">
              <a:extLst>
                <a:ext uri="{FF2B5EF4-FFF2-40B4-BE49-F238E27FC236}">
                  <a16:creationId xmlns:a16="http://schemas.microsoft.com/office/drawing/2014/main" id="{3F04AB9D-54C4-4ED2-BC79-2E1BDBAA6A1B}"/>
                </a:ext>
              </a:extLst>
            </p:cNvPr>
            <p:cNvCxnSpPr>
              <a:cxnSpLocks noChangeShapeType="1"/>
              <a:stCxn id="76" idx="4"/>
              <a:endCxn id="71" idx="0"/>
            </p:cNvCxnSpPr>
            <p:nvPr/>
          </p:nvCxnSpPr>
          <p:spPr bwMode="auto">
            <a:xfrm>
              <a:off x="35433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AutoShape 37">
              <a:extLst>
                <a:ext uri="{FF2B5EF4-FFF2-40B4-BE49-F238E27FC236}">
                  <a16:creationId xmlns:a16="http://schemas.microsoft.com/office/drawing/2014/main" id="{BF78EE38-8AD2-48FE-A08D-EC9838776B76}"/>
                </a:ext>
              </a:extLst>
            </p:cNvPr>
            <p:cNvCxnSpPr>
              <a:cxnSpLocks noChangeShapeType="1"/>
              <a:stCxn id="72" idx="4"/>
              <a:endCxn id="68" idx="0"/>
            </p:cNvCxnSpPr>
            <p:nvPr/>
          </p:nvCxnSpPr>
          <p:spPr bwMode="auto">
            <a:xfrm>
              <a:off x="5600700" y="3041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" name="AutoShape 38">
              <a:extLst>
                <a:ext uri="{FF2B5EF4-FFF2-40B4-BE49-F238E27FC236}">
                  <a16:creationId xmlns:a16="http://schemas.microsoft.com/office/drawing/2014/main" id="{B924BDB4-2DA8-4B37-8953-3E1BD9F3DA7A}"/>
                </a:ext>
              </a:extLst>
            </p:cNvPr>
            <p:cNvCxnSpPr>
              <a:cxnSpLocks noChangeShapeType="1"/>
              <a:stCxn id="68" idx="4"/>
              <a:endCxn id="64" idx="0"/>
            </p:cNvCxnSpPr>
            <p:nvPr/>
          </p:nvCxnSpPr>
          <p:spPr bwMode="auto">
            <a:xfrm>
              <a:off x="5600700" y="4692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" name="AutoShape 39">
              <a:extLst>
                <a:ext uri="{FF2B5EF4-FFF2-40B4-BE49-F238E27FC236}">
                  <a16:creationId xmlns:a16="http://schemas.microsoft.com/office/drawing/2014/main" id="{BAB66943-5D31-4974-A5DF-C24FE5836E14}"/>
                </a:ext>
              </a:extLst>
            </p:cNvPr>
            <p:cNvCxnSpPr>
              <a:cxnSpLocks noChangeShapeType="1"/>
              <a:stCxn id="65" idx="7"/>
              <a:endCxn id="68" idx="3"/>
            </p:cNvCxnSpPr>
            <p:nvPr/>
          </p:nvCxnSpPr>
          <p:spPr bwMode="auto">
            <a:xfrm flipV="1">
              <a:off x="3786188" y="4581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1" name="AutoShape 40">
              <a:extLst>
                <a:ext uri="{FF2B5EF4-FFF2-40B4-BE49-F238E27FC236}">
                  <a16:creationId xmlns:a16="http://schemas.microsoft.com/office/drawing/2014/main" id="{95971424-6829-447A-B893-81F35E1292EF}"/>
                </a:ext>
              </a:extLst>
            </p:cNvPr>
            <p:cNvCxnSpPr>
              <a:cxnSpLocks noChangeShapeType="1"/>
              <a:stCxn id="75" idx="4"/>
              <a:endCxn id="72" idx="0"/>
            </p:cNvCxnSpPr>
            <p:nvPr/>
          </p:nvCxnSpPr>
          <p:spPr bwMode="auto">
            <a:xfrm>
              <a:off x="56007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" name="AutoShape 41">
              <a:extLst>
                <a:ext uri="{FF2B5EF4-FFF2-40B4-BE49-F238E27FC236}">
                  <a16:creationId xmlns:a16="http://schemas.microsoft.com/office/drawing/2014/main" id="{B52E230C-2C57-420D-A8AA-9DD096055E68}"/>
                </a:ext>
              </a:extLst>
            </p:cNvPr>
            <p:cNvCxnSpPr>
              <a:cxnSpLocks noChangeShapeType="1"/>
              <a:stCxn id="73" idx="4"/>
              <a:endCxn id="67" idx="0"/>
            </p:cNvCxnSpPr>
            <p:nvPr/>
          </p:nvCxnSpPr>
          <p:spPr bwMode="auto">
            <a:xfrm>
              <a:off x="7658100" y="3041650"/>
              <a:ext cx="0" cy="850900"/>
            </a:xfrm>
            <a:prstGeom prst="straightConnector1">
              <a:avLst/>
            </a:prstGeom>
            <a:noFill/>
            <a:ln w="76200">
              <a:solidFill>
                <a:srgbClr val="FF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" name="AutoShape 42">
              <a:extLst>
                <a:ext uri="{FF2B5EF4-FFF2-40B4-BE49-F238E27FC236}">
                  <a16:creationId xmlns:a16="http://schemas.microsoft.com/office/drawing/2014/main" id="{90C5BE53-B29E-42CD-86F2-F5CA6E9E8E37}"/>
                </a:ext>
              </a:extLst>
            </p:cNvPr>
            <p:cNvCxnSpPr>
              <a:cxnSpLocks noChangeShapeType="1"/>
              <a:stCxn id="67" idx="4"/>
              <a:endCxn id="78" idx="0"/>
            </p:cNvCxnSpPr>
            <p:nvPr/>
          </p:nvCxnSpPr>
          <p:spPr bwMode="auto">
            <a:xfrm>
              <a:off x="7658100" y="4692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4" name="Text Box 43">
              <a:extLst>
                <a:ext uri="{FF2B5EF4-FFF2-40B4-BE49-F238E27FC236}">
                  <a16:creationId xmlns:a16="http://schemas.microsoft.com/office/drawing/2014/main" id="{F1C83FFA-3E21-4C5E-8A4A-D0E4F9BCB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762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5" name="Text Box 44">
              <a:extLst>
                <a:ext uri="{FF2B5EF4-FFF2-40B4-BE49-F238E27FC236}">
                  <a16:creationId xmlns:a16="http://schemas.microsoft.com/office/drawing/2014/main" id="{AA8C6F03-EABF-4D83-9983-F46921DA17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24384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6" name="Text Box 45">
              <a:extLst>
                <a:ext uri="{FF2B5EF4-FFF2-40B4-BE49-F238E27FC236}">
                  <a16:creationId xmlns:a16="http://schemas.microsoft.com/office/drawing/2014/main" id="{1C183058-711E-4A3C-846D-F81F78DDE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650" y="23622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7" name="Text Box 46">
              <a:extLst>
                <a:ext uri="{FF2B5EF4-FFF2-40B4-BE49-F238E27FC236}">
                  <a16:creationId xmlns:a16="http://schemas.microsoft.com/office/drawing/2014/main" id="{F89AED71-64C1-4491-9493-1A33594E42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650" y="1143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8" name="Text Box 47">
              <a:extLst>
                <a:ext uri="{FF2B5EF4-FFF2-40B4-BE49-F238E27FC236}">
                  <a16:creationId xmlns:a16="http://schemas.microsoft.com/office/drawing/2014/main" id="{5076D68D-4F0C-4A3D-8282-9CE27CDBF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40386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9" name="Text Box 48">
              <a:extLst>
                <a:ext uri="{FF2B5EF4-FFF2-40B4-BE49-F238E27FC236}">
                  <a16:creationId xmlns:a16="http://schemas.microsoft.com/office/drawing/2014/main" id="{92DF821C-CC7C-44B2-B645-994607735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8050" y="10668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10" name="Text Box 49">
              <a:extLst>
                <a:ext uri="{FF2B5EF4-FFF2-40B4-BE49-F238E27FC236}">
                  <a16:creationId xmlns:a16="http://schemas.microsoft.com/office/drawing/2014/main" id="{E6435844-BE34-49FB-8E08-1425AD3F2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5715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1" name="Text Box 50">
              <a:extLst>
                <a:ext uri="{FF2B5EF4-FFF2-40B4-BE49-F238E27FC236}">
                  <a16:creationId xmlns:a16="http://schemas.microsoft.com/office/drawing/2014/main" id="{3F9826A5-89DD-453D-9550-F32AA8F46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6850" y="5715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2" name="Text Box 51">
              <a:extLst>
                <a:ext uri="{FF2B5EF4-FFF2-40B4-BE49-F238E27FC236}">
                  <a16:creationId xmlns:a16="http://schemas.microsoft.com/office/drawing/2014/main" id="{963FBE16-B791-4C0F-94D5-5BB469EEC3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850" y="3429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3" name="Text Box 52">
              <a:extLst>
                <a:ext uri="{FF2B5EF4-FFF2-40B4-BE49-F238E27FC236}">
                  <a16:creationId xmlns:a16="http://schemas.microsoft.com/office/drawing/2014/main" id="{E4EBE2C8-2CAF-4432-B20D-9B50DE8165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4250" y="24384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4" name="Text Box 53">
              <a:extLst>
                <a:ext uri="{FF2B5EF4-FFF2-40B4-BE49-F238E27FC236}">
                  <a16:creationId xmlns:a16="http://schemas.microsoft.com/office/drawing/2014/main" id="{377FBEBF-33C1-4022-B727-AA50824C6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762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5" name="Text Box 54">
              <a:extLst>
                <a:ext uri="{FF2B5EF4-FFF2-40B4-BE49-F238E27FC236}">
                  <a16:creationId xmlns:a16="http://schemas.microsoft.com/office/drawing/2014/main" id="{E57AF8B8-64DF-4CE2-AB2C-8B90F013A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0386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16" name="Text Box 55">
              <a:extLst>
                <a:ext uri="{FF2B5EF4-FFF2-40B4-BE49-F238E27FC236}">
                  <a16:creationId xmlns:a16="http://schemas.microsoft.com/office/drawing/2014/main" id="{5179EC7C-6F25-484A-B4CA-34668F01EA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40386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17" name="Text Box 56">
              <a:extLst>
                <a:ext uri="{FF2B5EF4-FFF2-40B4-BE49-F238E27FC236}">
                  <a16:creationId xmlns:a16="http://schemas.microsoft.com/office/drawing/2014/main" id="{41717751-4E28-479A-991D-749D61CD3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24384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18" name="Text Box 57">
              <a:extLst>
                <a:ext uri="{FF2B5EF4-FFF2-40B4-BE49-F238E27FC236}">
                  <a16:creationId xmlns:a16="http://schemas.microsoft.com/office/drawing/2014/main" id="{98D1010E-37DD-4553-AA3A-56D536D4F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54102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19" name="Text Box 58">
              <a:extLst>
                <a:ext uri="{FF2B5EF4-FFF2-40B4-BE49-F238E27FC236}">
                  <a16:creationId xmlns:a16="http://schemas.microsoft.com/office/drawing/2014/main" id="{4C3B4312-DEF3-454F-990A-06C24856BC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5715000"/>
              <a:ext cx="3365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2D3E43B-72BB-0489-8BB4-AFC99A252815}"/>
              </a:ext>
            </a:extLst>
          </p:cNvPr>
          <p:cNvSpPr txBox="1"/>
          <p:nvPr/>
        </p:nvSpPr>
        <p:spPr>
          <a:xfrm>
            <a:off x="105238" y="1499242"/>
            <a:ext cx="243939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Pink lines depict </a:t>
            </a:r>
          </a:p>
          <a:p>
            <a:r>
              <a:rPr lang="en-US" altLang="en-US" i="1" dirty="0">
                <a:latin typeface="Times New Roman" charset="0"/>
                <a:ea typeface="Times New Roman" charset="0"/>
                <a:cs typeface="Times New Roman" charset="0"/>
              </a:rPr>
              <a:t>Cross edges 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and </a:t>
            </a:r>
          </a:p>
          <a:p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Blue lines depict the </a:t>
            </a:r>
            <a:r>
              <a:rPr lang="en-US" altLang="en-US" i="1" dirty="0">
                <a:latin typeface="Times New Roman" charset="0"/>
                <a:ea typeface="Times New Roman" charset="0"/>
                <a:cs typeface="Times New Roman" charset="0"/>
              </a:rPr>
              <a:t>discovery edges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53663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32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BABE52-594F-42D9-99A3-0220FA8B6FB1}"/>
              </a:ext>
            </a:extLst>
          </p:cNvPr>
          <p:cNvGrpSpPr/>
          <p:nvPr/>
        </p:nvGrpSpPr>
        <p:grpSpPr>
          <a:xfrm>
            <a:off x="762000" y="1447800"/>
            <a:ext cx="6627616" cy="4876800"/>
            <a:chOff x="762000" y="1447800"/>
            <a:chExt cx="6627616" cy="4876800"/>
          </a:xfrm>
        </p:grpSpPr>
        <p:sp>
          <p:nvSpPr>
            <p:cNvPr id="63" name="Oval 2">
              <a:extLst>
                <a:ext uri="{FF2B5EF4-FFF2-40B4-BE49-F238E27FC236}">
                  <a16:creationId xmlns:a16="http://schemas.microsoft.com/office/drawing/2014/main" id="{6611AAC8-43C0-4647-814B-5F431E2F5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860" y="1447800"/>
              <a:ext cx="584790" cy="6502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A</a:t>
              </a:r>
            </a:p>
          </p:txBody>
        </p:sp>
        <p:sp>
          <p:nvSpPr>
            <p:cNvPr id="64" name="Oval 3">
              <a:extLst>
                <a:ext uri="{FF2B5EF4-FFF2-40B4-BE49-F238E27FC236}">
                  <a16:creationId xmlns:a16="http://schemas.microsoft.com/office/drawing/2014/main" id="{40D673E1-E67E-4909-A6E8-DCB890E5D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598" y="5674360"/>
              <a:ext cx="584790" cy="6502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O</a:t>
              </a:r>
            </a:p>
          </p:txBody>
        </p:sp>
        <p:sp>
          <p:nvSpPr>
            <p:cNvPr id="65" name="Oval 4">
              <a:extLst>
                <a:ext uri="{FF2B5EF4-FFF2-40B4-BE49-F238E27FC236}">
                  <a16:creationId xmlns:a16="http://schemas.microsoft.com/office/drawing/2014/main" id="{CB732C44-2853-408F-9B9E-12FBBAEE4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6229" y="5674360"/>
              <a:ext cx="584790" cy="6502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N</a:t>
              </a:r>
            </a:p>
          </p:txBody>
        </p:sp>
        <p:sp>
          <p:nvSpPr>
            <p:cNvPr id="66" name="Oval 5">
              <a:extLst>
                <a:ext uri="{FF2B5EF4-FFF2-40B4-BE49-F238E27FC236}">
                  <a16:creationId xmlns:a16="http://schemas.microsoft.com/office/drawing/2014/main" id="{1F558288-CD2D-4A0F-8DC1-7DBDEF948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860" y="5674360"/>
              <a:ext cx="584790" cy="6502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M</a:t>
              </a:r>
            </a:p>
          </p:txBody>
        </p:sp>
        <p:sp>
          <p:nvSpPr>
            <p:cNvPr id="67" name="Oval 6">
              <a:extLst>
                <a:ext uri="{FF2B5EF4-FFF2-40B4-BE49-F238E27FC236}">
                  <a16:creationId xmlns:a16="http://schemas.microsoft.com/office/drawing/2014/main" id="{6D836780-3D2C-4052-A8F0-D06A94BE4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4967" y="4265507"/>
              <a:ext cx="584790" cy="6502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L</a:t>
              </a:r>
            </a:p>
          </p:txBody>
        </p:sp>
        <p:sp>
          <p:nvSpPr>
            <p:cNvPr id="68" name="Oval 7">
              <a:extLst>
                <a:ext uri="{FF2B5EF4-FFF2-40B4-BE49-F238E27FC236}">
                  <a16:creationId xmlns:a16="http://schemas.microsoft.com/office/drawing/2014/main" id="{56680CAC-A063-4AFA-8073-409D75EB4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598" y="4265507"/>
              <a:ext cx="584790" cy="6502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K</a:t>
              </a:r>
            </a:p>
          </p:txBody>
        </p:sp>
        <p:sp>
          <p:nvSpPr>
            <p:cNvPr id="69" name="Oval 8">
              <a:extLst>
                <a:ext uri="{FF2B5EF4-FFF2-40B4-BE49-F238E27FC236}">
                  <a16:creationId xmlns:a16="http://schemas.microsoft.com/office/drawing/2014/main" id="{B0A37675-AA9D-43D2-B6FF-B27F26080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6229" y="4265507"/>
              <a:ext cx="584790" cy="6502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J</a:t>
              </a:r>
            </a:p>
          </p:txBody>
        </p:sp>
        <p:sp>
          <p:nvSpPr>
            <p:cNvPr id="70" name="Oval 9">
              <a:extLst>
                <a:ext uri="{FF2B5EF4-FFF2-40B4-BE49-F238E27FC236}">
                  <a16:creationId xmlns:a16="http://schemas.microsoft.com/office/drawing/2014/main" id="{46BAF6A5-CD90-4BDA-8DF1-CCD8CA6E2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860" y="2856653"/>
              <a:ext cx="584790" cy="6502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E</a:t>
              </a:r>
            </a:p>
          </p:txBody>
        </p:sp>
        <p:sp>
          <p:nvSpPr>
            <p:cNvPr id="71" name="Oval 10">
              <a:extLst>
                <a:ext uri="{FF2B5EF4-FFF2-40B4-BE49-F238E27FC236}">
                  <a16:creationId xmlns:a16="http://schemas.microsoft.com/office/drawing/2014/main" id="{1BE4333D-2EC8-4919-8B28-2E630D459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6229" y="2856653"/>
              <a:ext cx="584790" cy="6502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F</a:t>
              </a:r>
            </a:p>
          </p:txBody>
        </p:sp>
        <p:sp>
          <p:nvSpPr>
            <p:cNvPr id="72" name="Oval 11">
              <a:extLst>
                <a:ext uri="{FF2B5EF4-FFF2-40B4-BE49-F238E27FC236}">
                  <a16:creationId xmlns:a16="http://schemas.microsoft.com/office/drawing/2014/main" id="{6A955689-B30C-497F-9CEC-CA3A67A2E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598" y="2856653"/>
              <a:ext cx="584790" cy="6502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G</a:t>
              </a:r>
            </a:p>
          </p:txBody>
        </p:sp>
        <p:sp>
          <p:nvSpPr>
            <p:cNvPr id="73" name="Oval 12">
              <a:extLst>
                <a:ext uri="{FF2B5EF4-FFF2-40B4-BE49-F238E27FC236}">
                  <a16:creationId xmlns:a16="http://schemas.microsoft.com/office/drawing/2014/main" id="{A020B5BA-DF79-40C9-A40C-197D9CF44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4967" y="2856653"/>
              <a:ext cx="584790" cy="6502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H</a:t>
              </a:r>
            </a:p>
          </p:txBody>
        </p:sp>
        <p:sp>
          <p:nvSpPr>
            <p:cNvPr id="74" name="Oval 13">
              <a:extLst>
                <a:ext uri="{FF2B5EF4-FFF2-40B4-BE49-F238E27FC236}">
                  <a16:creationId xmlns:a16="http://schemas.microsoft.com/office/drawing/2014/main" id="{4D636BBA-FF58-442D-9934-64017EA85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4967" y="1447800"/>
              <a:ext cx="584790" cy="6502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D</a:t>
              </a:r>
            </a:p>
          </p:txBody>
        </p:sp>
        <p:sp>
          <p:nvSpPr>
            <p:cNvPr id="75" name="Oval 14">
              <a:extLst>
                <a:ext uri="{FF2B5EF4-FFF2-40B4-BE49-F238E27FC236}">
                  <a16:creationId xmlns:a16="http://schemas.microsoft.com/office/drawing/2014/main" id="{BBB1F5EF-3D9B-4DB6-BD0F-AE417FC59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598" y="1447800"/>
              <a:ext cx="584790" cy="6502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C</a:t>
              </a:r>
            </a:p>
          </p:txBody>
        </p:sp>
        <p:sp>
          <p:nvSpPr>
            <p:cNvPr id="76" name="Oval 15">
              <a:extLst>
                <a:ext uri="{FF2B5EF4-FFF2-40B4-BE49-F238E27FC236}">
                  <a16:creationId xmlns:a16="http://schemas.microsoft.com/office/drawing/2014/main" id="{08AC9708-A6DA-4532-88B7-7F1369ABE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6229" y="1447800"/>
              <a:ext cx="584790" cy="6502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B</a:t>
              </a:r>
            </a:p>
          </p:txBody>
        </p:sp>
        <p:sp>
          <p:nvSpPr>
            <p:cNvPr id="77" name="Oval 16">
              <a:extLst>
                <a:ext uri="{FF2B5EF4-FFF2-40B4-BE49-F238E27FC236}">
                  <a16:creationId xmlns:a16="http://schemas.microsoft.com/office/drawing/2014/main" id="{E33DB74F-3A34-4ADF-AFD7-6AF231AB0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860" y="4265507"/>
              <a:ext cx="584790" cy="6502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I</a:t>
              </a:r>
            </a:p>
          </p:txBody>
        </p:sp>
        <p:sp>
          <p:nvSpPr>
            <p:cNvPr id="78" name="Oval 17">
              <a:extLst>
                <a:ext uri="{FF2B5EF4-FFF2-40B4-BE49-F238E27FC236}">
                  <a16:creationId xmlns:a16="http://schemas.microsoft.com/office/drawing/2014/main" id="{5AACBB2E-E0B4-4001-A3D5-550326FA2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4967" y="5674360"/>
              <a:ext cx="584790" cy="6502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Verdana" panose="020B0604030504040204" pitchFamily="34" charset="0"/>
                </a:rPr>
                <a:t>P</a:t>
              </a:r>
            </a:p>
          </p:txBody>
        </p:sp>
        <p:cxnSp>
          <p:nvCxnSpPr>
            <p:cNvPr id="79" name="AutoShape 18">
              <a:extLst>
                <a:ext uri="{FF2B5EF4-FFF2-40B4-BE49-F238E27FC236}">
                  <a16:creationId xmlns:a16="http://schemas.microsoft.com/office/drawing/2014/main" id="{C6847744-16AD-4D8E-97A6-6577599932A6}"/>
                </a:ext>
              </a:extLst>
            </p:cNvPr>
            <p:cNvCxnSpPr>
              <a:cxnSpLocks noChangeShapeType="1"/>
              <a:stCxn id="63" idx="5"/>
              <a:endCxn id="71" idx="1"/>
            </p:cNvCxnSpPr>
            <p:nvPr/>
          </p:nvCxnSpPr>
          <p:spPr bwMode="auto">
            <a:xfrm>
              <a:off x="1651368" y="2019469"/>
              <a:ext cx="1340143" cy="915755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" name="AutoShape 19">
              <a:extLst>
                <a:ext uri="{FF2B5EF4-FFF2-40B4-BE49-F238E27FC236}">
                  <a16:creationId xmlns:a16="http://schemas.microsoft.com/office/drawing/2014/main" id="{E08662CE-DA25-4D26-89F3-11FB7B27CB9F}"/>
                </a:ext>
              </a:extLst>
            </p:cNvPr>
            <p:cNvCxnSpPr>
              <a:cxnSpLocks noChangeShapeType="1"/>
              <a:stCxn id="75" idx="6"/>
              <a:endCxn id="74" idx="2"/>
            </p:cNvCxnSpPr>
            <p:nvPr/>
          </p:nvCxnSpPr>
          <p:spPr bwMode="auto">
            <a:xfrm>
              <a:off x="5261631" y="1772920"/>
              <a:ext cx="1137091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" name="AutoShape 20">
              <a:extLst>
                <a:ext uri="{FF2B5EF4-FFF2-40B4-BE49-F238E27FC236}">
                  <a16:creationId xmlns:a16="http://schemas.microsoft.com/office/drawing/2014/main" id="{CBE4B4BB-BAA6-425C-8F65-5659575EC4F8}"/>
                </a:ext>
              </a:extLst>
            </p:cNvPr>
            <p:cNvCxnSpPr>
              <a:cxnSpLocks noChangeShapeType="1"/>
              <a:stCxn id="77" idx="6"/>
              <a:endCxn id="69" idx="2"/>
            </p:cNvCxnSpPr>
            <p:nvPr/>
          </p:nvCxnSpPr>
          <p:spPr bwMode="auto">
            <a:xfrm>
              <a:off x="1752894" y="4590627"/>
              <a:ext cx="1137091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AutoShape 22">
              <a:extLst>
                <a:ext uri="{FF2B5EF4-FFF2-40B4-BE49-F238E27FC236}">
                  <a16:creationId xmlns:a16="http://schemas.microsoft.com/office/drawing/2014/main" id="{BB50EC1C-01C0-483D-AA5F-248E99CA9F9B}"/>
                </a:ext>
              </a:extLst>
            </p:cNvPr>
            <p:cNvCxnSpPr>
              <a:cxnSpLocks noChangeShapeType="1"/>
              <a:stCxn id="76" idx="6"/>
              <a:endCxn id="75" idx="2"/>
            </p:cNvCxnSpPr>
            <p:nvPr/>
          </p:nvCxnSpPr>
          <p:spPr bwMode="auto">
            <a:xfrm>
              <a:off x="3507263" y="1772920"/>
              <a:ext cx="1137091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AutoShape 23">
              <a:extLst>
                <a:ext uri="{FF2B5EF4-FFF2-40B4-BE49-F238E27FC236}">
                  <a16:creationId xmlns:a16="http://schemas.microsoft.com/office/drawing/2014/main" id="{E216A675-66C3-4528-86BA-ADB460B3AB22}"/>
                </a:ext>
              </a:extLst>
            </p:cNvPr>
            <p:cNvCxnSpPr>
              <a:cxnSpLocks noChangeShapeType="1"/>
              <a:stCxn id="63" idx="6"/>
              <a:endCxn id="76" idx="2"/>
            </p:cNvCxnSpPr>
            <p:nvPr/>
          </p:nvCxnSpPr>
          <p:spPr bwMode="auto">
            <a:xfrm>
              <a:off x="1752894" y="1772920"/>
              <a:ext cx="1137091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AutoShape 24">
              <a:extLst>
                <a:ext uri="{FF2B5EF4-FFF2-40B4-BE49-F238E27FC236}">
                  <a16:creationId xmlns:a16="http://schemas.microsoft.com/office/drawing/2014/main" id="{B669AE89-F306-443A-803A-93F6CBC92B59}"/>
                </a:ext>
              </a:extLst>
            </p:cNvPr>
            <p:cNvCxnSpPr>
              <a:cxnSpLocks noChangeShapeType="1"/>
              <a:stCxn id="72" idx="5"/>
              <a:endCxn id="67" idx="1"/>
            </p:cNvCxnSpPr>
            <p:nvPr/>
          </p:nvCxnSpPr>
          <p:spPr bwMode="auto">
            <a:xfrm>
              <a:off x="5160106" y="3428323"/>
              <a:ext cx="1340143" cy="915755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" name="AutoShape 25">
              <a:extLst>
                <a:ext uri="{FF2B5EF4-FFF2-40B4-BE49-F238E27FC236}">
                  <a16:creationId xmlns:a16="http://schemas.microsoft.com/office/drawing/2014/main" id="{B3244F0B-A1BC-454D-BCF3-3BFD5091138A}"/>
                </a:ext>
              </a:extLst>
            </p:cNvPr>
            <p:cNvCxnSpPr>
              <a:cxnSpLocks noChangeShapeType="1"/>
              <a:stCxn id="77" idx="5"/>
              <a:endCxn id="65" idx="1"/>
            </p:cNvCxnSpPr>
            <p:nvPr/>
          </p:nvCxnSpPr>
          <p:spPr bwMode="auto">
            <a:xfrm>
              <a:off x="1651368" y="4837176"/>
              <a:ext cx="1340143" cy="915755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" name="AutoShape 26">
              <a:extLst>
                <a:ext uri="{FF2B5EF4-FFF2-40B4-BE49-F238E27FC236}">
                  <a16:creationId xmlns:a16="http://schemas.microsoft.com/office/drawing/2014/main" id="{DFAB5FB7-9E84-49FB-B474-CF175EC0DE49}"/>
                </a:ext>
              </a:extLst>
            </p:cNvPr>
            <p:cNvCxnSpPr>
              <a:cxnSpLocks noChangeShapeType="1"/>
              <a:stCxn id="77" idx="4"/>
              <a:endCxn id="66" idx="0"/>
            </p:cNvCxnSpPr>
            <p:nvPr/>
          </p:nvCxnSpPr>
          <p:spPr bwMode="auto">
            <a:xfrm>
              <a:off x="1444255" y="4932003"/>
              <a:ext cx="0" cy="726101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" name="AutoShape 27">
              <a:extLst>
                <a:ext uri="{FF2B5EF4-FFF2-40B4-BE49-F238E27FC236}">
                  <a16:creationId xmlns:a16="http://schemas.microsoft.com/office/drawing/2014/main" id="{1ADA485B-C0C1-43AD-914F-3247BBD5B851}"/>
                </a:ext>
              </a:extLst>
            </p:cNvPr>
            <p:cNvCxnSpPr>
              <a:cxnSpLocks noChangeShapeType="1"/>
              <a:stCxn id="70" idx="4"/>
              <a:endCxn id="77" idx="0"/>
            </p:cNvCxnSpPr>
            <p:nvPr/>
          </p:nvCxnSpPr>
          <p:spPr bwMode="auto">
            <a:xfrm>
              <a:off x="1444255" y="3523149"/>
              <a:ext cx="0" cy="726101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9" name="AutoShape 28">
              <a:extLst>
                <a:ext uri="{FF2B5EF4-FFF2-40B4-BE49-F238E27FC236}">
                  <a16:creationId xmlns:a16="http://schemas.microsoft.com/office/drawing/2014/main" id="{E699157F-6196-4AED-BEE1-BAF5E5E556D7}"/>
                </a:ext>
              </a:extLst>
            </p:cNvPr>
            <p:cNvCxnSpPr>
              <a:cxnSpLocks noChangeShapeType="1"/>
              <a:stCxn id="63" idx="4"/>
              <a:endCxn id="70" idx="0"/>
            </p:cNvCxnSpPr>
            <p:nvPr/>
          </p:nvCxnSpPr>
          <p:spPr bwMode="auto">
            <a:xfrm>
              <a:off x="1444255" y="2114296"/>
              <a:ext cx="0" cy="726101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" name="AutoShape 29">
              <a:extLst>
                <a:ext uri="{FF2B5EF4-FFF2-40B4-BE49-F238E27FC236}">
                  <a16:creationId xmlns:a16="http://schemas.microsoft.com/office/drawing/2014/main" id="{373E65C5-3A5A-4195-ADB4-5CB82BF5E200}"/>
                </a:ext>
              </a:extLst>
            </p:cNvPr>
            <p:cNvCxnSpPr>
              <a:cxnSpLocks noChangeShapeType="1"/>
              <a:stCxn id="73" idx="0"/>
              <a:endCxn id="74" idx="4"/>
            </p:cNvCxnSpPr>
            <p:nvPr/>
          </p:nvCxnSpPr>
          <p:spPr bwMode="auto">
            <a:xfrm flipV="1">
              <a:off x="6707361" y="2114296"/>
              <a:ext cx="0" cy="726101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AutoShape 37">
              <a:extLst>
                <a:ext uri="{FF2B5EF4-FFF2-40B4-BE49-F238E27FC236}">
                  <a16:creationId xmlns:a16="http://schemas.microsoft.com/office/drawing/2014/main" id="{BF78EE38-8AD2-48FE-A08D-EC9838776B76}"/>
                </a:ext>
              </a:extLst>
            </p:cNvPr>
            <p:cNvCxnSpPr>
              <a:cxnSpLocks noChangeShapeType="1"/>
              <a:stCxn id="72" idx="4"/>
              <a:endCxn id="68" idx="0"/>
            </p:cNvCxnSpPr>
            <p:nvPr/>
          </p:nvCxnSpPr>
          <p:spPr bwMode="auto">
            <a:xfrm>
              <a:off x="4952992" y="3523149"/>
              <a:ext cx="0" cy="726101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" name="AutoShape 38">
              <a:extLst>
                <a:ext uri="{FF2B5EF4-FFF2-40B4-BE49-F238E27FC236}">
                  <a16:creationId xmlns:a16="http://schemas.microsoft.com/office/drawing/2014/main" id="{B924BDB4-2DA8-4B37-8953-3E1BD9F3DA7A}"/>
                </a:ext>
              </a:extLst>
            </p:cNvPr>
            <p:cNvCxnSpPr>
              <a:cxnSpLocks noChangeShapeType="1"/>
              <a:stCxn id="68" idx="4"/>
              <a:endCxn id="64" idx="0"/>
            </p:cNvCxnSpPr>
            <p:nvPr/>
          </p:nvCxnSpPr>
          <p:spPr bwMode="auto">
            <a:xfrm>
              <a:off x="4952992" y="4932003"/>
              <a:ext cx="0" cy="726101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1" name="AutoShape 40">
              <a:extLst>
                <a:ext uri="{FF2B5EF4-FFF2-40B4-BE49-F238E27FC236}">
                  <a16:creationId xmlns:a16="http://schemas.microsoft.com/office/drawing/2014/main" id="{95971424-6829-447A-B893-81F35E1292EF}"/>
                </a:ext>
              </a:extLst>
            </p:cNvPr>
            <p:cNvCxnSpPr>
              <a:cxnSpLocks noChangeShapeType="1"/>
              <a:stCxn id="75" idx="4"/>
              <a:endCxn id="72" idx="0"/>
            </p:cNvCxnSpPr>
            <p:nvPr/>
          </p:nvCxnSpPr>
          <p:spPr bwMode="auto">
            <a:xfrm>
              <a:off x="4952992" y="2114296"/>
              <a:ext cx="0" cy="726101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" name="AutoShape 42">
              <a:extLst>
                <a:ext uri="{FF2B5EF4-FFF2-40B4-BE49-F238E27FC236}">
                  <a16:creationId xmlns:a16="http://schemas.microsoft.com/office/drawing/2014/main" id="{90C5BE53-B29E-42CD-86F2-F5CA6E9E8E37}"/>
                </a:ext>
              </a:extLst>
            </p:cNvPr>
            <p:cNvCxnSpPr>
              <a:cxnSpLocks noChangeShapeType="1"/>
              <a:stCxn id="67" idx="4"/>
              <a:endCxn id="78" idx="0"/>
            </p:cNvCxnSpPr>
            <p:nvPr/>
          </p:nvCxnSpPr>
          <p:spPr bwMode="auto">
            <a:xfrm>
              <a:off x="6707361" y="4932003"/>
              <a:ext cx="0" cy="726101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4" name="Text Box 43">
              <a:extLst>
                <a:ext uri="{FF2B5EF4-FFF2-40B4-BE49-F238E27FC236}">
                  <a16:creationId xmlns:a16="http://schemas.microsoft.com/office/drawing/2014/main" id="{F1C83FFA-3E21-4C5E-8A4A-D0E4F9BCB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1577848"/>
              <a:ext cx="286980" cy="390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5" name="Text Box 44">
              <a:extLst>
                <a:ext uri="{FF2B5EF4-FFF2-40B4-BE49-F238E27FC236}">
                  <a16:creationId xmlns:a16="http://schemas.microsoft.com/office/drawing/2014/main" id="{AA8C6F03-EABF-4D83-9983-F46921DA17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3008376"/>
              <a:ext cx="286980" cy="390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6" name="Text Box 45">
              <a:extLst>
                <a:ext uri="{FF2B5EF4-FFF2-40B4-BE49-F238E27FC236}">
                  <a16:creationId xmlns:a16="http://schemas.microsoft.com/office/drawing/2014/main" id="{1C183058-711E-4A3C-846D-F81F78DDE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921" y="2943352"/>
              <a:ext cx="286980" cy="390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7" name="Text Box 46">
              <a:extLst>
                <a:ext uri="{FF2B5EF4-FFF2-40B4-BE49-F238E27FC236}">
                  <a16:creationId xmlns:a16="http://schemas.microsoft.com/office/drawing/2014/main" id="{F89AED71-64C1-4491-9493-1A33594E42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921" y="1902968"/>
              <a:ext cx="286980" cy="390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8" name="Text Box 47">
              <a:extLst>
                <a:ext uri="{FF2B5EF4-FFF2-40B4-BE49-F238E27FC236}">
                  <a16:creationId xmlns:a16="http://schemas.microsoft.com/office/drawing/2014/main" id="{5076D68D-4F0C-4A3D-8282-9CE27CDBF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4373880"/>
              <a:ext cx="286980" cy="390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9" name="Text Box 48">
              <a:extLst>
                <a:ext uri="{FF2B5EF4-FFF2-40B4-BE49-F238E27FC236}">
                  <a16:creationId xmlns:a16="http://schemas.microsoft.com/office/drawing/2014/main" id="{92DF821C-CC7C-44B2-B645-994607735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3290" y="1837944"/>
              <a:ext cx="286980" cy="390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10" name="Text Box 49">
              <a:extLst>
                <a:ext uri="{FF2B5EF4-FFF2-40B4-BE49-F238E27FC236}">
                  <a16:creationId xmlns:a16="http://schemas.microsoft.com/office/drawing/2014/main" id="{E6435844-BE34-49FB-8E08-1425AD3F2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5804408"/>
              <a:ext cx="286980" cy="390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1" name="Text Box 50">
              <a:extLst>
                <a:ext uri="{FF2B5EF4-FFF2-40B4-BE49-F238E27FC236}">
                  <a16:creationId xmlns:a16="http://schemas.microsoft.com/office/drawing/2014/main" id="{3F9826A5-89DD-453D-9550-F32AA8F46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3898" y="5804408"/>
              <a:ext cx="286980" cy="390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2" name="Text Box 51">
              <a:extLst>
                <a:ext uri="{FF2B5EF4-FFF2-40B4-BE49-F238E27FC236}">
                  <a16:creationId xmlns:a16="http://schemas.microsoft.com/office/drawing/2014/main" id="{963FBE16-B791-4C0F-94D5-5BB469EEC3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4132" y="3853688"/>
              <a:ext cx="286980" cy="390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3" name="Text Box 52">
              <a:extLst>
                <a:ext uri="{FF2B5EF4-FFF2-40B4-BE49-F238E27FC236}">
                  <a16:creationId xmlns:a16="http://schemas.microsoft.com/office/drawing/2014/main" id="{E4EBE2C8-2CAF-4432-B20D-9B50DE8165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8267" y="3008376"/>
              <a:ext cx="286980" cy="390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4" name="Text Box 53">
              <a:extLst>
                <a:ext uri="{FF2B5EF4-FFF2-40B4-BE49-F238E27FC236}">
                  <a16:creationId xmlns:a16="http://schemas.microsoft.com/office/drawing/2014/main" id="{377FBEBF-33C1-4022-B727-AA50824C6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2636" y="1577848"/>
              <a:ext cx="286980" cy="390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5" name="Text Box 54">
              <a:extLst>
                <a:ext uri="{FF2B5EF4-FFF2-40B4-BE49-F238E27FC236}">
                  <a16:creationId xmlns:a16="http://schemas.microsoft.com/office/drawing/2014/main" id="{E57AF8B8-64DF-4CE2-AB2C-8B90F013A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0364" y="4373880"/>
              <a:ext cx="286980" cy="390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16" name="Text Box 55">
              <a:extLst>
                <a:ext uri="{FF2B5EF4-FFF2-40B4-BE49-F238E27FC236}">
                  <a16:creationId xmlns:a16="http://schemas.microsoft.com/office/drawing/2014/main" id="{5179EC7C-6F25-484A-B4CA-34668F01EA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2636" y="4373880"/>
              <a:ext cx="286980" cy="390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17" name="Text Box 56">
              <a:extLst>
                <a:ext uri="{FF2B5EF4-FFF2-40B4-BE49-F238E27FC236}">
                  <a16:creationId xmlns:a16="http://schemas.microsoft.com/office/drawing/2014/main" id="{41717751-4E28-479A-991D-749D61CD3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2636" y="3008376"/>
              <a:ext cx="286980" cy="390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18" name="Text Box 57">
              <a:extLst>
                <a:ext uri="{FF2B5EF4-FFF2-40B4-BE49-F238E27FC236}">
                  <a16:creationId xmlns:a16="http://schemas.microsoft.com/office/drawing/2014/main" id="{98D1010E-37DD-4553-AA3A-56D536D4F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0364" y="5544312"/>
              <a:ext cx="286980" cy="390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19" name="Text Box 58">
              <a:extLst>
                <a:ext uri="{FF2B5EF4-FFF2-40B4-BE49-F238E27FC236}">
                  <a16:creationId xmlns:a16="http://schemas.microsoft.com/office/drawing/2014/main" id="{4C3B4312-DEF3-454F-990A-06C24856BC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2636" y="5804408"/>
              <a:ext cx="286980" cy="390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2601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33</a:t>
            </a:fld>
            <a:endParaRPr lang="en-US" dirty="0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353130E-5002-4CB6-A127-9D618575ADEA}"/>
              </a:ext>
            </a:extLst>
          </p:cNvPr>
          <p:cNvGrpSpPr/>
          <p:nvPr/>
        </p:nvGrpSpPr>
        <p:grpSpPr>
          <a:xfrm>
            <a:off x="762000" y="1447800"/>
            <a:ext cx="6625832" cy="4876800"/>
            <a:chOff x="685800" y="609600"/>
            <a:chExt cx="7772400" cy="5715000"/>
          </a:xfrm>
        </p:grpSpPr>
        <p:sp>
          <p:nvSpPr>
            <p:cNvPr id="121" name="Oval 2">
              <a:extLst>
                <a:ext uri="{FF2B5EF4-FFF2-40B4-BE49-F238E27FC236}">
                  <a16:creationId xmlns:a16="http://schemas.microsoft.com/office/drawing/2014/main" id="{AC2E3E34-E3BE-4104-8508-27AE86FFC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609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</a:p>
          </p:txBody>
        </p:sp>
        <p:sp>
          <p:nvSpPr>
            <p:cNvPr id="122" name="Oval 3">
              <a:extLst>
                <a:ext uri="{FF2B5EF4-FFF2-40B4-BE49-F238E27FC236}">
                  <a16:creationId xmlns:a16="http://schemas.microsoft.com/office/drawing/2014/main" id="{98C051FF-FEEF-42D9-9E41-1AD718CC9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5562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O</a:t>
              </a:r>
            </a:p>
          </p:txBody>
        </p:sp>
        <p:sp>
          <p:nvSpPr>
            <p:cNvPr id="123" name="Oval 4">
              <a:extLst>
                <a:ext uri="{FF2B5EF4-FFF2-40B4-BE49-F238E27FC236}">
                  <a16:creationId xmlns:a16="http://schemas.microsoft.com/office/drawing/2014/main" id="{5E69946A-928C-4698-9C8F-8D5D7F35E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5562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N</a:t>
              </a:r>
            </a:p>
          </p:txBody>
        </p:sp>
        <p:sp>
          <p:nvSpPr>
            <p:cNvPr id="124" name="Oval 5">
              <a:extLst>
                <a:ext uri="{FF2B5EF4-FFF2-40B4-BE49-F238E27FC236}">
                  <a16:creationId xmlns:a16="http://schemas.microsoft.com/office/drawing/2014/main" id="{F29F46FB-C90B-48B5-A394-C03C08B12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562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M</a:t>
              </a:r>
            </a:p>
          </p:txBody>
        </p:sp>
        <p:sp>
          <p:nvSpPr>
            <p:cNvPr id="125" name="Oval 6">
              <a:extLst>
                <a:ext uri="{FF2B5EF4-FFF2-40B4-BE49-F238E27FC236}">
                  <a16:creationId xmlns:a16="http://schemas.microsoft.com/office/drawing/2014/main" id="{AD6AF634-10C1-433E-9560-0E7A933E0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3911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L</a:t>
              </a:r>
            </a:p>
          </p:txBody>
        </p:sp>
        <p:sp>
          <p:nvSpPr>
            <p:cNvPr id="126" name="Oval 7">
              <a:extLst>
                <a:ext uri="{FF2B5EF4-FFF2-40B4-BE49-F238E27FC236}">
                  <a16:creationId xmlns:a16="http://schemas.microsoft.com/office/drawing/2014/main" id="{DDE9D1F3-9A7C-44D3-A29F-BA3AE97ED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911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K</a:t>
              </a:r>
            </a:p>
          </p:txBody>
        </p:sp>
        <p:sp>
          <p:nvSpPr>
            <p:cNvPr id="127" name="Oval 8">
              <a:extLst>
                <a:ext uri="{FF2B5EF4-FFF2-40B4-BE49-F238E27FC236}">
                  <a16:creationId xmlns:a16="http://schemas.microsoft.com/office/drawing/2014/main" id="{6A61DF01-B305-41CC-A49F-27E5E62F1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3911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J</a:t>
              </a:r>
            </a:p>
          </p:txBody>
        </p:sp>
        <p:sp>
          <p:nvSpPr>
            <p:cNvPr id="128" name="Oval 9">
              <a:extLst>
                <a:ext uri="{FF2B5EF4-FFF2-40B4-BE49-F238E27FC236}">
                  <a16:creationId xmlns:a16="http://schemas.microsoft.com/office/drawing/2014/main" id="{63001C3C-597C-406F-8412-581650898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2260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E</a:t>
              </a:r>
            </a:p>
          </p:txBody>
        </p:sp>
        <p:sp>
          <p:nvSpPr>
            <p:cNvPr id="129" name="Oval 10">
              <a:extLst>
                <a:ext uri="{FF2B5EF4-FFF2-40B4-BE49-F238E27FC236}">
                  <a16:creationId xmlns:a16="http://schemas.microsoft.com/office/drawing/2014/main" id="{0EFB8786-AE5A-4298-98C3-4DD586ECB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2260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F</a:t>
              </a:r>
            </a:p>
          </p:txBody>
        </p:sp>
        <p:sp>
          <p:nvSpPr>
            <p:cNvPr id="130" name="Oval 11">
              <a:extLst>
                <a:ext uri="{FF2B5EF4-FFF2-40B4-BE49-F238E27FC236}">
                  <a16:creationId xmlns:a16="http://schemas.microsoft.com/office/drawing/2014/main" id="{1E0F01FE-9063-4131-99E4-D4F79019D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260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G</a:t>
              </a:r>
            </a:p>
          </p:txBody>
        </p:sp>
        <p:sp>
          <p:nvSpPr>
            <p:cNvPr id="131" name="Oval 12">
              <a:extLst>
                <a:ext uri="{FF2B5EF4-FFF2-40B4-BE49-F238E27FC236}">
                  <a16:creationId xmlns:a16="http://schemas.microsoft.com/office/drawing/2014/main" id="{373E838D-C0FF-4449-846F-D48E64D73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2260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H</a:t>
              </a:r>
            </a:p>
          </p:txBody>
        </p:sp>
        <p:sp>
          <p:nvSpPr>
            <p:cNvPr id="132" name="Oval 13">
              <a:extLst>
                <a:ext uri="{FF2B5EF4-FFF2-40B4-BE49-F238E27FC236}">
                  <a16:creationId xmlns:a16="http://schemas.microsoft.com/office/drawing/2014/main" id="{DEB5F9ED-2ADC-43AE-BD0C-555243652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609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D</a:t>
              </a:r>
            </a:p>
          </p:txBody>
        </p:sp>
        <p:sp>
          <p:nvSpPr>
            <p:cNvPr id="133" name="Oval 14">
              <a:extLst>
                <a:ext uri="{FF2B5EF4-FFF2-40B4-BE49-F238E27FC236}">
                  <a16:creationId xmlns:a16="http://schemas.microsoft.com/office/drawing/2014/main" id="{6FBFE8D1-1235-4055-A648-7CB9AF6B4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609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C</a:t>
              </a:r>
            </a:p>
          </p:txBody>
        </p:sp>
        <p:sp>
          <p:nvSpPr>
            <p:cNvPr id="134" name="Oval 15">
              <a:extLst>
                <a:ext uri="{FF2B5EF4-FFF2-40B4-BE49-F238E27FC236}">
                  <a16:creationId xmlns:a16="http://schemas.microsoft.com/office/drawing/2014/main" id="{0BCB4B67-6EE3-424E-BC04-C223E8910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609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B</a:t>
              </a:r>
            </a:p>
          </p:txBody>
        </p:sp>
        <p:sp>
          <p:nvSpPr>
            <p:cNvPr id="135" name="Oval 16">
              <a:extLst>
                <a:ext uri="{FF2B5EF4-FFF2-40B4-BE49-F238E27FC236}">
                  <a16:creationId xmlns:a16="http://schemas.microsoft.com/office/drawing/2014/main" id="{1FA80BBB-197E-4840-B7F4-BC945C04B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911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I</a:t>
              </a:r>
            </a:p>
          </p:txBody>
        </p:sp>
        <p:sp>
          <p:nvSpPr>
            <p:cNvPr id="136" name="Oval 17">
              <a:extLst>
                <a:ext uri="{FF2B5EF4-FFF2-40B4-BE49-F238E27FC236}">
                  <a16:creationId xmlns:a16="http://schemas.microsoft.com/office/drawing/2014/main" id="{CEB20D9D-CC03-4293-A01F-B31D8A198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5562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P</a:t>
              </a:r>
            </a:p>
          </p:txBody>
        </p:sp>
        <p:cxnSp>
          <p:nvCxnSpPr>
            <p:cNvPr id="137" name="AutoShape 18">
              <a:extLst>
                <a:ext uri="{FF2B5EF4-FFF2-40B4-BE49-F238E27FC236}">
                  <a16:creationId xmlns:a16="http://schemas.microsoft.com/office/drawing/2014/main" id="{9F1067C8-48E5-4B79-B26A-DB6C72FB776E}"/>
                </a:ext>
              </a:extLst>
            </p:cNvPr>
            <p:cNvCxnSpPr>
              <a:cxnSpLocks noChangeShapeType="1"/>
              <a:stCxn id="121" idx="5"/>
              <a:endCxn id="129" idx="1"/>
            </p:cNvCxnSpPr>
            <p:nvPr/>
          </p:nvCxnSpPr>
          <p:spPr bwMode="auto">
            <a:xfrm>
              <a:off x="1728788" y="1279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8" name="AutoShape 19">
              <a:extLst>
                <a:ext uri="{FF2B5EF4-FFF2-40B4-BE49-F238E27FC236}">
                  <a16:creationId xmlns:a16="http://schemas.microsoft.com/office/drawing/2014/main" id="{2D560ADD-B2AF-439D-A0F1-FEA618B37582}"/>
                </a:ext>
              </a:extLst>
            </p:cNvPr>
            <p:cNvCxnSpPr>
              <a:cxnSpLocks noChangeShapeType="1"/>
              <a:stCxn id="133" idx="6"/>
              <a:endCxn id="132" idx="2"/>
            </p:cNvCxnSpPr>
            <p:nvPr/>
          </p:nvCxnSpPr>
          <p:spPr bwMode="auto">
            <a:xfrm>
              <a:off x="59626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9" name="AutoShape 20">
              <a:extLst>
                <a:ext uri="{FF2B5EF4-FFF2-40B4-BE49-F238E27FC236}">
                  <a16:creationId xmlns:a16="http://schemas.microsoft.com/office/drawing/2014/main" id="{BD03E8F3-90F5-4D0F-AE32-EAF3262EF4C6}"/>
                </a:ext>
              </a:extLst>
            </p:cNvPr>
            <p:cNvCxnSpPr>
              <a:cxnSpLocks noChangeShapeType="1"/>
              <a:stCxn id="135" idx="6"/>
              <a:endCxn id="127" idx="2"/>
            </p:cNvCxnSpPr>
            <p:nvPr/>
          </p:nvCxnSpPr>
          <p:spPr bwMode="auto">
            <a:xfrm>
              <a:off x="1847850" y="4292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0" name="AutoShape 21">
              <a:extLst>
                <a:ext uri="{FF2B5EF4-FFF2-40B4-BE49-F238E27FC236}">
                  <a16:creationId xmlns:a16="http://schemas.microsoft.com/office/drawing/2014/main" id="{24FDEE0E-6E11-4FB4-ACAB-E0AA51BF10E0}"/>
                </a:ext>
              </a:extLst>
            </p:cNvPr>
            <p:cNvCxnSpPr>
              <a:cxnSpLocks noChangeShapeType="1"/>
              <a:stCxn id="134" idx="6"/>
              <a:endCxn id="133" idx="2"/>
            </p:cNvCxnSpPr>
            <p:nvPr/>
          </p:nvCxnSpPr>
          <p:spPr bwMode="auto">
            <a:xfrm>
              <a:off x="39052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1" name="AutoShape 22">
              <a:extLst>
                <a:ext uri="{FF2B5EF4-FFF2-40B4-BE49-F238E27FC236}">
                  <a16:creationId xmlns:a16="http://schemas.microsoft.com/office/drawing/2014/main" id="{0BABE678-CF7E-4B00-BCB2-0ACAB7E0B88B}"/>
                </a:ext>
              </a:extLst>
            </p:cNvPr>
            <p:cNvCxnSpPr>
              <a:cxnSpLocks noChangeShapeType="1"/>
              <a:stCxn id="121" idx="6"/>
              <a:endCxn id="134" idx="2"/>
            </p:cNvCxnSpPr>
            <p:nvPr/>
          </p:nvCxnSpPr>
          <p:spPr bwMode="auto">
            <a:xfrm>
              <a:off x="18478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2" name="AutoShape 23">
              <a:extLst>
                <a:ext uri="{FF2B5EF4-FFF2-40B4-BE49-F238E27FC236}">
                  <a16:creationId xmlns:a16="http://schemas.microsoft.com/office/drawing/2014/main" id="{71BBB412-961F-40DD-B8C0-2F15FDB0C04C}"/>
                </a:ext>
              </a:extLst>
            </p:cNvPr>
            <p:cNvCxnSpPr>
              <a:cxnSpLocks noChangeShapeType="1"/>
              <a:stCxn id="130" idx="5"/>
              <a:endCxn id="125" idx="1"/>
            </p:cNvCxnSpPr>
            <p:nvPr/>
          </p:nvCxnSpPr>
          <p:spPr bwMode="auto">
            <a:xfrm>
              <a:off x="5843588" y="2930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" name="AutoShape 24">
              <a:extLst>
                <a:ext uri="{FF2B5EF4-FFF2-40B4-BE49-F238E27FC236}">
                  <a16:creationId xmlns:a16="http://schemas.microsoft.com/office/drawing/2014/main" id="{0A8986BF-27EB-4C3A-A455-6793F4149077}"/>
                </a:ext>
              </a:extLst>
            </p:cNvPr>
            <p:cNvCxnSpPr>
              <a:cxnSpLocks noChangeShapeType="1"/>
              <a:stCxn id="135" idx="5"/>
              <a:endCxn id="123" idx="1"/>
            </p:cNvCxnSpPr>
            <p:nvPr/>
          </p:nvCxnSpPr>
          <p:spPr bwMode="auto">
            <a:xfrm>
              <a:off x="1728788" y="4581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" name="AutoShape 25">
              <a:extLst>
                <a:ext uri="{FF2B5EF4-FFF2-40B4-BE49-F238E27FC236}">
                  <a16:creationId xmlns:a16="http://schemas.microsoft.com/office/drawing/2014/main" id="{7F460927-BCEF-4EFA-B856-0C17CEE204DE}"/>
                </a:ext>
              </a:extLst>
            </p:cNvPr>
            <p:cNvCxnSpPr>
              <a:cxnSpLocks noChangeShapeType="1"/>
              <a:stCxn id="135" idx="4"/>
              <a:endCxn id="124" idx="0"/>
            </p:cNvCxnSpPr>
            <p:nvPr/>
          </p:nvCxnSpPr>
          <p:spPr bwMode="auto">
            <a:xfrm>
              <a:off x="1485900" y="4692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5" name="AutoShape 26">
              <a:extLst>
                <a:ext uri="{FF2B5EF4-FFF2-40B4-BE49-F238E27FC236}">
                  <a16:creationId xmlns:a16="http://schemas.microsoft.com/office/drawing/2014/main" id="{FC8D8E7D-2573-4633-97CA-85F1048D2B9D}"/>
                </a:ext>
              </a:extLst>
            </p:cNvPr>
            <p:cNvCxnSpPr>
              <a:cxnSpLocks noChangeShapeType="1"/>
              <a:stCxn id="128" idx="4"/>
              <a:endCxn id="135" idx="0"/>
            </p:cNvCxnSpPr>
            <p:nvPr/>
          </p:nvCxnSpPr>
          <p:spPr bwMode="auto">
            <a:xfrm>
              <a:off x="1485900" y="3041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6" name="AutoShape 27">
              <a:extLst>
                <a:ext uri="{FF2B5EF4-FFF2-40B4-BE49-F238E27FC236}">
                  <a16:creationId xmlns:a16="http://schemas.microsoft.com/office/drawing/2014/main" id="{493A1405-42E8-4FAF-9C39-5C4900524B59}"/>
                </a:ext>
              </a:extLst>
            </p:cNvPr>
            <p:cNvCxnSpPr>
              <a:cxnSpLocks noChangeShapeType="1"/>
              <a:stCxn id="121" idx="4"/>
              <a:endCxn id="128" idx="0"/>
            </p:cNvCxnSpPr>
            <p:nvPr/>
          </p:nvCxnSpPr>
          <p:spPr bwMode="auto">
            <a:xfrm>
              <a:off x="14859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7" name="AutoShape 28">
              <a:extLst>
                <a:ext uri="{FF2B5EF4-FFF2-40B4-BE49-F238E27FC236}">
                  <a16:creationId xmlns:a16="http://schemas.microsoft.com/office/drawing/2014/main" id="{0ACCBC02-27EC-4DB7-88B6-17E10EAE6E4B}"/>
                </a:ext>
              </a:extLst>
            </p:cNvPr>
            <p:cNvCxnSpPr>
              <a:cxnSpLocks noChangeShapeType="1"/>
              <a:stCxn id="131" idx="0"/>
              <a:endCxn id="132" idx="4"/>
            </p:cNvCxnSpPr>
            <p:nvPr/>
          </p:nvCxnSpPr>
          <p:spPr bwMode="auto">
            <a:xfrm flipV="1">
              <a:off x="76581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8" name="AutoShape 29">
              <a:extLst>
                <a:ext uri="{FF2B5EF4-FFF2-40B4-BE49-F238E27FC236}">
                  <a16:creationId xmlns:a16="http://schemas.microsoft.com/office/drawing/2014/main" id="{B0E8E177-6D96-4A42-B94F-B8688F68131E}"/>
                </a:ext>
              </a:extLst>
            </p:cNvPr>
            <p:cNvCxnSpPr>
              <a:cxnSpLocks noChangeShapeType="1"/>
              <a:stCxn id="130" idx="4"/>
              <a:endCxn id="126" idx="0"/>
            </p:cNvCxnSpPr>
            <p:nvPr/>
          </p:nvCxnSpPr>
          <p:spPr bwMode="auto">
            <a:xfrm>
              <a:off x="5600700" y="3041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9" name="AutoShape 30">
              <a:extLst>
                <a:ext uri="{FF2B5EF4-FFF2-40B4-BE49-F238E27FC236}">
                  <a16:creationId xmlns:a16="http://schemas.microsoft.com/office/drawing/2014/main" id="{131EE04C-5C15-4EC5-92D9-D97BEF7EFB99}"/>
                </a:ext>
              </a:extLst>
            </p:cNvPr>
            <p:cNvCxnSpPr>
              <a:cxnSpLocks noChangeShapeType="1"/>
              <a:stCxn id="126" idx="4"/>
              <a:endCxn id="122" idx="0"/>
            </p:cNvCxnSpPr>
            <p:nvPr/>
          </p:nvCxnSpPr>
          <p:spPr bwMode="auto">
            <a:xfrm>
              <a:off x="5600700" y="4692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0" name="AutoShape 31">
              <a:extLst>
                <a:ext uri="{FF2B5EF4-FFF2-40B4-BE49-F238E27FC236}">
                  <a16:creationId xmlns:a16="http://schemas.microsoft.com/office/drawing/2014/main" id="{F3DB6D8B-BB00-4F78-B3E3-4DDDCEFCB2FE}"/>
                </a:ext>
              </a:extLst>
            </p:cNvPr>
            <p:cNvCxnSpPr>
              <a:cxnSpLocks noChangeShapeType="1"/>
              <a:stCxn id="133" idx="4"/>
              <a:endCxn id="130" idx="0"/>
            </p:cNvCxnSpPr>
            <p:nvPr/>
          </p:nvCxnSpPr>
          <p:spPr bwMode="auto">
            <a:xfrm>
              <a:off x="56007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1" name="AutoShape 32">
              <a:extLst>
                <a:ext uri="{FF2B5EF4-FFF2-40B4-BE49-F238E27FC236}">
                  <a16:creationId xmlns:a16="http://schemas.microsoft.com/office/drawing/2014/main" id="{A149F11D-1A95-475B-B1D4-757A9A17D5F6}"/>
                </a:ext>
              </a:extLst>
            </p:cNvPr>
            <p:cNvCxnSpPr>
              <a:cxnSpLocks noChangeShapeType="1"/>
              <a:stCxn id="125" idx="4"/>
              <a:endCxn id="136" idx="0"/>
            </p:cNvCxnSpPr>
            <p:nvPr/>
          </p:nvCxnSpPr>
          <p:spPr bwMode="auto">
            <a:xfrm>
              <a:off x="7658100" y="4692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2" name="Text Box 33">
              <a:extLst>
                <a:ext uri="{FF2B5EF4-FFF2-40B4-BE49-F238E27FC236}">
                  <a16:creationId xmlns:a16="http://schemas.microsoft.com/office/drawing/2014/main" id="{7B0AE70F-F7E1-42EA-8871-7A4D4B68D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762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3" name="Text Box 34">
              <a:extLst>
                <a:ext uri="{FF2B5EF4-FFF2-40B4-BE49-F238E27FC236}">
                  <a16:creationId xmlns:a16="http://schemas.microsoft.com/office/drawing/2014/main" id="{08592FEA-1DA2-4706-BB8D-0C866484B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24384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4" name="Text Box 35">
              <a:extLst>
                <a:ext uri="{FF2B5EF4-FFF2-40B4-BE49-F238E27FC236}">
                  <a16:creationId xmlns:a16="http://schemas.microsoft.com/office/drawing/2014/main" id="{30F85BC5-FA90-45B4-AC2F-9DECD75E5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650" y="23622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5" name="Text Box 36">
              <a:extLst>
                <a:ext uri="{FF2B5EF4-FFF2-40B4-BE49-F238E27FC236}">
                  <a16:creationId xmlns:a16="http://schemas.microsoft.com/office/drawing/2014/main" id="{F26CF3FE-BD19-46D9-9C92-A55CFBBF4C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650" y="1143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6" name="Text Box 37">
              <a:extLst>
                <a:ext uri="{FF2B5EF4-FFF2-40B4-BE49-F238E27FC236}">
                  <a16:creationId xmlns:a16="http://schemas.microsoft.com/office/drawing/2014/main" id="{74604623-488A-402F-BEBF-C8777B5B5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40386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7" name="Text Box 38">
              <a:extLst>
                <a:ext uri="{FF2B5EF4-FFF2-40B4-BE49-F238E27FC236}">
                  <a16:creationId xmlns:a16="http://schemas.microsoft.com/office/drawing/2014/main" id="{A01C92B4-691D-4028-B796-AF98D0030F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8050" y="10668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8" name="Text Box 39">
              <a:extLst>
                <a:ext uri="{FF2B5EF4-FFF2-40B4-BE49-F238E27FC236}">
                  <a16:creationId xmlns:a16="http://schemas.microsoft.com/office/drawing/2014/main" id="{BBF4B298-CAF8-4E12-B3DD-FF27291E73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5715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59" name="Text Box 40">
              <a:extLst>
                <a:ext uri="{FF2B5EF4-FFF2-40B4-BE49-F238E27FC236}">
                  <a16:creationId xmlns:a16="http://schemas.microsoft.com/office/drawing/2014/main" id="{DA9EC062-B7FD-4A82-986F-A0C60D572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6850" y="5715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60" name="Text Box 41">
              <a:extLst>
                <a:ext uri="{FF2B5EF4-FFF2-40B4-BE49-F238E27FC236}">
                  <a16:creationId xmlns:a16="http://schemas.microsoft.com/office/drawing/2014/main" id="{9D01840E-C8B3-462A-8B9D-F1D88DF1F9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850" y="3429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61" name="Text Box 42">
              <a:extLst>
                <a:ext uri="{FF2B5EF4-FFF2-40B4-BE49-F238E27FC236}">
                  <a16:creationId xmlns:a16="http://schemas.microsoft.com/office/drawing/2014/main" id="{5AAF6AB9-9058-4A68-A838-6761576C2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4250" y="24384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62" name="Text Box 43">
              <a:extLst>
                <a:ext uri="{FF2B5EF4-FFF2-40B4-BE49-F238E27FC236}">
                  <a16:creationId xmlns:a16="http://schemas.microsoft.com/office/drawing/2014/main" id="{71FE5398-7EC5-428C-9DCC-6D99F6A6D9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762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63" name="Text Box 44">
              <a:extLst>
                <a:ext uri="{FF2B5EF4-FFF2-40B4-BE49-F238E27FC236}">
                  <a16:creationId xmlns:a16="http://schemas.microsoft.com/office/drawing/2014/main" id="{D6C54D5B-EBA9-4423-BB38-69E5AE5367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0386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64" name="Text Box 45">
              <a:extLst>
                <a:ext uri="{FF2B5EF4-FFF2-40B4-BE49-F238E27FC236}">
                  <a16:creationId xmlns:a16="http://schemas.microsoft.com/office/drawing/2014/main" id="{3FB0E4FE-339C-420C-B8A3-6F5581A27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40386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65" name="Text Box 46">
              <a:extLst>
                <a:ext uri="{FF2B5EF4-FFF2-40B4-BE49-F238E27FC236}">
                  <a16:creationId xmlns:a16="http://schemas.microsoft.com/office/drawing/2014/main" id="{19ABAE2B-C190-477E-8EC4-CAF79817AA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24384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66" name="Text Box 47">
              <a:extLst>
                <a:ext uri="{FF2B5EF4-FFF2-40B4-BE49-F238E27FC236}">
                  <a16:creationId xmlns:a16="http://schemas.microsoft.com/office/drawing/2014/main" id="{9976D8B2-834F-4DC0-BC59-879ACDEF3E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54102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67" name="Text Box 48">
              <a:extLst>
                <a:ext uri="{FF2B5EF4-FFF2-40B4-BE49-F238E27FC236}">
                  <a16:creationId xmlns:a16="http://schemas.microsoft.com/office/drawing/2014/main" id="{DE9E55CB-A1D6-4AE2-9853-3A8871833A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5715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00402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BFS: Algorithm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2B5CB1-E550-4D5E-8B54-60BDA8F78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526942"/>
            <a:ext cx="2932899" cy="44624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4F07758B-B65F-47C0-B051-6A5FA8C5D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371600"/>
            <a:ext cx="5638800" cy="4665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 algn="just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Node is u</a:t>
            </a:r>
          </a:p>
          <a:p>
            <a:pPr marL="457200" indent="-457200" algn="just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u has </a:t>
            </a:r>
          </a:p>
          <a:p>
            <a:pPr marL="1200150" lvl="1" indent="-457200" algn="just">
              <a:lnSpc>
                <a:spcPct val="9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(WHITE, GRAY, BLACK)</a:t>
            </a:r>
          </a:p>
          <a:p>
            <a:pPr marL="1200150" lvl="1" indent="-457200" algn="just">
              <a:lnSpc>
                <a:spcPct val="9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– Distance of Node from s</a:t>
            </a:r>
          </a:p>
          <a:p>
            <a:pPr marL="1200150" lvl="1" indent="-457200" algn="just">
              <a:lnSpc>
                <a:spcPct val="90000"/>
              </a:lnSpc>
            </a:pPr>
            <a:r>
              <a:rPr lang="el-G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Value of predecessor</a:t>
            </a:r>
          </a:p>
          <a:p>
            <a:pPr marL="1200150" lvl="1" indent="-457200" algn="just">
              <a:lnSpc>
                <a:spcPct val="90000"/>
              </a:lnSpc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nodes except the starting node, Initially set the values of nodes to </a:t>
            </a:r>
          </a:p>
          <a:p>
            <a:pPr marL="1200150" lvl="1" indent="-457200" algn="just">
              <a:lnSpc>
                <a:spcPct val="9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(WHITE)</a:t>
            </a:r>
          </a:p>
          <a:p>
            <a:pPr marL="1200150" lvl="1" indent="-457200" algn="just">
              <a:lnSpc>
                <a:spcPct val="9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– ∞</a:t>
            </a:r>
          </a:p>
          <a:p>
            <a:pPr marL="1200150" lvl="1" indent="-457200" algn="just">
              <a:lnSpc>
                <a:spcPct val="90000"/>
              </a:lnSpc>
            </a:pPr>
            <a:r>
              <a:rPr lang="el-G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NIL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Starting Node, Put it in Q and set the value of node to </a:t>
            </a:r>
          </a:p>
          <a:p>
            <a:pPr marL="1200150" lvl="1" indent="-457200" algn="just">
              <a:lnSpc>
                <a:spcPct val="9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(GRAY)</a:t>
            </a:r>
          </a:p>
          <a:p>
            <a:pPr marL="1200150" lvl="1" indent="-457200" algn="just">
              <a:lnSpc>
                <a:spcPct val="9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– 0</a:t>
            </a:r>
          </a:p>
          <a:p>
            <a:pPr marL="1200150" lvl="1" indent="-457200" algn="just">
              <a:lnSpc>
                <a:spcPct val="90000"/>
              </a:lnSpc>
            </a:pPr>
            <a:r>
              <a:rPr lang="el-G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NIL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5BB236-5386-4545-3911-D4E68F358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2074" y="0"/>
            <a:ext cx="2274627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0737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BFS: Algorithm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2B5CB1-E550-4D5E-8B54-60BDA8F78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2932899" cy="44624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4F07758B-B65F-47C0-B051-6A5FA8C5D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371600"/>
            <a:ext cx="5638800" cy="28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 algn="just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 Initially the Queue has only one element (Node) which is the starting Node</a:t>
            </a:r>
          </a:p>
          <a:p>
            <a:pPr marL="457200" indent="-457200" algn="just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there are elements in Queue</a:t>
            </a:r>
          </a:p>
          <a:p>
            <a:pPr marL="1200150" lvl="1" indent="-457200" algn="just">
              <a:lnSpc>
                <a:spcPct val="9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 out Node from queue</a:t>
            </a:r>
          </a:p>
          <a:p>
            <a:pPr marL="1200150" lvl="1" indent="-457200" algn="just">
              <a:lnSpc>
                <a:spcPct val="9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Node find all its Adjacent Nodes</a:t>
            </a:r>
          </a:p>
          <a:p>
            <a:pPr marL="1200150" lvl="1" indent="-457200" algn="just">
              <a:lnSpc>
                <a:spcPct val="9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these adjacent Nodes, if they have never been visited (WHITE) then Update their color (GRAY), d and </a:t>
            </a:r>
            <a:r>
              <a:rPr lang="el-G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and insert them all in the queue</a:t>
            </a:r>
          </a:p>
          <a:p>
            <a:pPr marL="1200150" lvl="1" indent="-457200" algn="just">
              <a:lnSpc>
                <a:spcPct val="9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the Node that is pulled out from Queue to be BLACK, that is Visited</a:t>
            </a:r>
          </a:p>
        </p:txBody>
      </p:sp>
    </p:spTree>
    <p:extLst>
      <p:ext uri="{BB962C8B-B14F-4D97-AF65-F5344CB8AC3E}">
        <p14:creationId xmlns:p14="http://schemas.microsoft.com/office/powerpoint/2010/main" val="27072861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BFS: Shortest Path Distance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4F07758B-B65F-47C0-B051-6A5FA8C5D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504349"/>
            <a:ext cx="8610600" cy="204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 algn="just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Distance from s to v given by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Ϩ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s,v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00150" lvl="1" indent="-457200" algn="just">
              <a:lnSpc>
                <a:spcPct val="9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given by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BFS Search</a:t>
            </a:r>
          </a:p>
          <a:p>
            <a:pPr marL="1200150" lvl="1" indent="-457200" algn="just">
              <a:lnSpc>
                <a:spcPct val="9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∞, it means that no path exist from s to v</a:t>
            </a:r>
          </a:p>
          <a:p>
            <a:pPr marL="457200" indent="-457200" algn="just">
              <a:lnSpc>
                <a:spcPct val="9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algorithm will print out the vertices on the shortest path from s to v, assuming that BFS has already computed a Breadth First Tree</a:t>
            </a:r>
          </a:p>
          <a:p>
            <a:pPr marL="1200150" lvl="1" indent="-457200" algn="just">
              <a:lnSpc>
                <a:spcPct val="90000"/>
              </a:lnSpc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3D7AF7-5A02-4258-9792-0B6CAA9E1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676900"/>
            <a:ext cx="4581525" cy="23050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20962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BFS: Complexity Analysis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8216AEE1-F603-42CC-979E-B1A6B7FD6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526942"/>
            <a:ext cx="5181600" cy="1809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 algn="just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Queuing time is O(V) and scanning all edges requires O(E)</a:t>
            </a:r>
          </a:p>
          <a:p>
            <a:pPr marL="457200" indent="-457200" algn="just">
              <a:lnSpc>
                <a:spcPct val="90000"/>
              </a:lnSpc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Overhead for initialization is O (V)</a:t>
            </a:r>
          </a:p>
          <a:p>
            <a:pPr marL="457200" indent="-457200" algn="just">
              <a:lnSpc>
                <a:spcPct val="90000"/>
              </a:lnSpc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total running time is O(V+E)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F36808-6854-487B-8146-E72C7AFC4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526942"/>
            <a:ext cx="2932899" cy="44624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918177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Tree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4F07758B-B65F-47C0-B051-6A5FA8C5D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467612"/>
            <a:ext cx="8153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 algn="just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Procedure BFS builds a breadth-first Tree as it searches the Graph</a:t>
            </a:r>
          </a:p>
          <a:p>
            <a:pPr marL="457200" indent="-457200" algn="just">
              <a:lnSpc>
                <a:spcPct val="9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Tree corresponds to the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(Predecessor) attributes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F9A116-2C01-4520-8DE7-C1BE97107A7A}"/>
              </a:ext>
            </a:extLst>
          </p:cNvPr>
          <p:cNvGrpSpPr/>
          <p:nvPr/>
        </p:nvGrpSpPr>
        <p:grpSpPr>
          <a:xfrm>
            <a:off x="457200" y="1524000"/>
            <a:ext cx="6096000" cy="3209371"/>
            <a:chOff x="685800" y="609600"/>
            <a:chExt cx="7772400" cy="5715000"/>
          </a:xfrm>
        </p:grpSpPr>
        <p:sp>
          <p:nvSpPr>
            <p:cNvPr id="9" name="Oval 2">
              <a:extLst>
                <a:ext uri="{FF2B5EF4-FFF2-40B4-BE49-F238E27FC236}">
                  <a16:creationId xmlns:a16="http://schemas.microsoft.com/office/drawing/2014/main" id="{B65E3EC5-9EB8-446D-91EB-72DFF97C5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609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</a:p>
          </p:txBody>
        </p:sp>
        <p:sp>
          <p:nvSpPr>
            <p:cNvPr id="10" name="Oval 3">
              <a:extLst>
                <a:ext uri="{FF2B5EF4-FFF2-40B4-BE49-F238E27FC236}">
                  <a16:creationId xmlns:a16="http://schemas.microsoft.com/office/drawing/2014/main" id="{75C9E985-B08F-4CEE-9C3F-B62C812E1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5562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O</a:t>
              </a:r>
            </a:p>
          </p:txBody>
        </p:sp>
        <p:sp>
          <p:nvSpPr>
            <p:cNvPr id="11" name="Oval 4">
              <a:extLst>
                <a:ext uri="{FF2B5EF4-FFF2-40B4-BE49-F238E27FC236}">
                  <a16:creationId xmlns:a16="http://schemas.microsoft.com/office/drawing/2014/main" id="{F1FEF77B-3B36-4998-A805-2FA0F969B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5562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N</a:t>
              </a:r>
            </a:p>
          </p:txBody>
        </p:sp>
        <p:sp>
          <p:nvSpPr>
            <p:cNvPr id="12" name="Oval 5">
              <a:extLst>
                <a:ext uri="{FF2B5EF4-FFF2-40B4-BE49-F238E27FC236}">
                  <a16:creationId xmlns:a16="http://schemas.microsoft.com/office/drawing/2014/main" id="{971D8620-4EAC-411F-B5D1-679FA34E4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562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M</a:t>
              </a:r>
            </a:p>
          </p:txBody>
        </p:sp>
        <p:sp>
          <p:nvSpPr>
            <p:cNvPr id="13" name="Oval 6">
              <a:extLst>
                <a:ext uri="{FF2B5EF4-FFF2-40B4-BE49-F238E27FC236}">
                  <a16:creationId xmlns:a16="http://schemas.microsoft.com/office/drawing/2014/main" id="{48D503F9-EACC-453A-95A8-19C3BDFE8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3911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Verdana" panose="020B0604030504040204" pitchFamily="34" charset="0"/>
                </a:rPr>
                <a:t>L</a:t>
              </a:r>
            </a:p>
          </p:txBody>
        </p:sp>
        <p:sp>
          <p:nvSpPr>
            <p:cNvPr id="14" name="Oval 7">
              <a:extLst>
                <a:ext uri="{FF2B5EF4-FFF2-40B4-BE49-F238E27FC236}">
                  <a16:creationId xmlns:a16="http://schemas.microsoft.com/office/drawing/2014/main" id="{0011CCE9-4EEE-446D-A047-896A344C0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911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K</a:t>
              </a:r>
            </a:p>
          </p:txBody>
        </p:sp>
        <p:sp>
          <p:nvSpPr>
            <p:cNvPr id="15" name="Oval 8">
              <a:extLst>
                <a:ext uri="{FF2B5EF4-FFF2-40B4-BE49-F238E27FC236}">
                  <a16:creationId xmlns:a16="http://schemas.microsoft.com/office/drawing/2014/main" id="{0D14C0DC-90F7-4EA2-A369-31ACA0087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3911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J</a:t>
              </a:r>
            </a:p>
          </p:txBody>
        </p:sp>
        <p:sp>
          <p:nvSpPr>
            <p:cNvPr id="16" name="Oval 9">
              <a:extLst>
                <a:ext uri="{FF2B5EF4-FFF2-40B4-BE49-F238E27FC236}">
                  <a16:creationId xmlns:a16="http://schemas.microsoft.com/office/drawing/2014/main" id="{223D76A2-02EB-4A91-BE91-9DB29FBBF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2260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E</a:t>
              </a:r>
            </a:p>
          </p:txBody>
        </p:sp>
        <p:sp>
          <p:nvSpPr>
            <p:cNvPr id="17" name="Oval 10">
              <a:extLst>
                <a:ext uri="{FF2B5EF4-FFF2-40B4-BE49-F238E27FC236}">
                  <a16:creationId xmlns:a16="http://schemas.microsoft.com/office/drawing/2014/main" id="{2CB497C6-2224-4243-8E89-37ED05EDC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2260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F</a:t>
              </a:r>
            </a:p>
          </p:txBody>
        </p:sp>
        <p:sp>
          <p:nvSpPr>
            <p:cNvPr id="18" name="Oval 11">
              <a:extLst>
                <a:ext uri="{FF2B5EF4-FFF2-40B4-BE49-F238E27FC236}">
                  <a16:creationId xmlns:a16="http://schemas.microsoft.com/office/drawing/2014/main" id="{52A81E2B-CD3E-4F49-A468-A0D8026CC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260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G</a:t>
              </a:r>
            </a:p>
          </p:txBody>
        </p:sp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D970DE5D-2745-4E4E-B9CF-E985A75F4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2260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H</a:t>
              </a:r>
            </a:p>
          </p:txBody>
        </p:sp>
        <p:sp>
          <p:nvSpPr>
            <p:cNvPr id="20" name="Oval 13">
              <a:extLst>
                <a:ext uri="{FF2B5EF4-FFF2-40B4-BE49-F238E27FC236}">
                  <a16:creationId xmlns:a16="http://schemas.microsoft.com/office/drawing/2014/main" id="{15CC01AF-10BC-432A-9A57-2B130D575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609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D</a:t>
              </a:r>
            </a:p>
          </p:txBody>
        </p:sp>
        <p:sp>
          <p:nvSpPr>
            <p:cNvPr id="21" name="Oval 14">
              <a:extLst>
                <a:ext uri="{FF2B5EF4-FFF2-40B4-BE49-F238E27FC236}">
                  <a16:creationId xmlns:a16="http://schemas.microsoft.com/office/drawing/2014/main" id="{51962C6B-D5F6-4744-835B-9D14141DF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609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C</a:t>
              </a:r>
            </a:p>
          </p:txBody>
        </p:sp>
        <p:sp>
          <p:nvSpPr>
            <p:cNvPr id="22" name="Oval 15">
              <a:extLst>
                <a:ext uri="{FF2B5EF4-FFF2-40B4-BE49-F238E27FC236}">
                  <a16:creationId xmlns:a16="http://schemas.microsoft.com/office/drawing/2014/main" id="{175DBF7B-6C85-45E8-8A7F-9045EFC66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609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B</a:t>
              </a:r>
            </a:p>
          </p:txBody>
        </p:sp>
        <p:sp>
          <p:nvSpPr>
            <p:cNvPr id="23" name="Oval 16">
              <a:extLst>
                <a:ext uri="{FF2B5EF4-FFF2-40B4-BE49-F238E27FC236}">
                  <a16:creationId xmlns:a16="http://schemas.microsoft.com/office/drawing/2014/main" id="{01FAFC47-AE05-49F5-83F0-07013552D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911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I</a:t>
              </a:r>
            </a:p>
          </p:txBody>
        </p:sp>
        <p:sp>
          <p:nvSpPr>
            <p:cNvPr id="24" name="Oval 17">
              <a:extLst>
                <a:ext uri="{FF2B5EF4-FFF2-40B4-BE49-F238E27FC236}">
                  <a16:creationId xmlns:a16="http://schemas.microsoft.com/office/drawing/2014/main" id="{ED530221-D6BF-4AE9-9549-66D898362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5562600"/>
              <a:ext cx="6858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Verdana" panose="020B0604030504040204" pitchFamily="34" charset="0"/>
                </a:rPr>
                <a:t>P</a:t>
              </a:r>
            </a:p>
          </p:txBody>
        </p:sp>
        <p:cxnSp>
          <p:nvCxnSpPr>
            <p:cNvPr id="25" name="AutoShape 18">
              <a:extLst>
                <a:ext uri="{FF2B5EF4-FFF2-40B4-BE49-F238E27FC236}">
                  <a16:creationId xmlns:a16="http://schemas.microsoft.com/office/drawing/2014/main" id="{F58BC13F-585D-44F1-AD20-40CDED342410}"/>
                </a:ext>
              </a:extLst>
            </p:cNvPr>
            <p:cNvCxnSpPr>
              <a:cxnSpLocks noChangeShapeType="1"/>
              <a:stCxn id="9" idx="5"/>
              <a:endCxn id="17" idx="1"/>
            </p:cNvCxnSpPr>
            <p:nvPr/>
          </p:nvCxnSpPr>
          <p:spPr bwMode="auto">
            <a:xfrm>
              <a:off x="1728788" y="1279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AutoShape 19">
              <a:extLst>
                <a:ext uri="{FF2B5EF4-FFF2-40B4-BE49-F238E27FC236}">
                  <a16:creationId xmlns:a16="http://schemas.microsoft.com/office/drawing/2014/main" id="{5C07AE59-89A7-4982-B5CF-DDFCFB978D11}"/>
                </a:ext>
              </a:extLst>
            </p:cNvPr>
            <p:cNvCxnSpPr>
              <a:cxnSpLocks noChangeShapeType="1"/>
              <a:stCxn id="21" idx="6"/>
              <a:endCxn id="20" idx="2"/>
            </p:cNvCxnSpPr>
            <p:nvPr/>
          </p:nvCxnSpPr>
          <p:spPr bwMode="auto">
            <a:xfrm>
              <a:off x="59626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AutoShape 20">
              <a:extLst>
                <a:ext uri="{FF2B5EF4-FFF2-40B4-BE49-F238E27FC236}">
                  <a16:creationId xmlns:a16="http://schemas.microsoft.com/office/drawing/2014/main" id="{614CAE1F-D5FE-4994-B94E-B2A7B841AEA0}"/>
                </a:ext>
              </a:extLst>
            </p:cNvPr>
            <p:cNvCxnSpPr>
              <a:cxnSpLocks noChangeShapeType="1"/>
              <a:stCxn id="23" idx="6"/>
              <a:endCxn id="15" idx="2"/>
            </p:cNvCxnSpPr>
            <p:nvPr/>
          </p:nvCxnSpPr>
          <p:spPr bwMode="auto">
            <a:xfrm>
              <a:off x="1847850" y="4292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AutoShape 21">
              <a:extLst>
                <a:ext uri="{FF2B5EF4-FFF2-40B4-BE49-F238E27FC236}">
                  <a16:creationId xmlns:a16="http://schemas.microsoft.com/office/drawing/2014/main" id="{60886CD8-463C-492D-A82D-0AC8F9EDE8FB}"/>
                </a:ext>
              </a:extLst>
            </p:cNvPr>
            <p:cNvCxnSpPr>
              <a:cxnSpLocks noChangeShapeType="1"/>
              <a:stCxn id="22" idx="6"/>
              <a:endCxn id="21" idx="2"/>
            </p:cNvCxnSpPr>
            <p:nvPr/>
          </p:nvCxnSpPr>
          <p:spPr bwMode="auto">
            <a:xfrm>
              <a:off x="39052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AutoShape 22">
              <a:extLst>
                <a:ext uri="{FF2B5EF4-FFF2-40B4-BE49-F238E27FC236}">
                  <a16:creationId xmlns:a16="http://schemas.microsoft.com/office/drawing/2014/main" id="{6C5C15AB-CBF3-4BDA-97F7-4D3B02490351}"/>
                </a:ext>
              </a:extLst>
            </p:cNvPr>
            <p:cNvCxnSpPr>
              <a:cxnSpLocks noChangeShapeType="1"/>
              <a:stCxn id="9" idx="6"/>
              <a:endCxn id="22" idx="2"/>
            </p:cNvCxnSpPr>
            <p:nvPr/>
          </p:nvCxnSpPr>
          <p:spPr bwMode="auto">
            <a:xfrm>
              <a:off x="1847850" y="990600"/>
              <a:ext cx="1333500" cy="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AutoShape 23">
              <a:extLst>
                <a:ext uri="{FF2B5EF4-FFF2-40B4-BE49-F238E27FC236}">
                  <a16:creationId xmlns:a16="http://schemas.microsoft.com/office/drawing/2014/main" id="{9D66AACB-B4EE-4F78-B06D-BED531B937DB}"/>
                </a:ext>
              </a:extLst>
            </p:cNvPr>
            <p:cNvCxnSpPr>
              <a:cxnSpLocks noChangeShapeType="1"/>
              <a:stCxn id="18" idx="5"/>
              <a:endCxn id="13" idx="1"/>
            </p:cNvCxnSpPr>
            <p:nvPr/>
          </p:nvCxnSpPr>
          <p:spPr bwMode="auto">
            <a:xfrm>
              <a:off x="5843588" y="2930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AutoShape 24">
              <a:extLst>
                <a:ext uri="{FF2B5EF4-FFF2-40B4-BE49-F238E27FC236}">
                  <a16:creationId xmlns:a16="http://schemas.microsoft.com/office/drawing/2014/main" id="{FB03B72E-2211-4128-B9B3-CF2B6247768F}"/>
                </a:ext>
              </a:extLst>
            </p:cNvPr>
            <p:cNvCxnSpPr>
              <a:cxnSpLocks noChangeShapeType="1"/>
              <a:stCxn id="23" idx="5"/>
              <a:endCxn id="11" idx="1"/>
            </p:cNvCxnSpPr>
            <p:nvPr/>
          </p:nvCxnSpPr>
          <p:spPr bwMode="auto">
            <a:xfrm>
              <a:off x="1728788" y="4581525"/>
              <a:ext cx="1571625" cy="107315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AutoShape 25">
              <a:extLst>
                <a:ext uri="{FF2B5EF4-FFF2-40B4-BE49-F238E27FC236}">
                  <a16:creationId xmlns:a16="http://schemas.microsoft.com/office/drawing/2014/main" id="{FEB390B4-C2F6-42B0-93FD-FB9371A850DD}"/>
                </a:ext>
              </a:extLst>
            </p:cNvPr>
            <p:cNvCxnSpPr>
              <a:cxnSpLocks noChangeShapeType="1"/>
              <a:stCxn id="23" idx="4"/>
              <a:endCxn id="12" idx="0"/>
            </p:cNvCxnSpPr>
            <p:nvPr/>
          </p:nvCxnSpPr>
          <p:spPr bwMode="auto">
            <a:xfrm>
              <a:off x="1485900" y="4692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AutoShape 26">
              <a:extLst>
                <a:ext uri="{FF2B5EF4-FFF2-40B4-BE49-F238E27FC236}">
                  <a16:creationId xmlns:a16="http://schemas.microsoft.com/office/drawing/2014/main" id="{3B06D457-58A5-4886-BB02-1EA80B2D3DD3}"/>
                </a:ext>
              </a:extLst>
            </p:cNvPr>
            <p:cNvCxnSpPr>
              <a:cxnSpLocks noChangeShapeType="1"/>
              <a:stCxn id="16" idx="4"/>
              <a:endCxn id="23" idx="0"/>
            </p:cNvCxnSpPr>
            <p:nvPr/>
          </p:nvCxnSpPr>
          <p:spPr bwMode="auto">
            <a:xfrm>
              <a:off x="1485900" y="3041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AutoShape 27">
              <a:extLst>
                <a:ext uri="{FF2B5EF4-FFF2-40B4-BE49-F238E27FC236}">
                  <a16:creationId xmlns:a16="http://schemas.microsoft.com/office/drawing/2014/main" id="{09C171CD-3127-4817-8027-638E0B1B551A}"/>
                </a:ext>
              </a:extLst>
            </p:cNvPr>
            <p:cNvCxnSpPr>
              <a:cxnSpLocks noChangeShapeType="1"/>
              <a:stCxn id="9" idx="4"/>
              <a:endCxn id="16" idx="0"/>
            </p:cNvCxnSpPr>
            <p:nvPr/>
          </p:nvCxnSpPr>
          <p:spPr bwMode="auto">
            <a:xfrm>
              <a:off x="14859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AutoShape 28">
              <a:extLst>
                <a:ext uri="{FF2B5EF4-FFF2-40B4-BE49-F238E27FC236}">
                  <a16:creationId xmlns:a16="http://schemas.microsoft.com/office/drawing/2014/main" id="{A9A5136A-26D5-4D7E-988E-8F4DBA5E1C1A}"/>
                </a:ext>
              </a:extLst>
            </p:cNvPr>
            <p:cNvCxnSpPr>
              <a:cxnSpLocks noChangeShapeType="1"/>
              <a:stCxn id="19" idx="0"/>
              <a:endCxn id="20" idx="4"/>
            </p:cNvCxnSpPr>
            <p:nvPr/>
          </p:nvCxnSpPr>
          <p:spPr bwMode="auto">
            <a:xfrm flipV="1">
              <a:off x="76581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AutoShape 29">
              <a:extLst>
                <a:ext uri="{FF2B5EF4-FFF2-40B4-BE49-F238E27FC236}">
                  <a16:creationId xmlns:a16="http://schemas.microsoft.com/office/drawing/2014/main" id="{0D7830A7-FCE0-4A7A-AB36-9F5BCDFBEA66}"/>
                </a:ext>
              </a:extLst>
            </p:cNvPr>
            <p:cNvCxnSpPr>
              <a:cxnSpLocks noChangeShapeType="1"/>
              <a:stCxn id="18" idx="4"/>
              <a:endCxn id="14" idx="0"/>
            </p:cNvCxnSpPr>
            <p:nvPr/>
          </p:nvCxnSpPr>
          <p:spPr bwMode="auto">
            <a:xfrm>
              <a:off x="5600700" y="3041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AutoShape 30">
              <a:extLst>
                <a:ext uri="{FF2B5EF4-FFF2-40B4-BE49-F238E27FC236}">
                  <a16:creationId xmlns:a16="http://schemas.microsoft.com/office/drawing/2014/main" id="{AF2B6DDE-35B6-4021-A40D-CB760498987F}"/>
                </a:ext>
              </a:extLst>
            </p:cNvPr>
            <p:cNvCxnSpPr>
              <a:cxnSpLocks noChangeShapeType="1"/>
              <a:stCxn id="14" idx="4"/>
              <a:endCxn id="10" idx="0"/>
            </p:cNvCxnSpPr>
            <p:nvPr/>
          </p:nvCxnSpPr>
          <p:spPr bwMode="auto">
            <a:xfrm>
              <a:off x="5600700" y="4692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AutoShape 31">
              <a:extLst>
                <a:ext uri="{FF2B5EF4-FFF2-40B4-BE49-F238E27FC236}">
                  <a16:creationId xmlns:a16="http://schemas.microsoft.com/office/drawing/2014/main" id="{D8521EA0-39E9-41FA-A1F6-409A9A7C13E9}"/>
                </a:ext>
              </a:extLst>
            </p:cNvPr>
            <p:cNvCxnSpPr>
              <a:cxnSpLocks noChangeShapeType="1"/>
              <a:stCxn id="21" idx="4"/>
              <a:endCxn id="18" idx="0"/>
            </p:cNvCxnSpPr>
            <p:nvPr/>
          </p:nvCxnSpPr>
          <p:spPr bwMode="auto">
            <a:xfrm>
              <a:off x="5600700" y="1390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AutoShape 32">
              <a:extLst>
                <a:ext uri="{FF2B5EF4-FFF2-40B4-BE49-F238E27FC236}">
                  <a16:creationId xmlns:a16="http://schemas.microsoft.com/office/drawing/2014/main" id="{E5CF43AF-D19B-40BF-930D-7FB943A1CAE7}"/>
                </a:ext>
              </a:extLst>
            </p:cNvPr>
            <p:cNvCxnSpPr>
              <a:cxnSpLocks noChangeShapeType="1"/>
              <a:stCxn id="13" idx="4"/>
              <a:endCxn id="24" idx="0"/>
            </p:cNvCxnSpPr>
            <p:nvPr/>
          </p:nvCxnSpPr>
          <p:spPr bwMode="auto">
            <a:xfrm>
              <a:off x="7658100" y="4692650"/>
              <a:ext cx="0" cy="850900"/>
            </a:xfrm>
            <a:prstGeom prst="straightConnector1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0" name="Text Box 33">
              <a:extLst>
                <a:ext uri="{FF2B5EF4-FFF2-40B4-BE49-F238E27FC236}">
                  <a16:creationId xmlns:a16="http://schemas.microsoft.com/office/drawing/2014/main" id="{9023DF35-E8AA-4C15-9BB2-452F5C2F4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762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1" name="Text Box 34">
              <a:extLst>
                <a:ext uri="{FF2B5EF4-FFF2-40B4-BE49-F238E27FC236}">
                  <a16:creationId xmlns:a16="http://schemas.microsoft.com/office/drawing/2014/main" id="{4B001527-813F-4CA5-9A2E-4545953600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24384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2" name="Text Box 35">
              <a:extLst>
                <a:ext uri="{FF2B5EF4-FFF2-40B4-BE49-F238E27FC236}">
                  <a16:creationId xmlns:a16="http://schemas.microsoft.com/office/drawing/2014/main" id="{A024CD6A-04F6-4AAC-8B7B-45A7BEF41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650" y="23622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3" name="Text Box 36">
              <a:extLst>
                <a:ext uri="{FF2B5EF4-FFF2-40B4-BE49-F238E27FC236}">
                  <a16:creationId xmlns:a16="http://schemas.microsoft.com/office/drawing/2014/main" id="{C4C03DD6-F0E8-4ABE-B9A5-09A3747B7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650" y="1143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4" name="Text Box 37">
              <a:extLst>
                <a:ext uri="{FF2B5EF4-FFF2-40B4-BE49-F238E27FC236}">
                  <a16:creationId xmlns:a16="http://schemas.microsoft.com/office/drawing/2014/main" id="{3AA327CF-791E-4CEE-9ECE-0C6134A7D4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40386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5" name="Text Box 38">
              <a:extLst>
                <a:ext uri="{FF2B5EF4-FFF2-40B4-BE49-F238E27FC236}">
                  <a16:creationId xmlns:a16="http://schemas.microsoft.com/office/drawing/2014/main" id="{1CCCE114-3255-497B-8807-6C28BD084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8050" y="10668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6" name="Text Box 39">
              <a:extLst>
                <a:ext uri="{FF2B5EF4-FFF2-40B4-BE49-F238E27FC236}">
                  <a16:creationId xmlns:a16="http://schemas.microsoft.com/office/drawing/2014/main" id="{E6B83B7A-0F5E-4120-B147-60B3292322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5715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7" name="Text Box 40">
              <a:extLst>
                <a:ext uri="{FF2B5EF4-FFF2-40B4-BE49-F238E27FC236}">
                  <a16:creationId xmlns:a16="http://schemas.microsoft.com/office/drawing/2014/main" id="{747D12FA-3C58-40AD-97B0-E67772FEA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6850" y="5715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8" name="Text Box 41">
              <a:extLst>
                <a:ext uri="{FF2B5EF4-FFF2-40B4-BE49-F238E27FC236}">
                  <a16:creationId xmlns:a16="http://schemas.microsoft.com/office/drawing/2014/main" id="{3C3E105A-2916-4E6E-AB76-52CAEEA35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850" y="3429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9" name="Text Box 42">
              <a:extLst>
                <a:ext uri="{FF2B5EF4-FFF2-40B4-BE49-F238E27FC236}">
                  <a16:creationId xmlns:a16="http://schemas.microsoft.com/office/drawing/2014/main" id="{B9648187-E5EC-46B8-8A79-36F68A2AF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4250" y="24384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" name="Text Box 43">
              <a:extLst>
                <a:ext uri="{FF2B5EF4-FFF2-40B4-BE49-F238E27FC236}">
                  <a16:creationId xmlns:a16="http://schemas.microsoft.com/office/drawing/2014/main" id="{094767CD-9BC6-4D7A-9009-C4E714DA2D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762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1" name="Text Box 44">
              <a:extLst>
                <a:ext uri="{FF2B5EF4-FFF2-40B4-BE49-F238E27FC236}">
                  <a16:creationId xmlns:a16="http://schemas.microsoft.com/office/drawing/2014/main" id="{DBE668A9-443B-4466-8692-15AD810B2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0386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2" name="Text Box 45">
              <a:extLst>
                <a:ext uri="{FF2B5EF4-FFF2-40B4-BE49-F238E27FC236}">
                  <a16:creationId xmlns:a16="http://schemas.microsoft.com/office/drawing/2014/main" id="{0FC94EFF-EB13-4FA0-8BC8-5420DEF0C8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40386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3" name="Text Box 46">
              <a:extLst>
                <a:ext uri="{FF2B5EF4-FFF2-40B4-BE49-F238E27FC236}">
                  <a16:creationId xmlns:a16="http://schemas.microsoft.com/office/drawing/2014/main" id="{2FB8D14B-3609-456B-86AB-61AE7B9BEE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24384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" name="Text Box 47">
              <a:extLst>
                <a:ext uri="{FF2B5EF4-FFF2-40B4-BE49-F238E27FC236}">
                  <a16:creationId xmlns:a16="http://schemas.microsoft.com/office/drawing/2014/main" id="{32C7D6B4-CB81-4BE0-9449-5748EBC78D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54102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5" name="Text Box 48">
              <a:extLst>
                <a:ext uri="{FF2B5EF4-FFF2-40B4-BE49-F238E27FC236}">
                  <a16:creationId xmlns:a16="http://schemas.microsoft.com/office/drawing/2014/main" id="{66D44F19-D511-4CD4-9026-A0AA40ADB1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650" y="5715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77723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Search First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BFF1594D-02C2-4F01-8685-960A5D3A9867}"/>
              </a:ext>
            </a:extLst>
          </p:cNvPr>
          <p:cNvSpPr txBox="1">
            <a:spLocks noChangeArrowheads="1"/>
          </p:cNvSpPr>
          <p:nvPr/>
        </p:nvSpPr>
        <p:spPr>
          <a:xfrm>
            <a:off x="288587" y="1441690"/>
            <a:ext cx="8229600" cy="42733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just">
              <a:lnSpc>
                <a:spcPct val="9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DFS follows the following rules: </a:t>
            </a:r>
          </a:p>
          <a:p>
            <a:pPr marL="914400" lvl="1" indent="-457200" algn="just">
              <a:buFontTx/>
              <a:buAutoNum type="arabicPeriod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an unvisited node x, visit it, and treat as the current node </a:t>
            </a:r>
          </a:p>
          <a:p>
            <a:pPr marL="914400" lvl="1" indent="-457200" algn="just">
              <a:buFontTx/>
              <a:buAutoNum type="arabicPeriod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an unvisited neighbor of the current node, visit it, and make it the new current node; </a:t>
            </a:r>
          </a:p>
          <a:p>
            <a:pPr marL="914400" lvl="1" indent="-457200" algn="just">
              <a:buFontTx/>
              <a:buAutoNum type="arabicPeriod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current node has no unvisited neighbors, backtrack to the its parent, and make that parent the new current node; </a:t>
            </a:r>
          </a:p>
          <a:p>
            <a:pPr marL="914400" lvl="1" indent="-457200" algn="just">
              <a:buFontTx/>
              <a:buAutoNum type="arabicPeriod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steps 3 and 4 until no more nodes can be visited. </a:t>
            </a:r>
          </a:p>
          <a:p>
            <a:pPr marL="914400" lvl="1" indent="-457200" algn="just">
              <a:buFontTx/>
              <a:buAutoNum type="arabicPeriod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are still unvisited nodes, repeat from step 1. </a:t>
            </a:r>
          </a:p>
          <a:p>
            <a:pPr marL="914400" lvl="1" indent="-457200" algn="just">
              <a:buFontTx/>
              <a:buAutoNum type="arabicPeriod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Tx/>
              <a:buAutoNum type="arabicPeriod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-457200" algn="just">
              <a:lnSpc>
                <a:spcPct val="9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DFS Color Scheme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Vertices initially colored white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colored gray when discovered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black when finished</a:t>
            </a:r>
          </a:p>
          <a:p>
            <a:pPr marL="514350" indent="-457200" algn="just">
              <a:buFontTx/>
              <a:buAutoNum type="arabicPeriod"/>
            </a:pP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Tx/>
              <a:buAutoNum type="arabicPeriod"/>
            </a:pP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Tx/>
              <a:buAutoNum type="arabicPeriod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5288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40</a:t>
            </a:fld>
            <a:endParaRPr lang="en-US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C56D227-4EB7-4B00-820E-C94AEB8435C9}"/>
              </a:ext>
            </a:extLst>
          </p:cNvPr>
          <p:cNvGrpSpPr/>
          <p:nvPr/>
        </p:nvGrpSpPr>
        <p:grpSpPr>
          <a:xfrm>
            <a:off x="5828151" y="1637047"/>
            <a:ext cx="2393950" cy="3616325"/>
            <a:chOff x="669925" y="1793875"/>
            <a:chExt cx="2393950" cy="3616325"/>
          </a:xfrm>
        </p:grpSpPr>
        <p:sp>
          <p:nvSpPr>
            <p:cNvPr id="41" name="Oval 44">
              <a:extLst>
                <a:ext uri="{FF2B5EF4-FFF2-40B4-BE49-F238E27FC236}">
                  <a16:creationId xmlns:a16="http://schemas.microsoft.com/office/drawing/2014/main" id="{CA76CE42-066F-4E03-853C-F017C30AD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2057400"/>
              <a:ext cx="166688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2" name="Oval 45">
              <a:extLst>
                <a:ext uri="{FF2B5EF4-FFF2-40B4-BE49-F238E27FC236}">
                  <a16:creationId xmlns:a16="http://schemas.microsoft.com/office/drawing/2014/main" id="{44A16C17-E06F-4B03-863D-14F35BA1C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2362200"/>
              <a:ext cx="166688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3" name="Oval 46">
              <a:extLst>
                <a:ext uri="{FF2B5EF4-FFF2-40B4-BE49-F238E27FC236}">
                  <a16:creationId xmlns:a16="http://schemas.microsoft.com/office/drawing/2014/main" id="{10880AFC-C70D-4575-9239-3D7246DD8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00" y="2743200"/>
              <a:ext cx="166688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4" name="Oval 47">
              <a:extLst>
                <a:ext uri="{FF2B5EF4-FFF2-40B4-BE49-F238E27FC236}">
                  <a16:creationId xmlns:a16="http://schemas.microsoft.com/office/drawing/2014/main" id="{8EA51363-7CD7-4C96-938B-12CF8B82E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0" y="3200400"/>
              <a:ext cx="166688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5" name="Oval 48">
              <a:extLst>
                <a:ext uri="{FF2B5EF4-FFF2-40B4-BE49-F238E27FC236}">
                  <a16:creationId xmlns:a16="http://schemas.microsoft.com/office/drawing/2014/main" id="{395E8C46-44FD-4FC0-885E-BB3FF04EA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3657600"/>
              <a:ext cx="166688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6" name="Oval 49">
              <a:extLst>
                <a:ext uri="{FF2B5EF4-FFF2-40B4-BE49-F238E27FC236}">
                  <a16:creationId xmlns:a16="http://schemas.microsoft.com/office/drawing/2014/main" id="{6E880DB4-F631-4769-B533-DE81C97EB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657600"/>
              <a:ext cx="166688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7" name="Oval 50">
              <a:extLst>
                <a:ext uri="{FF2B5EF4-FFF2-40B4-BE49-F238E27FC236}">
                  <a16:creationId xmlns:a16="http://schemas.microsoft.com/office/drawing/2014/main" id="{BE3DE05A-E129-475D-8641-06B98B7AC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4114800"/>
              <a:ext cx="166688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8" name="Oval 51">
              <a:extLst>
                <a:ext uri="{FF2B5EF4-FFF2-40B4-BE49-F238E27FC236}">
                  <a16:creationId xmlns:a16="http://schemas.microsoft.com/office/drawing/2014/main" id="{D32EF362-2826-4AB3-85B9-0B3AE76E0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4572000"/>
              <a:ext cx="166688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9" name="Oval 52">
              <a:extLst>
                <a:ext uri="{FF2B5EF4-FFF2-40B4-BE49-F238E27FC236}">
                  <a16:creationId xmlns:a16="http://schemas.microsoft.com/office/drawing/2014/main" id="{C55958C6-8EA3-4819-8AFE-C43A762EC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4114800"/>
              <a:ext cx="166688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0" name="Oval 53">
              <a:extLst>
                <a:ext uri="{FF2B5EF4-FFF2-40B4-BE49-F238E27FC236}">
                  <a16:creationId xmlns:a16="http://schemas.microsoft.com/office/drawing/2014/main" id="{A7E19868-2763-469B-98A7-3B05652D7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4572000"/>
              <a:ext cx="166688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1" name="Text Box 54">
              <a:extLst>
                <a:ext uri="{FF2B5EF4-FFF2-40B4-BE49-F238E27FC236}">
                  <a16:creationId xmlns:a16="http://schemas.microsoft.com/office/drawing/2014/main" id="{0265A302-2C71-4987-A701-C3F3EB3BAD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7325" y="179387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52" name="Text Box 55">
              <a:extLst>
                <a:ext uri="{FF2B5EF4-FFF2-40B4-BE49-F238E27FC236}">
                  <a16:creationId xmlns:a16="http://schemas.microsoft.com/office/drawing/2014/main" id="{4F24AFDE-8BE9-42AE-A009-30E6B327AF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22098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3" name="Text Box 56">
              <a:extLst>
                <a:ext uri="{FF2B5EF4-FFF2-40B4-BE49-F238E27FC236}">
                  <a16:creationId xmlns:a16="http://schemas.microsoft.com/office/drawing/2014/main" id="{608211B2-F95D-4BEC-9B1D-E97AC8B7D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25146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54" name="Line 57">
              <a:extLst>
                <a:ext uri="{FF2B5EF4-FFF2-40B4-BE49-F238E27FC236}">
                  <a16:creationId xmlns:a16="http://schemas.microsoft.com/office/drawing/2014/main" id="{B8E78CAC-49F2-44F8-9B3D-AFF8DA97E7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5000" y="24384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Line 58">
              <a:extLst>
                <a:ext uri="{FF2B5EF4-FFF2-40B4-BE49-F238E27FC236}">
                  <a16:creationId xmlns:a16="http://schemas.microsoft.com/office/drawing/2014/main" id="{1EF1BE49-1E37-4CE5-9611-4ED183B72D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62200" y="2133600"/>
              <a:ext cx="381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Text Box 59">
              <a:extLst>
                <a:ext uri="{FF2B5EF4-FFF2-40B4-BE49-F238E27FC236}">
                  <a16:creationId xmlns:a16="http://schemas.microsoft.com/office/drawing/2014/main" id="{DB515334-EA0D-46D8-A063-B4E21F6F80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200" y="29718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57" name="Text Box 60">
              <a:extLst>
                <a:ext uri="{FF2B5EF4-FFF2-40B4-BE49-F238E27FC236}">
                  <a16:creationId xmlns:a16="http://schemas.microsoft.com/office/drawing/2014/main" id="{F4F0F3F1-0446-42B5-A53E-50BB01EE8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35052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58" name="Line 61">
              <a:extLst>
                <a:ext uri="{FF2B5EF4-FFF2-40B4-BE49-F238E27FC236}">
                  <a16:creationId xmlns:a16="http://schemas.microsoft.com/office/drawing/2014/main" id="{DA91FD37-3A7E-4E89-88D8-20699A1A93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00200" y="2819400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Line 62">
              <a:extLst>
                <a:ext uri="{FF2B5EF4-FFF2-40B4-BE49-F238E27FC236}">
                  <a16:creationId xmlns:a16="http://schemas.microsoft.com/office/drawing/2014/main" id="{9456DBA8-F0BE-4E21-9053-6DC4830F6E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5400" y="32766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Oval 64">
              <a:extLst>
                <a:ext uri="{FF2B5EF4-FFF2-40B4-BE49-F238E27FC236}">
                  <a16:creationId xmlns:a16="http://schemas.microsoft.com/office/drawing/2014/main" id="{C8F48AB9-25F9-44F3-B91B-DC56FFDE3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114800"/>
              <a:ext cx="166688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1" name="Text Box 65">
              <a:extLst>
                <a:ext uri="{FF2B5EF4-FFF2-40B4-BE49-F238E27FC236}">
                  <a16:creationId xmlns:a16="http://schemas.microsoft.com/office/drawing/2014/main" id="{D9174092-5950-4CC7-84A4-9CC134FF85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925" y="415607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62" name="Line 66">
              <a:extLst>
                <a:ext uri="{FF2B5EF4-FFF2-40B4-BE49-F238E27FC236}">
                  <a16:creationId xmlns:a16="http://schemas.microsoft.com/office/drawing/2014/main" id="{80295785-8576-4453-97EA-2E6EDB67CE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0600" y="3733800"/>
              <a:ext cx="304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Text Box 67">
              <a:extLst>
                <a:ext uri="{FF2B5EF4-FFF2-40B4-BE49-F238E27FC236}">
                  <a16:creationId xmlns:a16="http://schemas.microsoft.com/office/drawing/2014/main" id="{B91496D8-40D7-45FF-A56E-D427C3493D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8125" y="392747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7</a:t>
              </a:r>
            </a:p>
          </p:txBody>
        </p:sp>
        <p:sp>
          <p:nvSpPr>
            <p:cNvPr id="64" name="Text Box 68">
              <a:extLst>
                <a:ext uri="{FF2B5EF4-FFF2-40B4-BE49-F238E27FC236}">
                  <a16:creationId xmlns:a16="http://schemas.microsoft.com/office/drawing/2014/main" id="{F564195A-AF39-479C-ADE9-B553B6BED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44196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8</a:t>
              </a:r>
            </a:p>
          </p:txBody>
        </p:sp>
        <p:sp>
          <p:nvSpPr>
            <p:cNvPr id="65" name="Line 70">
              <a:extLst>
                <a:ext uri="{FF2B5EF4-FFF2-40B4-BE49-F238E27FC236}">
                  <a16:creationId xmlns:a16="http://schemas.microsoft.com/office/drawing/2014/main" id="{C3CA3CAF-EC3D-4EF5-9916-082D37DEF2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5400" y="3733800"/>
              <a:ext cx="2286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Line 71">
              <a:extLst>
                <a:ext uri="{FF2B5EF4-FFF2-40B4-BE49-F238E27FC236}">
                  <a16:creationId xmlns:a16="http://schemas.microsoft.com/office/drawing/2014/main" id="{5E6B2B8D-FBA9-4F52-B097-D2C57C27C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000" y="41910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Text Box 72">
              <a:extLst>
                <a:ext uri="{FF2B5EF4-FFF2-40B4-BE49-F238E27FC236}">
                  <a16:creationId xmlns:a16="http://schemas.microsoft.com/office/drawing/2014/main" id="{AC8F361E-1D4B-47DA-B928-B1CFFC86B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6325" y="339407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9</a:t>
              </a:r>
            </a:p>
          </p:txBody>
        </p:sp>
        <p:sp>
          <p:nvSpPr>
            <p:cNvPr id="68" name="Text Box 73">
              <a:extLst>
                <a:ext uri="{FF2B5EF4-FFF2-40B4-BE49-F238E27FC236}">
                  <a16:creationId xmlns:a16="http://schemas.microsoft.com/office/drawing/2014/main" id="{73D6CC05-F017-4F39-ACFA-1EC95F78B7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38862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11</a:t>
              </a:r>
            </a:p>
          </p:txBody>
        </p:sp>
        <p:sp>
          <p:nvSpPr>
            <p:cNvPr id="69" name="Text Box 74">
              <a:extLst>
                <a:ext uri="{FF2B5EF4-FFF2-40B4-BE49-F238E27FC236}">
                  <a16:creationId xmlns:a16="http://schemas.microsoft.com/office/drawing/2014/main" id="{2FAF6081-E83C-41F3-830F-C378C0B409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600" y="44196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10</a:t>
              </a:r>
            </a:p>
          </p:txBody>
        </p:sp>
        <p:sp>
          <p:nvSpPr>
            <p:cNvPr id="70" name="Line 75">
              <a:extLst>
                <a:ext uri="{FF2B5EF4-FFF2-40B4-BE49-F238E27FC236}">
                  <a16:creationId xmlns:a16="http://schemas.microsoft.com/office/drawing/2014/main" id="{D306DC8A-CF6C-428B-AE43-F0105A762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0200" y="3276600"/>
              <a:ext cx="609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Line 76">
              <a:extLst>
                <a:ext uri="{FF2B5EF4-FFF2-40B4-BE49-F238E27FC236}">
                  <a16:creationId xmlns:a16="http://schemas.microsoft.com/office/drawing/2014/main" id="{E4139A1A-2809-44A3-92C3-B4E3FBBD0C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9800" y="3733800"/>
              <a:ext cx="152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Line 77">
              <a:extLst>
                <a:ext uri="{FF2B5EF4-FFF2-40B4-BE49-F238E27FC236}">
                  <a16:creationId xmlns:a16="http://schemas.microsoft.com/office/drawing/2014/main" id="{150F20C7-E701-44F0-8D19-D6E075BB76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400" y="4191000"/>
              <a:ext cx="76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Text Box 78">
              <a:extLst>
                <a:ext uri="{FF2B5EF4-FFF2-40B4-BE49-F238E27FC236}">
                  <a16:creationId xmlns:a16="http://schemas.microsoft.com/office/drawing/2014/main" id="{F69C83DB-CFB2-4572-9A63-AFD13D04D3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3000" y="4953000"/>
              <a:ext cx="1377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</a:rPr>
                <a:t>DFS Tree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3BAB6C5-89EE-44C8-B610-0F95D149ABDE}"/>
              </a:ext>
            </a:extLst>
          </p:cNvPr>
          <p:cNvGrpSpPr/>
          <p:nvPr/>
        </p:nvGrpSpPr>
        <p:grpSpPr>
          <a:xfrm>
            <a:off x="167601" y="1595772"/>
            <a:ext cx="4314825" cy="3417794"/>
            <a:chOff x="4098925" y="1371600"/>
            <a:chExt cx="4314825" cy="341779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D4E8498-56D5-462D-B635-35CBBDC27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9725" y="2328863"/>
              <a:ext cx="165100" cy="1285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4BCDD96-77D7-43DC-9D3B-B51E1674F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8863" y="1689100"/>
              <a:ext cx="165100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97D413A-8BEF-438D-B2AC-3DA5B2307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4425" y="3124200"/>
              <a:ext cx="165100" cy="1285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E405D64-BF0B-4599-B39E-4C935F216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3124200"/>
              <a:ext cx="166688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5524D6D-F337-4B53-82D6-644301D3D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4025" y="2265363"/>
              <a:ext cx="165100" cy="1285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2E2D650-08C8-4E24-9F2E-736AF9193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9325" y="1689100"/>
              <a:ext cx="165100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D44F629F-299D-45EF-8FB7-6510B543CD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8400" y="1752600"/>
              <a:ext cx="1106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725868E9-FC0C-46DF-866C-9062E84F6B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30850" y="2393950"/>
              <a:ext cx="2597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E57DA26E-074D-4CF3-B1BA-C89D57C4CD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30850" y="1752600"/>
              <a:ext cx="663575" cy="641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C89CB780-50EB-43E8-9AB8-9D23C68D98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0450" y="1752600"/>
              <a:ext cx="717550" cy="576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69365F78-D79F-4749-878F-79C8CA406E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3963" y="3225800"/>
              <a:ext cx="12160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266EF179-84DA-424C-A864-49D69A277B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8400" y="1752600"/>
              <a:ext cx="1825625" cy="576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6F13CD36-1F3C-4795-96E0-ADE3D1E679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95925" y="2451100"/>
              <a:ext cx="762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Oval 20">
              <a:extLst>
                <a:ext uri="{FF2B5EF4-FFF2-40B4-BE49-F238E27FC236}">
                  <a16:creationId xmlns:a16="http://schemas.microsoft.com/office/drawing/2014/main" id="{C6922968-64C4-4415-8B31-39E273AB9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3733800"/>
              <a:ext cx="166688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8A1748E8-DF1B-4FCB-B83C-8F6BC596D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4800" y="3581400"/>
              <a:ext cx="166688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1" name="Oval 22">
              <a:extLst>
                <a:ext uri="{FF2B5EF4-FFF2-40B4-BE49-F238E27FC236}">
                  <a16:creationId xmlns:a16="http://schemas.microsoft.com/office/drawing/2014/main" id="{8A36C367-6639-494F-B651-C9257A59F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2667000"/>
              <a:ext cx="166688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" name="Oval 23">
              <a:extLst>
                <a:ext uri="{FF2B5EF4-FFF2-40B4-BE49-F238E27FC236}">
                  <a16:creationId xmlns:a16="http://schemas.microsoft.com/office/drawing/2014/main" id="{BCE91303-5235-45DF-96DF-5882E7E9A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3200400"/>
              <a:ext cx="166688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" name="Oval 24">
              <a:extLst>
                <a:ext uri="{FF2B5EF4-FFF2-40B4-BE49-F238E27FC236}">
                  <a16:creationId xmlns:a16="http://schemas.microsoft.com/office/drawing/2014/main" id="{E0BB8185-2AB0-467A-8C29-C7F610DC1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971800"/>
              <a:ext cx="166688" cy="1285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7AB56F9C-1396-4BBD-888F-1408831E3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320040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C2A37B1A-4BB1-42FF-8746-96AECA192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3488" y="3241674"/>
              <a:ext cx="544512" cy="568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5FF3AB82-1F7D-414C-BD3A-2A2FB04BD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3962" y="3241675"/>
              <a:ext cx="1697037" cy="415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2D2B21E1-8216-4661-AD07-BD6370FAFE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5650" y="2362200"/>
              <a:ext cx="920750" cy="304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CB726418-F07D-4C39-8FC6-2C8CB4B54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6400" y="24384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31">
              <a:extLst>
                <a:ext uri="{FF2B5EF4-FFF2-40B4-BE49-F238E27FC236}">
                  <a16:creationId xmlns:a16="http://schemas.microsoft.com/office/drawing/2014/main" id="{766C371A-E3CE-41E5-8995-63E30E2EE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5800" y="2743200"/>
              <a:ext cx="4572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2">
              <a:extLst>
                <a:ext uri="{FF2B5EF4-FFF2-40B4-BE49-F238E27FC236}">
                  <a16:creationId xmlns:a16="http://schemas.microsoft.com/office/drawing/2014/main" id="{2E920A70-0FA4-43F9-8132-4081CDCFB5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53000" y="3048000"/>
              <a:ext cx="533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Text Box 33">
              <a:extLst>
                <a:ext uri="{FF2B5EF4-FFF2-40B4-BE49-F238E27FC236}">
                  <a16:creationId xmlns:a16="http://schemas.microsoft.com/office/drawing/2014/main" id="{D874728B-DA43-465E-96DB-DB57FA1E20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1525" y="141287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2" name="Text Box 35">
              <a:extLst>
                <a:ext uri="{FF2B5EF4-FFF2-40B4-BE49-F238E27FC236}">
                  <a16:creationId xmlns:a16="http://schemas.microsoft.com/office/drawing/2014/main" id="{58DE1F0B-7FDF-4A9F-B618-38C6F71C5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9525" y="202247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33" name="Text Box 36">
              <a:extLst>
                <a:ext uri="{FF2B5EF4-FFF2-40B4-BE49-F238E27FC236}">
                  <a16:creationId xmlns:a16="http://schemas.microsoft.com/office/drawing/2014/main" id="{C436A05F-2FF6-46E9-9ECC-0CE5BA311D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2725" y="232727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34" name="Text Box 37">
              <a:extLst>
                <a:ext uri="{FF2B5EF4-FFF2-40B4-BE49-F238E27FC236}">
                  <a16:creationId xmlns:a16="http://schemas.microsoft.com/office/drawing/2014/main" id="{F8F385C5-6820-487A-A093-E8622C86E8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28194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35" name="Text Box 38">
              <a:extLst>
                <a:ext uri="{FF2B5EF4-FFF2-40B4-BE49-F238E27FC236}">
                  <a16:creationId xmlns:a16="http://schemas.microsoft.com/office/drawing/2014/main" id="{E8CAF0D9-7848-4C7D-9A9A-F829BFB38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8325" y="362267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36" name="Text Box 39">
              <a:extLst>
                <a:ext uri="{FF2B5EF4-FFF2-40B4-BE49-F238E27FC236}">
                  <a16:creationId xmlns:a16="http://schemas.microsoft.com/office/drawing/2014/main" id="{458A8ADF-612A-42A6-BF0F-0CAA8B4712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7925" y="278447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7</a:t>
              </a:r>
            </a:p>
          </p:txBody>
        </p:sp>
        <p:sp>
          <p:nvSpPr>
            <p:cNvPr id="37" name="Text Box 40">
              <a:extLst>
                <a:ext uri="{FF2B5EF4-FFF2-40B4-BE49-F238E27FC236}">
                  <a16:creationId xmlns:a16="http://schemas.microsoft.com/office/drawing/2014/main" id="{43881178-0A7D-4860-BEDD-78D03DCF82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7200" y="33528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8</a:t>
              </a:r>
            </a:p>
          </p:txBody>
        </p:sp>
        <p:sp>
          <p:nvSpPr>
            <p:cNvPr id="38" name="Text Box 41">
              <a:extLst>
                <a:ext uri="{FF2B5EF4-FFF2-40B4-BE49-F238E27FC236}">
                  <a16:creationId xmlns:a16="http://schemas.microsoft.com/office/drawing/2014/main" id="{5C501F66-3217-4E45-8C21-1CB43CADEC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8925" y="240347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9</a:t>
              </a:r>
            </a:p>
          </p:txBody>
        </p:sp>
        <p:sp>
          <p:nvSpPr>
            <p:cNvPr id="39" name="Text Box 42">
              <a:extLst>
                <a:ext uri="{FF2B5EF4-FFF2-40B4-BE49-F238E27FC236}">
                  <a16:creationId xmlns:a16="http://schemas.microsoft.com/office/drawing/2014/main" id="{C883D371-E676-4DB2-B876-9075F83CC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0" y="28956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10</a:t>
              </a:r>
            </a:p>
          </p:txBody>
        </p:sp>
        <p:sp>
          <p:nvSpPr>
            <p:cNvPr id="40" name="Text Box 43">
              <a:extLst>
                <a:ext uri="{FF2B5EF4-FFF2-40B4-BE49-F238E27FC236}">
                  <a16:creationId xmlns:a16="http://schemas.microsoft.com/office/drawing/2014/main" id="{1FE6E05D-8D5A-41BE-A0A6-761EA4994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8525" y="3241675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11</a:t>
              </a:r>
            </a:p>
          </p:txBody>
        </p:sp>
        <p:sp>
          <p:nvSpPr>
            <p:cNvPr id="74" name="Text Box 79">
              <a:extLst>
                <a:ext uri="{FF2B5EF4-FFF2-40B4-BE49-F238E27FC236}">
                  <a16:creationId xmlns:a16="http://schemas.microsoft.com/office/drawing/2014/main" id="{D7152797-FBEA-4980-B829-A70421BB17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7918" y="4332194"/>
              <a:ext cx="12430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</a:rPr>
                <a:t>Graph G</a:t>
              </a:r>
            </a:p>
          </p:txBody>
        </p:sp>
        <p:sp>
          <p:nvSpPr>
            <p:cNvPr id="76" name="Text Box 33">
              <a:extLst>
                <a:ext uri="{FF2B5EF4-FFF2-40B4-BE49-F238E27FC236}">
                  <a16:creationId xmlns:a16="http://schemas.microsoft.com/office/drawing/2014/main" id="{F988EBE2-CD2E-41A0-819B-AA07835324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1400" y="1371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20289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DFS: Algorithm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F206E3-2EE5-4977-84E9-B3CF9EE2A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609" y="1530429"/>
            <a:ext cx="2577206" cy="20461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AB4C774-E137-4B7B-9EA6-9C7386CA3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249" y="3726711"/>
            <a:ext cx="5832566" cy="25697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5729CF16-BF68-438D-8D13-2894C2092905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478942"/>
            <a:ext cx="5731213" cy="210245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just">
              <a:lnSpc>
                <a:spcPct val="9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</a:t>
            </a:r>
            <a:r>
              <a:rPr lang="el-GR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Value of predecessor</a:t>
            </a:r>
          </a:p>
          <a:p>
            <a:pPr marL="342900" lvl="1" indent="-342900" algn="just">
              <a:lnSpc>
                <a:spcPct val="9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Predecessor sub-graph in DFS does not give tree as was the case in BFS. Rather, in DFS predecessor sub-graph can be composed of many trees.</a:t>
            </a:r>
          </a:p>
          <a:p>
            <a:pPr marL="342900" lvl="1" indent="-342900" algn="just">
              <a:lnSpc>
                <a:spcPct val="9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Depth-First Forest comprising of many Depth-First Trees</a:t>
            </a:r>
          </a:p>
          <a:p>
            <a:pPr marL="342900" lvl="1" indent="-342900" algn="just">
              <a:lnSpc>
                <a:spcPct val="9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lnSpc>
                <a:spcPct val="9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Vertex v has two timestamps</a:t>
            </a:r>
          </a:p>
          <a:p>
            <a:pPr marL="742950" lvl="2" indent="-342900" algn="just">
              <a:lnSpc>
                <a:spcPct val="90000"/>
              </a:lnSpc>
              <a:buClr>
                <a:srgbClr val="101141"/>
              </a:buClr>
            </a:pP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v is first discovered</a:t>
            </a:r>
          </a:p>
          <a:p>
            <a:pPr marL="742950" lvl="2" indent="-342900" algn="just">
              <a:lnSpc>
                <a:spcPct val="90000"/>
              </a:lnSpc>
              <a:buClr>
                <a:srgbClr val="101141"/>
              </a:buClr>
            </a:pP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v.f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search finishes examining v adjacency list.</a:t>
            </a:r>
          </a:p>
          <a:p>
            <a:pPr marL="914400" lvl="1" indent="-457200" algn="just">
              <a:buFontTx/>
              <a:buAutoNum type="arabicPeriod"/>
            </a:pP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Tx/>
              <a:buAutoNum type="arabicPeriod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7706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DFS: Complexity Analysis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34" name="Text Box 5">
            <a:extLst>
              <a:ext uri="{FF2B5EF4-FFF2-40B4-BE49-F238E27FC236}">
                <a16:creationId xmlns:a16="http://schemas.microsoft.com/office/drawing/2014/main" id="{F187BDD9-1209-41ED-A6C9-E0A4FDED5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374" y="1450975"/>
            <a:ext cx="8643026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2900" indent="-342900">
              <a:spcBef>
                <a:spcPct val="50000"/>
              </a:spcBef>
            </a:pPr>
            <a:r>
              <a:rPr lang="en-US" altLang="en-US" sz="2400" dirty="0">
                <a:latin typeface="Times New Roman" panose="02020603050405020304" pitchFamily="18" charset="0"/>
              </a:rPr>
              <a:t>Initialization complexity is O(V)</a:t>
            </a:r>
          </a:p>
          <a:p>
            <a:pPr marL="342900" indent="-342900">
              <a:spcBef>
                <a:spcPct val="50000"/>
              </a:spcBef>
            </a:pPr>
            <a:r>
              <a:rPr lang="en-US" altLang="en-US" sz="2400" dirty="0">
                <a:latin typeface="Times New Roman" panose="02020603050405020304" pitchFamily="18" charset="0"/>
              </a:rPr>
              <a:t>DFS_VISIT is called exactly once for each vertex</a:t>
            </a:r>
          </a:p>
          <a:p>
            <a:pPr marL="342900" indent="-342900">
              <a:spcBef>
                <a:spcPct val="50000"/>
              </a:spcBef>
            </a:pPr>
            <a:r>
              <a:rPr lang="en-US" altLang="en-US" sz="2400" dirty="0">
                <a:latin typeface="Times New Roman" panose="02020603050405020304" pitchFamily="18" charset="0"/>
              </a:rPr>
              <a:t>And DFS_VISIT scans all the edges which causes cost of O(E) </a:t>
            </a:r>
          </a:p>
          <a:p>
            <a:pPr marL="342900" indent="-342900">
              <a:spcBef>
                <a:spcPct val="50000"/>
              </a:spcBef>
            </a:pPr>
            <a:r>
              <a:rPr lang="en-US" altLang="en-US" sz="2400" dirty="0">
                <a:latin typeface="Times New Roman" panose="02020603050405020304" pitchFamily="18" charset="0"/>
              </a:rPr>
              <a:t>Overall complexity is O(V + E)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6331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72F34A-99E8-43F6-BCF9-1AA6710D23A8}"/>
              </a:ext>
            </a:extLst>
          </p:cNvPr>
          <p:cNvSpPr/>
          <p:nvPr/>
        </p:nvSpPr>
        <p:spPr>
          <a:xfrm>
            <a:off x="2133600" y="2951946"/>
            <a:ext cx="46863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Additional Reading</a:t>
            </a:r>
          </a:p>
          <a:p>
            <a:pPr algn="ctr"/>
            <a:r>
              <a:rPr lang="en-US" sz="2800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713430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F7A7A-8B60-429A-AA4F-8F1A7A49A2C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869" y="117622"/>
            <a:ext cx="6324600" cy="114300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4BB66-A909-4C74-93BF-5D180DB704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CC72BD-7DA8-4821-890A-B827B35ED872}"/>
              </a:ext>
            </a:extLst>
          </p:cNvPr>
          <p:cNvSpPr/>
          <p:nvPr/>
        </p:nvSpPr>
        <p:spPr>
          <a:xfrm>
            <a:off x="45244" y="5027167"/>
            <a:ext cx="9067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For both adjacency matrices draw the corresponding undirected graph if possible, otherwise draw the corresponding directed graph.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B9EAD6-ED05-46FD-AEAA-8E9C4646B52A}"/>
              </a:ext>
            </a:extLst>
          </p:cNvPr>
          <p:cNvSpPr/>
          <p:nvPr/>
        </p:nvSpPr>
        <p:spPr>
          <a:xfrm>
            <a:off x="38100" y="4095509"/>
            <a:ext cx="9067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each, answer the following questions: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Can this matrix be the adjacency matrix of an undirected graph? Could it represent a directed graph? Why or why not?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B8522F-14D1-4B6F-B03C-0AEA53C58527}"/>
              </a:ext>
            </a:extLst>
          </p:cNvPr>
          <p:cNvSpPr/>
          <p:nvPr/>
        </p:nvSpPr>
        <p:spPr>
          <a:xfrm>
            <a:off x="47625" y="5673498"/>
            <a:ext cx="7162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Give the adjacency list representation for both graphs.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C7E074-7B04-421F-A74C-7B2BC6B72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9" y="1394193"/>
            <a:ext cx="8610600" cy="260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014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87656-1530-41B6-8D30-7152F322DD0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10946-CCCE-4563-8B15-F503E3AB9EC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62C584-BC7F-496B-9539-0AC1BE8CD660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228600" y="1600200"/>
            <a:ext cx="8458200" cy="387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160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94405D97371449A1F1274BEB9B26D" ma:contentTypeVersion="7" ma:contentTypeDescription="Create a new document." ma:contentTypeScope="" ma:versionID="4d714d6f4e02b8797c18bae80915866a">
  <xsd:schema xmlns:xsd="http://www.w3.org/2001/XMLSchema" xmlns:xs="http://www.w3.org/2001/XMLSchema" xmlns:p="http://schemas.microsoft.com/office/2006/metadata/properties" xmlns:ns2="682cbc32-fee7-4912-b25f-d1e036e61d30" targetNamespace="http://schemas.microsoft.com/office/2006/metadata/properties" ma:root="true" ma:fieldsID="89d7d93295ea2ddc158f52b603a4dbe0" ns2:_="">
    <xsd:import namespace="682cbc32-fee7-4912-b25f-d1e036e61d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cbc32-fee7-4912-b25f-d1e036e61d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EE0114-C803-4D02-A388-76620FBEFBB9}"/>
</file>

<file path=customXml/itemProps2.xml><?xml version="1.0" encoding="utf-8"?>
<ds:datastoreItem xmlns:ds="http://schemas.openxmlformats.org/officeDocument/2006/customXml" ds:itemID="{5C9254F8-A56F-4FE3-9E89-0F2A35327F8A}"/>
</file>

<file path=customXml/itemProps3.xml><?xml version="1.0" encoding="utf-8"?>
<ds:datastoreItem xmlns:ds="http://schemas.openxmlformats.org/officeDocument/2006/customXml" ds:itemID="{162E587A-D071-40C4-9AEF-7CD997A8831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16130</TotalTime>
  <Words>3189</Words>
  <Application>Microsoft Office PowerPoint</Application>
  <PresentationFormat>On-screen Show (4:3)</PresentationFormat>
  <Paragraphs>804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Times New Roman</vt:lpstr>
      <vt:lpstr>Verdana</vt:lpstr>
      <vt:lpstr>Wingdings</vt:lpstr>
      <vt:lpstr>Office Theme</vt:lpstr>
      <vt:lpstr>Data Structures and Algorithms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Harish Aggarwal</cp:lastModifiedBy>
  <cp:revision>990</cp:revision>
  <dcterms:created xsi:type="dcterms:W3CDTF">2011-09-14T09:42:05Z</dcterms:created>
  <dcterms:modified xsi:type="dcterms:W3CDTF">2025-09-27T10:27:43Z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0x01010028994405D97371449A1F1274BEB9B26D</vt:lpwstr>
  </property>
</Properties>
</file>