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4.xml" ContentType="application/inkml+xml"/>
  <Override PartName="/ppt/ink/ink13.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1" r:id="rId2"/>
  </p:sldMasterIdLst>
  <p:notesMasterIdLst>
    <p:notesMasterId r:id="rId51"/>
  </p:notesMasterIdLst>
  <p:sldIdLst>
    <p:sldId id="906" r:id="rId3"/>
    <p:sldId id="872" r:id="rId4"/>
    <p:sldId id="800" r:id="rId5"/>
    <p:sldId id="870" r:id="rId6"/>
    <p:sldId id="871" r:id="rId7"/>
    <p:sldId id="875" r:id="rId8"/>
    <p:sldId id="905" r:id="rId9"/>
    <p:sldId id="876" r:id="rId10"/>
    <p:sldId id="873" r:id="rId11"/>
    <p:sldId id="874" r:id="rId12"/>
    <p:sldId id="877" r:id="rId13"/>
    <p:sldId id="878" r:id="rId14"/>
    <p:sldId id="867" r:id="rId15"/>
    <p:sldId id="880" r:id="rId16"/>
    <p:sldId id="881" r:id="rId17"/>
    <p:sldId id="882" r:id="rId18"/>
    <p:sldId id="891" r:id="rId19"/>
    <p:sldId id="892" r:id="rId20"/>
    <p:sldId id="894" r:id="rId21"/>
    <p:sldId id="895" r:id="rId22"/>
    <p:sldId id="884" r:id="rId23"/>
    <p:sldId id="885" r:id="rId24"/>
    <p:sldId id="886" r:id="rId25"/>
    <p:sldId id="887" r:id="rId26"/>
    <p:sldId id="904" r:id="rId27"/>
    <p:sldId id="888" r:id="rId28"/>
    <p:sldId id="889" r:id="rId29"/>
    <p:sldId id="890" r:id="rId30"/>
    <p:sldId id="896" r:id="rId31"/>
    <p:sldId id="897" r:id="rId32"/>
    <p:sldId id="898" r:id="rId33"/>
    <p:sldId id="900" r:id="rId34"/>
    <p:sldId id="901" r:id="rId35"/>
    <p:sldId id="801" r:id="rId36"/>
    <p:sldId id="802" r:id="rId37"/>
    <p:sldId id="803" r:id="rId38"/>
    <p:sldId id="804" r:id="rId39"/>
    <p:sldId id="855" r:id="rId40"/>
    <p:sldId id="856" r:id="rId41"/>
    <p:sldId id="831" r:id="rId42"/>
    <p:sldId id="832" r:id="rId43"/>
    <p:sldId id="833" r:id="rId44"/>
    <p:sldId id="902" r:id="rId45"/>
    <p:sldId id="903" r:id="rId46"/>
    <p:sldId id="834" r:id="rId47"/>
    <p:sldId id="835" r:id="rId48"/>
    <p:sldId id="851" r:id="rId49"/>
    <p:sldId id="852" r:id="rId5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p:cViewPr varScale="1">
        <p:scale>
          <a:sx n="64" d="100"/>
          <a:sy n="64" d="100"/>
        </p:scale>
        <p:origin x="1644" y="6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8" Type="http://schemas.openxmlformats.org/officeDocument/2006/relationships/customXml" Target="../customXml/item2.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customXml" Target="../customXml/item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tha s" userId="16e5d6df1050d5eb" providerId="LiveId" clId="{D4238371-03B0-4C62-A4A1-A0D14EE95B42}"/>
    <pc:docChg chg="undo custSel addSld modSld">
      <pc:chgData name="sujatha s" userId="16e5d6df1050d5eb" providerId="LiveId" clId="{D4238371-03B0-4C62-A4A1-A0D14EE95B42}" dt="2024-07-13T04:50:08.695" v="189" actId="6549"/>
      <pc:docMkLst>
        <pc:docMk/>
      </pc:docMkLst>
      <pc:sldChg chg="delSp modSp mod">
        <pc:chgData name="sujatha s" userId="16e5d6df1050d5eb" providerId="LiveId" clId="{D4238371-03B0-4C62-A4A1-A0D14EE95B42}" dt="2024-07-13T04:40:26.817" v="104" actId="20577"/>
        <pc:sldMkLst>
          <pc:docMk/>
          <pc:sldMk cId="445086616" sldId="800"/>
        </pc:sldMkLst>
        <pc:spChg chg="del mod">
          <ac:chgData name="sujatha s" userId="16e5d6df1050d5eb" providerId="LiveId" clId="{D4238371-03B0-4C62-A4A1-A0D14EE95B42}" dt="2024-07-13T04:39:23.423" v="88" actId="478"/>
          <ac:spMkLst>
            <pc:docMk/>
            <pc:sldMk cId="445086616" sldId="800"/>
            <ac:spMk id="2" creationId="{00000000-0000-0000-0000-000000000000}"/>
          </ac:spMkLst>
        </pc:spChg>
        <pc:spChg chg="mod">
          <ac:chgData name="sujatha s" userId="16e5d6df1050d5eb" providerId="LiveId" clId="{D4238371-03B0-4C62-A4A1-A0D14EE95B42}" dt="2024-07-13T04:40:26.817" v="104" actId="20577"/>
          <ac:spMkLst>
            <pc:docMk/>
            <pc:sldMk cId="445086616" sldId="800"/>
            <ac:spMk id="420868" creationId="{00000000-0000-0000-0000-000000000000}"/>
          </ac:spMkLst>
        </pc:spChg>
      </pc:sldChg>
      <pc:sldChg chg="modSp mod">
        <pc:chgData name="sujatha s" userId="16e5d6df1050d5eb" providerId="LiveId" clId="{D4238371-03B0-4C62-A4A1-A0D14EE95B42}" dt="2024-07-13T04:41:05.873" v="110" actId="14100"/>
        <pc:sldMkLst>
          <pc:docMk/>
          <pc:sldMk cId="3827180703" sldId="870"/>
        </pc:sldMkLst>
        <pc:spChg chg="mod">
          <ac:chgData name="sujatha s" userId="16e5d6df1050d5eb" providerId="LiveId" clId="{D4238371-03B0-4C62-A4A1-A0D14EE95B42}" dt="2024-07-13T04:41:05.873" v="110" actId="14100"/>
          <ac:spMkLst>
            <pc:docMk/>
            <pc:sldMk cId="3827180703" sldId="870"/>
            <ac:spMk id="3" creationId="{00000000-0000-0000-0000-000000000000}"/>
          </ac:spMkLst>
        </pc:spChg>
        <pc:picChg chg="mod">
          <ac:chgData name="sujatha s" userId="16e5d6df1050d5eb" providerId="LiveId" clId="{D4238371-03B0-4C62-A4A1-A0D14EE95B42}" dt="2024-07-13T04:40:48.510" v="107" actId="1076"/>
          <ac:picMkLst>
            <pc:docMk/>
            <pc:sldMk cId="3827180703" sldId="870"/>
            <ac:picMk id="5" creationId="{45875EC3-691A-4CBD-9022-818937D47508}"/>
          </ac:picMkLst>
        </pc:picChg>
        <pc:picChg chg="mod">
          <ac:chgData name="sujatha s" userId="16e5d6df1050d5eb" providerId="LiveId" clId="{D4238371-03B0-4C62-A4A1-A0D14EE95B42}" dt="2024-07-13T04:40:52.200" v="108" actId="1076"/>
          <ac:picMkLst>
            <pc:docMk/>
            <pc:sldMk cId="3827180703" sldId="870"/>
            <ac:picMk id="6" creationId="{1C36D8C0-8146-4EB7-869A-8E0D18F23BD2}"/>
          </ac:picMkLst>
        </pc:picChg>
      </pc:sldChg>
      <pc:sldChg chg="modSp mod">
        <pc:chgData name="sujatha s" userId="16e5d6df1050d5eb" providerId="LiveId" clId="{D4238371-03B0-4C62-A4A1-A0D14EE95B42}" dt="2024-07-13T04:41:51.371" v="116" actId="14100"/>
        <pc:sldMkLst>
          <pc:docMk/>
          <pc:sldMk cId="3583270135" sldId="871"/>
        </pc:sldMkLst>
        <pc:spChg chg="mod">
          <ac:chgData name="sujatha s" userId="16e5d6df1050d5eb" providerId="LiveId" clId="{D4238371-03B0-4C62-A4A1-A0D14EE95B42}" dt="2024-07-13T04:41:51.371" v="116" actId="14100"/>
          <ac:spMkLst>
            <pc:docMk/>
            <pc:sldMk cId="3583270135" sldId="871"/>
            <ac:spMk id="4" creationId="{00000000-0000-0000-0000-000000000000}"/>
          </ac:spMkLst>
        </pc:spChg>
        <pc:picChg chg="mod">
          <ac:chgData name="sujatha s" userId="16e5d6df1050d5eb" providerId="LiveId" clId="{D4238371-03B0-4C62-A4A1-A0D14EE95B42}" dt="2024-07-13T04:41:47.584" v="115" actId="14100"/>
          <ac:picMkLst>
            <pc:docMk/>
            <pc:sldMk cId="3583270135" sldId="871"/>
            <ac:picMk id="2" creationId="{00000000-0000-0000-0000-000000000000}"/>
          </ac:picMkLst>
        </pc:picChg>
      </pc:sldChg>
      <pc:sldChg chg="modSp mod">
        <pc:chgData name="sujatha s" userId="16e5d6df1050d5eb" providerId="LiveId" clId="{D4238371-03B0-4C62-A4A1-A0D14EE95B42}" dt="2024-07-13T04:43:33.079" v="134" actId="6549"/>
        <pc:sldMkLst>
          <pc:docMk/>
          <pc:sldMk cId="1277116708" sldId="875"/>
        </pc:sldMkLst>
        <pc:spChg chg="mod">
          <ac:chgData name="sujatha s" userId="16e5d6df1050d5eb" providerId="LiveId" clId="{D4238371-03B0-4C62-A4A1-A0D14EE95B42}" dt="2024-07-13T04:43:33.079" v="134" actId="6549"/>
          <ac:spMkLst>
            <pc:docMk/>
            <pc:sldMk cId="1277116708" sldId="875"/>
            <ac:spMk id="4" creationId="{00000000-0000-0000-0000-000000000000}"/>
          </ac:spMkLst>
        </pc:spChg>
      </pc:sldChg>
      <pc:sldChg chg="modSp mod">
        <pc:chgData name="sujatha s" userId="16e5d6df1050d5eb" providerId="LiveId" clId="{D4238371-03B0-4C62-A4A1-A0D14EE95B42}" dt="2024-07-13T04:44:02.886" v="137" actId="20577"/>
        <pc:sldMkLst>
          <pc:docMk/>
          <pc:sldMk cId="542158118" sldId="876"/>
        </pc:sldMkLst>
        <pc:spChg chg="mod">
          <ac:chgData name="sujatha s" userId="16e5d6df1050d5eb" providerId="LiveId" clId="{D4238371-03B0-4C62-A4A1-A0D14EE95B42}" dt="2024-07-13T04:44:02.886" v="137" actId="20577"/>
          <ac:spMkLst>
            <pc:docMk/>
            <pc:sldMk cId="542158118" sldId="876"/>
            <ac:spMk id="74754" creationId="{E02C9024-A489-457F-BA76-A85D711F8ECD}"/>
          </ac:spMkLst>
        </pc:spChg>
      </pc:sldChg>
      <pc:sldChg chg="modSp mod">
        <pc:chgData name="sujatha s" userId="16e5d6df1050d5eb" providerId="LiveId" clId="{D4238371-03B0-4C62-A4A1-A0D14EE95B42}" dt="2024-07-13T04:46:10.674" v="141" actId="6549"/>
        <pc:sldMkLst>
          <pc:docMk/>
          <pc:sldMk cId="3405569418" sldId="877"/>
        </pc:sldMkLst>
        <pc:spChg chg="mod">
          <ac:chgData name="sujatha s" userId="16e5d6df1050d5eb" providerId="LiveId" clId="{D4238371-03B0-4C62-A4A1-A0D14EE95B42}" dt="2024-07-13T04:46:10.674" v="141" actId="6549"/>
          <ac:spMkLst>
            <pc:docMk/>
            <pc:sldMk cId="3405569418" sldId="877"/>
            <ac:spMk id="2" creationId="{00000000-0000-0000-0000-000000000000}"/>
          </ac:spMkLst>
        </pc:spChg>
      </pc:sldChg>
      <pc:sldChg chg="modSp mod">
        <pc:chgData name="sujatha s" userId="16e5d6df1050d5eb" providerId="LiveId" clId="{D4238371-03B0-4C62-A4A1-A0D14EE95B42}" dt="2024-07-13T04:46:44.167" v="144" actId="1076"/>
        <pc:sldMkLst>
          <pc:docMk/>
          <pc:sldMk cId="954925541" sldId="878"/>
        </pc:sldMkLst>
        <pc:spChg chg="mod">
          <ac:chgData name="sujatha s" userId="16e5d6df1050d5eb" providerId="LiveId" clId="{D4238371-03B0-4C62-A4A1-A0D14EE95B42}" dt="2024-07-13T04:46:44.167" v="144" actId="1076"/>
          <ac:spMkLst>
            <pc:docMk/>
            <pc:sldMk cId="954925541" sldId="878"/>
            <ac:spMk id="2" creationId="{00000000-0000-0000-0000-000000000000}"/>
          </ac:spMkLst>
        </pc:spChg>
        <pc:spChg chg="mod">
          <ac:chgData name="sujatha s" userId="16e5d6df1050d5eb" providerId="LiveId" clId="{D4238371-03B0-4C62-A4A1-A0D14EE95B42}" dt="2024-07-13T04:46:25.218" v="142" actId="2711"/>
          <ac:spMkLst>
            <pc:docMk/>
            <pc:sldMk cId="954925541" sldId="878"/>
            <ac:spMk id="3" creationId="{00000000-0000-0000-0000-000000000000}"/>
          </ac:spMkLst>
        </pc:spChg>
      </pc:sldChg>
      <pc:sldChg chg="modSp mod">
        <pc:chgData name="sujatha s" userId="16e5d6df1050d5eb" providerId="LiveId" clId="{D4238371-03B0-4C62-A4A1-A0D14EE95B42}" dt="2024-07-13T04:47:56.194" v="156" actId="6549"/>
        <pc:sldMkLst>
          <pc:docMk/>
          <pc:sldMk cId="3463723636" sldId="880"/>
        </pc:sldMkLst>
        <pc:spChg chg="mod">
          <ac:chgData name="sujatha s" userId="16e5d6df1050d5eb" providerId="LiveId" clId="{D4238371-03B0-4C62-A4A1-A0D14EE95B42}" dt="2024-07-13T04:47:56.194" v="156" actId="6549"/>
          <ac:spMkLst>
            <pc:docMk/>
            <pc:sldMk cId="3463723636" sldId="880"/>
            <ac:spMk id="2" creationId="{00000000-0000-0000-0000-000000000000}"/>
          </ac:spMkLst>
        </pc:spChg>
      </pc:sldChg>
      <pc:sldChg chg="modSp mod">
        <pc:chgData name="sujatha s" userId="16e5d6df1050d5eb" providerId="LiveId" clId="{D4238371-03B0-4C62-A4A1-A0D14EE95B42}" dt="2024-07-13T04:48:20.815" v="159" actId="14100"/>
        <pc:sldMkLst>
          <pc:docMk/>
          <pc:sldMk cId="2919232797" sldId="881"/>
        </pc:sldMkLst>
        <pc:spChg chg="mod">
          <ac:chgData name="sujatha s" userId="16e5d6df1050d5eb" providerId="LiveId" clId="{D4238371-03B0-4C62-A4A1-A0D14EE95B42}" dt="2024-07-13T04:48:13.885" v="157" actId="2711"/>
          <ac:spMkLst>
            <pc:docMk/>
            <pc:sldMk cId="2919232797" sldId="881"/>
            <ac:spMk id="2" creationId="{00000000-0000-0000-0000-000000000000}"/>
          </ac:spMkLst>
        </pc:spChg>
        <pc:spChg chg="mod">
          <ac:chgData name="sujatha s" userId="16e5d6df1050d5eb" providerId="LiveId" clId="{D4238371-03B0-4C62-A4A1-A0D14EE95B42}" dt="2024-07-13T04:48:20.815" v="159" actId="14100"/>
          <ac:spMkLst>
            <pc:docMk/>
            <pc:sldMk cId="2919232797" sldId="881"/>
            <ac:spMk id="3" creationId="{00000000-0000-0000-0000-000000000000}"/>
          </ac:spMkLst>
        </pc:spChg>
      </pc:sldChg>
      <pc:sldChg chg="delSp modSp mod">
        <pc:chgData name="sujatha s" userId="16e5d6df1050d5eb" providerId="LiveId" clId="{D4238371-03B0-4C62-A4A1-A0D14EE95B42}" dt="2024-07-13T04:49:16.080" v="175" actId="20577"/>
        <pc:sldMkLst>
          <pc:docMk/>
          <pc:sldMk cId="2831884741" sldId="882"/>
        </pc:sldMkLst>
        <pc:spChg chg="mod">
          <ac:chgData name="sujatha s" userId="16e5d6df1050d5eb" providerId="LiveId" clId="{D4238371-03B0-4C62-A4A1-A0D14EE95B42}" dt="2024-07-13T04:49:16.080" v="175" actId="20577"/>
          <ac:spMkLst>
            <pc:docMk/>
            <pc:sldMk cId="2831884741" sldId="882"/>
            <ac:spMk id="2" creationId="{00000000-0000-0000-0000-000000000000}"/>
          </ac:spMkLst>
        </pc:spChg>
        <pc:spChg chg="del mod">
          <ac:chgData name="sujatha s" userId="16e5d6df1050d5eb" providerId="LiveId" clId="{D4238371-03B0-4C62-A4A1-A0D14EE95B42}" dt="2024-07-13T04:49:01.914" v="170"/>
          <ac:spMkLst>
            <pc:docMk/>
            <pc:sldMk cId="2831884741" sldId="882"/>
            <ac:spMk id="4" creationId="{00000000-0000-0000-0000-000000000000}"/>
          </ac:spMkLst>
        </pc:spChg>
        <pc:spChg chg="del mod">
          <ac:chgData name="sujatha s" userId="16e5d6df1050d5eb" providerId="LiveId" clId="{D4238371-03B0-4C62-A4A1-A0D14EE95B42}" dt="2024-07-13T04:49:01.914" v="172"/>
          <ac:spMkLst>
            <pc:docMk/>
            <pc:sldMk cId="2831884741" sldId="882"/>
            <ac:spMk id="5" creationId="{00000000-0000-0000-0000-000000000000}"/>
          </ac:spMkLst>
        </pc:spChg>
      </pc:sldChg>
      <pc:sldChg chg="modSp mod">
        <pc:chgData name="sujatha s" userId="16e5d6df1050d5eb" providerId="LiveId" clId="{D4238371-03B0-4C62-A4A1-A0D14EE95B42}" dt="2024-07-13T04:34:33.740" v="36" actId="21"/>
        <pc:sldMkLst>
          <pc:docMk/>
          <pc:sldMk cId="3857110780" sldId="886"/>
        </pc:sldMkLst>
        <pc:spChg chg="mod">
          <ac:chgData name="sujatha s" userId="16e5d6df1050d5eb" providerId="LiveId" clId="{D4238371-03B0-4C62-A4A1-A0D14EE95B42}" dt="2024-07-13T04:34:28.678" v="35"/>
          <ac:spMkLst>
            <pc:docMk/>
            <pc:sldMk cId="3857110780" sldId="886"/>
            <ac:spMk id="4" creationId="{33278EB6-050B-4B6A-922D-B3C2CA0AEB00}"/>
          </ac:spMkLst>
        </pc:spChg>
        <pc:spChg chg="mod">
          <ac:chgData name="sujatha s" userId="16e5d6df1050d5eb" providerId="LiveId" clId="{D4238371-03B0-4C62-A4A1-A0D14EE95B42}" dt="2024-07-13T04:34:33.740" v="36" actId="21"/>
          <ac:spMkLst>
            <pc:docMk/>
            <pc:sldMk cId="3857110780" sldId="886"/>
            <ac:spMk id="84994" creationId="{4BD40871-9364-456F-BCCD-5B2E471D69BB}"/>
          </ac:spMkLst>
        </pc:spChg>
      </pc:sldChg>
      <pc:sldChg chg="delSp modSp mod">
        <pc:chgData name="sujatha s" userId="16e5d6df1050d5eb" providerId="LiveId" clId="{D4238371-03B0-4C62-A4A1-A0D14EE95B42}" dt="2024-07-13T04:35:00.431" v="42" actId="2710"/>
        <pc:sldMkLst>
          <pc:docMk/>
          <pc:sldMk cId="3621742578" sldId="887"/>
        </pc:sldMkLst>
        <pc:spChg chg="del mod">
          <ac:chgData name="sujatha s" userId="16e5d6df1050d5eb" providerId="LiveId" clId="{D4238371-03B0-4C62-A4A1-A0D14EE95B42}" dt="2024-07-13T04:33:09.410" v="20" actId="478"/>
          <ac:spMkLst>
            <pc:docMk/>
            <pc:sldMk cId="3621742578" sldId="887"/>
            <ac:spMk id="2" creationId="{00000000-0000-0000-0000-000000000000}"/>
          </ac:spMkLst>
        </pc:spChg>
        <pc:spChg chg="mod">
          <ac:chgData name="sujatha s" userId="16e5d6df1050d5eb" providerId="LiveId" clId="{D4238371-03B0-4C62-A4A1-A0D14EE95B42}" dt="2024-07-13T04:34:48.373" v="40" actId="113"/>
          <ac:spMkLst>
            <pc:docMk/>
            <pc:sldMk cId="3621742578" sldId="887"/>
            <ac:spMk id="4" creationId="{02E33CBF-B40C-42A7-99FA-6EF711ACAAE9}"/>
          </ac:spMkLst>
        </pc:spChg>
        <pc:spChg chg="mod">
          <ac:chgData name="sujatha s" userId="16e5d6df1050d5eb" providerId="LiveId" clId="{D4238371-03B0-4C62-A4A1-A0D14EE95B42}" dt="2024-07-13T04:35:00.431" v="42" actId="2710"/>
          <ac:spMkLst>
            <pc:docMk/>
            <pc:sldMk cId="3621742578" sldId="887"/>
            <ac:spMk id="87042" creationId="{AA0A75AA-78D1-481B-A0F1-2F0266E896F9}"/>
          </ac:spMkLst>
        </pc:spChg>
      </pc:sldChg>
      <pc:sldChg chg="modSp mod">
        <pc:chgData name="sujatha s" userId="16e5d6df1050d5eb" providerId="LiveId" clId="{D4238371-03B0-4C62-A4A1-A0D14EE95B42}" dt="2024-07-13T04:35:25.903" v="47"/>
        <pc:sldMkLst>
          <pc:docMk/>
          <pc:sldMk cId="2600536116" sldId="888"/>
        </pc:sldMkLst>
        <pc:spChg chg="mod">
          <ac:chgData name="sujatha s" userId="16e5d6df1050d5eb" providerId="LiveId" clId="{D4238371-03B0-4C62-A4A1-A0D14EE95B42}" dt="2024-07-13T04:35:25.903" v="47"/>
          <ac:spMkLst>
            <pc:docMk/>
            <pc:sldMk cId="2600536116" sldId="888"/>
            <ac:spMk id="4" creationId="{64E3A005-77BC-4B73-AD7D-53CD9BB4DB21}"/>
          </ac:spMkLst>
        </pc:spChg>
        <pc:spChg chg="mod">
          <ac:chgData name="sujatha s" userId="16e5d6df1050d5eb" providerId="LiveId" clId="{D4238371-03B0-4C62-A4A1-A0D14EE95B42}" dt="2024-07-13T04:34:00.696" v="31" actId="6549"/>
          <ac:spMkLst>
            <pc:docMk/>
            <pc:sldMk cId="2600536116" sldId="888"/>
            <ac:spMk id="84994" creationId="{5A3A4715-93C9-4052-8548-C0E4544CDDFF}"/>
          </ac:spMkLst>
        </pc:spChg>
      </pc:sldChg>
      <pc:sldChg chg="modSp mod">
        <pc:chgData name="sujatha s" userId="16e5d6df1050d5eb" providerId="LiveId" clId="{D4238371-03B0-4C62-A4A1-A0D14EE95B42}" dt="2024-07-13T04:35:43.169" v="57" actId="20577"/>
        <pc:sldMkLst>
          <pc:docMk/>
          <pc:sldMk cId="3289973429" sldId="889"/>
        </pc:sldMkLst>
        <pc:spChg chg="mod">
          <ac:chgData name="sujatha s" userId="16e5d6df1050d5eb" providerId="LiveId" clId="{D4238371-03B0-4C62-A4A1-A0D14EE95B42}" dt="2024-07-13T04:35:43.169" v="57" actId="20577"/>
          <ac:spMkLst>
            <pc:docMk/>
            <pc:sldMk cId="3289973429" sldId="889"/>
            <ac:spMk id="4" creationId="{AAE93FBE-530B-4430-A64E-7922C04E9A85}"/>
          </ac:spMkLst>
        </pc:spChg>
      </pc:sldChg>
      <pc:sldChg chg="modSp mod">
        <pc:chgData name="sujatha s" userId="16e5d6df1050d5eb" providerId="LiveId" clId="{D4238371-03B0-4C62-A4A1-A0D14EE95B42}" dt="2024-07-13T04:35:52.614" v="59"/>
        <pc:sldMkLst>
          <pc:docMk/>
          <pc:sldMk cId="2866931169" sldId="890"/>
        </pc:sldMkLst>
        <pc:spChg chg="mod">
          <ac:chgData name="sujatha s" userId="16e5d6df1050d5eb" providerId="LiveId" clId="{D4238371-03B0-4C62-A4A1-A0D14EE95B42}" dt="2024-07-13T04:35:52.614" v="59"/>
          <ac:spMkLst>
            <pc:docMk/>
            <pc:sldMk cId="2866931169" sldId="890"/>
            <ac:spMk id="4" creationId="{003F8B0B-2BAB-4E09-8F2C-70446DE8942D}"/>
          </ac:spMkLst>
        </pc:spChg>
      </pc:sldChg>
      <pc:sldChg chg="delSp modSp mod">
        <pc:chgData name="sujatha s" userId="16e5d6df1050d5eb" providerId="LiveId" clId="{D4238371-03B0-4C62-A4A1-A0D14EE95B42}" dt="2024-07-13T04:50:08.695" v="189" actId="6549"/>
        <pc:sldMkLst>
          <pc:docMk/>
          <pc:sldMk cId="4185056596" sldId="891"/>
        </pc:sldMkLst>
        <pc:spChg chg="del mod">
          <ac:chgData name="sujatha s" userId="16e5d6df1050d5eb" providerId="LiveId" clId="{D4238371-03B0-4C62-A4A1-A0D14EE95B42}" dt="2024-07-13T04:49:40.329" v="180" actId="478"/>
          <ac:spMkLst>
            <pc:docMk/>
            <pc:sldMk cId="4185056596" sldId="891"/>
            <ac:spMk id="2" creationId="{00000000-0000-0000-0000-000000000000}"/>
          </ac:spMkLst>
        </pc:spChg>
        <pc:spChg chg="mod">
          <ac:chgData name="sujatha s" userId="16e5d6df1050d5eb" providerId="LiveId" clId="{D4238371-03B0-4C62-A4A1-A0D14EE95B42}" dt="2024-07-13T04:50:08.695" v="189" actId="6549"/>
          <ac:spMkLst>
            <pc:docMk/>
            <pc:sldMk cId="4185056596" sldId="891"/>
            <ac:spMk id="284675" creationId="{00000000-0000-0000-0000-000000000000}"/>
          </ac:spMkLst>
        </pc:spChg>
      </pc:sldChg>
      <pc:sldChg chg="modSp mod">
        <pc:chgData name="sujatha s" userId="16e5d6df1050d5eb" providerId="LiveId" clId="{D4238371-03B0-4C62-A4A1-A0D14EE95B42}" dt="2024-07-13T04:36:08.892" v="62" actId="113"/>
        <pc:sldMkLst>
          <pc:docMk/>
          <pc:sldMk cId="481098272" sldId="896"/>
        </pc:sldMkLst>
        <pc:spChg chg="mod">
          <ac:chgData name="sujatha s" userId="16e5d6df1050d5eb" providerId="LiveId" clId="{D4238371-03B0-4C62-A4A1-A0D14EE95B42}" dt="2024-07-13T04:36:08.892" v="62" actId="113"/>
          <ac:spMkLst>
            <pc:docMk/>
            <pc:sldMk cId="481098272" sldId="896"/>
            <ac:spMk id="4" creationId="{CDB93805-7E2A-4726-96D0-6E0027E12627}"/>
          </ac:spMkLst>
        </pc:spChg>
      </pc:sldChg>
      <pc:sldChg chg="modSp mod">
        <pc:chgData name="sujatha s" userId="16e5d6df1050d5eb" providerId="LiveId" clId="{D4238371-03B0-4C62-A4A1-A0D14EE95B42}" dt="2024-07-13T04:36:21.277" v="73" actId="20577"/>
        <pc:sldMkLst>
          <pc:docMk/>
          <pc:sldMk cId="3936745458" sldId="897"/>
        </pc:sldMkLst>
        <pc:spChg chg="mod">
          <ac:chgData name="sujatha s" userId="16e5d6df1050d5eb" providerId="LiveId" clId="{D4238371-03B0-4C62-A4A1-A0D14EE95B42}" dt="2024-07-13T04:36:21.277" v="73" actId="20577"/>
          <ac:spMkLst>
            <pc:docMk/>
            <pc:sldMk cId="3936745458" sldId="897"/>
            <ac:spMk id="4" creationId="{97D162AE-E16B-4A91-B06A-5CB8E9B66531}"/>
          </ac:spMkLst>
        </pc:spChg>
      </pc:sldChg>
      <pc:sldChg chg="modSp mod">
        <pc:chgData name="sujatha s" userId="16e5d6df1050d5eb" providerId="LiveId" clId="{D4238371-03B0-4C62-A4A1-A0D14EE95B42}" dt="2024-07-13T04:36:31.162" v="84" actId="20577"/>
        <pc:sldMkLst>
          <pc:docMk/>
          <pc:sldMk cId="4052514791" sldId="898"/>
        </pc:sldMkLst>
        <pc:spChg chg="mod">
          <ac:chgData name="sujatha s" userId="16e5d6df1050d5eb" providerId="LiveId" clId="{D4238371-03B0-4C62-A4A1-A0D14EE95B42}" dt="2024-07-13T04:36:31.162" v="84" actId="20577"/>
          <ac:spMkLst>
            <pc:docMk/>
            <pc:sldMk cId="4052514791" sldId="898"/>
            <ac:spMk id="4" creationId="{65ED643E-F630-476A-9504-CFEA2146EFE7}"/>
          </ac:spMkLst>
        </pc:spChg>
      </pc:sldChg>
      <pc:sldChg chg="delSp modSp add mod">
        <pc:chgData name="sujatha s" userId="16e5d6df1050d5eb" providerId="LiveId" clId="{D4238371-03B0-4C62-A4A1-A0D14EE95B42}" dt="2024-07-13T04:35:14.435" v="46" actId="115"/>
        <pc:sldMkLst>
          <pc:docMk/>
          <pc:sldMk cId="3740707742" sldId="904"/>
        </pc:sldMkLst>
        <pc:spChg chg="del mod">
          <ac:chgData name="sujatha s" userId="16e5d6df1050d5eb" providerId="LiveId" clId="{D4238371-03B0-4C62-A4A1-A0D14EE95B42}" dt="2024-07-13T04:32:13.489" v="7" actId="478"/>
          <ac:spMkLst>
            <pc:docMk/>
            <pc:sldMk cId="3740707742" sldId="904"/>
            <ac:spMk id="2" creationId="{00000000-0000-0000-0000-000000000000}"/>
          </ac:spMkLst>
        </pc:spChg>
        <pc:spChg chg="mod">
          <ac:chgData name="sujatha s" userId="16e5d6df1050d5eb" providerId="LiveId" clId="{D4238371-03B0-4C62-A4A1-A0D14EE95B42}" dt="2024-07-13T04:35:14.435" v="46" actId="115"/>
          <ac:spMkLst>
            <pc:docMk/>
            <pc:sldMk cId="3740707742" sldId="904"/>
            <ac:spMk id="4" creationId="{02E33CBF-B40C-42A7-99FA-6EF711ACAAE9}"/>
          </ac:spMkLst>
        </pc:spChg>
        <pc:spChg chg="mod">
          <ac:chgData name="sujatha s" userId="16e5d6df1050d5eb" providerId="LiveId" clId="{D4238371-03B0-4C62-A4A1-A0D14EE95B42}" dt="2024-07-13T04:32:47.270" v="18" actId="6549"/>
          <ac:spMkLst>
            <pc:docMk/>
            <pc:sldMk cId="3740707742" sldId="904"/>
            <ac:spMk id="87042" creationId="{AA0A75AA-78D1-481B-A0F1-2F0266E896F9}"/>
          </ac:spMkLst>
        </pc:spChg>
      </pc:sldChg>
    </pc:docChg>
  </pc:docChgLst>
</pc:chgInfo>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4-11-24T11:32:17.585"/>
    </inkml:context>
    <inkml:brush xml:id="br0">
      <inkml:brushProperty name="width" value="0.05292" units="cm"/>
      <inkml:brushProperty name="height" value="0.05292" units="cm"/>
      <inkml:brushProperty name="color" value="#00B0F0"/>
    </inkml:brush>
  </inkml:definitions>
  <inkml:trace contextRef="#ctx0" brushRef="#br0">15478 8756 0,'100'0'31,"197"-50"0,-98 1-15,-75 24 0,124 25-1,-149 0-15,75 0 16,-149 0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49:31.93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4842 2786 898 0,'-19'12'274'0,"10"-6"5"0,9-6-91 0,0 0-11 0,0 0-15 0,0 0-17 0,0 0-14 0,0 0-1 0,0 0-41 0,0 0 5 0,0 0-16 0,0 0-21 0,0 0-5 0,0 0-7 0,-8 2 23 0,0 4-42 0,8-6-2 0,0 0 3 15,0 0-11-15,0 0 2 0,0 0 34 16,0 0-36-16,0 0-4 0,0 0 7 0,0 0-4 15,0 0 1-15,0 0 5 0,0 0-4 16,-11 1-5-16,3 5-10 0,8-6 6 16,0 0 0-16,0 0-5 0,0 0 9 15,0 0-10-15,0 0 0 0,0 0-6 0,0 0 5 16,0 0-5-16,0 0 24 0,0 0-14 16,0 0-13-16,0 0 5 0,0 0-5 0,0 0 4 15,0 0 29-15,0 0-30 0,0 0-6 16,0 0 10-16,0 0-7 0,0 0 0 0,0 0 11 15,0 0-16-15,0 0 13 0,0 0-5 16,0 0 7-16,0 0-7 0,0 0-1 0,0 0 28 16,0 0-56-16,0 0-43 0,0 0-50 15,0 0-114-15,0 0-200 0,-10 4-230 16,2 1-198-16</inkml:trace>
  <inkml:trace contextRef="#ctx0" brushRef="#br1" timeOffset="4832.7">4452 2985 1016 0,'-27'7'305'0,"18"1"-47"0,9-8-41 0,0 0-16 0,0 0-4 0,0 0-34 15,0 0-23-15,0 0-13 0,0 0-20 0,-10-2-14 16,-3 2-2-16,13 0 15 0,0 0 2 16,0 0 22-16,15 2-12 0,15 0-7 0,-2-6-10 15,4-3 19-15,11-1-41 0,6-3-1 16,7-3-4-16,0-1-9 0,5 0-8 0,10-4-3 15,-2-1-13-15,8 2-11 0,-5 1-1 16,-4 0-8-16,1-1-4 0,-3 3-39 16,-4 2 42-16,-3 1-8 0,-9 0 1 0,-1 1-1 15,-7 4-2-15,-7-1-6 0,-6 2 6 16,-2 1-6-16,-15 3 0 0,8-5-7 0,2 4 2 16,-10 1-1-16,-1 0 46 15,-11 2-70-15,12-4-10 0,2 3-24 0,-14 1-28 16,0 0-30-16,0 0-19 0,0 0-42 15,0 0-18-15,-14 1-21 0,4 3-19 0,-7 0-30 16,-11 3-56-16,-2-1-104 0,0 1-163 16,-1 2-120-16</inkml:trace>
  <inkml:trace contextRef="#ctx0" brushRef="#br1" timeOffset="5116.53">4454 3266 860 0,'-6'9'245'0,"2"2"-29"15,4-11-34-15,0 0-88 0,0 0 53 16,0 0-4-16,0 0 7 0,0 0-1 0,6 6-1 16,1-1 17-16,16-8-31 0,15-3-25 15,-1-2 3-15,5-4-11 0,10-1-1 0,10-4 7 16,6-2-22-16,2 0 4 0,10-4-10 16,0-5-9-16,1-1-10 0,-3 1-6 0,-2-1 12 15,-3 4-28-15,-6 0-11 16,-7 3 0-16,-3 1-4 0,-7 3-11 0,-9 5 33 15,-7 2-45-15,-4 0-2 0,-3-1 1 16,-6 4-9-16,-10 4-26 0,3-1-27 16,2-1-11-16,-4 2-39 0,1 2-28 0,-13 2-33 15,8-5-43-15,3 1-48 0,-11 4-101 16,0 0-335-16,0 0-227 0</inkml:trace>
  <inkml:trace contextRef="#ctx0" brushRef="#br1" timeOffset="24016.23">17561 7315 961 0,'14'1'205'0,"-14"-1"-7"0,0 0-29 0,0 0-21 0,0 0 3 0,0 0 6 0,0 0-6 0,0 0 2 15,0 0 9-15,0 0 2 0,0 0-12 0,0 12 11 16,0 2-16-16,0-14 0 0,12 7-4 15,0 1-5-15,7-8-8 0,15 1 24 16,2-5-65-16,6 1-14 0,5-1-10 0,4-1-9 16,4-1-9-16,2 2-7 0,-2-1-10 15,4-1-2-15,-4 4-7 0,-1-1 0 16,-4 2-2-16,-1 1-2 0,0-2-6 16,-3 2-3-16,-3 0-8 0,-1 2 5 0,-4-1-1 15,-4 2-39-15,-6-3 47 0,-1 0-3 16,-14 0-5-16,8 2 3 0,-1 0-5 0,-5-2-40 15,0 1 32-15,-15-1-11 0,0 0-16 16,13 3-15-16,4-3-15 0,-17 0-35 0,0 0 5 16,0 0-25-16,0 0-23 0,0 0-13 15,0 0-18-15,0 0-4 0,0 0-16 16,0 0-17-16,-15 7-1 0,-7 1-39 0,-1-3-26 16,3 1-311-16,0-2-118 0</inkml:trace>
  <inkml:trace contextRef="#ctx0" brushRef="#br1" timeOffset="24317.68">17890 7533 776 0,'0'0'214'0,"0"0"-36"0,0 0-16 16,0 0-22-16,0 0-3 0,0 0-35 16,0 0 6-16,0 0-11 0,0 0-1 0,0 0-10 15,0 0-2-15,0 0-29 0,0 0 5 16,0 0 21-16,14 7-1 0,-1-4 4 0,6 0-26 15,-2-1 15-15,8-2-13 16,1 1-1-16,4-1-10 0,14 1-4 0,-8-2 31 16,-1 0-37-16,2-1-5 0,-1-1-5 15,0 0 1-15,0 1-13 0,-3-3 16 16,1 4-11-16,-3-3-19 0,-1 3 2 0,0-4-1 16,-2 2 5-16,-5-1 13 0,-10 4-58 15,4-2 1-15,3 2-11 0,-4-2-29 0,1 2-26 16,-17 0-90-16,10 2-3 0,4 2-37 15,-14-4-77-15,0 0-266 0,0 0-96 0</inkml:trace>
  <inkml:trace contextRef="#ctx0" brushRef="#br1" timeOffset="38980.86">15195 13954 906 0,'-8'11'177'0,"8"-11"39"0,0 0-32 0,0 0-39 0,0 0-8 0,0 0-3 15,0 0-73-15,0 0 73 0,0 0-4 0,0 0-12 16,0 0-5-16,11-6-1 0,-1 2 23 16,-10 4-39-16,0 0 0 0,11-1-9 15,-1-3-4-15,0 0 0 0,1 2-13 16,6-1 10-16,15-1 0 0,-5 0-9 0,3-3-4 15,7 0-9-15,1 0-35 0,4 1 29 16,3 0-7-16,-2 3-11 0,3-3-7 0,0 2-5 16,1 2-1-16,-5-3 3 0,0 1-16 15,-4-1-4-15,-2 5-5 0,0 0-4 0,-4-3-3 16,-2 1 8-16,-20 2-10 16,11-2-7-16,1 2-2 0,-8-1-5 0,6 1-14 15,-20 0 11-15,12-5-28 0,5 5-17 16,-17 0-1-16,0 0-17 0,0 0-6 0,0 0 29 15,0 0-57-15,-10 6-10 0,1-2-16 16,-5-1-10-16,-14 2-19 0,4 1-14 16,1 1 3-16,-2 2-4 0,-1 5-33 0,5 0-35 15,1 1-160-15,2-1 172 0</inkml:trace>
  <inkml:trace contextRef="#ctx0" brushRef="#br1" timeOffset="39280.36">15504 14125 1139 0,'-10'8'242'0,"23"-8"-47"0,0 1-35 16,-13-1-15-16,0 0-22 0,0 0 19 0,0 0-36 16,0 0 3-16,0 0 4 0,0 0-13 15,0 0-15-15,0 0-1 0,11 0-9 0,5-1-4 16,-3-5 8-16,-3 2-30 0,9-5 10 16,7-2-9-16,-3-1-9 0,-2 0-4 0,5 1-9 15,-1-2 9-15,5 0-21 0,-1 1-10 16,-1 3 7-16,2-3-13 0,-1-1 3 0,-3 4 10 15,2 2-13-15,-6-1-15 0,4 1 1 16,-5 1-1-16,1 1-10 0,-12 3 31 16,6-4-33-16,2 4-9 0,-8-1 0 0,3 1 0 15,-13 2-9-15,15 0 33 16,-2 0-54-16,-13 0-14 0,0 0-10 0,7-6-30 16,2 4-19-16,-9 2-47 0,0 0-30 15,-2-14-93-15,-2 3-230 0,4 11-35 0</inkml:trace>
  <inkml:trace contextRef="#ctx0" brushRef="#br1" timeOffset="48147.65">7402 9885 1048 0,'0'0'220'0,"-13"-7"39"0,4 5-54 0,9 2-41 0,0 0-34 0,0 0-29 0,0 0 17 15,-6 11-54-15,1 2 10 0,8 6 0 16,-1 12-7-16,0-4-9 0,6 3 1 16,-4 0-27-16,2 5-2 0,-2-4-4 0,0-2-5 15,0-4 6-15,0-1 14 16,-1-13-4-16,1 4 24 0,-2 2 18 0,0-7 40 0,-2 3-4 16,0-13-25-16,0 0-10 15,-4-11-32-15,2 4-16 0,-4-14-7 0,1-13-14 16,0 6-2-16,0-4 6 0,-1-1-15 15,2-1-7-15,4-2 4 0,2 2 0 0,4 1-2 16,0 2 16-16,5 5-15 0,1 5-3 16,7-1 2-16,0 10-6 0,5 2 3 0,-3 6 22 15,5 6-19-15,-1 4-3 0,0 1 2 16,-1 9 3-16,-1 1 2 0,-2 2 8 16,0 3-2-16,-4-3-3 0,2 3-1 15,-4-5 1-15,2 0 1 0,2-2-8 0,-5-1 5 16,-3-7 12-16,8-1-4 0,-2-1 0 15,5-8-6-15,8-5 1 0,-8-1 9 16,0-8-11-16,1-1-4 0,-3-5-1 0,0-4 1 16,-5-1-9-16,-2-2 17 0,-3-3-15 15,-3 3-6-15,-6-4-1 0,-1 3 0 0,-1 3 7 16,-3 3 14-16,-3 4-12 0,-1 1-7 16,4 12-2-16,-7-4 0 0,4 0 5 0,-5 10 31 15,-3 2-28-15,0 9-4 0,-6 6 6 16,4 2 4-16,4 1 5 0,3 5 0 15,2 0 3-15,0 2-6 0,4-2 2 16,4-14 3-16,2 12-2 0,4 1 1 0,2-5-2 16,8 5 13-16,-4-10-6 0,-2-7-38 15,11 0-38-15,-3-3-27 0,8-2-79 16,9-7 22-16,-9 2-29 0,4-9-42 0,-6 1-59 16,-3-4-366-16,-1 1-178 0</inkml:trace>
  <inkml:trace contextRef="#ctx0" brushRef="#br1" timeOffset="48330.21">8326 9435 1111 0,'0'0'289'0,"0"0"-70"0,0 0-33 0,0 0-47 0,0 0-1 0,0 0-15 0,2 13-17 16,0 3-7-16,1-1 7 0,2-2-33 0,-1 8-14 16,0 13-12-16,2-10-16 0,-5 2-3 15,-1 3 5-15,0 1-50 0,3 1-17 16,-3-1-25-16,-3 0-34 0,2-5-30 0,1-11-17 15,-4 3-14-15,4-2-65 0,-4-5-344 16,2-1-76-16</inkml:trace>
  <inkml:trace contextRef="#ctx0" brushRef="#br1" timeOffset="48513.3">8144 9508 734 0,'20'7'246'0,"-8"-2"-15"0,2 4-24 0,7 6-54 16,-8-2-74-16,6-2 44 0,-2 5-22 15,4 3-16-15,0 2-11 0,5-1-6 0,-6 4-68 16,2-5 61-16,-1 2-5 0,3-1-12 16,-4-1-11-16,4 1-4 0,-3-3-65 15,-2-3 47-15,0-4-40 0,3 0-48 0,-12-5-42 16,0-2-75-16,4 1-89 0,-2-11-189 16,1 4 93-16</inkml:trace>
  <inkml:trace contextRef="#ctx0" brushRef="#br1" timeOffset="48763.41">8476 9208 1150 0,'0'0'254'0,"0"0"-76"16,-2 10-18-16,0 0-16 0,6-1-16 0,0 1-11 16,9-1 11-16,6 8-32 0,-8-4 2 15,8 7-9-15,-7 2-20 0,-2 1-15 0,8 6-9 16,-3 2-21-16,-3-2 13 0,6 5-12 15,-6-5-5-15,0-1 5 0,1-2-13 0,4 1 34 16,-4-8-38-16,2 0-14 16,0-2 6-16,-3-3-7 0,-3-9-6 0,1-1 21 15,3-1-68-15,-2-6-20 0,-1-1-31 0,1-5-32 16,0-1-49-16,-9-10-34 16,0 2-98-16,-2-5-187 0,-4-11 15 0</inkml:trace>
  <inkml:trace contextRef="#ctx0" brushRef="#br1" timeOffset="48930.76">8552 9460 966 0,'0'0'263'0,"0"0"-40"0,-8 5-48 15,-2 4-13-15,10-9-23 0,0 0-24 16,0 0-21-16,0 0-10 0,8-6-4 0,-2 0-20 16,9-4-11-16,8-7-80 15,-5 6 36-15,5-4-50 0,-3-2-42 0,4-5-21 16,-5 2-20-16,6-2-39 0,-4-2-124 15,5 1-170-15,-3 7 110 0</inkml:trace>
  <inkml:trace contextRef="#ctx0" brushRef="#br1" timeOffset="49179.8">8918 9024 815 0,'0'0'231'0,"0"0"13"0,0 0-41 16,0 0-47-16,0 0-29 0,0 0 19 0,12 3-73 15,0 4 58-15,-12-7-7 16,10 9-9-16,3 1-10 0,0 2 1 0,4 12-3 16,-5-7-37-16,2 8-20 0,0-1-10 15,-4 1 0-15,4 1-9 0,0 0 0 16,-1-6-8-16,-3 4-15 0,4-6 3 0,-4 1-18 16,-2-4-5-16,-6-4-14 0,7 0-40 15,0 2-16-15,-5-2-22 0,2 0-15 0,-6-11-79 16,0 0-71-16,0 0-310 0,0 0-116 15</inkml:trace>
  <inkml:trace contextRef="#ctx0" brushRef="#br1" timeOffset="49348.03">8796 9069 971 0,'0'0'202'0,"0"0"41"16,-4-9-51-16,-1-2-34 0,5 11-27 15,0 0-22-15,0-13-79 0,2 3 54 16,11-4-15-16,4-3-11 0,-3 5-17 0,6-1-9 15,1 2-83-15,5 1 40 0,-6-1-40 16,4 4-51-16,-5-1-55 0,-8 4-46 0,4 3-50 16,-1-2-191-16,-2 7 142 0</inkml:trace>
  <inkml:trace contextRef="#ctx0" brushRef="#br1" timeOffset="49513.64">8995 9518 1031 0,'28'18'253'0,"-28"-18"-25"0,0 0 7 16,12 2-82-16,1-2-13 0,-2-3-23 16,-1-1-21-16,3-7-16 0,8-1-21 0,-2-2-83 15,-2 1-13-15,6-3 14 0,-2-5-54 16,3-3-59-16,-6-2-63 0,2-1-108 16,-3 1-162-16,0 2 95 0</inkml:trace>
  <inkml:trace contextRef="#ctx0" brushRef="#br1" timeOffset="50048.65">9324 9090 977 0,'0'0'271'0,"0"0"-112"16,0 0 11-16,0 0-7 0,0 12-19 15,2 1-21-15,-2-13-17 0,6 8-11 16,-2 1-28-16,2 1 3 0,0-3-5 0,1 4-8 16,1 0-9-16,-1 2 0 0,3-4-22 15,-3 4-6-15,-1-4-4 0,0-2-2 0,0 3-2 16,-6-10 2-16,2 7-53 0,4 3 77 15,-6-10 10-15,0 0-14 0,0 0-6 0,4-10-1 16,0 3-34-16,-2-7 30 0,-2 2-7 16,-2-6-1-16,2 2-12 0,2-1 4 0,0-2 23 15,0 2-36-15,0 2 0 0,4 1-1 16,0 1 0-16,3 4-2 0,0-1 35 16,1 6-37-16,1 1 3 0,-11 3-1 15,14 2 7-15,4-1 0 0,-10 5 12 16,2-2-12-16,1 5-1 0,0 0 1 0,-1-6 1 15,-1 1 2-15,-9-4 12 0,10 5-42 16,4 0 36-16,-14-5-5 0,12-2-13 0,-2-1-31 16,-1-2-24-16,2-2-33 0,-1-7-24 15,-1 0-19-15,-3-1 3 0,2-12-18 0,-6 7-8 16,-2-6 10-16,-2 2 12 0,-2-3 8 16,-2-2 26-16,-1 0 21 0,-3 1 57 15,2 3 57-15,-1 3 26 0,4 10 30 16,-3-2 17-16,2-3-9 0,2 4-13 0,-2 4-7 15,6 9-25-15,0 0 9 0,0 0 6 16,0 0 1-16,-7 7 12 0,0 0-4 16,11 10-17-16,4 13 5 0,-2-9 2 0,0 2 6 15,4 1 10-15,1-1-70 0,-1 2 62 16,3 0-11-16,0-4-11 0,0-2-15 0,4 0-3 16,-5-4-46-16,4-1 40 0,-8-9-10 15,2 5-39-15,1 2-37 0,4-10-53 0,2 3-89 16,-9-10-106-16,2 3-241 0,2-6-62 15</inkml:trace>
  <inkml:trace contextRef="#ctx0" brushRef="#br1" timeOffset="50213.53">9544 8964 840 0,'23'2'248'15,"-23"-2"-45"-15,0 0-23 0,0 0-41 0,11 0-24 0,3 2-60 0,1-6 28 0,8-3-30 0,-5-1-40 0,2 3-50 16,2-7-67-16,-2-2-55 0,4-1-320 16,1-3 75-16</inkml:trace>
  <inkml:trace contextRef="#ctx0" brushRef="#br1" timeOffset="50463.4">9848 8488 943 0,'0'0'263'0,"0"0"-49"0,0 0-91 15,0 0 18-15,0 0 22 0,0 16-1 0,1-3-13 16,3 1-20-16,0 0-13 0,0 8-18 16,4 12-19-16,-1-10-20 0,-1 1-15 15,1 6-30-15,6-2 23 0,-3 0-10 16,2-1-3-16,1-1-10 0,6-5-4 0,-2-1-58 15,5-3 24-15,-4-1-16 0,8-4-38 16,3-2-64-16,1-4-52 0,-15-4-50 16,11-3-343-16,15-3-119 0</inkml:trace>
  <inkml:trace contextRef="#ctx0" brushRef="#br1" timeOffset="50697.28">10171 8197 898 0,'54'10'247'0,"-26"-3"-44"16,3 5-25-16,-1-3-52 0,2 2-18 16,-1 5-16-16,10-1-17 0,1 4-18 0,-1 5-10 15,0 2-6-15,-2 4-14 0,-8 4-35 16,-5 5-48-16,-4 0-68 0,-14 1-126 15,-6 4-238-15,-6 4 61 0</inkml:trace>
  <inkml:trace contextRef="#ctx0" brushRef="#br1" timeOffset="53613.71">10949 6488 1046 0,'-10'-2'273'0,"-1"0"-35"0,11 2-28 0,0 0-19 0,0 0-14 0,0 0 12 0,0 0-50 16,0 0-11-16,0 0-36 0,0 0-2 0,0 0-20 15,-12 2 11-15,-1 2-35 16,13-4-18-16,-20-4-9 0,-13-3-5 0,5 2 0 16,1-2-1-16,-9 3-21 0,-4 0 13 15,-1 2-9-15,-5 1 9 0,-1-1-10 0,3 2 6 16,-1 0 4-16,3 2-5 0,-1 1-7 15,3-1 7-15,7 4 1 0,1 1-6 0,-3 2 37 16,2 2-36-16,5 2 4 16,1 4-6-16,-1 1 9 0,7 3-1 0,0 1 15 15,6 3-18-15,-3 5-3 0,2 3 0 16,6-3 10-16,1 3 0 0,-3 1 29 16,1 4-26-16,0 0-2 0,3 3 15 0,0-1 14 15,-1-2 1-15,2 0-1 0,1-2 11 16,2-1 3-16,0 0-4 0,2 1 1 0,2 1 1 15,-4-5-1-15,1 0-10 0,3-3 0 16,-2 2-7-16,2-3 0 0,0-1-5 0,0-5-4 16,-2 3 5-16,2-4-13 0,2-7-3 15,0 3-3-15,1 4 0 0,-2-4-1 0,-1 2 16 16,3-4-19-16,-3 1-2 0,0-6-1 16,2 2 3-16,-2-12-2 0,0 13 35 15,0 3-42-15,0-16 1 0,2 12 3 16,-2-1-1-16,0-11 0 0,0 0-4 0,0 13-9 15,0 0-17-15,0-13-23 0,0 0-29 16,0 0-27-16,0 0-4 0,0 0-51 16,6 6-5-16,0 0-4 0,-6-6-15 0,0 0-22 15,0 0-64-15,0 0-377 0,0 0-181 16</inkml:trace>
  <inkml:trace contextRef="#ctx0" brushRef="#br1" timeOffset="53879.99">9803 7576 935 0,'0'0'228'0,"0"0"-46"0,0 0-34 0,0 0-37 0,0 0-19 0,0 0-50 0,0 0 59 15,0 0 4-15,12 2-27 0,0-1 20 0,-12-1-7 16,11 8 33-16,-1 0-49 0,3 1-8 16,4 9-8-16,-3-5-2 0,2 0-8 0,-5 3 6 15,3 1-23-15,-3 0 3 0,1 0-9 16,-1-3 8-16,-5-7-2 0,0 4 23 0,1 3-35 15,0-5 26-15,-3 2 3 0,-4-11 17 16,0 0 14-16,4 9 17 0,-2 2 1 16,-2-11-32-16,6-11-34 0,2-7-42 0,4-1-50 15,6-6-45-15,-1-1-34 16,5-5-72-16,-2-1-87 0,4-4-489 0,-4 1-322 16</inkml:trace>
  <inkml:trace contextRef="#ctx0" brushRef="#br1" timeOffset="55146.7">11242 6070 991 0,'4'-8'254'0,"-4"8"-48"0,0 0-55 0,-2 11-59 0,0 2 62 0,6-5-11 0,0-1-14 16,2 8-21-16,8 7-20 0,-6-3-18 16,0 2-16-16,-2 4-8 0,3-3-17 0,0-1-24 15,-1 2-14-15,1 0-4 0,-3-4-54 16,-2-9-37-16,2-1-30 0,2 2-60 0,-8-11-125 16,0 0-174-16,0 0 52 0</inkml:trace>
  <inkml:trace contextRef="#ctx0" brushRef="#br1" timeOffset="55280.22">11138 5937 892 0,'0'0'183'0,"0"0"-40"0,0 0-31 0,0 0-21 16,6 7-8-16,3-2-39 16,-1-1-28-16,0 2-36 0,6-1-46 0,-3 1-81 15,-1 2-246-15,-2-3 201 0</inkml:trace>
  <inkml:trace contextRef="#ctx0" brushRef="#br1" timeOffset="55996.4">11377 6035 819 0,'8'7'255'0,"2"1"-14"0,4-1-34 16,-14-7-45-16,2 13-3 0,0-2-24 15,5-2-18-15,-3 2-16 0,6 4-19 0,-1-3-15 16,2 2-16-16,5 8-5 0,-10-15-14 15,6 8-3-15,0-2-8 0,-8-6 1 0,3 3-25 16,-7-10 13-16,6 9 12 0,0-2-9 16,-6-7-2-16,0 0-4 0,0 0-56 15,2-11 60-15,2 0 1 0,-6-4-6 0,-2-9-10 16,0 15-1-16,4-8 36 0,2 2-38 16,-2 1 4-16,2-1 0 0,-2 4-6 0,2 2 3 15,-2 9 36-15,10-8-51 0,2 2 13 16,-2 6 0-16,1 3 5 0,4 6 5 0,0-2-9 15,-3 3 0-15,12 7 13 0,-10-5-5 16,6-4-2-16,-12-3 1 0,5 2 3 16,1 1-7-16,2-2 16 0,-4-1 2 15,2-7-5-15,4-1 1 0,-6-11-3 0,5-6-57 16,-3-2 66-16,-3 0-5 0,2-6-5 16,-5-4 5-16,0 0-8 0,-4-4-53 15,-4-2 61-15,0-1 3 0,-3 2-8 0,-8 0 4 16,3 5-7-16,0 1 12 0,0 3-11 15,-1 5 17-15,2 4 7 0,3 10-6 0,-2-2-8 16,2-4 36-16,4 15-52 0,0 0 9 16,-9 8 8-16,1 1 2 0,4 11 0 0,2 13 23 15,2-7-23-15,4 2-4 16,2 1-7-16,1 0 5 0,3-3-1 0,5 1 20 16,0-5-44-16,-1 2 28 0,6-3-10 15,-6-4 2-15,5-4-1 0,3-1 10 0,-14-11-9 16,14 1 2-16,-4 2-7 0,4-10-13 15,7-3-7-15,-7 0 4 0,-8-6-36 16,1 1 37-16,-3-1 2 0,-5 7-3 0,-5-10 1 16,2 1 6-16,-7 0 33 0,3 2-85 15,-5 3 55-15,0 2 1 0,2 3-3 0,-4-4 3 16,7 11 36-16,0 0-36 0,-11 11 10 16,2-3 8-16,8 6-4 0,-3-1 0 15,6 0 18-15,1 2-22 0,6 0-4 16,9 5 5-16,-2-9 2 0,1-4-9 0,7 0 13 15,-14-4-29-15,16-3 26 0,9-2-30 16,-9-3-20-16,0-3-20 0,-6-1-29 0,4-3-40 16,-5-3-37-16,-3 1-28 0,0-6-21 15,-10 8-35-15,-6-5-257 0,0-2 25 16</inkml:trace>
  <inkml:trace contextRef="#ctx0" brushRef="#br1" timeOffset="56130.49">11817 5765 819 0,'-3'5'268'0,"3"-5"-39"0,0 0-44 0,0 0-48 0,0 0-59 0,0 0 13 0,6-10-14 0,10 0-16 16,8-2-10-16,3 0-27 0,5-3-79 15,4-1 15-15,5-4-33 0,-1-1-45 0,-2 1-39 16,0 6-77-16,-2 0-163 0,2 1 197 16</inkml:trace>
  <inkml:trace contextRef="#ctx0" brushRef="#br1" timeOffset="56863.34">12499 5530 1113 0,'-16'8'248'0,"5"-13"-58"0,11 5-27 0,0 0-6 16,-17 3-47-16,0-3-12 0,7 6-13 0,0-3-11 15,-4 5 6-15,4-2-5 16,-3 6-18-16,-6 5-5 0,8 1-11 0,3-3-4 0,0 5-14 16,0-1 33-16,-1-1-51 15,8-8 5-15,-1 9-5 0,2 0 4 0,3-7-4 16,2 0 37-16,7-4-45 0,-4-1 4 15,4-7-3-15,10-7 0 0,-7-4 1 0,-1-2 8 16,4-2-8-16,-6-2-1 0,3-1 0 16,-2 1 4-16,-3-1-3 0,-3 1 10 0,-3 8-27 15,2-8 22-15,0 2-2 0,-2 5 2 16,1 0-5-16,-5 10-1 0,0 0-36 16,0 0 60-16,13 7 9 0,-1 1 6 15,-3 9-4-15,8 14-13 0,-4-4 37 16,1 7-44-16,4 1-6 0,-6 7 6 0,4 4 0 15,0 3 0-15,-6-3 20 0,1-2-30 16,-3-1-4-16,-3-2 1 0,-1-1 12 0,-4-5 26 16,-4-6 32-16,-6 0-29 0,0-4-4 15,-2-7-2-15,-3-6 6 0,6-7 2 0,-3 0-17 16,-3-3 7-16,0-16-16 0,-4-9-4 16,7-3-11-16,-2-9-27 0,6-5-33 0,4-6-27 15,2-4 13-15,4-3 5 0,0 1 0 16,4 0 11-16,8 1 7 0,-2 2-37 15,1-4 66-15,3 5 2 0,0 5-1 16,-8 5 14-16,-1 3 9 0,2 5 48 16,1 2-22-16,-8 15-8 0,0-7-1 0,-2 3-3 15,-4 6-6-15,2-1 32 0,2 12-30 16,-17 7 10-16,0 4-5 0,6 4-3 0,0 3 1 16,3 6 19-16,1 0-18 0,3 0-10 15,2 0-1-15,4-2-1 0,2 2 2 0,5-5 4 16,3-1-15-16,4-4 19 0,-2-4-8 15,-6-5-2-15,12-3-6 0,-4 1-5 0,4-11 4 16,9-6-18-16,-8-1-13 0,-6-2 11 16,-2-4-1-16,2-2-5 0,-4-2 41 15,-3-2-36-15,-2 1-1 0,-2-2 4 16,-2 2 6-16,2 2 2 0,4 4 22 16,-6 9-21-16,2-6-6 0,-2 2 4 0,2 5 5 15,0 0 10-15,-4 10 31 0,0 0-19 16,13 10-16-16,2 0 3 0,-5 5 1 0,5 10-2 15,0-5 14-15,0 0-9 0,-1 1-22 16,6-1-17-16,-1-2-18 0,-3-3-26 0,1 0-17 16,0-3-35-16,-8-6-68 0,2 1-63 15,1 1-370-15,-1-14-161 0</inkml:trace>
  <inkml:trace contextRef="#ctx0" brushRef="#br1" timeOffset="58363.52">7911 10930 1134 0,'4'13'294'0,"-4"-13"-63"0,11 11-33 0,3 7-46 0,2-1-12 0,-2 0-20 0,-4 5-21 0,2-2-16 0,4 8-20 15,-2-4-67-15,-4 3 57 0,7-3-15 16,-5-3-5-16,-4 3-11 0,5-6-4 0,-3-1 31 16,-3-9-40-16,2 1 18 0,-3 5 21 15,-6-14-13-15,0 0-9 0,0 0 26 16,2-14-32-16,2 1-11 0,-4-4 4 0,-2 0-7 15,0-4 0-15,0-9 31 0,0 19-27 16,2-6-5-16,-2-1-4 0,2 4 1 16,0 0-3-16,2 2 23 0,0 2 1 15,-2 10 1-15,10-3 0 0,1 0-8 0,2 9 4 16,-3-1-5-16,3 4-11 0,2 1 18 16,-2 2-13-16,6 8 2 0,-2-8-8 0,-3-1 4 15,-6-4-8-15,10 1 1 0,-1-1-4 16,-2-5 0-16,1 0 1 0,-1-8 1 0,5 4 27 15,-6-9-34-15,-1 4-2 0,0-9 4 16,6-3-9-16,-9 4 6 0,-4 10 23 16,2-12-17-16,-5 4-10 0,0 0 1 0,-1 0 5 15,-2 0 1-15,0 0 11 16,-6 3 1-16,-2-1 8 0,-2 3-3 0,4 2 7 0,6 6 3 16,-13-1 11-16,-2 1 3 15,7 7 13-15,1 1-5 0,1 6 5 0,2-2-3 16,0 8-4-16,2-6 2 0,4 5-13 15,-1-4-8-15,6 1-4 0,1 1 0 0,1-5-4 16,2-1-8-16,6-5-55 0,-3-2-38 16,8-4-36-16,-4 1-17 0,2-10-57 0,9-7-69 15,-11 1-81-15,0-2-373 0,2 2-247 16</inkml:trace>
  <inkml:trace contextRef="#ctx0" brushRef="#br1" timeOffset="58680.39">8734 10706 1121 0,'28'17'300'0,"-28"-17"-77"0,0 0-12 0,0 0-33 0,0 0 5 0,0 0-59 0,-8 9-11 0,2 3-1 0,6 8-20 0,-3 12-8 0,0-4 15 15,-1 1-37-15,0 5-24 0,2 0-7 16,-4 2-10-16,-2 0-5 0,4-1-5 16,-1-4-40-16,-2-3-18 0,1-4-22 0,4-10-31 15,-2 1-72-15,-1 0-98 0,-6-9-18 16,0 1-300-16,11-7-122 0</inkml:trace>
  <inkml:trace contextRef="#ctx0" brushRef="#br1" timeOffset="58863.18">8506 10832 1119 0,'10'5'259'0,"-10"-5"-90"16,0 0 37-16,6 8-18 0,4 0-23 16,2 1-30-16,4 6-21 0,0-2 3 15,5-1-19-15,-2 3-25 0,6 0-11 0,-2-1-1 16,3 0-13-16,4-2-1 0,-2 2-16 15,-1-3-13-15,0 1-34 0,0-7 27 0,-1 2-41 16,-17-6-25-16,14-1-37 0,-2 0-66 16,-1-5-55-16,-3-1-52 0,-7-4-340 0,5 1-136 15</inkml:trace>
  <inkml:trace contextRef="#ctx0" brushRef="#br1" timeOffset="59096.82">8934 10437 1141 0,'0'0'353'0,"0"0"-65"0,6 7-40 0,-1 1-10 16,0 4 24-16,-3 0-67 0,1 8-14 15,7 11-2-15,-1-8-18 0,1 4-13 0,1 1-59 16,3 2 20-16,2-1-20 0,-2 0-14 16,1 3-19-16,2-1-12 0,-2-5-52 0,-3 0 18 15,6-4-15-15,-6-3-27 0,1-3-22 16,2-1-25-16,-7-10-15 0,3 0-28 15,0 4-22-15,-11-9-29 0,19-6-42 16,-5 3-52-16,-14 3-122 0,2-17-281 16,0 2-198-16</inkml:trace>
  <inkml:trace contextRef="#ctx0" brushRef="#br1" timeOffset="59246.64">8881 10810 1511 0,'-20'0'347'0,"20"0"-67"0,0 0-46 0,0 0-31 15,0 0-56-15,0 0-29 0,0 0-16 16,7-9-32-16,10-10-44 0,2 4-49 0,2-6-36 16,4 2-32-16,9-5-42 15,-3 4-57-15,2-1-93 0,-6 2-378 0,1 2-191 16</inkml:trace>
  <inkml:trace contextRef="#ctx0" brushRef="#br1" timeOffset="60279.53">9294 10190 1395 0,'-2'-16'322'0,"2"16"-60"0,2 12-45 0,1-1-8 0,-3-11 12 0,3 22-77 0,1 13 1 0,2-9-13 0,2 2-7 16,1 4-20-16,4 2-33 0,0 5 13 16,-1-3-17-16,6 2-14 0,-6 2-12 15,3 0-6-15,0-2-6 0,-5-4 4 16,3-1-16-16,-4-4-5 0,1-5 1 0,1-3 1 15,-9-11 1-15,2 3 15 0,2 0-15 16,-6-13-8-16,0 0 0 0,0 0-3 0,0 0 2 16,-4-9 35-16,2-3-46 0,-2-3-2 15,2-2 2-15,-2-1-3 0,-1 0 2 0,3 2 34 16,-2 3-42-16,4 13 2 0,0-13 2 16,2 0 5-16,-2 13 5 0,0 0-8 15,13 1 14-15,-4 3-2 0,3 1 0 0,-1 2-3 16,-1 0 1-16,0 3-28 0,6-5 33 15,-2 4-3-15,1-5-19 0,0 4-34 0,2-10-39 16,-5 2-32-16,7-6-56 16,1 1 3-16,-8-6 0 0,4 1-9 0,-6-6 2 15,2-8 5-15,-3 5 12 0,-4-1 5 16,-1 9 20-16,-2-10 28 0,2 3 26 0,-6 0 32 16,0-1 53-16,2 6 23 0,0 0 35 15,-6 1 28-15,3 2 13 0,3 10 21 0,0 0 1 16,0 0-14-16,0 0 2 0,0 0 2 15,0 0-2-15,0 0-8 0,0 0 12 16,3 11-28-16,-1 0-8 0,2 6-10 0,2 8-10 16,0-7-17-16,-2-11 11 0,1 9-27 15,3 1-22-15,-1-4-34 0,1-1-31 16,1-4-33-16,-1 1-20 0,-8-9-51 0,0 0-74 16,0 0-104-16,0 0-366 0,6-7-233 15</inkml:trace>
  <inkml:trace contextRef="#ctx0" brushRef="#br1" timeOffset="60413.3">9611 10226 1154 0,'4'10'213'0,"-4"-10"-41"0,0 15-45 0,0-2-28 0,8-9-38 0,-1 1-27 0,4 2-64 0,-1-2-55 15,-3 0-92-15,1 2-287 0,7 2 106 16</inkml:trace>
  <inkml:trace contextRef="#ctx0" brushRef="#br1" timeOffset="60946.73">9888 10297 1104 0,'21'9'281'0,"-21"-9"-54"16,0 0-19-16,0 0-21 0,9 9-19 0,-1-1 2 15,1 1-33-15,2-1-18 0,-3 4-28 16,1-1-13-16,-3 2-6 0,6 9-13 0,-7-15-14 15,6 3-9-15,-3 1-12 16,-2 0-7-16,3 2-6 0,-3-4-1 0,1 0 1 16,-7-9-15-16,0 0-12 0,0 0 0 15,0 0-3-15,6-9-4 0,0-1 40 16,-6-4-33-16,2 1 1 0,-2-3 6 0,0 1 2 16,3-2-7-16,-1 3 40 0,0-3-35 15,0 0-3-15,2 6 6 0,2 2 15 0,-6 9-3 16,9-9 20-16,2-1 4 0,-11 10-5 15,0 0-10-15,12 2-2 0,5 2 5 16,-17-4-7-16,13 4-7 0,2 1 9 0,-5-1-6 16,1 0 12-16,-11-4 10 0,21-2 4 0,-6 2 13 15,2-8-20-15,-5 2-9 16,-1-3 1-16,13-11-1 0,-12 8-8 0,0-5 18 16,0 0-23-16,-6 8 0 0,0-8-5 15,0 0-2-15,-4-2-4 0,1 2 22 16,-8 0-20-16,1-8 3 0,0 16 5 0,-6-5 9 15,0 3 4-15,2 2 1 0,2 1 3 16,6 8-9-16,-12 3 12 0,-2 0 13 0,8 8 3 16,0 0-27-16,2 6 24 0,0-1-1 15,4 3-3-15,0-2-6 0,12 0 0 0,3 8 1 16,-2-12 4-16,-5-5-16 0,10-1-2 16,9 3-3-16,-2-8-25 0,0-2-43 15,1-4-26-15,2-4-42 0,-4-1-27 16,5-3-20-16,-8 0-32 0,4-5-36 0,-10 0-78 15,-3 2-397-15,2-2-243 0</inkml:trace>
  <inkml:trace contextRef="#ctx0" brushRef="#br1" timeOffset="61146.67">10444 9631 1275 0,'10'18'318'0,"-14"-9"-54"0,-2 1-14 0,6 7-12 0,0 0-21 0,-3 4-18 0,1 13-18 0,7-7-8 15,2 2-18-15,0-3-13 0,3 3-22 16,6-3-31-16,-4 2-18 0,8-6-13 16,1 2-16-16,-1-7-16 0,2 0-16 15,1-5-48-15,3-4-38 0,-1-2-31 0,2-5-31 16,1-1-14-16,-4 0-6 0,5-3-64 16,-5-5-36-16,-8-1-96 0,-1-3-330 0,1 0-211 15</inkml:trace>
  <inkml:trace contextRef="#ctx0" brushRef="#br1" timeOffset="61346.7">10738 9411 1472 0,'19'13'308'0,"-14"-2"-56"0,5-2-24 16,10 9 5-16,-7-5-49 0,4 2-14 15,4 3-9-15,2 3-23 0,5-1-25 0,0 2-16 16,-3 0-33-16,3 4-26 0,0-2-34 15,-7 1-50-15,0 4-48 0,-2 5-29 0,-5-2-33 16,-5 3-81-16,-6-1-93 0,-6 0-406 16,-1-2-258-16</inkml:trace>
  <inkml:trace contextRef="#ctx0" brushRef="#br1" timeOffset="63362.52">9011 11359 1033 0,'-22'5'231'0,"22"-5"-34"0,-11 5-38 0,-2-2 13 0,13-3-23 0,0 0-1 0,0 0-10 0,0 0-2 0,0 0-6 0,0 0 24 0,0 0-47 0,0 0 2 16,0 0 0-16,0 0-2 0,0 0-4 0,0 0 33 15,0 0-25-15,9-11 4 0,16-10-1 16,11 0-6-16,13-5-10 0,8-5-45 15,11-8 33-15,8-4-6 0,6-4-15 0,3-1-5 16,7-2-7-16,5 1-32 0,2-1 33 16,3 4-8-16,0-1 0 0,-1 3-21 0,-3 1-5 15,-11 5-8-15,-1 3 13 16,-7 7-25-16,-13 2 9 0,1 0-7 0,-12 5-1 16,-10 2-1-16,-3 2 35 0,-8 2-38 15,-7 3-20-15,1 0-7 0,-9 3-12 0,-6 5-19 16,-5-1 27-16,3-3-71 0,-11 8-24 15,0 0-17-15,0 0-14 0,0 0-14 0,-13 4-1 16,1-4-20-16,-6 8-6 0,-7 3-13 16,2-1-16-16,-2 5-60 0,-5 2-90 15,-4 4-187-15,0-1-85 0</inkml:trace>
  <inkml:trace contextRef="#ctx0" brushRef="#br1" timeOffset="63729.58">9272 11483 1364 0,'-47'21'286'0,"37"-15"-54"0,0-1-16 15,10-5-8-15,0 0-1 0,-13 2-11 16,0-2-29-16,13 0 3 0,0 0-9 0,0 0-1 16,0 0 15-16,0 0 37 0,22-3-35 15,12-9-25-15,5-5-7 0,8-3-32 0,8-3-24 16,6-9 6-16,10-3-33 0,4-4-17 15,6-1 20-15,4-3-11 0,5-3 2 16,4-4-16-16,2 0 0 0,1 3 1 16,-3 1-2-16,-2-1-9 0,-5 5-9 0,-4 2-3 15,-10 2-36-15,-2 1 29 0,-10 9 4 16,-10 3 0-16,-6 4-8 0,-6 3 1 0,-5 3-23 16,-4-2 19-16,-7 6 3 0,-1 2-8 15,-12 7-20-15,2-7-14 0,6 5-18 16,-10 1-22-16,2 0-17 0,-10 3-46 0,9-6-33 15,2 2-26-15,-11 4 4 0,6-6-39 16,3 1 8-16,-9 5-2 0,0 0-8 0,0 0-11 16,0 11-41-16,4-1-56 15,-8 0-334-15,2 4-207 0</inkml:trace>
  <inkml:trace contextRef="#ctx0" brushRef="#br1" timeOffset="69312.35">13717 5162 831 0,'-8'-5'261'0,"8"5"-30"0,0 0-34 0,0 0-34 0,0 0-15 0,0 0-21 0,0 0-20 0,0 0-11 16,0 0-40-16,0 0 11 0,0 0-3 15,0 0 11-15,5 3-1 0,5 4 31 0,-10-7-40 16,8 7-9-16,1 1 0 0,-1 1 6 16,1-1-3-16,-1 3 24 0,12 9-35 15,-6-2-8-15,3-3-3 0,6 3-2 0,0 1-11 16,3 1 22-16,-3 1-24 0,3 2-10 16,-1-2-7-16,0 3 1 0,5 2 13 0,-7-1-2 15,3-3 8-15,18 21 11 16,-27-21-14-16,0-1 3 0,-2-1 3 0,-5 0 1 15,2-1 18-15,-6 0 1 0,-2-9-3 16,-4 9-1-16,-2 10-8 0,-6-11 6 16,-4-1-10-16,0 2-4 0,-3 1 1 15,-4 1 0-15,-4-2 2 0,-5-2 30 16,2 2-35-16,-3-4 9 0,-4 2-1 0,2-1 1 16,-2-1-3-16,1 0 7 0,0-1-10 15,3-1-3-15,1-2 1 0,-2 0-1 0,7 0-4 16,2-3-47-16,12-4 46 0,-5 4-1 15,-4-2-6-15,7-3-3 0,4 1-3 0,7-4-33 16,-11 4 42-16,-1 2-3 0,12-6 0 16,0 0-8-16,0 0-2 0,0 0-4 0,-10 3 4 15,2 1-32-15,8-4-30 0,0 0-29 16,0 0-25-16,0 0-69 0,0 0-34 16,-4-9 5-16,0-3 17 0,4 12-7 15,-2-9 0-15,-2-1 11 0,6-3-16 16,-2 2-22-16,2-4 18 0,-2 1 29 0,2 1 38 15,2-3 30-15,0 1 44 0,-2 1 21 16,4 4 35-16,-1-2 39 0,0 4 33 0,3 1 18 16,-8 7 23-16,6-12 2 0,0 3 3 15,-6 9 2-15,0 0-8 0,5-12-5 0,-3 4 22 16,-2 8-44-16,0 0-7 0,0 0-3 16,0 0-14-16,3-11-10 0,2 4 28 15,-5 7-42-15,0 0-2 0,0 0 3 0,0 0 29 16,-5 11 15-16,2 3 24 15,-5 3-13-15,-8 9-7 0,6-8-2 0,1-3 4 16,-1 4-9-16,2-5-20 0,2-4 28 0,-5 4-8 16,6 1-4-16,-1-4-9 0,2 2-8 15,0-5-35-15,-1-1 33 0,5-7-4 16,-4 11-3-16,-1-4 0 0,5-7-6 0,0 0 3 16,0 0 1-16,0 0-17 0,0 0-4 15,0 0-6-15,3 11 2 0,-3 1-3 0,0-12 39 16,13 5-48-16,-3 2 2 0,7-5 3 15,0-1-3-15,2 3 3 0,13 2 21 16,-9-2-39-16,-13 0-5 0,12-4-7 0,3 1-5 16,-6 3-2-16,3-2-5 15,-6 2 10-15,4 0-12 0,-6-4-1 0,-1 1 2 16,-13-1 5-16,12 4-11 0,4-4 26 16,-16 0-6-16,0 0-4 0,0 0-12 0,0 0-28 15,11 0-2-15,5 0-66 0,-16 0-10 16,0 0-17-16,0 0-54 0,0 0-69 0,0 0-462 15,13-4-273-15</inkml:trace>
  <inkml:trace contextRef="#ctx0" brushRef="#br1" timeOffset="69496.49">14321 6021 894 0,'-19'8'260'0,"19"-8"-45"0,0 0-50 16,0 0-38-16,0 0-34 0,0 0-47 0,0 0-65 15,0 0-99-15,0 0-370 0,0 0 59 0</inkml:trace>
  <inkml:trace contextRef="#ctx0" brushRef="#br1" timeOffset="72728.81">11553 8647 892 0,'10'-4'259'0,"-10"4"-18"0,0 0-40 0,0 0-28 0,-10-4 0 0,2 0-21 0,8 4-12 0,0 0-6 0,0 0-11 0,0 0-27 0,0 0 21 0,-2-10-31 15,0 0-6-15,2 10-1 0,0 0-6 0,0 0-2 16,0 0 3-16,0 0-27 16,0 0-12-16,0 0-13 0,0 0-6 0,0 0-2 15,0 0 20-15,0 0-21 0,-9 5 22 16,2 3 1-16,11-1-1 0,1 1-4 0,4 3-18 15,-3 0 18-15,4 2-4 0,10 5 0 16,-8-1-4-16,1 1 0 0,6-1-2 0,-4 2-6 16,-1 1 3-16,4 2-3 0,-2-2-6 15,1-1 0-15,3 1 2 0,-8-2 13 16,3-1-14-16,-2 3 2 0,-1-3 7 0,-1 0 4 16,-7-10 6-16,5 10 24 0,-2-3-30 15,1-1-3-15,-5 1 0 0,0 0 0 0,-1 1-4 16,-4-2 18-16,-1 5-23 0,-2-6-3 15,-11 9 3-15,4-4 1 0,-1 0 10 16,-3-1-43-16,-4-1 59 0,1 0 0 16,-4-2 1-16,6 5 4 0,-5-5-3 0,2 0-30 15,-6 0 34-15,7-5-3 0,-2 4-2 16,12-7 10-16,-7 3 7 0,-2 1-9 0,4-5-47 16,1 4 18-16,3-3 17 0,-2 2-20 15,12-7 5-15,-11 5-2 0,1 0-49 16,10-5 34-16,0 0 18 0,0 0-9 0,-7 5-5 15,-6 0-6-15,13-5-3 0,0 0-5 16,0 0 18-16,0 0 1 0,0 0-6 0,0 0-8 16,0 0-17-16,0 0-9 0,0 0 25 15,0 0 15-15,0 0 7 0,0 0-12 0,0 0 3 16,0 0 2-16,0 0-15 0,0 0 12 16,0 0-9-16,0 0 9 0,0 0-10 15,0 0-46-15,0 0 43 0,0 0 20 16,0 0-15-16,0 0 6 0,0 0-6 0,0 0-37 15,0 0 36-15,0 0 19 0,0 0-13 16,0 0 7-16,0 0-12 0,0 0-15 16,0 0 7-16,0 0 15 0,0 0-2 0,-11-1-1 15,0 1-5-15,11 0 4 0,0 0-16 16,0 0 25-16,0 0-4 0,0 0-14 0,0 0 0 16,0 0 8-16,0 0-7 15,0 0-13-15,0 0 7 0,0 0-3 0,0 0-2 16,0 0-17-16,0 0 8 0,0 0-32 15,0 0-8-15,0 0-13 0,0 0-12 0,0 0-14 16,0 0 5-16,0 0-45 0,0 0-26 16,0 0-4-16,9-9-3 0,-3 4-9 0,-6 5-36 15,0 0 48-15,0 0 4 0,2-12-2 16,0-2 7-16,-2 14 23 0,-4-14 26 16,0 3 21-16,4 11 25 0,0-17 23 0,1-1 32 15,-1 7 23-15,3-2-25 16,-3 13 59-16,4-20 13 0,-1 2 7 0,-3 6 1 15,0-2 2-15,5 4-61 0,3 0 75 16,-8-4 7-16,2 1-3 0,6 5-5 0,-2 0-3 16,-6 8 6-16,1-10-12 0,4 0-17 15,-5 10 4-15,0 0-6 0,0 0-9 0,0 0 12 16,0 0-30-16,0 0 17 0,0 0-7 16,0 0 1-16,0 0 21 0,0 0 5 0,0 0 24 15,0 0-13-15,0 0-4 0,-6 11-3 16,0 3-7-16,0-1-3 0,2 1 22 15,-6 7-24-15,0 7 0 0,2-9 1 16,-1 4 1-16,1 2-5 0,-5-3 11 0,2 2-22 16,5-6-1-16,-2-1-8 0,2 3-2 0,-2-12-2 15,4 6-47-15,-2 1 48 16,2-3-2-16,2-2 2 0,2-10-3 0,-4 11-6 16,0 2-35-16,4-13 46 0,0 0-10 15,0 0 3-15,0 0-1 0,0 0-3 0,0 13-9 16,0 0 31-16,0-13-24 0,0 0-7 15,0 0 1-15,0 0 0 0,0 0-4 0,0 0 29 16,0 0-23-16,0 0 9 0,0 0-3 16,0 0-4-16,0 0-5 0,0 0-45 15,0 0 31-15,0 0 2 0,0 0 1 0,0 0-3 16,0 0 1-16,0 0-38 0,0 0 62 16,0 0 11-16,12 3 9 0,4 2-19 15,-2-5-2-15,0 3 0 0,6-2-12 16,9 4 9-16,-3-5-2 0,-3 3-3 0,-10-1-4 15,12 0-8-15,13 0-11 0,-10 0 14 16,-3-1 9-16,1 3-4 0,-14-4-6 0,8 4-3 16,-2-2-53-16,-3-2 57 0,5 2 7 15,-20-2 7-15,14 2-7 0,1-2 7 0,-15 0-16 16,0 0 8-16,15 0 15 0,0 0-4 16,-15 0-3-16,0 0 3 0,0 0-43 15,0 0 36-15,0 0 8 0,0 0-13 0,10 0 3 16,5 3-1-16,-15-3-7 15,0 0-4-15,0 0 6 0,0 0 5 0,0 0-10 16,0 0 8-16,0 0-2 0,0 0-36 16,0 0 33-16,0 0-4 0,0 0 1 0,0 0-7 15,0 0 3-15,0 0-55 0,0 0 42 16,0 0 12-16,0 0 8 0,0 0-8 0,0 0 0 16,0 0-34-16,0 0 13 0,0 0 8 15,0 0 1-15,0 0-4 0,0 0-2 16,0 0-1-16,0 0-5 0,0 0-17 15,0 0-21-15,0 0-27 0,0 0-34 0,0 0-20 16,0 0-49-16,0 0-15 0,0 0-1 16,0 0-2-16,0 0-42 0,-13-3-52 0,3-1-29 15,10 4-327-15,0 0-192 0</inkml:trace>
  <inkml:trace contextRef="#ctx0" brushRef="#br1" timeOffset="81329.32">7115 9889 757 0,'0'0'198'0,"0"0"-37"0,0 0-27 0,0 0-22 0,0 0-30 0,0 0-13 0,0 0-10 0,0 0-6 15,0 0-5-15,0 0-5 0,0 0-13 16,0 0 8-16,0 0 1 0,0 0 0 0,0 0 3 16,0 0 3-16,0 0-28 0,0 0 45 15,0 0-2-15,-9 4-1 0,0 1-3 0,9-5-12 16,0 0-59-16,0 0 51 0,0 0 0 16,0 0 3-16,0 12 17 0,1 0 1 0,4 2 36 15,7 11-52-15,-6-4-1 0,1 6-5 16,3-1-5-16,-4 5-2 0,2 1 3 15,-4-1-13-15,6 4-9 0,-4 2 5 0,0-3-1 16,-2-5-11-16,0 0 14 0,0-5-37 16,-2-13 30-16,3 9-1 0,0-3-8 0,-3-4 2 15,0 4 1-15,2-7-18 16,-2 0 21-16,-2-10-5 0,4 11 3 0,-2 0 0 16,-2-11-4-16,0 0 34 0,0 0-45 15,4 7-2-15,-2 3-12 0,-2-10-5 0,0 0-12 16,0 0-15-16,0 0-69 0,0 0-46 15,0 0-38-15,-14-7-42 0,-2-1-304 0,8-1-65 16</inkml:trace>
  <inkml:trace contextRef="#ctx0" brushRef="#br1" timeOffset="81713.55">6966 9913 914 0,'0'0'207'0,"0"0"-34"16,0 0-34-16,0 0-42 0,4 9-45 16,0 0 11-16,-4-9 14 0,0 0 9 0,3 13-1 15,4 2-8-15,1 0 41 0,4 10-53 16,-6-2-7-16,1 2 1 0,2 3 1 0,1 5 2 16,1 1-7-16,-5 0-54 0,-1 2 65 15,2 1-7-15,0-5 0 0,-2 1-7 0,-1-7-2 16,2-1-6-16,-2-3 8 15,0-1-2-15,-2-9-16 0,-1 5 1 0,2-2-11 16,-1-3 22-16,3 0-28 0,-5-3-10 16,2 4 8-16,-2-13-6 0,0 0-1 0,7 7 29 15,-3 3-28-15,-4-10-6 0,0 0 1 16,0 0-3-16,0 0-6 0,0 0 13 16,0 0-4-16,0 0-4 0,0 0 0 0,2 12-1 15,-2 0-11-15,0-12 11 0,0 0-31 16,0 0 18-16,0 0-18 0,0 0-3 15,0 0-11-15,0 0-16 0,0 0-67 16,0 0 13-16,0 0-47 0,0 0-59 0,0 0-81 16,0 0-274-16,0 0-99 0</inkml:trace>
  <inkml:trace contextRef="#ctx0" brushRef="#br1" timeOffset="83028.84">7740 11105 934 0,'-7'-5'208'0,"7"5"-34"0,4 15-17 0,-2 1-32 0,-2-16-11 0,1 17-8 0,-1 3-12 0,0-8-5 0,4 1-5 0,0 5 0 16,-1-1-3-16,2-5-17 0,1 16-2 15,-2-7-2-15,0-14-6 0,1 15-4 16,4 10 26-16,-5-21-54 0,2 10 7 0,3 14-4 16,-5-10 3-16,2-2-7 0,-2 3 32 15,3-3-43-15,-3-1-2 0,5 0-9 16,-3-2 2-16,-2-9 1 0,-2 5 17 15,4 0-16-15,-2-4-7 0,2 2 0 0,-6-14 1 16,2 12 1-16,0-1 5 0,-2-11-33 16,4 8 21-16,2 3-7 0,-6-11-3 0,0 0-5 15,0 0-2-15,0 0-58 0,0 0 39 16,0 0-20-16,-4 9-17 0,0 3-28 0,4-12-36 16,0 0-19-16,0 0-82 0,-16-2-266 15,4-1 14-15</inkml:trace>
  <inkml:trace contextRef="#ctx0" brushRef="#br1" timeOffset="83345.05">7562 11133 840 0,'0'0'255'16,"0"0"-41"-16,0 0-42 0,0 0-10 15,0 0-50-15,0 0-15 0,0 0-20 0,0 0-17 16,0 0-11-16,2 11 23 0,-2 0-26 16,0 2 6-16,2-1-3 0,-2 9 6 0,6 16-6 15,2-7-62-15,0 6 64 16,6 4-4-16,0-2-10 0,-3 5-1 0,2 0-19 16,4-1 39-16,-5-2-47 0,-1-1 5 15,4-4-3-15,-3 1-5 0,-1-6 0 0,1-1 40 16,-2-4-51-16,0-4 0 0,-4-1-3 15,-2-11-7-15,-2 4-16 0,2 0-34 16,0-3-28-16,1 0-32 0,-5-10-46 0,0 0-87 16,-5 13-293-16,3-2-60 0</inkml:trace>
  <inkml:trace contextRef="#ctx0" brushRef="#br1" timeOffset="85511.32">8920 12529 1199 0,'-10'-8'304'0,"10"8"-52"0,0 0-81 0,0 0 28 0,0 0-35 0,0 0-28 16,0 0-22-16,0 0 11 0,5 9-6 16,2 3-25-16,6 1-1 0,4 14-16 0,-2-6-10 15,0 1-13-15,-1-2 3 0,1 1-23 16,0-4-11-16,-2 2 2 0,2-2-11 0,-6-7 4 16,1 0 13-16,1 1-13 0,-5 0 11 15,2-1-3-15,-8-10-4 0,0 0-6 0,3-12 7 16,-1 1-16-16,-4-6-2 0,-5-8-4 15,1 4 2-15,2 0-2 0,0 0-13 16,4 10 14-16,-2-8-2 0,-1 2-6 0,3 3 3 16,0 1 2-16,9 6 4 0,-3 0-8 15,7 10 12-15,10 3-4 0,-6 3 3 0,6 4-5 16,1 4 2-16,-3-2 14 16,3 4-10-16,1-1-6 0,-2 0 0 0,4-2 0 15,-1-1 1-15,-3-4 14 0,1-2-11 16,-14-7-4-16,10-2 6 0,13-5-4 0,-12-8-6 15,-4-2 17-15,0-5-28 0,0-2-8 16,-3-4 2-16,2 1 7 0,-2-2-1 0,-3 1 9 16,-6 2-1-16,0 2-4 0,-3-6 8 15,-4 6-6-15,0 1 8 0,-1 9-8 16,0-3 19-16,-4 0-1 0,4 3-2 0,-5 2-2 16,8 10 7-16,0 0 17 0,-11 7-5 15,-3 3 11-15,9 7 1 0,4 12 1 16,5-5-4-16,1-1 0 0,1 2 2 15,3-3-13-15,3 0-8 0,3-3-1 0,5-1-2 16,-4-7-6-16,1 1-10 0,-6-9-58 16,10-3-39-16,13-3-30 0,-16-2-31 0,6-7-18 15,2-5-65-15,-1-4 19 0,-3-2-27 16,-6-3-54-16,1 1-330 0,2 0-166 0</inkml:trace>
  <inkml:trace contextRef="#ctx0" brushRef="#br1" timeOffset="86062.1">9948 12110 1623 0,'-26'-6'314'0,"26"6"-24"0,0 0-48 0,-8 8-48 0,-2 1-20 0,0 4-20 16,5 3-18-16,4 5 7 0,-3 15-24 15,4-10-18-15,2 3-19 0,0 0-16 0,2 2-14 16,-2-7 22-16,3 3-58 0,0-3-32 16,-3-12-36-16,4 3-32 0,0 0-27 0,-2-5-17 15,-2 1-43-15,-2-11-6 0,0 0-22 16,0 0 2-16,-8-14 4 0,0 2-10 15,-2-1 79-15,-6-11 27 0,6 5 21 0,-5-2 26 16,2 1 30-16,2 1-22 0,1 3 87 16,0-1 29-16,6 8 14 0,-4 0-8 0,2 1 21 15,6 8 13-15,0 0-19 0,0 0-11 16,0 0-7-16,8 7-11 0,2 0-15 16,2 3 17-16,9 7-48 0,-4-4 27 15,2 1-14-15,-2-2-4 0,2 0-8 0,2 0-5 16,3 0-2-16,-6-2-19 0,2-1-29 15,-12-6-18-15,7 3-23 0,0-4-27 0,-2-4-36 16,-1-4-36-16,-7-5-8 0,3 0-1 16,-3-7 18-16,-1 0 23 0,-6-3 39 15,0-16 4-15,-5 8 6 0,0 1 19 0,-3-5 23 16,-1-3 40-16,1 0 66 0,-1 0 7 16,0 6 32-16,3-4 12 0,0 5 11 0,2 3 7 15,-1 9-14-15,2 6-5 16,3 4 28-16,-2-3 10 0,4 10-5 0,0 0-14 15,14 4 17-15,2 9-20 0,-4 3-12 16,1 5 10-16,7 3 9 0,-4 1 4 0,4 1 30 16,-2 4-55-16,6 0-20 0,-3-2-18 15,5-1-13-15,-6-3-9 0,2-4 14 16,-3 1-35-16,-2-4-22 0,-6-10-26 0,1 1-25 16,0-1-23-16,6-4-23 0,-4-3-25 15,-1-4-43-15,0 0-26 0,-4-7-46 0,-1-1-53 16,-10-5-102-16,-2 0-306 0,0-1-221 15</inkml:trace>
  <inkml:trace contextRef="#ctx0" brushRef="#br1" timeOffset="86211.37">10077 12083 1366 0,'-11'19'320'0,"7"-7"-49"0,2 0-10 0,2-12-72 0,-2 8-32 0,0 1-30 0,2-9-14 15,0 0-22-15,0 0-8 0,12 0-29 16,4 0-49-16,-2-10-36 0,14-9-35 0,-5-4-30 15,3-2-64-15,-6-5 2 0,4 2-48 16,-3-1-49-16,-1-3-340 0,0 1-129 0</inkml:trace>
  <inkml:trace contextRef="#ctx0" brushRef="#br1" timeOffset="86712.03">10373 11580 1543 0,'-29'0'293'0,"29"0"8"15,0 0-59-15,-17 0-27 0,2 2-27 0,7 5-11 16,-3 1-17-16,2 6 41 0,3 1-46 15,4 6-9-15,2 13-2 0,8-5-13 0,6 1-11 16,0 3-54-16,1 1 31 0,6-3 1 16,0-1-30-16,5 3-12 0,-3-1-16 0,0-3-6 15,-3-3 10-15,5-2-28 0,-11-2 3 16,6-2-17-16,-3-6-11 0,-12-6-34 0,2 4 6 16,1 0-13-16,-5-2-7 15,4-3-11-15,-7-7 0 0,0 0-1 0,0 0 13 16,-14-9-26-16,6-2-10 0,0-3 2 15,-1 4 5-15,-1-9 11 0,3 2 19 16,1-1 2-16,-1 4 2 0,7 0 12 0,-2 2 3 16,6 4 9-16,-3-3 37 0,9 8-28 15,0-2 5-15,4 7-1 0,-2 1 6 0,5-3-3 16,-2 3 4-16,2 1 7 0,2-4-5 16,0 5 5-16,2-3 1 0,-4-2-5 0,0 0-4 15,2 0-29-15,9-7-20 0,-18 3-25 16,5-4-25-16,9-6-16 0,-14-1-7 0,0 0-3 15,-3 3-32-15,-1-3 9 16,5-11 13-16,-8 11 24 0,-4-5 31 0,1 1 36 16,0 1 19-16,0-2 49 0,0 7 42 15,-2 0 26-15,2 13 29 0,0 0-55 16,0 0 67-16,0 0 1 0,0 0-4 0,0 0-21 16,0 0 2-16,0 0-14 0,0 11-14 15,-2 0-16-15,4 5-15 0,-2-1-3 0,6 0-8 16,1 0 19-16,-3-2-42 0,2 1-47 15,0-4-37-15,2 1-38 0,-8-11-22 0,14 0-85 16,-4 4-136-16,-10-4-317 0,4-12-201 16</inkml:trace>
  <inkml:trace contextRef="#ctx0" brushRef="#br1" timeOffset="86845.81">10634 11613 1206 0,'-11'17'258'0,"11"-17"-47"0,0 0-109 0,0 0-62 0,0 0-33 0,0 0-42 0,0 0-48 0,0 0-67 0,11-4-311 16,2-1 112-16</inkml:trace>
  <inkml:trace contextRef="#ctx0" brushRef="#br1" timeOffset="87345.58">10998 11654 1352 0,'0'0'282'0,"0"0"-54"0,0 0 11 16,0 0-65-16,5 16-29 0,-1-3-19 16,2-6-30-16,3 1-7 0,-3 2 17 15,0-1-42-15,2 1-16 0,4 2-13 0,-4-7-4 16,-2 2-1-16,-6-7-3 0,8 8-8 16,3-2-11-16,-11-6-16 0,0 0-20 0,9-6 1 15,1 1 4-15,-6-5-29 0,-1-1 25 16,-2-3 9-16,4 3 0 0,-5-3 4 0,2 1 6 15,0-1-46-15,2-1 53 16,0 4-1-16,3 2 6 0,-2-2 9 0,-1 3-1 16,3 0 47-16,0 1-33 0,-7 7 4 15,15-2 5-15,0-1 3 0,-15 3-3 0,13 5 25 16,1 1-28-16,-14-6-5 0,16 1 2 16,-2 0 18-16,0-1 5 0,2 0-3 15,-6-5-1-15,1 1-12 0,2-7-14 0,8-8 0 16,-10 2-7-16,6-3-16 0,-7 0 12 15,0 1-1-15,-1-1-2 0,0-3-1 0,-7 17-3 16,0-17 1-16,0 3 16 0,-4 3-7 16,-2-1 2-16,-3 5 10 0,0 2 0 0,7 11 5 15,-8-8 5-15,-2 1-4 0,10 7 0 16,-8 7 0-16,-2 3 6 0,5 3 2 16,4 1 41-16,1 3-59 0,0 0-7 15,4-2 1-15,0 1-5 0,6-7 0 0,-2 2 28 16,2 0-46-16,3-1-23 0,6-10-29 15,-2 0-28-15,5-4-46 0,7-9-22 16,-6 2-44-16,0-4-21 0,3-5-48 0,-9 1-56 16,4-2-455-16,0 0-307 0</inkml:trace>
  <inkml:trace contextRef="#ctx0" brushRef="#br1" timeOffset="87578.36">11674 10894 1537 0,'-20'41'390'16,"8"-21"-53"-16,0 5-30 0,1 0-54 0,2 0-20 0,1 1 14 0,1 3-74 0,5 1-14 0,2 1-9 0,2-1-21 15,3 1-18-15,7-3-39 0,6 3 4 16,0-5-20-16,6-6-18 0,-1-2-47 0,8-1-48 16,0-3-17-16,-2-4 18 0,2-2-45 15,2-8-42-15,-4-7-28 0,1-1-14 0,-2-5-10 16,-6 0-28-16,0-6-20 0,-7-4-40 15,-5 2-134-15,-2-3-195 0,4 1-141 16</inkml:trace>
  <inkml:trace contextRef="#ctx0" brushRef="#br1" timeOffset="87778.9">11947 10744 1493 0,'12'12'284'15,"12"5"-59"-15,-15-12-16 0,1 7-24 16,9 6-21-16,-3-4-40 0,4 3-3 0,0 2 14 15,0 3-15-15,0 4-7 0,-2 0-12 16,2 2-16-16,-4-2-21 0,-3 5 17 16,-2 0-44-16,-5 4-11 0,-1-7-10 0,-1 0-23 15,-4-2-16-15,0-6-4 0,0-5-45 16,-2 2-29-16,0 1-27 0,-3-6-24 0,2 1-45 16,3-13-83-16,-14-2-87 15,1 2-284-15,11-10-181 0</inkml:trace>
  <inkml:trace contextRef="#ctx0" brushRef="#br1" timeOffset="91045">11450 9468 712 0,'0'0'123'0,"10"-3"-36"0,-2 0-22 0,-8 3-24 0,0 0 3 0,0 0-36 0,0 0-14 0,0 0-5 16,0 0 4-16,0 0 4 0,-3-10 27 15,0 2-21-15,3 8 1 0,0 0 18 0,0 0 8 16,0 0 4-16,0 0 25 0,0 0-18 15,0 0 0-15,0 0 4 0,0 0 1 0,0 0 0 16,0 0 4-16,0 0-18 0,0 0-5 16,0 0-1-16,0 0-5 0,0 0-2 0,0 0 8 15,0 0-18-15,0 0 2 0,0 0 2 16,0 0 4-16,0 0 4 0,0 0 21 16,0 0-19-16,0 0 11 0,0 0 1 0,0 0 1 15,0 0 4-15,0 0-6 16,0 0 0-16,0 0 2 0,0 0-6 0,0 0-5 15,0 0 2-15,0 0-7 0,0 0 1 16,0 0 1-16,0 0-6 0,0 0-6 0,0 0 1 16,0 0 5-16,0 0-10 0,0 0 0 15,0 0-1-15,0 0-3 0,0 0-1 0,0 0-22 16,0 0 28-16,0 0-1 0,0 0-1 16,0 0-3-16,0 0-1 0,0 0-5 15,0 0-30-15,0 0-28 0,0 0-55 16,0 0-93-16,2-7-321 0,2-2-18 15</inkml:trace>
  <inkml:trace contextRef="#ctx0" brushRef="#br1" timeOffset="91796.94">12412 6212 684 0,'0'0'166'0,"0"0"-34"0,10 5-51 0,-3-1 37 0,-7-4-11 0,0 0-8 0,0 0-13 0,0 0-13 0,0 0-52 0,0 0 47 15,0 0-2-15,0 0-10 0,0 0-2 0,0 0-4 16,0 0-48-16,0 0 48 0,0 0 15 16,0 0-22-16,0 0-8 0,0 0-5 0,0 0-35 15,0 0 26-15,0 0-1 0,0 0-2 16,0 0-3-16,0 0-4 0,0 0-40 15,0 0 39-15,0 0 5 0,0 0-4 0,0 0-2 16,0 0-6-16,0 0-19 16,0 0 22-16,0 0 3 0,0 0-2 0,0 0 0 0,0 0-6 15,0 0-27-15,0 0 36 16,0 0-4-16,0 0 2 0,0 0-4 0,0 0-2 16,0 0-41-16,0 0 16 0,0 0-19 15,0 0-30-15,0 0-45 0,0 0-82 0,0 0-303 16,0 0 39-16</inkml:trace>
  <inkml:trace contextRef="#ctx0" brushRef="#br1" timeOffset="92827.68">12459 10740 1257 0,'-17'6'333'0,"13"4"-64"0,4-10-27 0,0 0-7 0,0 0 7 0,0 0-18 0,0 0-23 0,-9 3-10 16,2 2-8-16,7-5-7 0,0 0-14 0,0 0 9 15,0 0-44-15,0 0-18 0,16-7-8 16,12-4 12-16,-1-5-15 0,7-3-28 15,6-2-24-15,5-3-6 0,3-4-5 0,7 1-19 16,7 1 26-16,-5-4-11 16,0 4-22-16,3-1 7 0,-5 1-3 0,-2 6 1 15,-3 1 5-15,-5 2-5 0,-3 2-1 16,-1 1-6-16,-7 3 1 0,-4 2-11 0,-10-2-8 16,-9 8-16-16,6-2-51 0,-3-2 9 15,-1 2-16-15,1 0-31 0,-14 5-27 0,8-7-36 16,0 4-10-16,-8 3-43 0,0 0-2 15,-13 3-23-15,-2 1-19 0,-6 0-26 0,-3 3-84 16,6-2-268-16,-16 7-186 0</inkml:trace>
  <inkml:trace contextRef="#ctx0" brushRef="#br1" timeOffset="93245.33">12529 10524 1213 0,'-2'-24'283'16,"2"24"-55"-16,0 0-17 0,0 0 16 16,0 0-29-16,0 0-16 0,0 0-14 0,0 0-28 15,0 0-10-15,0 0-33 0,0 0-5 16,0 0-11-16,-8 5-17 0,-1 4-11 0,3 4-9 16,-9 6-6-16,7-4 2 0,-5 6-18 15,0-4-8-15,0 1-1 0,3-4 3 0,0 3 4 16,-6-3 14-16,2 1-9 0,3 1-4 15,5-11-3-15,-5 7-1 0,2-4-3 0,-1 1 9 16,0 0-16-16,-2-1-4 16,6 1-1-16,6-9-2 0,-9 6-1 0,6-1 27 15,3-5-32-15,0 0 1 0,0 0 3 16,0 0 0-16,0 0 4 0,0 0-1 16,3 12 8-16,4 0 0 0,-7-12-1 0,18 0 4 15,-4 2-2-15,1 0-31 0,1-1 34 16,2 2-4-16,1-3-1 0,0 3-4 15,0 1-10-15,0 0-13 0,-2-3-8 0,0 1-36 16,0 2-46-16,-3 0-29 0,4 2-9 0,-8 2-5 16,-1-1-41-16,5 3 1 0,2-3-43 15,-10 2-113-15,6 11-288 0,4-6-165 16</inkml:trace>
  <inkml:trace contextRef="#ctx0" brushRef="#br1" timeOffset="93394.97">12981 10932 1151 0,'0'0'329'0,"0"0"-96"0,0 0-51 0,0 0-7 15,0 0-100-15,0 0-50 0,0 0-70 16,0 0-88-16,0 0-163 0,-10 3-201 16,5 2 44-16</inkml:trace>
  <inkml:trace contextRef="#ctx0" brushRef="#br1" timeOffset="98144.29">6790 10281 995 0,'-21'-16'307'0,"8"19"-40"0,13-3-34 0,0 0 0 0,0 0-40 0,-6-6-40 0,0 2-25 16,6 4-37-16,-17 6-21 0,-4 11-1 0,8-1-13 16,-4 12 19-16,-2 7-10 15,0 8 10-15,-1 4-9 0,6 5-9 0,-5 7-6 16,4 2-12-16,5 0-10 0,-4 2-1 16,9-2-8-16,0-3 5 0,5-2 16 15,5-1-15-15,3-3-1 0,7-6-1 0,1-3-2 16,10-3 5-16,2-4 12 0,4 2-25 15,7-1-3-15,3-7-2 0,3 1-2 0,0-1-1 16,-1 4-4-16,-1 0 8 0,-1 10-6 16,-1-1 5-16,-1 4 1 0,-6 9 0 0,0 5-18 15,-5 5 15-15,-4 1 15 0,-6 3-4 16,1-1 9-16,-4-1 7 0,-7-6 14 16,-7 1 12-16,2-5-9 0,-4-4-4 15,0-7-3-15,-2-3-10 0,2-5-7 0,0-10 33 16,0 0-56-16,0-14 1 0,0 4 0 15,0 1 2-15,4-3-1 0,1-2 43 16,10-4-53-16,7 4 4 0,2-6-2 0,4-2 4 16,3-2-2-16,5 3-42 0,5 8 50 15,1 1-1-15,7 3 1 0,1 9 12 0,10 11-4 16,1 9-33-16,0 12 58 0,3 10 5 16,0 10-8-16,2 8-1 0,-1 6 14 0,-3 4 2 15,-3 0 2-15,-4 1 13 0,-5-2 27 16,-3 0 0-16,-5-6 4 0,-1-2-5 0,-1-9 2 15,-2-3-26-15,-2-10-17 16,-2-3-4-16,0-12-14 0,2-5-1 0,-6-11-9 16,-1-8-15-16,1-9-19 0,2-9-25 15,-2-10-26-15,-1-8-29 0,-3-12-55 16,-4-4-67-16,4 0-56 0,-5-2-49 0,-4-2-19 16,-4 5-54-16,-5-7-131 0,-6 16-342 15,-1-4-464-15</inkml:trace>
  <inkml:trace contextRef="#ctx0" brushRef="#br1" timeOffset="98794.08">5110 13658 1104 0,'-16'-20'332'0,"14"11"-60"0,-2-8-51 0,-2 2-6 0,-1 6-30 0,0-2 7 0,-1 0-17 15,0 4-24-15,2 2-21 16,-3-1-16-16,9 6-28 0,-11-4-23 0,3 0-13 16,-3 10-10-16,3-1 7 0,-5 10-19 15,-4 9-10-15,5-2-3 0,5 4-6 0,-2 0-2 16,3 1 15-16,1 1-18 0,4-1 1 16,5 2 0-16,4-6-5 0,4 0-1 0,-2-5 24 15,7-1-24-15,2-2 2 0,4-6-2 16,3-2 1-16,-1 1-10 0,0-3 15 15,-3 4-20-15,1 1-4 0,-13-7 4 16,8 4 9-16,-2 3 4 0,-7 3 4 0,-4 0 0 16,-6 9-11-16,-5 7 4 0,-8-5 6 0,-6 0-7 15,5 0-3-15,-10-2 4 16,1-1 14-16,1-3-9 0,2-6 3 0,-1 0-37 16,14-6-29-16,-9-5-67 0,0 3 2 15,9-9-19-15,-3-1-33 0,7-13-41 0,2-15-70 16,8 7-364-16,5 0-182 0</inkml:trace>
  <inkml:trace contextRef="#ctx0" brushRef="#br1" timeOffset="99461.18">5168 13210 1407 0,'0'0'337'0,"-13"-2"-64"0,3 2-37 15,10 0-22-15,0 0-78 0,0 0-28 16,0 18 2-16,4 12-3 0,4-4 13 0,3 6-17 15,6 8 14-15,-1-2-12 0,7 5-18 16,-1 3-16-16,3 0-11 0,3-5-9 0,-2 0-15 16,0-4 2-16,-1-6-14 0,-2-4-3 15,2-4-4-15,-3-4-1 0,-4-6 9 16,-10-8-11-16,10-2-9 0,7-6-7 0,-8-9-18 16,-2-5-8-16,-4-6 21 0,0 0-17 15,-5-6 2-15,0-2 6 0,3-2-2 0,-7 1 5 16,-2 1 25-16,-2 3-27 0,0 2 4 15,-4 4-1-15,5 10 2 0,-3-3 0 16,-1 1-6-16,5 14 11 0,-6-7-1 16,2-1 1-16,-3 16 0 0,4 1 6 0,0 10-19 15,1 1 24-15,0 0-5 0,2-1 0 16,4 1-2-16,-1 12 3 0,3-25-2 0,-2 9 10 16,0-1-7-16,5-5-10 0,-2-3 0 15,3-1 2-15,-2-3-3 0,-8-3 9 16,12 0-8-16,4-3-6 0,-16 3 4 0,14-2-6 15,0-2 7-15,-14 4 22 0,8 6-18 16,2-3-4-16,-1 4 4 0,-3-2 0 0,5 7-1 16,0-2 21-16,-1 1-14 0,-2 0-8 15,3-4 7-15,-2 2 0 0,3-9-2 0,0 7 9 16,-12-7-6-16,18-7-2 16,1 5 1-16,-11-12 0 0,10-8-9 0,-6 0-9 15,1 1-7-15,-3-5 8 0,1-3-7 16,-2 3 5-16,-3-3 6 0,-2 0 3 0,-6 0 13 15,-3-1-11-15,-1 1-3 0,-2 3 3 16,-3 2 4-16,3 7 38 0,3 8 17 16,-5-4-14-16,2 4-8 0,1 2-1 0,-1 2-3 15,8 5-3-15,-5 8 30 0,-3 0-20 16,8 10 3-16,0 8-4 0,6-4-3 0,1-1-1 16,6-1-22-16,-1 2 18 15,3-3-6-15,0-6-1 0,6 1-7 0,-3-7-5 16,-8-1-46-16,10-4 8 0,-3-2-42 15,3-8-43-15,8-6-31 0,-12-3-38 0,-4-1-37 16,-1-5-50-16,-4 0-101 0,-7 13-350 16,2-8-248-16</inkml:trace>
  <inkml:trace contextRef="#ctx0" brushRef="#br1" timeOffset="99627.62">5414 13411 1130 0,'-59'32'376'0,"37"-16"-88"0,16-11-47 0,-4 3-29 0,1-3-8 0,9-5-64 0,0 0-48 16,0 0-14-16,0 0-16 0,7-11-32 0,11-10-13 16,4 0-64-16,7 1-41 0,5-5-55 15,2 0-75-15,-2 5-67 0,2 5-319 16,4 5-135-16</inkml:trace>
  <inkml:trace contextRef="#ctx0" brushRef="#br1" timeOffset="100444.18">6238 13334 1362 0,'4'-22'312'0,"-11"10"-68"0,2 3-37 16,0 0-24-16,5 9-25 0,-7-16 8 15,3 4-55-15,-5 1-25 0,2 2 2 0,-4 0 2 16,2-3-4-16,1 7 17 0,-1-2-43 16,9 7-21-16,-12 2-7 0,-2 0-4 15,6 10-6-15,2-1 17 0,2 6-20 16,0 2-6-16,0-1-5 0,2-2-4 0,2 0-2 15,-2-1-8-15,4-3 13 0,0 1-3 16,-2-13 2-16,5 7 2 0,2 1 0 0,-7-8-3 16,13-6 14-16,0 2-19 0,-7-9 0 15,2 0-4-15,1-4 1 0,-3 1 2 0,-2-2 17 16,0 2-13-16,-1-3-9 16,1 4 1-16,-2 0 0 0,3-1 0 0,-3 5 15 15,0 0-18-15,-2 11-1 0,0 0-1 16,6-10 8-16,-2 3 1 0,-4 7 27 15,8 5-26-15,2 1-9 0,-2 1 6 0,-2 3 1 16,5-4-3-16,-3 1 23 0,3 0-21 16,-1 4-2-16,-10-11 7 0,11 4-5 0,-3 1 3 15,-8-5-9-15,0 0 17 0,13-8-8 16,0 3-12-16,-11-9-5 0,2 4 2 0,2-7-5 16,-1 3 12-16,-5-8-11 0,2 3 2 15,-2 1-2-15,0-1 8 0,0 3-4 0,4 3 20 16,-4 13-8-16,0-15-16 0,0-1 5 15,0 16 8-15,0 0-3 0,0 0 24 16,13 2-10-16,2 1-11 0,-5 6 6 16,-2-1-4-16,4 1 1 0,0 0 23 15,0-1-6-15,-1-1-1 0,-1 1 7 0,4 0-7 16,-4-2 3-16,-2-3-3 0,-8-3 33 16,0 0-11-16,0 0-6 0,0 0-10 0,8-7 0 15,3-1-26-15,-11 8 16 16,0-17 5-16,0 0-10 0,-3 5-2 0,1-2-7 15,2 1-4-15,0 2 14 0,0 11-13 0,0-13-7 16,-2 0 0-16,2 13 6 0,0 0-2 16,12-3 21-16,-2 2-14 0,-1 5-2 0,0 1-3 15,3 3 6-15,1-3-3 0,-3 3 21 16,3-2-18-16,0 1 4 0,-3 4-6 16,1-9 1-16,0 1 7 0,-11-3 11 15,8 6-2-15,5 0 1 0,-13-6-4 0,0 0 3 16,4-12-6-16,-2 4-19 0,-2 8 18 15,2-15 6-15,-2 0-8 0,0 2-6 0,2-2 3 16,0 5-9-16,-1-4 11 0,2 3-8 16,0 0-5-16,-3 11-4 0,9-9 8 0,1 1 1 15,-10 8 3-15,10-2 3 0,1 2-1 16,0 2-6-16,-1 3 2 0,3 1 7 0,2 0 21 16,-2-3-32-16,-1 1 3 0,0-2-27 15,4 1-30-15,3-3-33 0,-2 3-25 16,-4-3-45-16,1 0-46 0,-10-8-84 15,2 2-458-15,-6 6-277 0</inkml:trace>
  <inkml:trace contextRef="#ctx0" brushRef="#br1" timeOffset="100928.14">5545 14330 1606 0,'-81'71'412'0,"65"-52"-82"0,8-11-66 0,4 0-52 0,-2 3-18 0,6-11-3 0,0 0-14 0,12-8-1 0,13-9-3 0,7-9-17 15,4-6-20-15,8-7 1 0,9-9-40 0,6-3 8 16,13-6-22-16,3-4-13 0,4-4-12 16,6-1-19-16,0 1-33 0,0-1-4 15,-7 6-20-15,-5 4-29 0,-6 5-14 16,-8 6-63-16,-7 7 13 0,-8 3-45 15,-6 7-42-15,-7 5 2 0,-5 9-2 0,-13 9-5 16,-13 5-24-16,4 7-4 0,-6 8 1 16,-15 6-12-16,-9 6 19 0,-6 4 17 15,-7 3 58-15,-7 7 27 0,-3 4 40 0,1 2 55 16,-2 5 52-16,-5 1 35 0,-4 2 43 16,1-2 32-16,3 3 19 0,0-1 1 0,3 1 6 15,-2-1 16-15,5-6-34 0,3 1 12 16,4-6-10-16,10-6-1 0,4-5 6 0,2-7-8 15,10-6-3-15,8-11-12 0,8-9-3 16,8-6-1-16,6-15 8 0,14-7 2 0,12-13-35 16,10-7 5-16,10-3 1 0,6-8-27 15,9-1-21-15,2-4-11 0,4 1 4 16,0 0-35-16,-3 2-4 0,-4 6-35 16,-4 3-22-16,-7 6-56 0,-3 0-74 15,-7 4-30-15,-8 7-57 0,-4 9-28 0,-8-2-48 16,-10 6-83-16,-9 3-436 0,-1 2-457 15</inkml:trace>
  <inkml:trace contextRef="#ctx0" brushRef="#br1" timeOffset="101495.07">4967 12608 1316 0,'-32'9'266'0,"13"-9"-71"16,2 8-93-16,-8 6 33 0,0-4-21 0,-1 1-18 0,-10 2 3 0,-2 3-1 0,-4 1 32 16,-5-4-53-16,-2 1 39 0,3-3 9 0,3-3-34 15,1-2-11-15,-2-3-2 0,3-1-20 16,5-4-6-16,0-4-13 0,9-1-10 0,5-4-6 15,4-2 12-15,9 4-23 0,2-6-6 16,3 0-3-16,13-4 2 0,12-6-5 0,3 9 2 16,7 8 1-16,9-1-4 0,5 4 1 15,5 7 4-15,2 3-4 0,1 6 10 0,-3 4 0 16,-3 4 4-16,-1 4-9 0,-1 1 6 16,-7 5 9-16,-4 1-1 0,-7-2 13 15,-6-1-13-15,-1 2 0 0,-6 5 1 16,-5-3-1-16,-7 1-2 0,-7-3 15 15,-3 0-18-15,-4-5-4 0,-5-2-2 0,-1-8-3 16,-2-2-12-16,-5-5 2 0,16-4-49 16,-14-3-46-16,-9-3-35 0,15-8-15 0,10 7-29 15,-1-11-78-15,2 2 9 0,3-7-88 16,-1 4-306-16,17-1-171 0</inkml:trace>
  <inkml:trace contextRef="#ctx0" brushRef="#br1" timeOffset="102111.48">4967 12680 1166 0,'0'0'329'16,"0"0"-93"-16,0 0-108 0,0 0 40 15,0 0-27-15,8 9-17 0,-1 2-21 0,8-3-17 16,8 5 18-16,-9-3-56 0,2 0-14 16,0-1-3-16,-7-4-6 0,6 3-8 0,0 0 27 15,-5-3-35-15,1 1-3 0,-11-6 5 16,11 5-5-16,1 0 5 0,-12-5 11 15,0 0-18-15,0 0-3 0,0 0 3 16,-4-16-7-16,0 3 1 0,-2 0 17 0,1 2-27 16,-2-2 14-16,3 2-1 0,0 2 0 15,-1-2-1-15,5 11 0 0,-1-12-31 0,-1 2 35 16,2 10 2-16,6-7-6 0,1 1 6 16,8 6-5-16,-1 3 2 0,1-2 1 15,1 1-1-15,4 3 3 0,-3-3-4 0,2 5-1 16,-5-4 38-16,0 1-41 0,0-4 0 15,-14 0 8-15,13 2 11 0,2 2 6 0,-15-4 22 16,0 0-31-16,5-13-9 0,5 4 6 16,-8-7-11-16,-2 0 5 0,0-2 4 15,-4-13-18-15,2 20 1 0,0-10-6 0,-2-1 7 16,4 0-5-16,4 0 14 0,-4 3-28 16,2 4 19-16,0 3 0 0,2 0 0 0,-4 12-1 15,8-5 3-15,0-3-12 16,-8 8 20-16,14 3-4 0,0-1 3 0,-14-2-2 15,11 5 1-15,2 3 44 0,-13-8-30 16,8 7-2-16,3 0 8 0,-11-7 17 0,0 0-5 16,8 9 45-16,-2-1-17 0,-2 1-6 15,-1-1 1-15,6 2-4 0,-3 1 1 0,6 2-11 16,2 13 9-16,0-8-9 0,1-1-6 16,-5 1-2-16,3 3-11 0,0-1-25 15,-1 3 26-15,-1 0-7 0,0 4-4 0,-3-2-9 16,3-1-17-16,-3 0-16 0,-4-4-32 15,0-11-16-15,1 7-16 0,-1 2-24 16,-4-18-27-16,-3 14-33 0,2 1-18 16,1-15-29-16,-13-3-39 0,-8-7-32 0,2-4-288 15,0-6-119-15</inkml:trace>
  <inkml:trace contextRef="#ctx0" brushRef="#br1" timeOffset="102844.1">5264 12380 865 0,'10'10'276'0,"-10"-10"17"0,-3-12-84 0,2 2-21 0,1 10-19 0,0 0-27 0,0 0-26 0,0 0-10 0,8-9-28 16,1 1-1-16,-3 1-16 0,2 0-7 0,2-1-14 16,14-6-5-16,-4 7-25 0,3-1 21 15,0 1-11-15,-8 5-3 0,7 2 2 16,15 0-9-16,-11 6 34 0,-6-1-39 16,1 3 2-16,-3 4-2 0,-3 3-3 0,-2-2-3 15,-7-6 33-15,2 7-32 0,1 0-2 16,-5-2 1-16,1 3 1 0,-1-6 0 0,0 0 19 15,-4-9-30-15,0 0-19 0,0 0-17 16,-4 9-16-16,0-2-8 0,4-7 10 16,-9-7-45-16,2-1-15 0,3-5-3 0,2-2-1 15,2-3 7-15,-2 1-14 0,4-3 55 16,0-10 12-16,0 6 15 0,2 3 13 0,-2 10 28 16,1-6 4-16,-2 0 57 15,2 2 25-15,-3 0 19 0,0 15 1 0,0-11-7 0,0-1 29 16,0 12-64-16,0 0 20 15,0 0 8-15,0 0 0 0,15 5-4 0,-1 2 5 16,-5 4-30-16,8 12 3 0,-4-5-14 16,-7-10-1-16,5 7-11 0,8 10-7 0,-7-12-16 15,4 0 19-15,-10-8-17 0,4 2 8 16,0 3-10-16,3-8 1 0,1 0 10 16,-2-10-54-16,-2-1-2 0,-1-3-6 0,6-11 2 15,-9 3 11-15,-2 0 44 0,-4-3-49 16,-3 12 13-16,2-13 2 0,-8-7 4 15,6 7 4-15,1 13 11 0,-3-4-3 16,3-5 3-16,-1 12-2 0,1-1 0 0,2 9 3 16,0 0 11-16,0 0-24 0,0 0 15 15,14 5 4-15,-1-3-1 0,-3 8-6 0,0-1 6 16,3 2-48-16,4-2 57 0,-3-3-3 16,6 2 2-16,-3-6-4 0,0 1 3 0,-2-6-13 15,-1 1 3-15,-2-8-11 0,0-1-17 16,-6-5-11-16,0 2-2 0,-4-3-66 15,0-1 65-15,-4-5 10 0,-8-13 3 0,-2 7 4 16,-6 1 7-16,-3-5-29 16,-4 1 77-16,-3 1 23 0,5 3 14 0,0 1 27 15,3 3 2-15,0 7 17 0,0 2-29 16,14 8-27-16,-6-3-15 0,1 1-4 0,11 9-7 16,0 0 11-16,8 14-15 0,11 11-16 15,-2-3-1-15,2 6 3 0,2-1 0 0,11 4 2 16,-4-1-17-16,3-2 16 0,1 0-5 15,2-3-18-15,-6-4-34 0,3-5-38 0,-3 1-79 16,-5-6-5-16,-12-4-91 0,-1-11-193 16,1 0-164-16,-5-4-142 0</inkml:trace>
  <inkml:trace contextRef="#ctx0" brushRef="#br1" timeOffset="102994.32">5882 11873 1191 0,'17'16'334'0,"-17"-16"-51"0,12 5-22 0,1-1-14 0,0-6-33 0,-1 0-54 0,6-11-42 0,11-6-29 16,1-3-87-16,0-4-61 0,3-3-86 0,1-2-125 15,-4-1-448-15,1 0-243 0</inkml:trace>
  <inkml:trace contextRef="#ctx0" brushRef="#br1" timeOffset="103628">2013 8647 1435 0,'10'2'291'0,"8"9"-100"0,2 7-36 0,2 6-15 0,3-2-10 0,-1 5-4 0,3 5 11 0,3 5-46 0,2 3-8 16,2 3-11-16,-1-2-15 0,1 3-10 15,0 4-8-15,-2-2-21 0,-1 3 9 16,-3 0-16-16,-3-3-20 0,1-3-14 0,-4-5-17 16,0-4-15-16,-3-10-14 0,-4-4-29 15,-8-11-70-15,-7-9-95 0,0 0-421 0,0 0-211 16</inkml:trace>
  <inkml:trace contextRef="#ctx0" brushRef="#br1" timeOffset="104261.27">1631 8606 1268 0,'-2'-15'272'16,"14"1"-65"-16,2-6-19 0,0 3-31 0,2 2-21 15,9-3-65-15,7-4 46 0,8-5-9 16,6-7-10-16,14-4-13 0,8-10-9 0,7-7 19 16,8-4-27-16,8-6-13 0,9-6 1 15,14-5-11-15,9-4-6 0,9-8 11 16,11-3-19-16,10-8-13 0,10-7-5 0,4-3 0 15,5-3-6-15,1 1 17 0,5 4-17 16,-5 2 3-16,-2 4-3 0,-8 8-9 0,-7-1 0 16,-8 9 2-16,-9-1-3 0,-11 7 5 15,-5 2-5-15,-12 3-5 0,-5 1 4 0,0 2 0 16,-5 5 17-16,-2 3-9 0,-4 4-9 16,0 2-1-16,-6 5 5 0,-4 3 5 0,-4 8 24 15,-11 2-17-15,-5 6 8 16,-10 7-3-16,-5 6 11 0,-7 3 2 0,-5 9-5 15,-1 1 25-15,-3 9 7 0,-6 3 1 16,-5 3 5-16,6 6-3 0,-2 3-6 0,3 5 6 16,0 2-17-16,4 7 1 0,4 3-5 15,2 3 2-15,0 2-2 0,4 3 15 16,1 2-31-16,2 0-3 0,-1 5-3 0,-1 1-5 16,-3-1-1-16,1 3-39 0,-5-3 45 15,2 0-3-15,-5-3-7 0,-2 0 0 0,-6-2 0 16,-3-6-39-16,-5 2 44 0,-2-2-2 15,-4-2 0-15,-7 1 0 0,-4 1-1 16,-8-2-7-16,-7 4 25 0,-8 0-26 16,-14 3 0-16,-5 5 3 0,-8 4 0 0,-16 3-2 15,-16 4 61-15,-13 6-57 0,-19 2 4 16,-11 3-7-16,-16 8 5 0,-10 6-2 0,-21 6-41 16,-14 8 49-16,-19 9-5 0,-11 7 0 15,-6 7-1-15,-7 3-4 0,-6 3-29 16,-4 0 37-16,0 1-4 0,5 2 12 0,9 2-10 15,10-5-1-15,4-1-3 0,9-4 7 16,8-6-11-16,8-6-6 0,13-10-13 16,11-8-14-16,12-10-18 0,18-9 2 0,19-10-63 15,15-10-48-15,12-11-44 0,16-4-67 0,8-9-102 16,8-8-539-16,7-4-555 0</inkml:trace>
  <inkml:trace contextRef="#ctx0" brushRef="#br1" timeOffset="104877.61">2640 8510 1484 0,'6'-31'301'0,"-6"31"-58"0,2-11-50 0,3-4-35 0,-5 15-24 0,8-4-31 0,0-4-30 0,-8 8-16 0,19 5-11 16,11 5 26-16,-13 4-43 0,-1 4-11 15,2 4 4-15,-1-1-9 0,-2 3-3 0,-5 1 25 16,-2 3-29-16,-4-1-4 16,-1-1 7-16,-3 2 0 0,-5-6 3 0,-1 1 26 15,-4-6-20-15,-4-1 15 0,9-9-2 16,-8 1 3-16,-2 1-7 0,15-9 7 0,-18-4 4 16,2 2-12-16,6-7-14 0,2 0-2 15,8-5-2-15,0 1-4 0,2-3 27 16,1 3-24-16,4 2-16 0,-1 0 3 0,5 3-1 15,2-2 2-15,-1 6 16 0,3 2-8 16,-2 6-11-16,2 0 3 0,1 1 3 0,0 0-8 16,-2 1-4-16,1 1-41 0,0-1-3 15,-2 2-31-15,1-7-14 0,-2 3-33 0,-12-4-44 16,12-8-70-16,-1 3-479 0,-5-11-253 16</inkml:trace>
  <inkml:trace contextRef="#ctx0" brushRef="#br1" timeOffset="105160.89">2911 8228 1332 0,'-11'12'301'0,"11"5"-55"0,0-2-29 0,-2 3-31 15,2 1-16-15,2 3-39 0,4 11-12 16,-2-7-26-16,6 4-9 0,0-4-12 0,7 1-3 16,2-3 7-16,2-4-19 0,3-3-12 15,0-4-12-15,2-3-7 0,1-2-7 0,-13-8 3 16,8-3-36-16,10-2-18 15,-13-5-8-15,-8 5 2 0,0-6 2 0,1-1 24 16,-10 0-18-16,2 2-2 0,-8 1 4 16,2 0 2-16,-16 5 2 0,0-1 22 0,4 6-40 15,-1 1 36-15,0 4 1 0,-8 5-10 16,15-4-19-16,-6 2-21 0,2 2-65 16,2 0 13-16,3 1-55 0,-2-3-61 0,3-1-111 15,-2 2-211-15,3-3-45 16</inkml:trace>
  <inkml:trace contextRef="#ctx0" brushRef="#br1" timeOffset="105428.74">2951 7572 1506 0,'0'0'312'0,"-13"2"-74"15,3 3-30-15,10 5 8 0,2 3-9 0,8 7-14 16,9 15 10-16,3-6-19 0,6 12-27 16,5 6-25-16,3 4-27 0,2 9-15 0,7 4 23 15,3 7-65-15,1-1-29 0,-1 1-20 16,6-1-20-16,-3-3-29 0,-5-7 2 16,1 0-28-16,-5-7-39 0,-3-9-31 15,-4-6-24-15,-5 0-23 0,-7-7-62 16,-8-6-69-16,-5-5-430 0,-8-9-278 0</inkml:trace>
  <inkml:trace contextRef="#ctx0" brushRef="#br1" timeOffset="106044.17">3931 7593 1435 0,'7'10'293'0,"6"-7"-44"0,-8 13 16 0,0-3-24 0,-1 2-37 0,4 12-35 0,2-6-20 15,-2 1 0-15,4-2-40 0,1 1-19 16,4 1-14-16,4-1-16 0,-3-1-13 0,0 0 21 16,-1 0-36-16,0-3-13 0,0-2-5 15,-4 0-4-15,-6-10-2 0,1 6-24 16,0 0 28-16,-4-2 0 0,0 1-3 15,-6 3-3-15,-8 10 0 0,-5-8 2 0,-2 5 7 16,-6 1-8-16,-1-5-5 0,-4 2 1 16,4-6-1-16,-6 4 1 0,3-5 16 15,1 0-19-15,1-1-1 0,3-2 1 0,12-3 0 16,-8-2-7-16,4 3-4 0,2-3-62 16,1 1-54-16,11-4-40 0,0 0-31 0,0 0-60 15,-13-4-56-15,4 3-466 0,9 1-313 16</inkml:trace>
  <inkml:trace contextRef="#ctx0" brushRef="#br1" timeOffset="106311.01">3834 7969 1368 0,'-25'11'358'16,"25"-11"-58"-16,0 0-18 0,0 0-43 15,0 0-55-15,0 0-40 0,0 0-29 0,0 13 12 16,0-3-12-16,0 2 7 15,2 2-22-15,-2 2-18 0,0 0-15 0,-2 6-15 16,2-1-40-16,0-3 25 0,2 3-5 0,-2-5-9 16,2 1-6-16,2-4-10 0,0-1-1 0,0-2 11 15,-1 1-12-15,3-5-2 0,2 1 0 16,8-7 0-16,-2 2-12 0,4-4-7 16,0 2-34-16,3-2-34 0,15-2-23 15,-12 3-15-15,1-5-20 0,-10 6 12 16,8-3-69-16,1 0-74 0,-4 1-162 0,0-1-225 15,-1-1-187-15</inkml:trace>
  <inkml:trace contextRef="#ctx0" brushRef="#br1" timeOffset="106677.74">4092 6799 1691 0,'-20'-37'332'0,"20"37"-67"0,0 0-29 16,0 0-72-16,0 0-27 0,8 15 33 0,6 5-5 15,-1 4-3-15,6 7 15 16,4 5-32-16,5 8-14 0,4 6-15 0,4 5-16 16,2 4-18-16,6 2-45 0,4 6 26 15,2-1-15-15,-1 5-11 0,2-3-24 0,1 3-15 16,-7-1-17-16,-1-5 2 0,-1-2-11 16,-5-8-10-16,0-7-4 0,-2-6-14 0,-5-8-22 15,-5-7-26-15,-5-3-67 0,-2-7-58 16,-8-13-73-16,-3 7-182 0,5-4-318 15,-13-7-351-15</inkml:trace>
  <inkml:trace contextRef="#ctx0" brushRef="#br1" timeOffset="108844.08">4906 7190 1240 0,'6'-12'355'0,"-6"12"-69"0,0 0-37 0,0 0-25 0,0 0-33 0,0 0-38 0,0 0-49 16,0 0-3-16,13-4-27 0,-1 0-15 0,6 4-19 16,0 2-2-16,-1 1 3 0,15 7-17 15,-12 0-9-15,0 2 3 0,2-1-2 0,-3 4-4 16,-5-2 13-16,-1 5-14 0,-6-11-11 15,1 7-1-15,0 0 7 0,-6-5 2 16,0 4 24-16,-6-2-19 0,0-1 3 16,4-10 1-16,0 0 0 0,-14-2-2 0,-2 0-9 15,10-12-3-15,0-11 3 0,6 14-9 16,0-12-19-16,6-11-16 0,1 12-5 0,8-5 0 16,0 4-14-16,1-2-1 0,1 6-10 15,0 0-4-15,2 5 0 0,2 3 12 16,-4-1-23-16,2 5-4 0,-8 3 4 0,3 1 7 15,4 0 1-15,-4 1-13 0,0 1 48 16,-14 1 8-16,12-2 21 0,2-2 32 0,-14 4 7 16,0 0-55-16,11-8 86 15,0 3 3-15,-11 5 4 0,4-9 15 0,-2 1-2 0,-6-2 18 16,0 2-33-16,-3 1 2 16,3 1-6-16,4 6-14 0,-6-7-7 0,-3 3 0 15,9 4-26-15,0 0 15 0,-10 9-15 16,2 0 4-16,2 7-5 0,4-3-7 0,0 4 12 15,0 3-5-15,2-1-9 0,0 2-3 16,4-4 3-16,4 1 0 0,-4-4 22 16,0-1-30-16,-2-3 4 0,2 1-8 0,-4-11 1 15,0 0 2-15,0 0 24 0,15-5-18 16,-2 1-11-16,-7-11-3 0,7-9 3 0,-5 4 2 16,-5-1 16-16,2-1-6 0,-1 2-5 15,-3 8-7-15,6-5 9 0,-3 0-7 0,0 5-2 16,0 1 4-16,0 1 7 15,0 1-2-15,-4 9-7 0,0 0 4 0,13 4 6 16,2-1 28-16,-4 4-32 0,-1 0 0 16,-2 2-9-16,1 1 7 0,2-4 7 0,1 2 20 15,-7-5-19-15,3 4-3 0,-8-7-2 16,9 5 21-16,1-2 8 0,-10-3 19 16,0 0-31-16,2-10-8 0,-1-1-3 0,2 0-3 15,0 0-2-15,-6-2 1 0,3-3-20 16,-3 1 10-16,3-2-8 0,0 3 4 0,-1 3-7 15,2-1-4-15,5 3 11 0,-6 9 5 16,8-6-2-16,-2-1-4 0,-6 7 9 16,13 3-8-16,2 3 30 0,-5 0-22 15,1 1-6-15,0 3 11 0,1 0-1 0,1-3-6 16,2 1 38-16,-8-2-37 0,1 0 5 16,-8-6 3-16,0 0 28 0,10 3-6 0,-2 3-1 15,-8-6-12-15,0 0 5 0,0 0-4 16,-4-15-6-16,2-3-4 0,0 7 0 0,2-3 3 15,0-4-12-15,0 3-15 0,-2-3 6 16,2 1-4-16,4 4 2 0,2-2 27 16,1 4-22-16,0 2-4 0,-7 9 3 15,16-3 0-15,-3-2 13 0,-13 5 25 16,17 3-27-16,0 1-8 0,-7-1 3 0,1 3 8 0,-1 1-2 16,0-2 8-16,0-1-13 15,2-1 18-15,-12-3-10 0,11 4 14 0,0 0 20 16,-11-4-13-16,0 0 9 0,8-8-19 15,0 1-8-15,-6-5-2 0,0 3 3 0,4-5-8 16,-2 1 22-16,-4-3-20 0,2 0-7 16,-2 4-7-16,2 1 11 0,0-1-7 0,2 3 21 15,-4 9-17-15,0 0-12 0,4-12 9 16,0 1 3-16,-4 11-3 0,0 0 14 16,13 3-5-16,0 4-1 0,-5-6-2 0,5 6-2 15,-3-7-3-15,4 7 9 0,-2-5-3 16,0 1-16-16,6-6-23 0,-2 3-21 15,-6-7-21-15,4 5-21 0,1-11-31 16,6-2-49-16,-8 0-23 0,-3 2 0 0,-3 6 19 16,-3-11 26-16,0 1 58 0,-4 1 2 15,4 1 29-15,-4 0 49 0,0 2 47 0,0 13 39 16,2-13 3-16,-2-1 19 0,0 14-1 16,0 0 6-16,0 0 13 0,0 0-2 0,0 0-78 15,0 0 65-15,0 0-13 0,0 0-7 16,4 14-7-16,-2 1 3 0,5-6 37 15,0-1-44-15,0-3 10 0,2 4-12 16,-1-4-9-16,4-2-9 0,0 2 8 0,1-3-18 16,-1-2-24-16,1 0-16 0,0-7-24 15,-1 4-35-15,2-9-28 0,9-3-7 16,-11 2 2-16,-5 7 21 0,-1-6 17 0,3 2 20 16,-5-2 24-16,-3 0 15 0,-2 1 15 15,1 0 34-15,-6 2 17 0,-1-2 14 0,7 11-9 16,-4-9 25-16,0 2-33 15,4 7 2-15,0 0-2 0,0 0 0 0,0 0-10 0,2 9 32 16,0 2-42-16,11 3-5 0,2 13 2 16,6-3-8-16,-2 7 5 0,4 3 17 15,2 4-29-15,3 6-1 0,0 3-4 0,1-1 2 16,3-1-1-16,-4 0 13 0,-1 1-25 16,-4-7 6-16,-5-1 1 0,-5-2 0 15,-1-5-2-15,-2-2 1 0,-8-16 0 16,-2 2 3-16,2 3-16 0,-10-11-23 0,2 1-18 15,-6-16-17-15,-1-7-35 0,2-4-5 16,0-10-36-16,2-11-30 0,-3-6-26 0,-5 1-32 16,4 0-50-16,4-5-184 0,7 2 105 15</inkml:trace>
  <inkml:trace contextRef="#ctx0" brushRef="#br1" timeOffset="109010.98">6665 6217 1046 0,'-10'3'327'0,"-1"0"-66"0,-1 1-33 0,1 1-20 0,2 4 13 15,-1-1-60-15,0 3-33 0,1-2-26 0,2 4-19 16,3 2-14-16,0 0 11 0,0 1-30 16,4-3-14-16,0 3-9 0,4-7-13 0,2 3-29 15,5-5-19-15,-2 1-48 0,-9-8-33 16,18 3-78-16,-2-3-91 0,-16 0-397 0,10-7-210 16</inkml:trace>
  <inkml:trace contextRef="#ctx0" brushRef="#br1" timeOffset="109144.21">6932 6311 627 0,'-2'-11'-182'0,"-7"6"30"0</inkml:trace>
  <inkml:trace contextRef="#ctx0" brushRef="#br1" timeOffset="110898.07">3122 8835 906 0,'0'0'235'0,"0"0"-46"0,0 0-24 0,0 0-28 0,-10 5-43 0,1-1 28 0,9-4-7 0,0 0-8 15,0 0-13-15,0 0-8 0,0 0-5 0,0 0-16 16,0 0-14-16,0 0-1 0,0 0-10 15,0 0-11-15,0 0 7 0,0 0-22 16,0 0 38-16,5 11-1 0,-3-4 2 0,6 6 0 16,0 1-2-16,-1 3 31 0,6 9-16 15,-3-3-4-15,3 3 15 0,-3 5-4 0,6 0 5 16,2 5 14-16,-2 2-29 0,2-2-7 16,3 2-5-16,-1 3 2 0,3-2 9 15,-2 1-28-15,7 0 46 0,1-2 4 16,3-1 0-16,6-1-3 0,5-2-6 0,1-1-13 15,4-3 32-15,3-3-37 0,4-1-3 16,0-2 5-16,3-6-11 0,-3-3-12 0,0-2-43 16,3-1 38-16,-4-7 13 0,3 0-3 15,-4-3 1-15,1-4 0 0,-1-3-1 16,-5-2-25-16,1-3 5 0,3-3 9 0,-5-2-5 16,0-3 1-16,3-6-10 0,-1 2 7 15,3-4 7-15,2 0 10 0,-1-4-6 0,2-3 3 16,3-2-7-16,3 2-24 15,0-4 33-15,1 1-6 0,1 2-2 0,-3-1-5 16,1 2-7-16,-4 0 7 0,1-1-14 16,1 3 2-16,0-1-4 0,-2 1-1 0,1-1 2 15,2 0-11-15,2 3 9 0,1-2 1 16,-2-1-2-16,4 2 2 0,-2 0-2 0,5 1-16 16,-1 0 20-16,6 2 6 0,-3 1 8 15,-1 1-3-15,-1 4-4 0,-4 1-3 0,4 2-23 16,-5 5 20-16,-4-1-2 0,1 9-1 15,-1-1-3-15,-5 6-3 0,0 6-7 16,-3 1 10-16,0 5-2 0,-5 5 1 16,-1 4-3-16,-5 1 1 0,-2 3-16 15,-5 2 21-15,-1-1-5 0,-2 2-4 0,-7-6 5 16,1 3 0-16,-4 0 4 0,2 0 11 16,-5-4-11-16,0 1-3 0,0-2 2 0,-3-1 0 15,0-3 2-15,-6-6-12 0,0 1 10 16,0 3-6-16,-3-3 0 0,1-1 1 0,1-5-2 15,1 3-15-15,-8-8 18 0,0 0-10 16,7 8-6-16,-1-1-6 0,-6-7-11 0,0 0-18 16,0 0-13-16,0 0-30 0,0 0-36 15,0 0-37-15,0 0-63 0,0 0-33 16,0 0-39-16,-13-2-12 0,1 2 7 16,12 0-21-16,-18 0-13 0,4 0-33 0,-2 2-420 15,2 0-329-15</inkml:trace>
  <inkml:trace contextRef="#ctx0" brushRef="#br1" timeOffset="111144.39">7146 9138 1297 0,'6'-15'338'0,"-8"24"-41"0,2-9-25 0,0 0-36 0,0 0-38 0,0 0-34 0,0 0-17 0,0 0 1 0,0 0 13 0,0 0 12 16,4 13-15-16,3 4-3 0,8-8-12 15,3 8-17-15,-2-4-20 0,3 1 17 16,-2 4-17-16,4-1 1 0,-3-2-13 15,4 1-18-15,-3-1 5 0,0-1 11 16,-2-3-15-16,1 2-9 0,-10-6-3 0,2 0 47 16,-2-2-16-16,3-10-30 0,6-11-2 15,-4-6-25-15,-1-7-25 0,8-5-39 0,-2-10-60 16,0-6-59-16,3-4-105 0,-2-4-182 16,2-5-137-16,0 0-566 0,5 5-883 15</inkml:trace>
  <inkml:trace contextRef="#ctx0" brushRef="#br1" timeOffset="113826.75">4431 8095 943 0,'-6'-9'163'0,"6"9"0"0,0 0-28 0,0 0-17 0,0 0-7 0,0 0-4 0,0 0-61 0,0 14 51 15,2-1-10-15,-2-13-10 0,-2 11-8 0,0 1 0 16,2-12 24-16,4 12-30 0,0-1 12 16,1 0-10-16,1 1-10 0,-2 0 4 0,6 8 12 15,0-1-27-15,0 2 15 0,4-1-7 16,-3 7 3-16,6 3 6 0,2 0 5 15,1 4 8-15,0 2-17 0,1 3 2 0,5 1-5 16,-1 2 0-16,5-1-4 0,2 3 13 16,-2 0-16-16,6-1-1 0,1 0-4 15,8 1 2-15,-1-5 5 0,6 1 38 16,2 1-46-16,3-6-1 0,-2-2-1 0,5 2 6 0,1-7 0 16,0 2-36-16,-5-3 35 15,4-4-2-15,-3-3-1 0,0 0-3 0,0-3 10 16,-1-3 12-16,5-7 33 0,-3-1-33 15,6-4 9-15,4-4-16 0,-2-4-9 0,3 1 4 16,7-4-16-16,1 0-3 0,-2-4 0 16,4 1-1-16,-3 2 0 0,-2 1-7 0,2 1-1 15,-4-5-11-15,0 0 9 0,-4 1-1 16,-5-1-3-16,0-2-3 0,-1-4-7 16,-1-2 16-16,-2-2 4 0,4-3-1 15,3-5-10-15,0 0 6 0,5-3 1 0,1-3-41 16,2 2 27-16,2 0 14 0,-6 4-3 15,2-1 8-15,-2 4 7 0,-1 1 9 16,1 5-29-16,-2 3 9 0,-2-1-8 0,-1 3 9 16,1 3-7-16,-3-1 2 0,0 2-8 15,1 2-3-15,-3 1 6 0,-2-1-5 0,1 4-4 16,1 1-21-16,-2 1 20 0,-2 7 5 16,0 1-1-16,-2 3-2 0,-4 1-1 0,-1 8 4 15,-1 6-23-15,-3 3 51 0,1 7 3 16,-8 2-2-16,6 4-7 0,-2 4-4 15,-3 1-5-15,-2 4 3 0,-4 2 0 16,5 0 0-16,0 4-2 0,0 0-2 0,-2 1-22 16,-4 2 35-16,1-3-3 0,-2-4-4 15,-3-2-5-15,1-3-2 0,-4-3-11 16,-2 1 12-16,0-6-2 0,-2 2-7 0,-5-4 0 16,3 0-2-16,-4-5 21 0,1 2-31 15,-2-4 7-15,-5-4-6 0,3 0 3 0,-1-5 0 16,-5-8-1-16,1 4-6 0,1 1 13 15,-3-3-10-15,0 2 1 0,2-7 1 0,0 3-3 16,-6-9-14-16,4 10 23 0,-1 0-6 16,-3-10-4-16,0 0-3 0,0 0-5 15,0 0-29-15,0 0 31 0,7 8-17 16,-1-3-4-16,-6-5-11 0,0 0-13 0,0 0-35 0,0 0-3 16,0 0-11-16,0 0-1 15,0 0-35-15,0 0-51 0,-8-5-33 0,-2-1-45 16,10 6-37-16,0 0-10 0,-12-5-23 15,2 0-30-15,-8 2-86 0,4 1-286 16,14 2-267-16</inkml:trace>
  <inkml:trace contextRef="#ctx0" brushRef="#br1" timeOffset="114077.27">9405 9679 1706 0,'0'0'302'0,"0"0"-41"0,0 0-21 0,-12 3-24 0,2-3-32 0,10 0 33 0,0 0 15 0,2 12 0 0,-2 2-14 16,8-5 4-16,0 2-18 0,4-1-66 16,0 2 37-16,0 1-32 0,1-2-23 0,2 2-18 15,4 11-17-15,-2-12 1 0,-2 2-14 16,-4-1-3-16,6-2 1 0,-9-4 6 0,2 1 0 16,-1 1-2-16,1-7-9 0,12-8-17 15,-10-7-8-15,1-11-11 0,4-5-9 0,0-10-1 16,-1-9-49-16,4-7-103 15,-4-11-127-15,0-6-162 0,-6-8-157 0,-6-3-698 16,-1 5-1017-16</inkml:trace>
  <inkml:trace contextRef="#ctx0" brushRef="#br1" timeOffset="120876.83">5915 7292 1154 0,'0'0'303'0,"0"0"-54"0,0 0-47 0,0 0-10 0,0 0-17 0,0 0-15 0,0 0-23 0,0 0-32 0,0 0-10 16,0 0-22-16,0 0-30 0,0 0-10 0,0 0 23 16,8 14 36-16,4 8 40 15,5-1-28-15,2 4-5 0,2-2 0 0,3 2-13 16,3 3-1-16,0 0-25 0,1 0 27 15,1-2-8-15,3 3-10 0,0-3 5 0,7 1 4 16,-4-1-38-16,5 1 28 0,3 0-8 16,4 1 0-16,3 2-5 0,6 0-5 0,3 0-1 15,2 1-13-15,7-1-7 0,0 1 11 16,10-3-15-16,2 1 6 0,1-1-6 0,8-2 4 16,6-6-29-16,4-1 19 0,6-4 20 15,0-6-5-15,1-4 3 0,4-5-25 16,-2-5 21-16,-2 0 25 0,-3-4-4 15,-5-6 5-15,0-2-3 0,1 0-25 0,-5-3 11 16,-1 7-3-16,-3 3 2 0,-5-2 6 16,-2-1-5-16,0 4-6 0,-3 3-21 15,-2 1 15-15,3 3-11 0,-3 5 2 0,-1 1-3 16,0 4-12-16,-2-1-14 0,-3 6 30 16,-3 1-8-16,6 1 1 0,-5 4 1 0,-3 1-4 15,0 1-21-15,-2 1 32 0,-4 7-9 16,-1 3-1-16,-3 4 3 0,-3 4 0 0,0 4 7 15,-3 4-11-15,-7 1-5 16,-1 5-2-16,-1 5 3 0,1 2 3 0,-1 4 9 16,-3-1-13-16,4 1 7 0,-1 0-2 15,5 1 34-15,-3 1-43 0,-2 1 3 0,-1 2-1 16,-1-2 6-16,-3-3-6 0,1-1 0 16,-2-3-3-16,-5 0 2 0,-1-2 11 15,-2-4 35-15,-6-3-59 0,2 0-2 0,-5-3 7 16,3-1-1-16,-6-4 51 0,3-4-56 15,-3 0 2-15,0-7 29 0,1 4-34 0,-2-5 51 16,-3 3-49-16,4-3 35 16,-4-1-40-16,-2-2 50 0,7-1-7 0,-1 2-3 0,-8-1-25 15,0-3-7-15,0-1 12 16,2 0-3-16,0-2 1 0,0 2-1 0,-3-5 0 16,-3-6 1-16,0 7 61 0,0-1-75 15,3-10 1-15,-3 4 3 0,0-7-1 0,1 5 49 16,-5-12-60-16,0 0-2 0,2 7 5 15,2 4-27-15,-4-11-36 0,0 0-47 0,0 0-62 16,0-11-13-16,2 2-55 0,-6-1-10 16,0 1-22-16,4 9-39 0,-9-10 9 15,3 0-30-15,-3 5-24 0,1 1-53 0,-5 0-402 16,3 3-402-16</inkml:trace>
  <inkml:trace contextRef="#ctx0" brushRef="#br1" timeOffset="121193.48">11060 10382 1352 0,'12'5'286'0,"-12"-5"-37"0,0 0-16 0,0 0-17 0,0 0-2 0,0 0-17 0,-2-11 8 16,0 2-9-16,2 9 8 0,0 0 14 0,0 0-1 16,8 9 0-16,3 2 20 0,0 1-37 15,5 4-15-15,-3-1-29 0,3-1-18 0,-5 2-21 16,2 0-25-16,1 2-9 0,-2 3-6 15,1 3-6-15,1-6-2 0,4 3-7 16,-4 0-22-16,2-2 8 0,-2 3-1 16,1 0-12-16,2-5-3 0,-2 2-1 0,-1-6-30 15,-8-6 39-15,10 5 8 0,-4-2 8 16,-1-4-19-16,2-3-8 0,-1-6-8 0,-1-1-8 16,-3-8 22-16,10-12-31 0,-10-5-9 15,-1-5-15-15,2-6-73 0,-4-10-69 16,-1-10-95-16,-2-9-109 0,-6-2-83 0,-3-2-126 15,3-2-622-15,-1 6-941 16</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4-11-24T11:30:20.602"/>
    </inkml:context>
    <inkml:brush xml:id="br0">
      <inkml:brushProperty name="width" value="0.05292" units="cm"/>
      <inkml:brushProperty name="height" value="0.05292" units="cm"/>
      <inkml:brushProperty name="color" value="#00B0F0"/>
    </inkml:brush>
  </inkml:definitions>
  <inkml:trace contextRef="#ctx0" brushRef="#br0">6102 2629 0,'-4018'0'31,"8136"0"-15,-4069 0 0,100 0-1,-99 0-15,346 25 16,473 25 0,668-50-1,-48 0 1,-274 0-1,-495 0 17,-522 0-17,-173 0 1</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51:45.162"/>
    </inkml:context>
    <inkml:brush xml:id="br0">
      <inkml:brushProperty name="width" value="0.05292" units="cm"/>
      <inkml:brushProperty name="height" value="0.05292" units="cm"/>
    </inkml:brush>
  </inkml:definitions>
  <inkml:trace contextRef="#ctx0" brushRef="#br0">6803 5020 851 0,'0'0'131'0,"0"0"13"0,0 0-17 0,0 0-8 0,0 0-9 0,0 0-11 0,0 0 2 0,0 0-5 16,0 0 8-16,0 0 0 0,0 0-4 0,0 0 8 15,13 5 7-15,-1-1-30 0,5-4 16 16,15-2-1-16,-6-2-22 0,5 1-8 0,9-3 14 15,9-2 5-15,6 2-10 16,9-3-3-16,2-3-13 0,5 3-4 0,4-2-9 16,-8 1 3-16,1 1-14 0,-7 1 7 15,-3 1 2-15,-3-4-5 0,-8 8-8 0,-6-5 14 16,-6 4-30-16,-6 1-5 0,-14-1 1 16,6 2 7-16,1 2 6 0,-6-4-22 15,-4 4 26-15,-12 0-6 0,16-2-4 0,-1 0-2 16,-15 2-7-16,0 0 2 0,0 0 2 15,0 0-13-15,0 0-13 0,9 0-40 0,6 2-42 16,-15-2-40-16,0 0-18 16,0 0-41-16,10-4-39 0,0 1-56 0,-10 3-90 15,0 0-301-15,0 0-203 0</inkml:trace>
  <inkml:trace contextRef="#ctx0" brushRef="#br0" timeOffset="1246.4">13505 4995 1001 0,'0'0'268'0,"0"0"-26"0,0 0-36 0,0 0-7 0,0 0-21 0,0 0-13 0,0 0-10 0,0 0-9 0,-10 1-20 0,0 2 3 15,10-3-6-15,0 0 11 0,0 0-7 16,0 0-15-16,0 0-18 0,0 0-11 0,0 0 6 15,0 0 1-15,6 7 5 16,10 4-1-16,12-8-10 0,4-2 1 0,9 1 26 16,3-2-51-16,7-2-4 0,6-2-7 15,4 1-2-15,9-1 0 0,2-2-25 16,2 1 38-16,4-1-16 0,7 1-12 0,0-2 10 16,2 1-11-16,2 2-18 0,-3-1 10 15,-3 1-3-15,-3 1-3 0,-2-2 6 0,-3 2 0 16,0-3-18-16,-8 3 0 0,-1 1 11 15,-7-3-5-15,-2 2-5 0,-5-1 17 0,-1 1-5 16,-3-2-48-16,-6 1 46 0,-4 2 4 16,-6-1-3-16,-2 3-7 0,-3-4-4 0,-14 2 15 15,3 0-12-15,4 2 2 0,-8-2 5 16,1 2-7-16,-13 0 0 0,12-2 14 16,2 1-30-16,-14 1 7 0,0 0 5 15,0 0-1-15,12-2-5 0,2 2-17 16,-14 0 11-16,0 0-6 0,0 0-30 0,0 0-20 15,0 0-73-15,0 0-88 0,0 0-52 16,0 0-34-16,0 0-15 0,0 0-73 0,0 0-104 16,0 0-287-16,14 2-328 0</inkml:trace>
  <inkml:trace contextRef="#ctx0" brushRef="#br0" timeOffset="1381.04">16239 4947 1202 0,'0'0'260'0,"0"0"-74"0,0 0-29 0,0 0-31 0,0 0-27 0,0 0-50 0,0 0-96 15,0 0-116-15,0 0-379 0,-15 0-39 16</inkml:trace>
  <inkml:trace contextRef="#ctx0" brushRef="#br0" timeOffset="8962.85">5291 6878 372 0,'38'-26'86'0,"-30"19"-47"16,6-1 13-16,-4-2 0 0,2 3-5 0,8-7-29 0,-3 5-5 0,-1-2-4 0,-11 7-20 0,10-7-22 15,-3 4-153-15,1 0 30 0</inkml:trace>
  <inkml:trace contextRef="#ctx0" brushRef="#br0" timeOffset="9430.54">5475 6688 624 0,'0'0'184'0,"-8"11"-37"0,-1 3-13 15,9-14-11-15,-12 3-10 0,2 4-12 0,10-7 3 16,0 0-27-16,0 0-5 0,-10 7-1 16,4-1-5-16,6-6-11 0,0 0-52 15,0 0 56-15,0 0 3 0,6 7 6 16,6 1 2-16,0-2-5 0,2-1-51 15,8-1 68-15,9 1-4 0,-1 1 0 0,4-6-6 16,5-3-7-16,1 0 7 0,4 2-20 16,7-3-11-16,4-1-3 0,0 1-5 0,7-2-5 15,5 2 8-15,1 0-13 0,1 3 0 16,0-3-1-16,-4 2 7 0,-1 0 10 0,-3 2-5 16,-6-4 8-16,-1 8-11 0,-8-2-7 15,-6-4-2-15,-4 2-3 0,0 0-2 0,-10 0 20 16,-13 0-18-16,5 0-1 0,3 0 1 15,-6 0-2-15,0 0 11 0,-15 0 14 16,15 2-11-16,-3 0-10 0,-12-2-3 16,0 0-1-16,0 0-1 0,0 0 1 15,14 0-4-15,0 2-7 0,-14-2 0 0,0 0-6 16,0 0-2-16,0 0-28 0,0 0-56 16,0 0-28-16,0 0-26 0,0 0-42 0,0 0-50 15,0 0-53-15,0 0-38 0,0 0-300 16,0 0-151-16</inkml:trace>
  <inkml:trace contextRef="#ctx0" brushRef="#br0" timeOffset="12712.8">7131 7742 1001 0,'-16'-2'205'0,"16"2"23"0,0 0-50 0,0 0-31 0,12 0-13 0,1 2-17 0,-13-2-69 0,0 0 57 0,0 0-15 0,0 0 7 0,0 0 19 0,0 0-4 15,12 2 7-15,4 0-15 0,2-1-13 16,0 1-2-16,9 1-7 0,17-3 8 0,-1-3 5 16,5 0 7-16,10-7-17 0,11-1-6 15,14-1-8-15,8-3-7 0,6-2-12 0,6 1 13 16,6 1-34-16,4 0-4 0,3 2-5 15,2-1-5-15,-6 1-3 0,1 1 36 16,-7 3-44-16,-2 2-3 0,-9-3-3 0,-6 6-1 16,-6-3 2-16,-14 2-16 0,-3 4 19 15,-11-3-2-15,-4 0-1 0,-9 0-1 16,-4 3 0-16,-6-2-28 0,-17 1 31 0,7 1-17 16,0-1-32-16,-7-2-43 0,2 2-40 15,-4 0-38-15,1 1-77 0,-14 1 36 16,18 0-25-16,-5 1-39 0,-13-1-84 0,0 0-266 15,14-1-155-15</inkml:trace>
  <inkml:trace contextRef="#ctx0" brushRef="#br0" timeOffset="12830.03">9863 7492 976 0,'9'6'240'15,"-2"-4"-48"-15,-7-2-56 0,0 0-64 0,0 0-101 16,0 0-155-16,0 0-233 0,-14 0 177 15</inkml:trace>
  <inkml:trace contextRef="#ctx0" brushRef="#br0" timeOffset="23979.21">2041 12477 1316 0,'10'-4'265'0,"-10"4"5"0,0 0-37 0,0 0-19 0,0 0-9 0,0 0-21 16,0 0-1-16,-6 6-13 0,0 0-23 15,6-6-19-15,0 0-20 0,0 0-10 0,0 0 32 16,8 4-18-16,2 1 14 0,12-5-1 16,15-5 1-16,1-3 3 0,9-3-19 15,4-2-16-15,11-5 12 0,3-3-28 0,5-3-4 16,7-4-13-16,-3-1-17 0,7-3 15 15,-1 0-7-15,2 2 7 0,-3 0-5 0,-2-1-4 16,2 3-2-16,-7 0-32 16,-2 2 24-16,-4 2-7 0,-5 2-4 0,-4 2-5 15,-6 1-7-15,-8 3-9 0,-5 3 4 16,-5 3-7-16,-8 1-1 0,1-1-2 0,-7 3 4 16,-8 4-31-16,3-4 34 0,2 3-14 15,-6 1-19-15,0 0-20 0,-10 3-23 0,14-1-26 16,-3-3-23-16,-11 4-107 0,0 0-54 15,0 0-48-15,0 0-7 0,12-4-40 0,-4 1-53 16,-8 3-464-16,0 0-511 0</inkml:trace>
  <inkml:trace contextRef="#ctx0" brushRef="#br0" timeOffset="25729.03">8247 12564 908 0,'-21'-2'293'0,"21"2"-44"0,9 3-77 0,-1 3-18 0,-8-6-16 0,0 0-8 0,0 0-12 0,0 0-65 16,0 0 57-16,0 0-17 0,0 0-16 0,0 0-14 15,0 0-12-15,0 0-36 0,0 0 66 16,12 2 12-16,2 0 6 0,-1-1 8 0,16 5-2 16,-4-4 5-16,9-2-17 0,4 0-9 15,9-5-4-15,8-1 2 0,13 0-1 16,3-3 19-16,10-2-31 0,8 0-7 16,2-2 1-16,2 4-1 0,2-4 2 0,1 4-42 15,-1-2 64-15,1 2-4 0,-5 3 0 16,0 0 4-16,-2-1-7 0,-5 0-11 15,-3 4-12-15,-10-1 6 0,0 1-8 0,-10-2 1 16,1 3-2-16,-9-3 1 0,-3 2-12 16,-5 0 8-16,-5-1-8 0,-8 2-6 0,-3 1-8 15,-14-1-1-15,4 0-29 0,5 0 24 16,-10 2 1-16,0 0-6 0,2 0-2 0,-3-2-7 16,-13 2 14-16,0 0-17 15,10 0-3-15,6 0 4 0,-16 0-3 0,0 0-5 16,0 0 6-16,0 0-28 0,0 0-31 15,0 0-43-15,0 0-95 0,0 0-79 0,0 0-66 16,0 0-77-16,0 0-112 0,0 0-436 16,0 0-652-16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52:31.173"/>
    </inkml:context>
    <inkml:brush xml:id="br0">
      <inkml:brushProperty name="width" value="0.05292" units="cm"/>
      <inkml:brushProperty name="height" value="0.05292" units="cm"/>
    </inkml:brush>
  </inkml:definitions>
  <inkml:trace contextRef="#ctx0" brushRef="#br0">5820 4945 712 0,'0'0'215'0,"0"0"-27"0,0 0-64 0,0 0 51 0,-2 8-22 0,-3 1-8 0,5-9-10 0,0 0-7 16,0 0 34-16,0 0-75 0,0 0 5 15,0 0-5-15,0 0-2 0,0 0-6 0,0 0-7 16,0 0-23-16,0 0 39 0,0 0 30 16,0 0-23-16,0 0-13 0,0 0-13 0,20-2 11 15,0 2-10-15,9-1-11 0,18 1-4 16,-9-5-5-16,7 4-4 0,1-3 20 16,5 0-29-16,4-1-3 0,-1-2-1 0,2 4-6 15,1-2-3-15,-3-2-20 0,-4 0 15 16,2 1-1-16,-5 0-1 0,-3 1-3 0,1 1 2 15,-5-2-32-15,-2 1 29 16,-3 1 1-16,-2-1-4 0,-4 0-2 0,1 3 1 16,-17 1 0-16,6-4 10 0,2 3-9 15,-3-1 0-15,0 1 2 0,-3-2-2 0,0 2-2 16,-15 2 42-16,15-3-48 0,-3-2-1 16,-12 5 3-16,0 0 1 0,12-1 1 0,0-3-18 15,-12 4 26-15,0 0-4 0,0 0 2 16,0 0 0-16,0 0-2 0,0 0-35 0,0 0 37 15,0 0-6-15,0 0-15 0,0 0-33 16,0 0-33-16,0 0-40 0,0 0-46 16,-14-6-35-16,0 2-26 0,4 7-52 0,-1 0-43 15,-10-1-128-15,-10 4-188 16,9 1-164-16</inkml:trace>
  <inkml:trace contextRef="#ctx0" brushRef="#br0" timeOffset="401.07">6191 5086 778 0,'-11'2'156'0,"11"-2"41"0,0 0-7 0,0 0-13 0,0 0-21 0,-12 2-13 16,-2 0 38-16,14-2-73 0,0 0 4 16,0 0-7-16,0 0-13 0,0 0-10 0,0 0 9 15,0 0-35-15,0 0 9 16,0 0-5-16,0 0 1 0,0 0-3 0,0 0 2 15,0 0 16-15,14-2-17 0,-4 2-11 16,10-4-6-16,17 2 1 0,-3 0-9 0,4-2 21 16,7 1-31-16,1-1-3 0,5-6-4 15,3 5 2-15,0-5-6 0,1 0 20 16,-4 5-25-16,-2-5-10 0,0 3 7 0,-4-1-1 16,-1 2-5-16,-5-1 1 0,-2 2 9 15,-3-2 12-15,-4 1-5 0,-5 2 3 0,-12 3-4 16,6-1 0-16,-1 0 8 15,-5-2-4-15,2 2-7 0,-5 1 2 0,2-1-4 16,-12 2 5-16,0 0 19 0,13-3-31 0,1 2-1 16,-14 1-4-16,0 0-14 0,0 0-47 15,8-4-24-15,3 0-67 0,-11 4-32 16,0 0-50-16,0 0-49 0,0 0-145 0,0 0-209 16,-13 2-170-16</inkml:trace>
  <inkml:trace contextRef="#ctx0" brushRef="#br0" timeOffset="5533.81">14698 960 1011 0,'-2'-18'247'0,"2"18"-60"0,-18-2-14 0,1 2-18 0,17 0-35 0,0 0-7 0,0 0-19 0,0 0-8 16,-12-7-23-16,1 4-12 0,11 3-10 15,-12 3-10-15,-1 4-11 0,5 0 44 16,0 2-58-16,3 2 2 0,-3 1-7 0,-1 2 2 16,-2-4-5-16,9 2 50 15,0 1-59-15,4-1 2 0,0 2 2 0,0-5 1 16,2 1 0-16,10-3 49 0,-2 3-44 16,3-3-8-16,0 2 4 0,-3-3 0 0,-1 1 0 15,4-2 45-15,-2 1-55 0,-7-1 12 16,0 3 6-16,-6-8 9 0,-4 11 12 0,0 2 11 15,-11-3-50-15,-13 9 65 0,3-6-2 16,-1-1 0-16,-1 0 5 0,2-3-15 0,-5 1 3 16,2-3-9-16,6 1-6 15,8-5-6-15,-2-3-4 0,-1 4-27 0,2-6-8 16,0 0-111-16,15 2-50 0,-4-11-37 16,2-10-156-16,10 6-208 0,9 0-114 15</inkml:trace>
  <inkml:trace contextRef="#ctx0" brushRef="#br0" timeOffset="6233.59">14873 708 1048 0,'0'0'333'0,"0"0"-80"16,0 0-49-16,0 0-34 0,0 0-62 16,0 0-6-16,-10 5 4 0,-2 0 9 0,8 8-4 15,-5 0-19-15,6 6-20 0,-4 16 9 16,4-9-26-16,-3 3-6 0,6 2-12 15,0-3-5-15,-2 0 22 0,2-1-34 16,2 0-12-16,0-4 4 0,2-4-10 0,-1-10 6 16,2 7 20-16,0-1-22 0,-2-1-9 15,3-3 9-15,-6-11 8 0,4 11 23 0,2-2 8 16,-6-9-13-16,0 0-12 0,10-4-2 16,5-1-3-16,-8-6-3 0,1 1 4 0,0-3-12 15,-1-1 13-15,0-3-12 0,7-7-4 16,-9 16 1-16,1-6 4 0,-1-2 8 15,0 4-13-15,-1 1-6 0,-4 11 2 0,6-14 0 16,1 4-9-16,-7 10 22 16,0 0-27-16,0 0-4 0,0 0 2 0,0 0 9 15,0 0 0-15,0 0 18 0,0 0-14 16,0 0-8-16,0 0 7 0,0 0 1 0,0 0-5 16,0 0 20-16,7 7-28 0,1 3-5 15,-8-10-7-15,0 0 11 0,8 7-6 0,3 0 20 16,-11-7-20-16,14 6 12 0,0 0 3 15,-6-2-1-15,2 1 1 0,3-1 6 0,0 3-9 16,-3-2 13-16,5-1 0 0,-4 1-2 16,0 1 5-16,-1 0-7 0,2-1 34 15,-12-5-34-15,14 4-5 0,-2 2 5 16,-12-6 1-16,8 3-1 0,5 1 38 16,-13-4-35-16,0 0 1 0,13-4-7 0,1 1-1 15,-5-7-15-15,5 1 1 0,-7-6-20 16,6-7 0-16,-4 5-11 0,-5 10 2 0,2-15 9 15,-1 2-1-15,-5 3 2 0,-3-2 11 16,-3 3 7-16,0-1 1 0,-7 4 2 0,3-3 44 16,-6 8-49-16,2-3 8 0,-5 8 2 15,-3-1 8-15,0 4-3 0,-2 0 52 0,3 2-52 16,0 2 7-16,4 1-2 0,-5 2 0 16,10-2 3-16,-1 3 11 0,13-8-13 15,-9 9-1-15,1 3 6 0,8-12 2 16,10 7-4-16,2 3 6 0,-12-10-60 15,18 1 27-15,4 1-18 0,-8-4-12 0,3 1-3 16,1-4-10-16,-4 0-10 0,0-2-36 16,0 1-34-16,-8-5-31 0,-2 1-306 0,-4 10 58 15</inkml:trace>
  <inkml:trace contextRef="#ctx0" brushRef="#br0" timeOffset="6392.82">14873 909 702 0,'53'-22'78'0,"-46"12"-177"0,-1-1-100 0,7 4 39 0</inkml:trace>
  <inkml:trace contextRef="#ctx0" brushRef="#br0" timeOffset="6600.2">14655 849 743 0,'18'14'264'0,"-2"-14"-6"0,3-3-42 16,-4 2-43-16,0-1-27 0,9-4-29 0,16-3-20 15,-7-2-34-15,5-1 0 0,3-1-20 16,1-1-54-16,-2 1-66 0,-1-5-87 0,-3 1-112 16,-3 4-211-16,-3 4 65 0</inkml:trace>
  <inkml:trace contextRef="#ctx0" brushRef="#br0" timeOffset="6983.16">15348 1038 894 0,'0'0'303'0,"0"0"-44"0,0 0-51 16,0 0-20-16,4-10 7 0,0 1-90 16,-4 9-9-16,11-13-20 0,0 1-12 0,-1-5-22 15,3-9 5-15,-9 15-16 0,4-8-9 16,2-1 1-16,-8-4-9 0,2 4 3 0,-6-1-3 15,0 2-14-15,-3 2 13 16,0 0 1-16,-3 5 7 0,0 1-2 0,-3 3 0 16,1 2-39-16,10 6 53 0,-20 0-6 15,2 2 15-15,4 9-10 0,2-1 11 0,6 8 17 16,0-2-33-16,1 8-1 0,3-2-7 16,6-1-10-16,1 3-1 0,5-8 24 15,10 14-25-15,-6-14-5 0,7-5-5 0,3-3-9 16,3-2-22-16,-2-4-18 0,5-2-54 15,-4-2-4-15,3-6-37 0,2-3-44 0,-3-4-21 16,-4-5-20-16,-1-1 18 0,-2 2-52 16,2 2-168-16,-5-4 162 0</inkml:trace>
  <inkml:trace contextRef="#ctx0" brushRef="#br0" timeOffset="7716.12">15795 643 1216 0,'6'9'160'0,"-6"-9"-61"16,0 0 44-16,0 0 0 0,0 0 2 15,-12 7-5-15,-3 1-4 0,-2 6 14 16,-2 10-26-16,1-5-7 0,4 3-22 0,1 3-13 15,2 2-6-15,-1-3-6 0,1 2-25 16,9-14 11-16,0 10-12 0,0-1 0 0,2-4-7 16,0 3-4-16,6-9 2 0,3 0-11 15,3-6-15-15,1 3 4 0,2-10-3 0,5 0-4 16,-6-7 13-16,-2 2-20 0,3-8-2 16,-2 5-4-16,-3-8 2 0,3 3 1 15,-7-2 25-15,0 0-25 0,-2 5-10 16,2 1 5-16,-6 11 0 0,2-16-4 0,0 3 26 15,-2 13-22-15,0 0-7 0,0 0 8 16,0 0 3-16,4 10 3 0,2 0 7 16,1 3-8-16,-1 0-4 0,2 0 10 0,-1 1-7 15,-1-1 0-15,1 2 3 0,1-6 14 16,4 3-11-16,-1-5 18 0,-2 1-24 0,1-4 6 16,3 0 5-16,-13-4 8 0,15-4-17 15,-2 0-7-15,-5-4 2 0,2-2 6 0,2-4-5 16,-2 1 29-16,-2 0-23 0,3 0-13 15,-2-4 3-15,-1 3 2 0,-2 2-4 16,2 0 15-16,-8 12-14 0,13-7 2 16,-2-1-1-16,-11 8 4 0,0 0 2 0,13 8 11 15,0-2-12-15,-3 4-5 0,-3-1 3 16,-1 4 5-16,0 2-5 0,0-3 14 0,3 0-18 16,-3-3 13-16,3 2 0 0,-9-11-4 15,6 9 3-15,0 3 15 0,-6-12 46 16,0 0 11-16,0 0-16 0,0 0-10 0,0 0-12 15,0 0-8-15,9-6 10 0,1-1-19 16,-6-7-4-16,1 2-4 0,4-5-5 0,-1 0-3 16,-2 3 10-16,1-1-12 0,3 3-8 15,-1 0-1-15,1 7-1 0,-1-3 4 16,-9 8 12-16,14 2-11 0,2 0-7 16,-16-2 5-16,10 8 3 0,3 0-4 0,-5 0-1 15,1 1 2-15,-1 0 9 0,-1 0 1 16,-7-9 1-16,8 11-6 0,2-1 3 0,-10-10 16 15,0 0-8-15,0 0 7 0,7 7 4 16,2 1-6-16,-9-8 0 0,0 0 5 16,6-10-9-16,-2 0-7 0,-2-4 0 0,1 1 0 15,4-4-2-15,4-1 17 0,-2 2-20 16,5-11 10-16,-1 9-17 0,2 3 0 0,-6 8 0 16,3-5 8-16,3 2-4 0,0 3-2 15,0 1 0-15,-15 6 1 0,23 2-3 0,-2 2-6 16,-6 3 6-16,0 1-30 15,-5 2-40-15,5 1-44 0,-2 4-44 0,-2 3-97 16,-9-2-75-16,0 0-416 0,-6 3-277 16</inkml:trace>
  <inkml:trace contextRef="#ctx0" brushRef="#br0" timeOffset="8216.61">15090 1281 1085 0,'-13'3'303'0,"-2"-2"-68"0,15-1-37 0,0 0-87 0,0 0 49 0,0 0 2 16,-9 11 3-16,-3 3-2 0,0 3-14 0,-12 7 13 15,-3 6-22-15,-7 6-11 0,-7 4-12 16,-4 12-10-16,-7 5-8 0,-4 5 21 16,-7 7-24-16,0-3 13 0,1 1-3 0,1-1 3 15,1-6-15-15,7-2-49 0,5-9 34 16,3-2-16-16,6-5-11 0,9-8-21 0,0-3-3 16,4-6-41-16,8-3 8 0,-2-2-43 15,3-5-32-15,11-7-33 0,-4 2-36 0,-4 1-37 16,8-2-84-16,0-3 31 0,6-6-34 15,-4 9-2-15,0 2-35 0,-2-4-419 16,-3-1-252-16</inkml:trace>
  <inkml:trace contextRef="#ctx0" brushRef="#br0" timeOffset="8999.93">13618 2701 1132 0,'-22'-6'363'0,"22"6"-121"0,-13 4-29 0,2 2-22 0,-3-2-23 0,2 0-16 0,-3 1-3 0,-11 7-46 16,12 1-1-16,-6 4-6 0,2 2-12 0,3 2-10 15,0 6-5-15,2 0 2 0,3 3-24 16,2 3-7-16,0-5 9 0,8 0-23 0,0-3-11 16,0-11-1-16,6 5 3 0,-3 3-14 15,10-14 3-15,14 2-11 0,-3-12-41 0,2-6-2 16,1-5-35-16,2-2-5 15,4-6-4-15,-7-4 6 0,2 1 16 0,-5-4 16 16,-1 2 4-16,-4-3 10 0,-3 1 9 16,-5-1 10-16,0 4 4 0,-4-2 11 15,-4 16 20-15,-2-11 24 0,2 5 6 0,-4 1 9 16,2 3-5-16,0 13-13 0,0 0-10 16,0 0 11-16,0 0 10 0,0 0-7 0,0 0 4 15,9 7-3-15,-1 3 6 0,-3 2-11 16,3 14-15-16,0-7 3 0,2-1-6 0,0 0-4 15,-6-8 15-15,2 5-12 16,0 0-11-16,0-5 6 0,1 1-2 0,2-5-2 16,-1-1 7-16,-8-5-13 0,0 0-2 15,11-7-7-15,-3-3-10 0,-4-1 4 0,0-1 4 16,0 5-3-16,1-3-10 0,0 1 1 16,-1-1-3-16,-4 10 10 0,4-12 9 0,0 3-27 15,-4 9 19-15,0 0 4 0,0 0-4 16,12 2 1-16,1 0 4 0,-4 6 4 15,1 1-3-15,-1-1-10 0,1 1-26 0,1 4-10 16,-2-2-20-16,1-1 0 0,11 8-46 16,-14-11-21-16,5-5-30 0,1 2-20 0,-13-4-20 15,12-2-40-15,8-3-269 16,-14-1 1-16</inkml:trace>
  <inkml:trace contextRef="#ctx0" brushRef="#br0" timeOffset="9451.59">14211 2678 972 0,'0'0'294'0,"-9"4"-52"0,1 0-45 0,8-4-16 0,-12 6-32 0,0 1-12 0,0 3-10 0,2-3-10 16,-4 7-8-16,-2 5-1 0,5-4-17 15,1 0-5-15,1 4-15 0,4-9-15 0,-1 7-10 16,2 0 8-16,2-4-18 0,0 3-15 16,2-16-4-16,4 11-2 0,2 2 1 0,-6-13 14 15,11-3-28-15,2-1-10 16,-3-8-13-16,5-5-3 0,-6 12 4 0,2-10 17 15,-1 4-19-15,-4 0-3 0,4 0 5 16,-5-1 9-16,0 2-1 0,1-1-1 0,-2 4-17 16,-4 7 27-16,0 0-6 0,0 0 7 15,0 0-5-15,11-2 8 0,5 2 26 16,-9 9-32-16,1 2-3 0,1-2 8 0,-1 0-8 16,0 1 7-16,6-1 35 0,-4 2-13 15,0 1-13-15,1-2 1 0,2-1 5 0,-6-3 5 16,1-2 22-16,-8-4-32 0,16 0-10 15,4-2-3-15,-12-6 5 0,2-1-17 0,3-3-7 16,0 2-16-16,-4-3-7 0,-1 4 1 16,2-5 1-16,0 2 4 0,-6-1 0 15,0 2-53-15,-4 11 74 0,6-10-3 16,0 3 2-16,-6 7 10 0,0 0 2 0,0 0-53 16,15 0 63-16,0 0 3 0,-7 6 1 15,-1 1-1-15,1 1-3 0,0-1 29 16,4-1-38-16,-2 1-26 0,0 2-52 0,6 0-39 15,-6-5-47-15,0-2-50 0,-10-2-351 16,19 2-95-16</inkml:trace>
  <inkml:trace contextRef="#ctx0" brushRef="#br0" timeOffset="9849.98">14768 2612 1149 0,'-24'-14'250'0,"16"8"-35"0,8 6-14 0,0 0-20 0,0 0-31 0,0 0-7 0,-13 0-14 0,0 0-13 16,3 8 0-16,-3 6 5 0,9-5 16 0,-4 8 0 15,-3 11-9-15,2-8-24 0,5 1-16 16,2-12-15-16,4 11-14 0,0 2-10 0,4-5-1 16,6 10-14-16,-8-18-10 0,6-1-3 15,-1 1-5-15,7-7-8 0,0 0 13 16,-2-6-49-16,14-5-26 0,-11 0-10 0,0-5-5 15,0 0-2-15,-3-3 29 16,2 2-16-16,-7-2-2 0,0 0 9 0,-5 9 10 16,-2-5 7-16,3 0 20 0,-1 4 0 15,0-1-8-15,-4 10 1 0,0 0 10 0,0 0 5 16,0 0 5-16,0 0-16 0,0 0 20 16,0 0-10-16,7 10 0 0,-2-1 10 0,2 2-8 15,0 3 1-15,0-5 5 0,2 1-8 16,2 0-22-16,-1-1-29 0,1-4-33 0,4 3-16 15,-1-4-44-15,2-2-66 0,-2-6-42 16,2 0-75-16,-2-4-182 0,12-4 7 16</inkml:trace>
  <inkml:trace contextRef="#ctx0" brushRef="#br0" timeOffset="10533.38">15178 2518 970 0,'0'0'290'15,"-10"4"-47"-15,0 0-48 0,0 0-11 0,1 1-17 16,4 2-22-16,1 2-13 0,-2 4-16 15,-1-1-15-15,1 0-21 0,-1 5-4 0,5-3-21 16,2 1 2-16,4-1-11 0,1 1-11 16,1-3-6-16,3 1-1 0,3-7 21 15,6 1-34-15,-2-7-9 0,16-4-26 16,-11-1-21-16,4-5-19 0,1-4 22 16,-3-1-63-16,0-2-11 0,1-5 8 0,-5 2 9 15,0-3-5-15,-6-4-16 0,-3-1 54 16,-4-7 12-16,-1 2 11 0,-5-2 21 0,-5 5 33 15,-3-1-19-15,2 5 87 0,0 2 14 16,3 15-4-16,-3-6-9 0,0 0 4 0,6 15 25 16,-15 0-31-16,2 1 3 0,5 13-1 15,-6 10-2-15,10 0-7 0,0 5-9 16,4-1-5-16,2 0-6 0,4 1 8 0,4 0 4 16,0-2 6-16,7-3 2 0,2-2-16 15,2-2-7-15,3-5-12 0,-4-2-7 16,6-3-6-16,-3-5-6 0,-10-3 3 15,7-4-32-15,17-5-25 0,-14-3-17 0,-1-2-8 16,-2-5-8-16,-2 2 18 0,-6-5-37 16,1 1-11-16,-9-5 1 0,1 4 12 0,-5 9 14 15,0-8 53-15,0 1-34 0,-3 7 14 16,1 1 3-16,2 10 11 0,-12-5 5 0,1 1 27 16,5 12-9-16,0-3 6 0,-1 10 0 15,0 0 16-15,3 1-2 0,4 1 21 0,0 0-31 16,0 1 19-16,9-3-2 0,0 2 0 15,1-4-2-15,7 7 6 0,2-11 7 16,-10-4-19-16,7-1-7 0,4 0 4 16,1-6-11-16,0 2 6 0,-4-6 10 15,13-3-18-15,-16-3-9 0,1 2 0 0,0-2 13 16,-2-5-13-16,-3 0 5 0,-4 9-13 16,1-10-4-16,0 1 10 0,-1 4 1 0,-2-4-5 15,0 5 22-15,-2 3-24 0,-2 9-2 16,0 0 5-16,0 0 1 0,0 0 5 0,15 2 11 15,0 0-4-15,-7 10-4 0,9 5 7 16,-11-10-1-16,8 6-3 0,6 6 10 0,0-7-15 16,-1-2 16-16,2 3-11 15,-10-9-6-15,5 3 1 0,6-1-43 0,-6-2-81 16,3-3 48-16,-19-1-87 0,13 0-111 16,0-1-478-16,-13 1-277 0</inkml:trace>
  <inkml:trace contextRef="#ctx0" brushRef="#br0" timeOffset="10683.98">15180 2402 1622 0,'-38'11'404'0,"38"-11"-56"0,0 0-56 0,0 0-74 0,0 0-44 0,0 0-34 0,16-4-49 0,9-3 5 0,7-4-21 0,8-3-32 0,7-3-80 0,7-2-86 15,10-2-92-15,0 0-149 0,3-4-454 16,3 5-382-16</inkml:trace>
  <inkml:trace contextRef="#ctx0" brushRef="#br0" timeOffset="11216.3">16502 1146 1193 0,'0'0'326'0,"19"2"-60"0,-2 2-28 16,2 6-14-16,11 3 10 0,-2 1-50 15,3 3-10-15,3 0-14 0,8 5-6 0,2 0-20 16,1 0-16-16,6 2-9 0,2 0-24 16,3 0-14-16,-1 3-6 0,6-1-11 15,-1 0-3-15,2-2 31 0,-4 4-49 0,5-2-3 16,-8-5-10-16,2 2 0 0,-6-2-6 16,-7 2 28-16,-2-4-37 0,-3-5-1 15,-8 3-3-15,-2-2-13 0,-8-2-25 0,-1 0-25 16,-9-8-48-16,2 2-43 0,1 1-29 15,-1-6-27-15,-2 5-71 0,-11-7-123 16,0 0-385-16,0 0-321 0</inkml:trace>
  <inkml:trace contextRef="#ctx0" brushRef="#br0" timeOffset="11649.99">17890 1861 1323 0,'0'0'377'0,"0"0"-51"0,0 0-48 0,-10 3-60 16,2 2-66-16,8-5-22 0,-2 12 17 15,2 1-2-15,0 6 9 0,0 12-33 16,2-7-13-16,4 2-19 0,-1 7-17 0,-1 0-11 16,-2 2 16-16,3 0-44 0,-1-3-8 15,0-1-5-15,0-3-4 0,0-5 0 0,-1-11 30 16,1 5-34-16,0-1-2 0,-2-6 2 15,2 0-4-15,-4-10-2 0,0 0-36 16,0 0 43-16,2-10 2 0,2 0-2 0,1-3-2 16,0 0-4-16,1-1-34 0,-2-1 34 15,6 2-4-15,8-7-2 0,-4 5 0 0,-5 10 0 16,7-3 1-16,0 1 5 16,-2 1-11-16,3 2-1 0,0 6 0 0,0-2 1 15,-7 6 2-15,4-1 9 0,-8 3-9 16,0 1 0-16,-4 3 4 0,2 0-1 0,-12-1 1 15,-7 10 26-15,-2-9-31 0,-5-2 2 16,1 0-3-16,-1-2-3 0,-2-2-16 0,1-3 10 16,10-1-51-16,-6 0-34 0,3-2-33 15,3-6-25-15,2 1-26 0,5-3-27 16,-1 1-20-16,9-6-18 0,0 1-31 0,3-5 43 16,3-9-387-16,2 9-152 15</inkml:trace>
  <inkml:trace contextRef="#ctx0" brushRef="#br0" timeOffset="12066.85">18196 1962 1058 0,'17'6'256'16,"-30"-6"-44"-16,1 0-17 0,12 0-3 16,0 0-14-16,0 0-3 0,2 11-4 0,0-2-1 15,0 1-48-15,0 1-19 0,2-1-16 16,3 2-11-16,2-3-9 0,1 2 5 16,0-2-25-16,2 4-12 0,-2-9-5 0,0-1-5 15,9-3-3-15,-2 0 0 0,0-3-6 16,9-6-15-16,-18 4 7 0,11-5-8 0,7-3 7 15,-10 2-2-15,0-1 4 0,-6 0-8 16,2-5-5-16,-7 12 2 0,-1-8 4 0,1 2 0 16,1 1 15-16,0 0-18 15,-6 10-5-15,2-9 3 0,5 1-6 0,-7 8 4 16,0 0 22-16,4 13-5 0,0 1 9 16,-4 1 0-16,0 13 8 0,2-3 1 0,-2 4 19 15,0 2-11-15,2 6-10 0,0 1-3 16,2 4-3-16,5 3-3 0,-4 7 27 15,-1 2-36-15,0-5-6 0,0-3-1 0,-2-5 1 16,2-6-1-16,-2 0 6 0,-1-7 5 16,-1-13 10-16,-1 5 26 0,1-2-2 0,-6-6-7 15,4-1-40-15,-10-9 52 16,0 1-4-16,-2-10-4 0,-9-10-13 0,10 0-12 16,-4-5-60-16,5-7-1 0,-2-5-53 15,2-9-55-15,3 0-45 0,3 1-32 0,2-1-46 16,0 0-40-16,-1 1-29 0,1 8-385 15,8 2-253-15</inkml:trace>
  <inkml:trace contextRef="#ctx0" brushRef="#br0" timeOffset="12382.86">17648 1881 1327 0,'1'-12'291'0,"2"0"-43"0,-3 12-26 0,0 0-26 0,0 0-34 0,0 0-20 0,0 0-50 0,0 0-22 0,12 2-10 0,10 2-20 0,-1 2-3 16,2-1 18-16,7 2-26 0,4 1-18 15,-2-1-3-15,6 0 7 0,-4 0-2 0,-2 3 19 16,1 3-29-16,-3 0-8 0,-3 0-5 15,-3 1 3-15,-1 1-2 0,-9 2 22 16,-3 0-21-16,-6-5-7 0,-3 5 2 16,0 0-7-16,-6-1-17 0,-1 1-12 0,-3-4-19 15,0 1-35-15,2-4-28 0,-4 1-71 16,1-8-75-16,2 3-334 0,7-6-144 16</inkml:trace>
  <inkml:trace contextRef="#ctx0" brushRef="#br0" timeOffset="12967.51">18569 1451 1080 0,'0'0'292'0,"0"0"-69"0,0 0-58 0,0 0-28 0,6 8 15 15,1-3-27-15,-3 6 2 0,-2-2-7 0,3 8-1 16,5 13-12-16,-3-3 1 0,-4 3-20 16,6 3-13-16,1 2-10 0,2 4-10 0,0-3-8 15,5 0-2-15,0-1-15 0,2-2 10 16,1-5-10-16,0-2-11 0,3-5-2 0,-1-4-1 16,-2-3 17-16,0-3-14 0,-10-4-6 15,12-7-7-15,9 0 0 0,-9-5-1 0,-4-3 15 16,-2-3-18-16,-5 0-7 15,0-3-1-15,0-2 0 0,-7 7-4 0,-4-7 25 16,0-1-26-16,-6 0-1 0,2 3 2 16,-5 1 7-16,2 1-9 0,4 3 33 15,-1 2-25-15,4 7-12 0,-13 0 4 0,0 2 7 16,5 8 7-16,-3 2 4 0,3 5-1 16,3-3-6-16,3 1 4 0,-1 2 6 0,8-3-5 15,4 10 1-15,4-11-4 0,3-1 8 16,8-3-7-16,-1-4-17 0,3-5-33 0,8 0-31 15,-5-3-67-15,3-1 15 0,0-3-34 16,-4-5-70-16,-3-5-68 0,-7 1-349 0,2 3-183 16</inkml:trace>
  <inkml:trace contextRef="#ctx0" brushRef="#br0" timeOffset="13133.08">18650 1726 1409 0,'8'-7'322'0,"-3"5"-62"0,-5 2-52 0,14-12-11 16,10-4-69-16,0 9-31 0,10-4-39 16,11-4-23-16,8-3-44 0,7 1-58 15,7-1-88-15,-1-1-130 0,1-1-356 0,1 3-170 16</inkml:trace>
  <inkml:trace contextRef="#ctx0" brushRef="#br0" timeOffset="15633.09">14717 3076 991 0,'0'0'233'0,"0"0"-1"0,0 13-23 15,0 1-14-15,-4-3-22 0,1-1-53 0,1 5 35 0,-4 10-18 0,-2-2 5 0,1 2-23 0,3 0-9 0,-6 1-9 0,-4 0-12 0,2 4-13 16,2-4-11-16,-3 3-6 0,2-1-6 0,-5 0 6 15,5-3-22-15,-2 0-5 0,-3 0-8 16,3-2-5-16,-1-1-3 0,0 2 19 16,3-2-24-16,-1-2-27 0,-4-3-60 0,12-9-58 15,-4 6-59-15,-9 8-111 16,10-18-92-16,-5 7-304 0,1-4-227 0</inkml:trace>
  <inkml:trace contextRef="#ctx0" brushRef="#br0" timeOffset="17633.23">14239 4010 986 0,'-26'-11'320'0,"26"11"-50"0,-13 1-56 0,-1 1-34 15,0 0-9-15,2 0-24 0,0 4-9 0,-6 1-21 0,3 4-10 16,-5 4-14-16,4-1 0 0,6 5-3 16,0-2-9-16,3 5-15 0,0 2-8 0,3 3-15 15,8-4-4-15,1 2-14 0,4-5 6 16,3-3-9-16,2 0-4 0,6-7 2 0,1-2-5 15,7-4 10-15,2-4-13 0,2-2-17 16,3-9-27-16,0-5-18 0,2-3-19 16,-4-1 36-16,-5-2-32 0,0-2 9 15,-7 0 11-15,-3 2 5 0,-8-1 12 0,-8 12 41 16,-4-9-44-16,-4-12 7 0,4 24 9 16,-10-7 14-16,2 0 8 0,2 6 32 15,-3-1-25-15,3 5-5 0,-3 2 12 0,11 3 6 16,-13 3 6-16,0 5 14 0,13 6-4 15,0-1-13-15,5 5-2 0,3 8-5 0,3-5-2 16,2 0 21-16,-3 0-36 0,3-1 10 16,1 0-4-16,-2-1-9 0,0-2 2 0,-6-10 8 15,2 2 15-15,4 4-17 16,-6-8-8-16,0 1 5 0,3-12-7 0,1 3 1 16,-2-6 13-16,-1 1-14 0,0-6-3 15,-1 1-1-15,1-2 3 0,2 1-4 0,0 0 20 16,0 2-13-16,-1 4-8 0,0-1-1 15,0 1 2-15,1 2-5 0,1 3 32 16,1 1-31-16,0 4-3 0,4 3 2 0,-6-1 4 16,-1 1 0-16,2 1 4 0,1 2 3 15,2-2-19-15,0-1-20 0,-5 2-26 0,4 1-11 16,2-3-6-16,-2-1-38 0,1-4-12 16,2 5-22-16,2-10-23 0,-3 1-20 0,6-5 22 15,5-4-16-15,-5 4-1 0,-4-2 23 16,5-1 38-16,-4-1 15 0,-2 1 48 15,-7 8 81-15,6-9 49 0,0 2 29 16,-10 1 9-16,4 0 14 0,-8 10 25 0,0-15 1 16,0 2-13-16,0 13 6 0,-10-8-10 15,1 1 6-15,9 7-15 0,-17 2-1 16,-4 2-5-16,7 5-8 0,-11 8 2 0,14-1-15 16,0 3-5-16,0-1-1 0,3 1-22 15,3-7-5-15,0 5-11 0,4 2-7 0,2-1-7 16,2-2 23-16,2-4-27 0,1-1-8 15,-6-11-4-15,15 2-2 0,0 0-3 0,-1-12 4 16,-1 3-5-16,0-7-6 16,8-4 0-16,-8 2-2 0,-3-1 3 0,1 2-24 15,-1-2 26-15,-1 0-4 0,-4 9-2 16,1-3 0-16,-2-2 3 0,2 4-3 0,-2 2-12 16,-4 7 11-16,9-7-3 0,-2 1-2 15,-7 6 2-15,12 6 3 0,-1 1 7 16,-3 0-4-16,3 1-3 0,0 1-1 0,-1 1 3 15,-2-2-2-15,2 0 13 0,0-1-10 16,-2 4-4-16,-8-11 5 0,10 2 0 0,1 3-2 16,-11-5 24-16,0 0-30 0,15-6 2 15,0 2-5-15,-7-6 5 0,0 0-2 16,-2-1 11-16,2-1-12 0,-2-3-2 16,0 2 3-16,-2 2-1 0,2 0-4 0,3 0-11 15,0 2 20-15,-1 4-6 0,1-1 5 16,-9 6-4-16,14 3 3 0,4-3 9 0,-8 8-16 15,-2-2 13-15,3 2-7 0,0-1 4 16,-1 5 1-16,1-3 0 0,-3 1 2 16,2 1-46-16,2-4-36 0,-2 0-24 0,-10-7-15 15,8 5-45-15,5 0-44 0,-13-5-54 16,11-5-112-16,-1 0-296 0,1-2-198 0</inkml:trace>
  <inkml:trace contextRef="#ctx0" brushRef="#br0" timeOffset="17932.15">15657 3631 1283 0,'15'-6'299'0,"-15"6"-12"0,0 0-19 0,0 0-31 0,0 0-48 0,0 0-15 0,-13 6-15 0,3-4 0 0,2 13 5 0,-4 9-3 16,4 0-7-16,2 0 24 16,0-2-63-16,-2 6-22 0,7 0-13 0,-3 3-19 15,4 0-9-15,2 2-52 0,7-5 45 16,1 1-34-16,6-2-12 0,2-2-59 0,7-4-86 16,7-5-4-16,0-1-41 0,4-7-53 15,-3-5-66-15,-15 0-94 0,7-4-388 0,15-4-333 16</inkml:trace>
  <inkml:trace contextRef="#ctx0" brushRef="#br0" timeOffset="18133">15882 3661 963 0,'0'0'305'15,"0"0"-35"-15,4 11-40 0,-2 4-10 16,0-6-30-16,0 4-16 0,6 2-24 0,4 10-14 15,-4-6-39-15,2 1-26 0,3 2-13 16,0 2-9-16,0 1-16 0,-1 0-15 16,-2-4-70-16,2 0-14 0,-4 0-26 0,0-1-51 15,-2-12-21-15,-1 1-62 0,-2 3-124 16,-3-12-193-16,0 0-39 0</inkml:trace>
  <inkml:trace contextRef="#ctx0" brushRef="#br0" timeOffset="18499.7">16083 3722 879 0,'13'20'276'15,"-11"-12"-34"-15,-2 8-50 0,2-1-14 0,0-1-20 16,-2-1-9-16,6 2-34 0,2 10-22 16,2-7-17-16,-4-2-16 0,0 1-7 0,-2-7-8 15,0 5-21-15,4 2-7 0,-1-5-17 16,-3-1-11-16,4-5-30 0,2-1-28 0,-10-5-14 15,14-4-6-15,3 0 19 0,-7-3 9 16,-1-3 16-16,0-2-10 0,-1-2 33 16,-6-4-4-16,0 1 16 0,-4 1 24 15,0 1 32-15,-4-3 65 0,4 5-48 16,2 13 12-16,-5-11 1 0,1 0 5 0,4 11 18 16,0 0-13-16,-9 8-10 0,2 2 13 15,2 4-13-15,2-1-11 0,3 4-14 0,0 2 0 16,3 0-5-16,2 0-11 0,1 0-12 15,4 5-9-15,3-7-2 0,2-1-15 0,-9-10 0 16,7 1-51-16,1 1-37 0,0-2-34 16,0-1-62-16,-14-5-63 0,11-5-86 15,2-1-276-15,-7-2-145 0</inkml:trace>
  <inkml:trace contextRef="#ctx0" brushRef="#br0" timeOffset="19150">16360 3439 938 0,'0'0'312'0,"0"16"-81"0,2 0 3 0,3-3-26 0,1 1-25 0,0 1-20 0,2 11-8 16,0-2 1-16,-4 0-58 0,2 1-22 16,0-3-14-16,0 5-5 0,5 1-14 0,-4-1 9 15,1 2-20-15,0 0-13 0,-1-5-6 16,-1-1 3-16,0-2-3 0,-2-12-2 0,1 6 14 15,1-1 9-15,-6-14 2 16,0 0-13-16,7 6-4 0,-4 0-3 0,-3-6 9 16,3-14-12-16,-1 3-12 0,0-3 0 15,0 1 0-15,6-2-4 0,-1 2 27 16,2 1-26-16,-3 3-2 0,4-1-4 0,1 4-2 16,4 2 7-16,-2 1 26 0,-3 6-30 15,2 1-2-15,0 4 1 0,-4 0 3 0,-2 1 1 16,3 3 13-16,-9 1-2 0,0 2-11 15,-5-2-2-15,1 0 11 0,-4-1 0 0,0-2 4 16,-4-1-4-16,0-1-3 0,2-7 6 16,-1 2-3-16,11-3-4 0,-13-6-11 0,0 2-27 15,11-7-9-15,0 1-23 16,6-5-10-16,5-10-7 0,1 10 6 0,4-3-46 16,-2 5 65-16,2 0 14 0,-4 8 6 15,2-7 9-15,-2 0 13 0,3 4 8 16,0 3-9-16,-2 2 2 0,-1 3 4 0,-10 0 6 15,12 1 32-15,4 6-57 0,-10 0 78 16,0 0-6-16,-3 3-1 0,1-1-4 0,2 4-12 16,-2-3-48-16,-2 2 50 0,1-2-1 15,-3-10-17-15,2 12-46 0,2 2-54 0,-4-14-114 16,0 0-128-16,0 0-243 0,0 0-106 16</inkml:trace>
  <inkml:trace contextRef="#ctx0" brushRef="#br0" timeOffset="19282.65">16599 3454 1031 0,'9'-12'247'0,"-9"12"-53"0,0 0-55 0,0 0-83 0,0 0 35 0,0 0-48 0,0 0-36 16,0 0-61-16,9 4-87 0,-1 2-108 16,0-11-155-16,5 4 190 0</inkml:trace>
  <inkml:trace contextRef="#ctx0" brushRef="#br0" timeOffset="19468.37">16830 3432 1165 0,'0'0'334'0,"0"0"-79"15,0 0 0-15,0 0 19 0,0 0-5 0,0 20-31 16,0-1-20-16,3-1-15 0,3 13-21 16,-2-8-23-16,-1 2-26 0,3 3 21 15,0-3-71-15,2 4-16 0,0-2-13 0,2 1-17 16,-2 1-27-16,2-3-33 0,1 2-80 15,2-8-47-15,-3-3-30 0,-1-10-20 0,3 4-25 16,2 2-66-16,-14-13-77 0,12-3-393 16,1 1-282-16</inkml:trace>
  <inkml:trace contextRef="#ctx0" brushRef="#br0" timeOffset="19599.74">16828 3703 1255 0,'-6'-5'333'16,"6"5"-47"-16,0 0-39 0,0 0-50 0,0 0-37 15,0 0-41-15,0 0-46 0,14-6-43 16,12-5-53-16,-4 2-62 0,0 1-117 0,4-4-147 16,-1-2-238-16,-1 5-121 0</inkml:trace>
  <inkml:trace contextRef="#ctx0" brushRef="#br0" timeOffset="20466.31">15898 4292 1245 0,'0'0'313'0,"0"0"-47"0,0 0-81 16,0 0-17-16,0 0-24 0,0 0-5 16,0 0-2-16,2 9-14 0,3 4-6 15,0 5-29-15,-2-1-14 0,4 0-10 0,7 10-5 16,-1-10-16-16,-2 2 11 0,0 1-24 15,1-6-6-15,1 0-8 0,4-7-1 0,-9-3-1 16,12-3-6-16,-4-1-38 0,5-5-15 16,9-12-3-16,-8 1-5 0,-4-3 8 15,1 1 34-15,-1-3-23 0,-7 2-2 16,2-2 8-16,-1 0 8 0,-7-2 0 0,0 13 24 16,-1-7-19-16,2-1 0 0,1 7 2 15,-1 0-4-15,-6 11 4 0,4-7 16 16,3-3-6-16,-7 10 2 0,6 6 1 0,3-1-4 15,-5 3 8-15,0 0-4 0,4 1-22 16,2 2 32-16,-2-3-5 0,0 0 2 0,-2 0-3 16,5 1 6-16,-2-5-12 0,-1 0 10 15,-8-4-6-15,0 0 1 0,15-4 4 0,3 0-1 16,-8-5 29-16,0 1-38 0,-6-1-6 16,4 1 9-16,1-4-4 0,-2 1 5 15,-3-1 22-15,1 0-30 0,0 2-2 0,-1 0-1 16,1 1 6-16,1-1-4 0,-6 10 29 15,8-4-24-15,1-2-3 0,-9 6 3 16,11 6 2-16,-3 2 3 0,-2 1 13 16,0-1-12-16,1 2-1 0,-1-2 6 0,-1 3 2 15,0-2 4-15,-5-9 13 0,7 11-18 16,0 1 19-16,-7-12 2 0,0 0 4 0,2 10 24 16,2-1 15-16,-4-9 3 0,0 0-24 15,0 0-15-15,0 0-8 0,8-9-9 0,1-1-5 16,-4 0 11-16,-1 3-18 0,2-2-2 15,0 1-4-15,6-1 2 0,0 1-4 0,-4-2 17 16,2 2-18-16,1 5-3 16,0 0-3-16,2 6 2 0,-3-3 4 0,2 3 17 15,0 3-16-15,-2-1-3 0,0 2-3 16,2 2 0-16,2 1 2 0,-5-3 14 16,-3 1-10-16,-6-8-7 0,8 7-8 0,2 0-12 15,-10-7-34-15,0 0-29 0,16 0-43 16,-4 0 12-16,-3-9-6 0,-1 4-15 0,0-9-13 15,1 2-67-15,-4-3-2 0,1 1-70 16,-2 0-260-16,0-1-59 0</inkml:trace>
  <inkml:trace contextRef="#ctx0" brushRef="#br0" timeOffset="20633.08">16833 4095 1022 0,'13'3'339'0,"-13"-3"-21"0,0 0-60 0,-7-5-13 0,-4 4-32 0,11 1-28 0,0 0-43 16,0 0-14-16,0 0-45 0,0 0-13 16,0 0-27-16,0 0-48 0,0 0-46 0,0 0-70 15,0 0-88-15,13-8-151 0,-2 4-316 16,-11 4-202-16</inkml:trace>
  <inkml:trace contextRef="#ctx0" brushRef="#br0" timeOffset="21066.38">16975 4156 1423 0,'-7'-6'384'0,"7"6"-48"0,0 0-6 15,0 0-76-15,0 0-55 0,0 0-37 16,0 0-35-16,0 0-26 0,0 0-31 16,0 0 2-16,9 6-11 0,-3 1-9 15,-6-7-8-15,4 12-8 0,0 2-31 16,-2-1 25-16,4 1-6 0,-1-1-4 0,2 0-4 16,-3-2-4-16,2 3 0 0,-2-2-2 15,3-3-32-15,1-1-38 0,2-1-47 0,-10-7-53 16,17-2-40-16,2 0-66 0,-5-5-107 15,9-5-400-15,-4 4-300 0</inkml:trace>
  <inkml:trace contextRef="#ctx0" brushRef="#br0" timeOffset="21599.01">17464 4078 1152 0,'0'0'381'15,"0"0"-28"-15,0 0-69 0,0 0-62 16,-11-4-41-16,0 1-47 0,11 3-26 0,0 0 14 16,-16 5-31-16,-2-1-1 0,6 4-5 15,-9 4-17-15,13-7-12 0,-2 7 5 16,0 1-24-16,4 0-8 0,0 0-8 0,1 2-2 16,3 1-5-16,2-1-15 0,2-1 16 15,5-6-31-15,-1 1-27 0,6-6-20 0,2 2-35 16,2-8-22-16,12-2-28 0,-7-2-19 15,0-3-10-15,0-2-15 0,1-1-11 16,-6 2-2-16,1-1 70 0,1-2 29 16,-10 6 45-16,8-1 50 0,0-2 42 0,-8 2 27 15,0-1 28-15,-1 3 23 0,-1-1 12 16,-2 1-4-16,3 0 0 0,-7 7 10 0,0 0-23 16,0 0 19-16,0 0-9 0,-13 4-15 15,-2-1-1-15,9 10-19 0,0-2 1 16,2 4-22-16,-3 0-10 0,4-4-11 0,1 2-7 15,7-2-3-15,2-2 9 0,1 0-16 16,-2 1-8-16,9-10 1 0,8 0-8 0,-12-4-7 16,5-3 4-16,12-4-24 15,-11 1-3-15,-2-4 2 0,-9 8 8 0,4-5 1 0,3 0 22 16,-11 0-22-16,3 1-7 0,-10-2 0 16,1 1 3-16,-8 1 2 0,3 1 19 15,-5 3-17-15,1 3-3 0,-4-3-9 16,0 2-12-16,0 0-30 0,2 1-7 15,2 3-29-15,-1 3-2 0,14-3-31 0,-11 5-26 16,1 0-41-16,10-5-66 0,0 0-345 16,0 0-150-16</inkml:trace>
  <inkml:trace contextRef="#ctx0" brushRef="#br0" timeOffset="22166.07">17974 3967 1115 0,'0'0'309'0,"-4"-11"-67"0,3-2-19 0,-9 9-34 0,2 0 2 0,-5 3-66 0,2-3-19 0,-8 4-15 0,1 0-10 16,2 5 4-16,-9 3 21 0,4 4-20 15,2 0-19-15,0 2-10 0,4-3-16 0,0 5-2 16,2 1 5-16,1 0-16 0,7-7-16 16,1 1-1-16,-3 0-1 0,7-11 3 0,3 11 23 15,1 2-26-15,-4-13-23 0,17-5-14 16,5 4-14-16,-6-9-2 0,13-5 15 0,-9 2-20 15,-1-2 15-15,-2-1 2 0,-3-3 6 16,0-1 3-16,-2-4 3 0,-3 2-28 16,1-3 34-16,-6-2 7 0,-4 0-4 15,-4 0 5-15,2 0-2 0,-4 3-18 16,-3 3 46-16,3 3 6 0,4 10-4 0,-8-4-3 16,3 0-6-16,7 12 26 0,-15 0-27 15,5 0 1-15,1 12-4 0,0 0 5 0,5 9-4 16,-2 7 21-16,4-3-18 0,4-1-10 15,4 2 6-15,2-6-4 0,8 1-5 0,-4-2 33 16,6 1-31-16,5-3-4 0,2-10 1 16,0-2-7-16,5-1-20 0,-17-4 17 15,11-1-39-15,13-2-11 0,-16-4 1 16,0-3 9-16,-1 1 13 0,-6-4 13 0,-1-1-9 16,-6 6 10-16,-1-6 0 0,0-3 11 15,-6 0-1-15,2-1 2 0,-8 1-41 16,0 4 74-16,-3 1 2 0,2 2 8 0,-5 5 18 15,4 1-5-15,-5 6-5 0,0 2 5 16,0 6-6-16,-3 7-6 0,9-9 4 0,2 6-10 16,3 3 24-16,2-1-25 0,0-1-16 15,5 0-1-15,6 6 8 0,-3-13-11 0,7 0 16 16,2 1-74-16,2-7-60 0,13 0-61 16,-22 0-100-16,9-8-178 0,-2 2-180 15,-2-3-161-15</inkml:trace>
  <inkml:trace contextRef="#ctx0" brushRef="#br0" timeOffset="22350.33">18118 3580 1023 0,'7'36'292'0,"-1"-28"-57"0,4 5-40 0,10 7-1 0,-6-3 2 0,5 2-1 0,0 2 21 0,4 7-63 16,1-2-33-16,1 2-27 0,-1 5-22 0,1 4-34 15,-10-2-40-15,-2 3-96 0,-3 4-24 16,-12-2-47-16,-11 1-94 0,-5-3-124 0,-9 3-181 16,-3-1-89-16</inkml:trace>
  <inkml:trace contextRef="#ctx0" brushRef="#br0" timeOffset="24515.31">18967 2301 1022 0,'-4'-12'263'0,"0"3"-35"0,4 9-32 0,0 0-13 0,0 0-17 0,0 0 1 0,0 0-58 16,0 0-14-16,0 0 22 0,15 8 2 0,10 11 8 16,-6 2 3-16,5 3-23 0,-1 4-20 15,4-1-19-15,0 6-13 0,-1-3-5 0,1 5 9 16,1-1-23-16,0 0-7 0,-3 0-2 15,1-1-11-15,0 0 2 0,-2-5 6 16,0 1-17-16,-1-7-26 0,-4-3-34 0,-2 1-35 16,2-7-21-16,-10-5-19 15,3 3-39-15,1 0-31 0,-5-6-42 0,3 2-64 16,-11-7-337-16,2 9-171 0</inkml:trace>
  <inkml:trace contextRef="#ctx0" brushRef="#br0" timeOffset="24949.25">19606 3139 851 0,'20'-9'263'16,"-20"-1"-32"-16,1-1-37 0,-1 11-36 0,0 0 18 16,0-15-72-16,0-3 14 0,-3 6-4 15,1 1-17-15,-7 0-16 0,0-3-5 0,-5 5-41 16,-5-6 7-16,10 9-5 15,-12 4-14-15,-9 2-2 0,7 4-3 0,0 3-57 16,2 2 57-16,1 0 1 0,2 4-7 16,0 1 1-16,12-7-2 0,-4 6-49 15,1 3 59-15,9-3-7 0,0 0 0 0,7-2 0 16,9 8-2-16,4-7 26 0,2-2-39 16,4-3 5-16,4 3-3 0,-3-2-3 0,1-1 5 15,-3 0 32-15,-3-2-42 16,-11-2 0-16,5 5-3 0,-2 0 7 0,-5-3 2 0,2 1 36 15,-11-6-41-15,-2 13 3 0,2 1 6 16,-11-8 21-16,3-4 2 0,-8 1 48 16,2-1-23-16,0-4 1 0,-2-1-2 15,4-4-15-15,-1-1-10 0,7-6 2 16,0-1-12-16,8-6-20 0,6-14-33 0,2 11-17 16,8-5-23-16,1 3-16 0,3-1-15 15,2-2-20-15,1 1-26 0,-1 1-16 0,0 2-8 16,-4 0-29-16,1 0 5 0,-3 3 12 15,-2 1-61-15,2 0-131 0,-4 0 211 0</inkml:trace>
  <inkml:trace contextRef="#ctx0" brushRef="#br0" timeOffset="25482.68">19875 2660 944 0,'20'-18'215'0,"-20"18"-15"0,0 0-64 16,0 0 41-16,-2-10-9 0,0 1-23 0,2 9-23 15,0 0-38-15,0 0 34 0,0 0-50 16,0 0 17-16,2 15 8 0,2 10-6 0,4-6 3 15,-2 4 23-15,5 6-35 0,-2 3 0 16,-2 0-13-16,3 4-13 0,-2 3-11 0,0 1-1 16,1-3-4-16,0-2-12 0,-1-4-7 15,0-3-4-15,-4-5 1 0,5-2 4 0,-6-13-5 16,1 5 16-16,2 0-4 0,-6-13-9 16,0 0 0-16,0 0-7 0,6-8-3 15,5 3 3-15,-9-10-5 0,2 1-3 0,0-5 3 16,0 0-2-16,-1 0 10 0,1 0-17 15,1 6-5-15,1-1-1 0,4 0 4 16,2 1 2-16,0 6-1 0,0 1-1 16,5 6-2-16,0 0-9 0,-1 6 3 0,1-1 1 15,-1 3 21-15,-2 1-20 0,-3 3-2 16,1 2 2-16,-5-3-4 0,0 3 12 0,-7-4 15 16,0 4-10-16,-4-4-11 0,1-1 2 15,-7-1 10-15,-1-3-5 0,11-5 32 16,-17 2-28-16,5-2-1 0,2-7-4 0,3-1-5 15,4-5-12-15,1-10-3 0,7 2-28 16,6 2-8-16,1-4 3 0,5-2 1 16,2 3 4-16,2 2 15 0,3 1-14 15,-2 2 24-15,4 2 12 0,-3 1-2 0,1 3 2 16,-4 2 8-16,2 5-41 0,-11 2 47 16,7 4 1-16,0 0 0 0,-5 4 4 0,3-3-5 15,-5 7-42-15,-3-1 57 0,3 3-2 16,-3-1-1-16,-4 6-3 0,3-2-1 0,-3 1 26 15,1-1-34-15,-3-5-24 0,0 1-31 16,-2-11-52-16,0 0-99 0,0 0-71 16,0 0-328-16,0 0-140 0</inkml:trace>
  <inkml:trace contextRef="#ctx0" brushRef="#br0" timeOffset="25616.32">20323 2568 888 0,'0'0'174'0,"0"0"-39"0,0 0-31 0,10 2-46 0,1 1-48 16,-11-3-77-16,0 0-47 0,0 0-230 15,14 4 246-15</inkml:trace>
  <inkml:trace contextRef="#ctx0" brushRef="#br0" timeOffset="26066.13">20604 2444 1120 0,'6'-9'252'16,"-1"2"-62"-16,-5 7-31 0,0 0-1 0,4 12-2 15,0 1 35-15,2 3-63 0,7 9-3 16,-4-5-13-16,1 3-27 0,3 2-13 0,-2 1 15 16,-3 5-35-16,2 3-9 0,3-3-15 15,-2 1 0-15,0-1-13 0,-1-2 30 16,0-5-35-16,-2-3 3 0,-4-12-2 0,4 3 3 15,0 1-12-15,5-9 15 16,-2 0-11-16,0-8-5 0,13-6 6 0,-8 0-8 16,-2-4 5-16,1-1-6 0,-3-2-9 15,-2-5 19-15,4 3-15 0,-10 12 4 0,4-10 1 16,-1 2-3-16,2 1 2 0,-1 3 2 16,-2 1-4-16,0 0 0 0,-6 10-6 0,0 0 4 15,0 0 3-15,12 7 7 0,-2-4-3 16,-10-3-2-16,2 16 4 0,2-1 1 0,0-3 24 15,3-2-22-15,-1 2 2 0,2 1 3 16,6-3 2-16,0 1 1 0,-2-2 20 16,8 7-31-16,-12-6-4 0,3-3 0 0,-4 2-7 15,3 0 5-15,-1-4 23 16,-9-5-19-16,1 12-1 0,4 1-6 0,-5-13-3 16,-11 7-29-16,3 3-16 0,-8-5-41 15,0-1-11-15,-1-2-46 0,-14 0-54 0,3-6-75 16,0-1-370-16,1-1-182 0</inkml:trace>
  <inkml:trace contextRef="#ctx0" brushRef="#br0" timeOffset="26166.15">20685 2651 1150 0,'16'-20'330'0,"-14"10"-88"15,3 1-110-15,8-3 33 0,12-7-35 0,7 4-37 0,8-7-87 0,9-2-165 0,12-8-445 0,9-4-135 0</inkml:trace>
  <inkml:trace contextRef="#ctx0" brushRef="#br0" timeOffset="33065.97">10553 5823 760 0,'-8'2'240'0,"16"6"-43"16,-8-8-12-16,0 0-31 0,0 0-17 0,0 0-18 0,0 0 6 0,0 0-36 0,0 0-9 16,0 0-1-16,0 0-11 0,0 0 13 15,0 0 4-15,0 0-5 0,0 0 1 16,0 0 0-16,0 0 14 0,0 0 46 15,22 0-17-15,14-5 1 0,-5 2-1 0,14-1-11 16,10 3-9-16,8-6 27 0,10 0-48 16,2 0-2-16,12 1-2 0,4 0-11 15,9 1-7-15,4 1-42 0,4 0 39 16,4 2-12-16,1 2 3 0,-5 2 5 0,3-4-5 16,-4 2-36-16,-8-2 42 0,-2-1-8 15,-3 1-8-15,-5-3 3 0,-7 2 8 0,-4-4-3 16,-1 0-46-16,-10 0 38 0,-1-1 8 15,-9 2-11-15,-6-1-7 0,-7 3 14 0,-1-3-18 16,-10 5 1-16,-3-5-3 0,-4 7 0 16,-13 0-3-16,4-3 4 0,1 1 7 15,-4 0-24-15,-4 0 6 0,-10 2-3 16,0 0 3-16,14 0-9 0,4 0-15 16,-18 0 14-16,0 0-24 0,0 0-57 0,0 0-90 15,0 0-88-15,0 0-58 0,0 0-53 16,0 0-79-16,0 0-509 0,0 0-638 0</inkml:trace>
  <inkml:trace contextRef="#ctx0" brushRef="#br0" timeOffset="33200.12">13563 5656 1394 0,'17'-2'265'0,"-17"2"-56"0,0 0-40 0,0 0-44 0,0 0-70 0,0 0-141 0,-11-5-129 0,-2 5-339 15,3-5-62-15</inkml:trace>
  <inkml:trace contextRef="#ctx0" brushRef="#br0" timeOffset="36614.96">18312 2435 960 0,'0'0'210'0,"0"0"-42"0,0 0 0 0,0 0-18 0,0 0-10 0,0 0-13 0,0 0-7 16,0 0 21-16,0 0-63 0,0 0 2 15,9-7-2-15,-1 0 1 0,14-1-8 0,16-3 24 16,-5 0-44-16,13 0-11 0,2-6 0 15,5 0-3-15,6 2-6 0,5-4 23 16,-1 4-32-16,3 0 3 0,-4-4-3 0,-1 3-1 16,-6 1-2-16,-4 2 12 15,-7 2-3-15,-3 1-8 0,-8 0 5 0,-5 3 19 0,-4 1 2 16,-14 4-9-16,5-2-11 16,4 1 6-16,-9-1-12 0,1 0-9 0,-11 4-1 15,0 0-4-15,0 0 11 0,0 0-10 16,0 0-26-16,0 0-31 0,0 0-14 0,-13 2-12 15,-3-2-64-15,0 6 37 0,-6 1-25 16,-2 4-9-16,0-1-9 0,-3 2-32 0,-3 1 2 16,-6 0-14-16,-2 1-11 0,-2-1-16 15,2 2-245-15,0-1 108 0</inkml:trace>
  <inkml:trace contextRef="#ctx0" brushRef="#br0" timeOffset="36932.17">18345 2542 866 0,'0'0'211'15,"0"0"-22"-15,0 0-11 0,0 0-31 0,0 0-63 16,0 0 48-16,0 0-12 0,0 0-10 16,-11 0-7-16,-1 2-1 0,12-2 40 15,0 0-56-15,0 0 9 0,17-2-7 0,6-3 0 16,0 2-2-16,2-5 14 0,7 0-18 16,8-3-21-16,5 0 0 0,5-4 2 0,6 1-4 15,7-1-12-15,3-2 5 0,0-3 3 16,-1 1-8-16,-1 3 3 0,-3-1-3 0,-2-1-4 15,-5 4-14-15,-8 0 4 0,-5 4-9 16,-6 0-7-16,-5 2-4 0,-4 1-2 0,-16 3 6 16,8 0-12-16,0-1-4 15,-6 0 0-15,3 4-2 0,-15 1-4 0,10-4 5 16,2 1-32-16,-12 3-19 0,0 0-25 16,0 0-20-16,0 0-16 0,0 0 16 15,0 0-69-15,0 0-23 0,0 0-33 0,-14 5-60 16,4-2-94-16,10-3-215 0,-15 5-120 15</inkml:trace>
  <inkml:trace contextRef="#ctx0" brushRef="#br0" timeOffset="39864.71">20058 3463 1196 0,'0'0'274'0,"0"0"-53"0,0 0-25 0,0 0-27 0,0 0-36 0,0 0 19 0,0 0-17 0,0 0-15 0,0 0-16 16,0 0-5-16,0 0 18 15,0 0-27-15,0 0-13 0,13-8-11 0,11-1-16 16,-4-3-10-16,4-3 9 0,9-2-18 0,-1-1-11 15,6-4-12-15,3 1-4 0,1-4-19 16,-3 3-2-16,2-1-61 0,-6 2-29 0,-2 2-22 16,-3 0-48-16,-9 2-49 0,-14 9-78 15,2-4-371-15,0 1-202 0</inkml:trace>
  <inkml:trace contextRef="#ctx0" brushRef="#br0" timeOffset="40016.14">20049 3571 1181 0,'20'-25'237'0,"-4"14"-62"0,8 2-33 15,-1-4-25-15,3 0-30 0,8-2-68 16,5-3 15-16,5-4-109 0,4-7-178 0,3-3-235 16,1 4 58-16</inkml:trace>
  <inkml:trace contextRef="#ctx0" brushRef="#br0" timeOffset="46431.7">1409 7709 465 0,'-23'-3'130'0,"23"3"-17"0,0 0-18 0,8-6-5 0,3 4 4 0,-11 2 14 16,0 0 25-16,0 0-13 0,0 0-9 15,0 0-19-15,0 0-4 0,0 0 6 0,0 0 10 16,0 0-12-16,0 0 2 0,0 0-1 16,0 0-12-16,0 0-3 0,0 0 39 15,0 0-48-15,11-4 19 0,-2 0-9 0,12 3 3 16,9-3-2-16,-3-2 17 0,4 1-24 16,5-4-4-16,7 1-12 0,-1 1-1 15,5-4 9-15,5 3-14 0,-3-1 7 0,5-2 5 16,-6 2-13-16,3-4-6 0,-5 6-1 0,-1-1-5 15,-7 1 6-15,-5 1-12 16,-3-2-6-16,-2 3-6 0,-13 3-3 0,3-3 1 16,4 2 20-16,-10-2-25 0,2 2-1 15,-14 3-1-15,14-3-3 0,1 3 0 0,-15 0 26 16,0 0-52-16,0 0-29 0,8-5-31 16,5 2-27-16,-13 3-41 0,0 0-32 15,0 0-43-15,0 0-39 0,0 0-62 0,11 0-407 16,0-2-256-16</inkml:trace>
  <inkml:trace contextRef="#ctx0" brushRef="#br0" timeOffset="48864.94">5996 7540 872 0,'16'1'242'0,"-16"-1"-20"0,0 0-75 0,0 0 44 0,0 0-12 0,0 0-11 0,0 0-19 0,8-3-16 0,2-2 13 16,-10 5-33-16,0 0-25 0,0 0-7 0,0 0-3 16,0 0 1-16,0 0-6 0,0 0-1 15,0 0 40-15,0 0 1 0,0 0 6 0,8 8 7 16,5 1 7-16,10-3 19 0,20-1-12 16,-1-3-14-16,11 2-7 0,4-4 2 0,9 1-24 15,1 1-16-15,7-2-23 0,-1-2 19 16,1 2-19-16,-2 0 4 0,-4 0 3 15,-1-1-13-15,-2-3 11 0,-2 2 4 16,-6-2-5-16,-5 0-6 0,-2 0-7 0,-1 1-23 16,-5-2 24-16,-6 0-10 0,-5 1-10 15,-5 4-2-15,-2-4-2 0,-13 4-2 0,3-1-7 16,4 1 9-16,-20 0-5 0,14-3-4 16,1 1-2-16,-15 2-8 0,0 0 0 15,15 2 2-15,0 1-5 0,-15-3-13 0,0 0-29 16,0 0-31-16,8-6-9 0,2 4-54 15,-10 2-11-15,0 0-57 0,0 0-29 16,0 0-59-16,0 0-10 0,0 0-29 0,0 0-42 16,0 0-76-16,9-6-399 0,1 0-429 15</inkml:trace>
  <inkml:trace contextRef="#ctx0" brushRef="#br0" timeOffset="50231.61">10856 7522 1110 0,'-16'-1'240'0,"24"7"-43"0,0-3-29 0,-8-3-18 0,0 0-10 0,0 0-2 0,0 0 3 0,0 0 31 15,0 0-45-15,0 0-19 0,0 0 5 16,0 0 25-16,20-2 15 0,-4 1-24 16,14-2 39-16,19-2-1 0,-3 1-11 0,5 0-13 15,8-4-19-15,7 3-28 0,3-5 15 16,6 3 1-16,2-1-11 0,3-1-26 0,-2-3-1 16,-2 3-4-16,2-2-33 15,-3 3 17-15,-5-2 12 0,-4 0-6 0,-7 3-13 0,-2-1-16 16,-7 2 12-16,-5 1-29 15,-9 1 7-15,-4 0-30 0,-18 3-32 0,6-2-52 16,-1 3-57-16,-6-4-111 0,2 3-66 16,-15 1-46-16,0 0-98 0,0 0-478 0,0 0-625 15</inkml:trace>
  <inkml:trace contextRef="#ctx0" brushRef="#br0" timeOffset="60530.92">9526 9535 779 0,'26'9'195'0,"-26"-9"-13"0,13 3-7 0,-1-1-21 0,1-2-33 0,2-2 1 0,3-3-12 0,17-2-15 0,-7 1-13 16,-2-3-9-16,9 2-8 0,5-3-11 15,0 1 1-15,2-2-9 0,5 2-6 16,2 0-6-16,3-4-3 0,0 4-45 16,7-3 53-16,-2-1-11 0,-2 4-8 0,1-3-4 15,1 2 6-15,-3 1 22 0,3-2-45 16,0 3 12-16,-3-1-2 0,-6 0 3 0,-1-1 4 16,-3 3 34-16,-1-2-40 0,-5 1-3 15,-2 3-1-15,-7-3-1 0,1 4 5 0,-7 0-4 16,-10 1-2-16,4 3-3 0,3-2-1 15,-8-1 0-15,0 3 1 0,-12 0 11 16,14-5-11-16,0 3 2 0,-14 2-1 0,0 0-1 16,0 0-3-16,11-3 9 0,-1 3-16 15,-10 0 8-15,0 0 7 0,0 0-7 16,0 0-19-16,0 0-38 0,0 0-51 16,0 0-61-16,0 0-44 0,0 0-52 0,0 0-283 15,0 0-53-15</inkml:trace>
  <inkml:trace contextRef="#ctx0" brushRef="#br0" timeOffset="60697.85">11320 9206 489 0,'0'0'72'0,"0"0"-85"15,0 0-158-15,0 0 41 0</inkml:trace>
  <inkml:trace contextRef="#ctx0" brushRef="#br0" timeOffset="69720.21">7589 11231 794 0,'0'0'196'0,"0"0"-25"0,0 0-28 0,0 0-12 0,0 0-30 0,0 0-7 0,0 0 11 0,0 0 26 0,6 9-52 15,-1-1 77-15,13-5-11 0,14 1-14 16,-2-4-15-16,10 0-9 0,2 0 10 16,7-2-29-16,5 0-15 0,4-3-4 15,3-2-11-15,4-2 0 0,-2 1 12 16,-1-5-7-16,1 0-2 0,0-3-10 0,0 1-7 15,-1-4-2-15,2 0-18 0,1 2 3 16,-6-3 7-16,-1 4-10 0,-3-2-6 0,-6 5 0 16,-5-2-2-16,-6 4-2 0,-8 3-10 15,-3 0-3-15,-3 0-2 0,-7 4-2 0,-2 1 0 16,-3-3 15-16,1 2-14 0,-13 4-3 16,12-1 3-16,4-2 0 0,-16 3-1 0,0 0 8 15,0 0-11-15,8-3-13 0,2-1-10 16,-10 4-17-16,0 0-14 0,0 0 4 15,9-5-56-15,0-1-25 0,-9 6-42 16,0 0-33-16,0 0-36 0,-16-2-36 16,2-2-351-16,-1 4-166 0</inkml:trace>
  <inkml:trace contextRef="#ctx0" brushRef="#br0" timeOffset="70196.84">8008 11357 510 0,'-30'7'156'0,"16"-4"-5"0,-4-3-35 16,2 2-3-16,-1-4 1 0,0 2 12 0,2 0 18 15,-1 0-47-15,0-3-2 0,4 3-4 16,-4 0-10-16,4-3-2 0,12 3 0 15,-13-2-8-15,-2 0-6 0,15 2-2 0,0 0-10 16,0 0-5-16,0 0 5 0,-13-3-22 16,3 0-3-16,10 3 5 0,0 0 20 0,0 0 4 15,12-7 39-15,16-7-43 0,-2 5-2 16,3-4 0-16,9-3 3 0,7-3 6 0,6-3 9 16,1-1-17-16,8-5-5 15,-1-4 3-15,9 3 1 0,2 0-1 0,2-2 8 16,-2 0-16-16,4 5-6 0,-2-3-2 15,-7 3-4-15,1 5-3 0,-4 0 13 16,-8 2-15-16,-4 3-11 0,-6 3-6 0,-8 0-3 16,-4 5 1-16,-6 1-13 0,-4 0 7 15,-11 2 4-15,6 0 2 0,0 0-3 0,-5 2 3 16,4 1-4-16,-16 2 10 0,12-4-12 16,-2 0 0-16,-10 4-5 0,0 0-27 0,12-4-35 15,0 1-43-15,-12 3-12 16,0 0-29-16,0 0-44 0,0 0-25 0,-12 3-60 15,0 1-51-15,4 0-252 0,-2 0-117 16</inkml:trace>
  <inkml:trace contextRef="#ctx0" brushRef="#br0" timeOffset="84429.51">13262 11855 1064 0,'-21'-8'292'0,"21"8"-63"15,0 0-47-15,0 0-21 0,0 0 0 0,0 0-10 0,0 0-6 0,0 0 2 0,-11 2-19 0,-1 0 3 16,12-2-6-16,0 0-24 0,0 0-3 15,0 0 8-15,0 0 39 0,4 9 10 16,2 0 2-16,7 1 12 0,17 4-21 16,4-6-4-16,6 0-1 0,8-1-22 0,7 0-20 15,7 0-51-15,6-1 22 0,-2-2 5 16,4 0-10-16,4-1 3 0,-7 0 12 0,3-3 8 16,-3 2-18-16,0 0-13 0,-8-1-4 15,2 1-11-15,-4-2-3 0,-4 0-19 16,-6 0 19-16,-3 3-8 0,-1 1-4 0,-7-4-4 15,-2 0-4-15,-10 0-18 16,-9 0 15-16,7 0-4 0,-1 3-1 0,-9-3-3 16,4 0 1-16,-16 0-26 0,14 0 35 15,4 0-10-15,-18 0-3 0,0 0-1 0,0 0-4 16,0 0-43-16,12 0-15 0,5 0-55 16,-17 0-48-16,0 0-85 0,0 0-69 0,0 0-75 15,0 0-33-15,-11 4-134 0,3 1-392 16,1 3-625-16</inkml:trace>
  <inkml:trace contextRef="#ctx0" brushRef="#br0" timeOffset="89146.36">8829 12832 940 0,'24'7'251'0,"-24"-7"-27"0,0 0-42 0,0 0-18 0,0 0-5 0,0 0 11 0,0 0-48 0,0 0-3 0,0 0 19 15,0 0 10-15,11 3 0 0,8 0 21 16,10-3-19-16,29 0-15 0,-2-6-9 0,10 1-17 15,15-3-23-15,6 0-38 0,8-3 20 16,5 0-14-16,1-3-9 0,1 1-9 0,-1-1-3 16,1 3-33-16,-7 1 36 15,-4 0 0-15,-4 0-3 0,-8 2 6 0,-8 2-5 0,-2 1-34 16,-8-3 41-16,-4 4-7 16,-7 1-3-16,0 1-3 0,-9 0-8 0,-6-1-2 15,-6 3 17-15,-1-2-27 0,-16 2-2 16,10-3 0-16,1 1 2 0,-9 2-3 0,2-2 21 15,-16 2-23-15,14-1 0 0,3 1-1 16,-17 0 1-16,0 0-1 0,13-3 44 16,0 3-69-16,-13 0-37 0,0 0-46 0,0 0-44 15,8-2-54-15,2-3 9 16,-10 5-75-16,0 0-42 0,0 0-96 0,0 0-368 0,0 0-301 16</inkml:trace>
  <inkml:trace contextRef="#ctx0" brushRef="#br0" timeOffset="89312.9">11650 12639 1204 0,'0'0'251'0,"0"0"-139"15,0 0-15-15,0 0-61 0,0 0-75 16,0 0-171-16,0 0-224 0,0 0 163 15</inkml:trace>
  <inkml:trace contextRef="#ctx0" brushRef="#br0" timeOffset="91863.13">6259 14275 1063 0,'-15'-3'248'0,"15"3"15"0,0 0-48 0,0 0-24 0,0 0-27 0,0 0-17 0,0 0 8 0,0 0-17 16,13 3 12-16,-3-1 6 0,5-2 3 0,0 5-3 15,11-5-35-15,20-2 50 0,-3-1-14 16,3-4-6-16,7 1-12 0,2-1-20 16,4-3-16-16,7 1 18 0,-1 0-41 15,5-3 14-15,1-1-5 0,-2-1-13 0,3 4-7 16,0-4-52-16,-2 7 35 0,-4-3 6 15,-3 1-7-15,-6 3 4 0,-2 3-7 0,-6-3 13 16,-4 4-19-16,-5 2-1 0,-6 0-4 16,2 0-6-16,-21 2-5 0,10-2 3 15,-1 0-11-15,-6 0-4 0,-1 0 2 0,-17 0 0 16,16 0 2-16,2 0-31 0,-18 0 39 16,10 2-2-16,2 2-2 0,-12-4-5 0,0 0-5 15,0 0-11-15,0 0 14 0,0 0-5 16,0 0-4-16,0 0 1 0,0 0-3 0,14 0 6 15,-1 2-18-15,-13-2 19 16,0 0-10-16,0 0-3 0,0 0 4 0,0 0 0 16,0 0-7-16,0 0 11 0,0 0-5 15,0 0-12-15,0 0 0 0,0 0-5 0,0 0 5 16,0 0-19-16,0 0-2 0,0 0-8 16,0 0-6-16,0 0-6 0,0 0 11 15,0 0-25-15,0 0-2 0,0 0-12 0,0 0-7 16,0 0-49-16,0 0-30 0,0 0-9 15,0 0-19-15,0 0-16 0,0 0-43 16,0 0 6-16,0 0-2 0,0 0-20 16,-11 7-21-16,-7 9-64 0,6-13-335 0,0 7-216 15</inkml:trace>
  <inkml:trace contextRef="#ctx0" brushRef="#br0" timeOffset="92846.19">3427 17579 971 0,'-23'-7'310'0,"23"7"-69"0,0 0-45 0,13-2-17 0,2 0-12 0,-15 2-14 0,0 0 1 16,0 0-41-16,0 0 18 0,0 0-12 15,0 0-5-15,0 0-2 0,0 0 2 0,0 0-13 16,0 0 1-16,8-4 6 0,1 1 4 16,-9 3 9-16,21 0-3 0,0 0 24 15,6 0-32-15,18 0-6 0,-9-3-11 0,6 3 2 16,5 0 11-16,6-2-33 16,-1 0-4-16,6 1 5 0,3-1-21 0,2 2-7 0,2-5 1 15,-2 3 3-15,1-3-17 16,-1 3-3-16,-6-2-6 0,-4 2-2 0,-2-2 6 15,-4 3 9-15,-3-1-20 0,-4 2-1 16,-3 0 4-16,-21 0-6 0,7-4-3 0,3 4-16 16,-7-2 11-16,2 2 5 0,-8 0-6 15,2 2 4-15,-15-2-2 0,15-2-15 16,-3 2 11-16,-12 0-1 0,0 0 3 0,0 0 1 16,13 0-5-16,0 0-15 0,-13 0-3 15,0 0-3-15,0 0-11 0,0 0-28 0,0 0-19 16,10 4-61-16,-2 0-39 15,-8-4-39-15,0 0-18 0,0 0-13 0,5 7-9 16,2 4-13-16,-1-1-37 0,2 2-79 16,-4 1-399-16,3 2-320 0</inkml:trace>
  <inkml:trace contextRef="#ctx0" brushRef="#br0" timeOffset="93645.61">8851 17621 1419 0,'6'8'352'0,"0"-1"-29"0,-6-7-3 0,9 12-22 0,2 0-65 0,6-5 11 0,5 3 20 0,6 3-15 0,2-4-9 16,4 3-32-16,2 0-24 0,4-5 3 15,4 0-18-15,5 1-20 0,7-6-12 0,5-2-11 16,0 0-13-16,7-2-27 0,-1-3 1 16,4-3-17-16,-3 1-10 0,3 0-10 0,0-3 1 15,-6 1-9-15,1 0-6 0,-5-4-6 16,-1 5-1-16,-5-4-8 0,-9 4-3 0,-3 1 1 16,-7 1-6-16,-3 1-3 15,-4-1-2-15,-16 2-3 0,9-1-3 0,-5 3-4 16,-2 0-3-16,2-1-6 0,-7 0-6 15,2-4-11-15,-12 7-15 0,16-5-34 16,-4-1-23-16,-12 6-22 0,11-1-16 0,0-1-37 16,-11 2-47-16,0 0-9 0,0 0-76 15,0 0-16-15,8-6-9 0,1 0-35 0,-9 6-50 16,0 0-69-16,0 0-240 0,0 0-251 16</inkml:trace>
  <inkml:trace contextRef="#ctx0" brushRef="#br0" timeOffset="94828.86">17173 14076 2430 0,'0'0'348'0,"0"0"-69"0,8-8-38 0,2 2 1 0,2 6-48 0,18 0-11 0,-3-3-1 0,7 1-32 0,7-5-19 0,7 0-20 16,3-1 21-16,13-2-10 0,3 1 0 0,14 2-9 16,6-1-10-16,-1 1-34 0,5 0 32 15,3 0-24-15,1 2 20 0,-4-3-41 0,0 0-7 16,-4 1 24-16,-1-1-34 15,-1-1-7-15,-4 0-2 0,-3 2 0 0,-4 2-5 16,-4 0 48-16,-8 0-70 0,-2-1 7 16,-9 1-7-16,-4 3-1 0,-6-2-2 0,-5 2-5 15,-7-3-11-15,-16 5-12 0,8-2-28 16,3 0-23-16,-10-3-27 0,2 5-18 0,-16 0-33 16,18 0 6-16,-3 0-40 0,-15 0-20 15,0 0-27-15,0 0-30 0,0 0 23 16,6 9-54-16,0 0 6 0,-6-9-18 15,-12 8-25-15,-2-3-476 0,1 2-368 16</inkml:trace>
  <inkml:trace contextRef="#ctx0" brushRef="#br0" timeOffset="95796.16">14095 17609 1670 0,'0'0'359'0,"0"0"-44"0,0 0-38 0,0 0-60 0,0 0-22 0,0 0 11 0,0 0-48 0,0 0-9 0,14 7-7 0,14-2-2 15,-15-5-8-15,12 0-37 0,23-2 26 16,-12-1-1-16,5 3-16 0,1 0-10 0,2 0-12 16,1-2-16-16,-1-3-27 0,1 3 0 15,-3 1 0-15,-1-1-6 0,-3 0-4 16,-2 2-24-16,-3-3 20 0,-3 3 8 15,0 0-8-15,-18 0-4 0,10 0 0 0,-1 0-18 16,-2 0-1-16,-2 0 14 0,-7-3-9 16,3 1-10-16,-13 2-24 0,14 0-10 15,0 0-28-15,-14 0-31 0,0 0-45 0,0 0-49 16,6-7-37-16,4 1-19 0,-10 6-37 16,0 0-12-16,10-6-44 0,-2 4-95 0,-8 2-341 15,8-12-300-15</inkml:trace>
  <inkml:trace contextRef="#ctx0" brushRef="#br0" timeOffset="96679.55">20774 17558 2145 0,'4'14'281'0,"-4"-14"-64"0,0 0-51 0,-8 5-33 0,-1 1-12 0,9-6-34 16,0 0-8-16,-7 4-10 0,1 3-9 0,6-7 13 15,0 0 36-15,0 0-13 0,0 0-3 16,2 12-12-16,-1 1-11 0,8-9-5 0,-1 4 31 16,4-1-63-16,16 4-8 15,-5-7-6-15,3 0-4 0,-4 0-6 0,6-3 43 16,-1 2-52-16,1-3 0 0,0 0 0 16,1-3-1-16,-1 3-3 0,0-5 15 15,-16 5-23-15,14-2-12 0,13 0-3 0,-25 0-6 16,6 0-6-16,4-2 33 0,-5 3-31 15,3 1 2-15,-6 0 1 0,3 0 4 0,0-2 2 16,2 2 30-16,-5 0-31 0,-2-2-7 16,0 4-6-16,2-2-2 0,-4 2-11 0,3-2 20 15,-15 0-27-15,15 0-10 0,0 1-5 16,-15-1-18-16,0 0-4 0,11 4 29 16,1-2-62-16,-12-2-8 0,0 0-10 0,0 0-23 15,0 0-57-15,0 0-73 16,0 0-288-16,0 0-125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54:21.268"/>
    </inkml:context>
    <inkml:brush xml:id="br0">
      <inkml:brushProperty name="width" value="0.05292" units="cm"/>
      <inkml:brushProperty name="height" value="0.05292" units="cm"/>
    </inkml:brush>
  </inkml:definitions>
  <inkml:trace contextRef="#ctx0" brushRef="#br0">6913 9199 702 0,'-6'-13'211'0,"6"13"-19"0,0 0-11 0,0 0-62 0,0 0 32 0,-2 11-21 15,0 0-9-15,2-11-12 0,0 0-8 0,2 12-62 16,2 0 66-16,-4-12-4 0,0 0-10 16,4 7-18-16,2 1-7 0,-6-8-11 15,0 0-6-15,0 0-6 0,5 5-5 0,1 4 2 16,-6-9-6-16,0 0 28 0,0 0-2 15,0 0 12-15,0 0 13 0,0 0 11 0,11 0 0 16,2-5-4-16,-1-4-6 0,10-10-25 16,0 4-14-16,2-5-9 0,3-1-8 0,3 1-4 15,0-4 5-15,-1 2-17 0,3-2-2 16,-4 4-7-16,1 1 1 0,-3 2-2 0,-8 1 24 16,0 5-28-16,-4 0 3 15,-5 6-6-15,4-4 0 0,-1 1-5 0,-3 1-7 16,-3 1-35-16,-6 6-35 0,10-7-30 15,2 1-24-15,-12 6-36 0,0 0-91 16,3-9-47-16,4 1-442 0,-7 8-277 0</inkml:trace>
  <inkml:trace contextRef="#ctx0" brushRef="#br0" timeOffset="968.39">12155 8443 1033 0,'0'0'264'0,"0"0"-17"0,0 0-65 0,0 0-17 0,0 0-14 0,0 0-13 0,0 0-16 0,0 0 31 16,0 0-58-16,0 0-13 0,0 0-14 0,0 0-12 15,0 0-14-15,0 0 29 16,0 0-45-16,0 0 6 0,8 6 13 0,0-2-4 16,-8-4 8-16,0 0 25 0,0 12-22 15,2 2 2-15,-2-14 1 0,0 0-2 0,3 11 3 16,-1 3-9-16,-2-14 43 0,0 0 17 16,0 0 22-16,8 3-3 0,3 4-13 0,2-17-18 15,7-8 19-15,2 0-45 0,1-1-5 16,7-6-13-16,0-1-2 0,-3 1-13 0,3-2-51 15,0-1 31-15,-1-4-11 0,5 6 3 16,-2 1 1-16,-5 1-3 0,-1 0 32 16,-3 4-31-16,-4 1 10 0,-3 3-10 0,-6 10-8 15,2-3 6-15,-2-1-17 0,-3 3 2 16,1-3-13-16,1 5-16 0,-4-2-25 0,-5 7-42 16,0 0-52-16,8-9-31 15,-2 1-44-15,-6 8-22 0,0 0-49 0,0 0-30 16,0 0-54-16,0 0-349 0,0 0-263 15</inkml:trace>
  <inkml:trace contextRef="#ctx0" brushRef="#br0" timeOffset="2699.93">6369 10376 867 0,'2'0'248'0,"-2"11"-42"0,0-11-31 0,0 0-27 0,0 0-12 0,0 0-17 0,0 0-8 0,0 0-19 0,0 0-16 16,0 0-60-16,0 0 77 0,0 0 2 16,0 0-9-16,0 0-10 0,0 0-15 0,11 6 24 15,-3-1-43-15,-8-5 3 0,0 0 17 16,0 0 14-16,0 0 14 0,12 0-5 16,4 0 11-16,-4-7-6 0,-1 3-11 0,3-5-8 15,12-6-5-15,-6 5-6 0,2-3 5 16,0-1-16-16,1-1-3 0,-1 1-8 15,0-2-3-15,-2 3-5 0,1 1 5 16,-5 1-17-16,-7 5-6 0,6-1 0 0,-2-1-3 16,-2 0-4-16,-3 0 31 0,-8 8-40 15,10-5-3-15,-1 1-13 0,-9 4-18 0,0 0-29 16,6-6 2-16,1 3-57 0,-7 3-28 16,0 0-29-16,0 0-26 0,0 0-46 0,0 0-79 15,8-9-415-15,-1 4-268 0</inkml:trace>
  <inkml:trace contextRef="#ctx0" brushRef="#br0" timeOffset="3566.05">11318 9586 1209 0,'0'0'287'0,"0"0"-18"0,0 0-85 0,0 0-8 0,0 0-17 0,0 0-13 0,0 0-4 0,0 0 8 16,0 0-54-16,0 0-18 0,0 0-7 0,0 0-11 16,0 0 4-16,0 0 3 0,0 0 16 15,0 0-11-15,-8 6-3 0,1-1-10 0,7-5-5 16,0 0-27-16,-2 13 25 0,2 1 3 16,0-14 0-16,0 0 5 0,2 7 8 15,2 3 8-15,-4-10 18 0,0 0-22 16,0 0-10-16,20-5-11 0,2-9-10 0,-2-1-8 15,-1-2 32-15,4-5-51 0,1-4-7 16,5 2-6-16,-3 0-10 0,-3-1-5 0,5 4 35 16,-6 1-67-16,2 3-19 0,-5-2-17 15,-4 5-18-15,0 1-35 0,-9 7 10 16,4-3-56-16,4-2-19 0,-14 11-30 0,4-8-32 16,2 1-56-16,-6 7-453 0,0 0-294 15</inkml:trace>
  <inkml:trace contextRef="#ctx0" brushRef="#br0" timeOffset="4733.33">4948 10862 1084 0,'0'0'239'0,"0"0"-42"0,0 0-30 0,0 0-18 0,0 0-84 0,0 0 52 0,0 0-22 0,0 0-9 15,0 0 6-15,0 0-7 0,0 10 37 16,2 3-48-16,-2-13-13 0,5 12-10 0,0-3 5 16,-5-9-1-16,5 15 4 0,1-1-8 15,-4-3-13-15,2 3 5 0,-1-3-12 0,-1 0 2 16,2 0 23-16,3-1-17 15,-3 0 18-15,2-1 8 0,3-3 30 0,1-2 1 16,2-4-12-16,14-6-6 0,-4-3-25 16,3-5-10-16,5 0-9 0,4-8-5 0,-4 1-10 15,3-2 17-15,-3 0-23 0,-1 0-8 16,3-1 1-16,-4 3-5 0,1-1 0 0,-5 5 30 16,-4 2-35-16,0 1-17 0,-5-3-30 15,1 8-31-15,-7 6-44 0,2-7-12 16,-1 0-61-16,-2 5-40 0,1-2-58 0,-9 7-144 15,0 0-232-15,0 0-201 0</inkml:trace>
  <inkml:trace contextRef="#ctx0" brushRef="#br0" timeOffset="6234.88">10835 10268 666 0,'-13'7'195'0,"13"-7"-51"0,0 0-30 0,0 0-24 0,0 0-13 0,0 0-42 0,0 0 34 0,0 0-8 15,0 0-9-15,0 0 0 0,0 0-1 0,0 0-28 16,0 0 27-16,9-4 4 0,0-2-1 15,-9 6 1-15,0 0 0 0,0 0 6 16,0 0-7-16,0 0-1 0,0 0 1 16,0 0 5-16,0 0 0 0,0 0 43 15,0 0-73-15,0 0 18 0,0 0 3 0,0 0-3 16,0 0-4-16,0 0 4 0,0 0-8 16,0 0-1-16,0 0 2 0,0 0 4 0,0 0 0 15,0 0 10-15,0 0-9 0,0 0 10 16,0 0 2-16,0 0-7 0,0 0-1 0,0 0-1 15,0 0 11-15,0 0-27 0,0 0-7 16,0 0-8-16,0 0-2 0,0 0 4 0,0 0 18 16,0 0-28-16,0 0-6 0,0 0 7 15,0 0-4-15,0 0 7 0,0 0 14 16,0 0-18-16,0 0-5 0,0 0 2 0,0 0 6 16,0 0-2-16,0 0-9 0,0 0 2 15,-9-1 8-15,-2-3-2 0,11 4-2 16,0 0-1-16,0 0 0 0,0 0 9 15,0 0-12-15,0 0-6 0,0 0 4 0,0 0-3 16,0 0 1-16,0 0 20 0,0 0-14 16,0 0-7-16,0 0 3 0,0 0-7 0,0 0 1 15,0 0 20-15,0 0-16 0,0 0 0 16,0 0 0-16,0 0 2 0,0 0-6 0,0 0 13 16,0 0-5-16,0 0-9 0,0 0 5 15,0 0-2-15,0 0-1 0,0 0-2 16,0 0 14-16,0 0-6 0,0 0-1 15,0 0-3-15,0 0 6 0,0 0 13 0,0 0-26 16,0 0 17-16,0 0-11 0,0 0 4 16,0 0 0-16,0 0-3 0,0 0 14 15,0 0-9-15,0 0-8 0,0 0 0 0,0 0 3 16,0 0-1-16,0 0 14 0,0 0-6 16,0 0-9-16,0 0-1 0,0 0 3 0,0 0-2 15,0 0 22-15,0 0-24 16,0 0-64-16,0 0-49 0,0 0-64 0,0 0-131 0,0 0-510 15,0 0-394-15</inkml:trace>
  <inkml:trace contextRef="#ctx0" brushRef="#br0" timeOffset="6999.17">10676 11090 1033 0,'0'0'339'0,"-2"12"-69"0,0 0-38 0,2-12-14 0,0 0-16 0,0 0 11 0,0 11-39 0,-2 3-12 0,2-14-20 0,0 0-15 0,-6 9-15 15,0-2-34-15,6-7 27 0,0 0-3 16,0 0-4-16,2 13-2 0,-2-1-7 0,0-12-8 16,6 8 15-16,0 1-24 0,-6-9-7 15,10 4 3-15,4 2-5 0,-14-6 2 0,0 0 23 16,18 0-29-16,-1 0-1 0,3-6 6 15,-6-2-20-15,6-3-2 0,7-3 2 16,-4-3-34-16,-2 5 15 0,1-5 3 0,-4 5-8 16,2-2-2-16,-1 1-25 0,-3-2 15 15,-4 8 11-15,0-2-12 0,2 0 2 0,-2 3 0 16,-2 1-9-16,-10 5 1 0,8-4 2 16,1-2-6-16,-9 6-7 0,0 0-11 15,0 0-20-15,0 0-50 0,0 0-32 16,0 0-35-16,0 0-26 0,4-11-35 0,0 1-15 15,-4 10-11-15,0 0-4 0,0 0-16 16,0 0-35-16,0 0-92 0,0 0-289 0,0 0-208 16</inkml:trace>
  <inkml:trace contextRef="#ctx0" brushRef="#br0" timeOffset="8485.34">4986 11705 813 0,'14'-3'194'0,"-14"3"-16"0,0 0-13 0,0 0-25 0,0 0-26 0,0 0 1 0,0 0-1 16,0 0-5-16,0 0-7 0,0 0-5 15,0 0-20-15,0 0-6 0,0 0-9 0,0 0-4 16,0 0-6-16,0 0 27 0,0 0-47 16,0 0-8-16,0 0 12 0,0 0 15 0,0 0-5 15,0 0 26-15,5 10-37 0,2 0-4 16,-7-10 3-16,4 8 6 0,2 1-5 0,-6-9 28 15,0 0-9-15,0 0 3 16,4 7 10-16,4-2 5 0,-8-5 9 0,0 0-15 16,16 3 40-16,0 0-8 0,2-9-8 15,13-3-9-15,-5-4-11 0,1-2-14 0,5-3 3 16,-2 0-16-16,1 0-5 0,5-1-2 16,-2-1-4-16,-6 4 2 0,-1-3 38 15,1 4-57-15,-6 2-2 0,-2-2-1 0,-12 12 2 16,5-4-7-16,0 0-5 0,-1-2 11 15,-3 3-4-15,-9 6 5 0,8-5 1 0,4 1-5 16,-12 4-48-16,0 0 50 0,0 0 1 16,8-5-7-16,2 1 5 0,-10 4-6 0,0 0-31 15,0 0 39-15,0 0-7 0,0 0 0 16,0 0-3-16,0 0-2 0,0 0-17 16,0 0 0-16,0 0-29 0,0 0-11 15,0 0-17-15,0 0-22 0,6-4-24 0,5 0 0 16,-11 4-48-16,0 0-21 0,0 0-20 15,0 0-42-15,0 0-30 0,0 0-27 16,0 0-418-16,0 0-252 0</inkml:trace>
  <inkml:trace contextRef="#ctx0" brushRef="#br0" timeOffset="9399.25">9626 11678 1264 0,'-7'9'303'0,"7"-9"-68"0,0 0-37 0,0 0-21 0,0 0-14 0,0 0-2 16,0 0-18-16,0 0-8 0,0 0-8 0,0 0 6 16,0 11 16-16,0 3-24 0,0-14-10 15,-2 13-1-15,2 2-7 0,2-4-6 0,0 3 7 16,3-3-21-16,-3 1 12 0,-2-12-6 15,7 13-3-15,-1-2 16 0,1-3-26 16,3-2 14-16,-10-6 11 0,16-4-24 16,12-2-12-16,-6-5-8 0,-2-2-17 0,4-6-10 15,1-3-17-15,3 1 15 0,-3-4-32 16,3 3 27-16,0-2-8 0,-4-2-42 16,4 4 29-16,-3 0 21 0,1 4-7 0,-5-2-3 15,0 5 0-15,-4 2 8 0,-1 0-20 16,-10 7 1-16,4-1-6 0,-2-1 5 0,1 2-7 15,-2 1-5-15,-7 5-48 0,0 0-24 16,0 0-48-16,0 0-54 0,0 0-56 0,0 0-27 16,0 0-44-16,0 0-16 0,0 0-75 15,0 0-511-15,-10 5-552 0</inkml:trace>
  <inkml:trace contextRef="#ctx0" brushRef="#br0" timeOffset="11282.42">3898 13169 923 0,'0'0'250'0,"-4"10"-29"0,2 1-39 0,2-11-22 0,0 0-17 0,0 0-26 0,0 0-17 0,0 0-50 16,0 0 68-16,0 0-9 0,4 10-10 0,2 0-4 16,0-1-8-16,0 2 16 0,1-2-35 15,-2 3-11-15,0 0-4 0,2-1 4 0,-1-3 15 16,1 1 16-16,-2-2-21 15,0 1 10-15,-5-8 12 0,5 6 13 0,4-2 8 16,2-6-48-16,10-10 40 0,-3 1-18 16,5-9-12-16,3 0-7 0,3-5-13 0,-4 0 0 15,1 0 17-15,3 1-29 0,-3 2-2 16,1-2-2-16,-1 2-3 0,-8 2-10 0,4 2 37 16,-5 1-52-16,-4 4 2 0,-8 8-4 15,7-6-3-15,-2 1-2 0,-4 4 6 16,4-2-2-16,-10 8-2 0,0 0-2 0,6-5-7 15,0-3-1-15,-6 8-48 16,0 0 20-16,0 0-32 0,0 0-46 0,4-8-45 16,2 1-58-16,-6 7-22 0,0 0-9 15,0 0-76-15,0 0-109 0,11 3-322 0,2 4-278 16</inkml:trace>
  <inkml:trace contextRef="#ctx0" brushRef="#br0" timeOffset="12149.12">8928 13150 1623 0,'0'0'283'0,"0"0"-63"0,0 0-20 0,4 12-11 0,2-5-17 0,-6-7-2 0,0 0-13 16,-6 11 0-16,2 2-33 0,4-13 40 15,2 12-7-15,-2 2-7 0,0-14-14 0,5 11-12 16,2 2-17-16,-1-7 21 0,0 1-30 16,5-5 6-16,-1 4-14 0,-10-6-17 0,21 0-1 15,12-6-6-15,-12-1-17 0,2-5-3 16,0-1-12-16,3-3-2 0,0-4-12 0,2-3 16 16,5-4-26-16,-1 1-7 0,1-1 0 15,-1-2-6-15,-1 2-5 0,-1 1-5 16,0 4 0-16,-4 0-6 0,-3 0-13 0,-4 3-21 15,-4 4-23-15,-8 8-84 0,5-6 3 16,-1 2-9-16,-3 3-21 0,0-1-30 16,-8 9-18-16,0 0-12 0,1-10-48 15,2 0-89-15,-3 10-426 0,-8-5-366 0</inkml:trace>
  <inkml:trace contextRef="#ctx0" brushRef="#br0" timeOffset="14549.14">4408 13843 1213 0,'0'0'256'0,"0"0"-9"0,0 0-79 0,0 0-21 0,0 0 7 0,0 11-20 0,0 1-14 16,0-12-14-16,0 0 0 0,0 0 4 15,6 5-10-15,3 0 11 0,-9-5 0 0,8 7-9 16,-1 1 4-16,-7-8-20 0,6 7-6 16,0 4-3-16,-6-11 0 0,6 8 3 0,2 1 36 15,0-2-32-15,-2-1 17 0,-6-6-2 16,20-4 1-16,10-5 5 0,-13-3-20 16,6-5-25-16,7-9-8 0,2-8-22 0,6-2-1 15,3-6-5-15,1-3 0 0,2 1-6 16,-1 0-26-16,-2 4 16 0,-2 5-3 15,-4 2-8-15,-6 6-5 0,-4 2-27 16,-6 6-28-16,-1 2-30 0,-4 3-23 0,-1 2-33 16,-7 4-30-16,3-1 5 0,1-3-43 15,-10 12 8-15,9-6-6 0,-4-2-26 0,-5 8-31 16,0 0-86-16,0 0-314 0,-3 8-201 16</inkml:trace>
  <inkml:trace contextRef="#ctx0" brushRef="#br0" timeOffset="17099.21">8905 14498 1576 0,'13'-13'331'0,"-13"13"-64"0,0 0-64 0,0 0-22 0,0 0-38 0,0 0-7 0,0 0-9 0,-8 6 1 0,2 1 11 16,6-7-18-16,0 0-7 0,0 11 0 15,-2 4-5-15,2-15-8 0,3 8 44 16,4 3-62-16,-4-4-6 0,2 2-7 0,5-3-11 16,-2-1-5-16,2 2-23 15,1 0 30-15,4-4 11 0,0-3 2 0,-1 0-14 16,6 0-2-16,-4-3-30 0,16-6 0 15,-11-3 10-15,7-5-1 0,0 0-11 0,0-8 1 16,5-1-18-16,-1-3-16 0,1 0 6 16,-1 0 8-16,4-3-17 0,-2 3 8 0,-7 3-17 15,3-1-11-15,-4 3-2 0,-3 0 5 16,-1 2-43-16,-2 5-14 0,-6 2-32 0,0 1-12 16,-1 2-50-16,-7 5-25 0,4-1-16 15,1 3-4-15,-11 5-4 0,0 0-40 16,9-7 10-16,-3-1-60 0,-6 8-398 15,0 0-241-15</inkml:trace>
  <inkml:trace contextRef="#ctx0" brushRef="#br0" timeOffset="18015.79">4330 14362 1381 0,'23'-4'214'0,"-23"4"31"0,0 0-39 0,0 0-25 0,0 0-22 0,0 0-13 0,0 0-17 16,0 0-21-16,0 0-26 0,0 0 3 0,0 0 22 15,0 0 9-15,4 9 27 0,2 0-31 16,0 1-5-16,2 2-7 0,0-2-9 0,0 2 2 16,5 2 17-16,-5-5-9 0,3-1 10 15,2 2 5-15,1-7 7 0,4 3-5 0,2-12-27 16,10-4-8-16,-7-7-14 16,7-5-14-16,2-9-15 0,1-8-11 0,6-2-6 15,3-3-39-15,2-2-6 0,-1 5-20 16,0 1-25-16,-2 3-28 0,-8 5-30 0,-6 3-19 15,-2 5-67-15,-3 0-31 0,-3 12-1 16,-11 4 5-16,2 2-6 0,2 3-20 16,-12 3-32-16,0 0-145 0,0 0-195 0,-12 12-166 15</inkml:trace>
  <inkml:trace contextRef="#ctx0" brushRef="#br0" timeOffset="19049.18">3720 15233 871 0,'0'0'204'0,"0"0"-52"0,0 0 18 0,0 0-26 0,0 0-22 0,0 0-3 16,0 0-7-16,0 0-6 0,0 0-6 0,0 0-4 16,0 0-20-16,0 0 17 0,0 0 8 15,0 0 7-15,0 0-18 0,0 0 21 16,8 7-23-16,1 1 5 0,-9-8 4 16,8 5 0-16,2 3 1 0,-3-3 28 15,2 1-20-15,-1 1 4 0,0-3-1 0,-8-4-2 16,18 0-2-16,11-4-54 0,-10-7 38 15,3-7-23-15,7-6-9 0,3-6-14 0,1-7-24 16,8-5-63-16,3-1 4 0,0-5-25 16,1 2-37-16,-2 3-41 0,-2 3-33 0,-6 5-29 15,-5 9-45-15,-5 9-5 0,-15 7-27 16,0 2-128-16,2 2-253 0,-12 6-192 0</inkml:trace>
  <inkml:trace contextRef="#ctx0" brushRef="#br0" timeOffset="19931.89">9101 15207 1681 0,'-3'12'431'0,"-5"-18"-97"0,8 6-60 0,0 0-64 0,0 0-41 0,0 0-15 16,0 0-15-16,0 0-10 0,0 0 4 15,0 0-10-15,0 0-3 0,0 0-9 0,0 0-13 16,0 0-10-16,0 0 15 0,0 0-32 15,0 0 7-15,17 3-8 0,0 0-14 0,-5-9-13 16,16-2-6-16,-2-3-6 0,5-6 34 16,8-5 10-16,7-8 7 0,7-6-11 0,5-12-47 15,11-7 24-15,10-8-43 0,4-11-90 16,9-6-109-16,6-6-175 0,10-3-140 16,2-1-625-16,2 5-882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1:55:02.983"/>
    </inkml:context>
    <inkml:brush xml:id="br0">
      <inkml:brushProperty name="width" value="0.05292" units="cm"/>
      <inkml:brushProperty name="height" value="0.05292" units="cm"/>
    </inkml:brush>
  </inkml:definitions>
  <inkml:trace contextRef="#ctx0" brushRef="#br0">7023 9182 889 0,'-19'-11'287'0,"19"11"-17"0,-10 1-43 0,0 3-6 0,10-4-21 0,0 0 4 0,0 0-26 16,-12-4-1-16,4 3-17 0,8 1-12 15,0 0-4-15,0 0-26 0,0 0-10 16,0 0-21-16,0 0-17 0,0 0-12 0,0 0 21 15,0 0-2-15,0 0 27 0,22 1 19 16,22-2-9-16,4-5-3 0,12-2-6 16,6-4-19-16,9 1 11 0,10 0-4 0,2-1-7 15,2 0-9-15,1-1-28 0,-2 2-1 16,-3 4 11-16,-5-3-6 0,-5 1-8 0,-4 1 1 16,-3 1-10-16,-5 0-35 0,-5 2 21 15,-1 1 7-15,-10-2-3 0,-3 4-5 0,-4-1-3 16,-5 1 11-16,-4 0-23 15,-16 0 2-15,8 0-1 0,-1 2 0 0,-4 0 0 16,-4-2 7-16,-14 2-11 0,18 0-5 16,-3 0 6-16,-15 0-6 0,0 0-2 0,0 0-32 15,0 0-14-15,0 0-19 0,0 0-23 16,0 0-59-16,0 0-46 0,0 0-24 0,0 0-67 16,-15 2 2-16,-3 2-6 0,4-2-35 15,-2-2-39-15,-10 0-110 0,-13 0-226 16,11 3-227-16</inkml:trace>
  <inkml:trace contextRef="#ctx0" brushRef="#br0" timeOffset="382.28">7339 9321 1047 0,'-4'7'265'0,"4"-7"-92"15,0 0 59-15,-7 8-11 0,1-3-12 0,6-5-1 16,0 0 9-16,0 0-16 0,0 0-35 15,0 0-12-15,0 0-19 0,0 0-24 0,0 0 1 16,0 0-21-16,0 0 60 0,0 0-3 16,17 5 1-16,12-1-2 0,5-4-9 0,4-4 5 15,9-1-63-15,6 0 37 0,4-3-9 16,5-1-14-16,3-3-13 0,9 1-12 0,-3 1 6 16,0-5-22-16,0 0-5 15,0 2-8-15,-1 2-6 0,-7-3-5 0,-1 4-12 16,-6-1 5-16,0 0 0 0,-7 3-6 15,-4 1-3-15,-8-2-3 0,1 4-20 16,-6 0 21-16,-4-2-6 0,-15 6-1 0,5-1 4 16,4-2-1-16,-8 2 2 0,-1-2-19 15,-13 4 17-15,13-4-6 0,2 4 4 0,-15 0-3 16,0 0-13-16,10-3-48 0,2 1-14 16,-12 2-23-16,0 0-56 0,0 0-73 0,0 0-85 15,0 0 9-15,0 0-69 0,0 0-66 16,0 0-122-16,-14-2-268 0,4 0-396 15</inkml:trace>
  <inkml:trace contextRef="#ctx0" brushRef="#br0" timeOffset="9249.07">9592 10686 804 0,'-5'-18'239'0,"-5"14"-25"0,10 4-9 0,0 0-54 0,-6 5-3 0,0 3-10 0,6-8-6 16,0 0-8-16,0 0-31 0,0 0 28 15,0 0-14-15,0 0-10 0,0 0-26 16,0 0-15-16,0 0 26 0,0 0-40 16,0 0-11-16,0 0-7 0,0 0-1 0,0 0 3 15,0 0 44-15,0 0-30 0,2 9 8 16,-1 3 6-16,18-4 2 0,11 4 4 0,-2-5 5 16,1 3-5-16,9-3-7 0,5 2 4 15,3 1-1-15,6 2-1 0,7-5-29 16,0 6 30-16,5-3 3 0,1 1 5 0,10 5-2 15,-2-1-1-15,4 2-8 0,-1 1 3 16,1 2-20-16,-2 1-3 0,4 4-12 0,-1 1-1 16,-5 3 0-16,-4-6 11 15,-1 1-19-15,-5 4 5 0,-4-8-2 0,1 1-3 16,-5-3-1-16,-6 0 2 0,-5 0-1 16,-4-4 8-16,-1-6 0 0,-7 2 2 0,-3-1 7 15,-5-1-38-15,-3 0 41 0,-8-3 3 16,1-3 13-16,0 2-4 0,4-3-15 0,-3 5-4 15,-15-6-8-15,8 1 7 0,2 0-12 16,-10-1 4-16,0 0-10 0,0 0 3 0,12 7-40 16,-4-4 22-16,-8-3 21 0,0 0-13 15,0 0-16-15,0 0-57 0,0 0 2 16,0 0-72-16,0 0-22 0,0 0-37 0,0 0-7 16,0 0-4-16,0 0 19 15,-13-1-46-15,2 1-37 0,-1-4-58 0,1-1-404 16,11 5-266-16</inkml:trace>
  <inkml:trace contextRef="#ctx0" brushRef="#br0" timeOffset="9534.07">11691 10690 1632 0,'0'0'259'16,"0"0"-12"-16,0 0-82 0,0 0-40 0,0 0-29 0,0 0-34 0,0 0-34 0,0 0 18 0,0 0-80 0,0 0-22 15,0 0-67-15,0 0-83 0,-13 3-149 0,1 0-191 16,5 4-48-16</inkml:trace>
  <inkml:trace contextRef="#ctx0" brushRef="#br0" timeOffset="13249.09">542 10782 740 0,'0'0'250'0,"0"0"-36"0,0 0-21 0,0 0-36 0,0 0 0 0,0 0-39 0,0 0-26 0,0 0-18 0,0 0-13 0,0 0-21 16,0 0 60-16,0 17-25 0,0-2 15 16,3 6 6-16,0 13-2 0,-1-4-19 0,1 3-12 15,0 4 6-15,-3 3 0 0,2 2-14 16,-2 3-4-16,0 3 0 0,-2-2-7 0,-1 4 14 15,0 2-23-15,-2-6-2 0,1 2-5 16,-2-4-5-16,-1-2 2 0,2 0 22 16,4-5-32-16,-6 1-5 0,3-6 0 0,-2-1-3 15,0 0 3-15,2-6-8 0,2-11 10 16,0 3-12-16,-4 1 3 0,3-4-4 0,2 0-5 16,1-14-7-16,1 11-17 0,-1 0-45 15,0-11-51-15,0 0-21 0,-1-15-50 16,-1 1-52-16,-2-7-59 0,-2-14-331 15,6 7-170-15</inkml:trace>
  <inkml:trace contextRef="#ctx0" brushRef="#br0" timeOffset="17265.21">481 11061 832 0,'1'-7'159'0,"14"0"33"16,-11-5-11-16,0 3-15 0,-4 9-26 0,0-12-11 15,2-1-3-15,2 1-15 0,0-1-1 16,3 2-7-16,-1 0-8 0,-2 0-3 0,1 3 4 16,-5 8-19-16,4-9-8 0,0 2-16 15,-4 7-6-15,0 0-2 0,0 0-15 0,0 0 3 16,0 0-10-16,0 0-10 0,0 0 0 16,0 0 1-16,0 0-7 0,7-8 45 15,-1 3-14-15,-6 5-2 0,14-2-5 0,4 2-1 16,3-4 5-16,9 3 15 0,-5-1-10 15,4-5-5-15,3 2-3 0,0 2-3 0,2-2-7 16,0 1 17-16,0 0-21 16,2-1-1-16,0 1 3 0,1 0 0 0,2 1 0 15,-1-1-19-15,2-2 16 0,1 0 3 16,1 1-4-16,2-1-1 0,3-2-1 0,0 0 2 16,5 1 10-16,4 0-6 0,3-1 0 15,4 0-2-15,3-3 0 0,4 3-2 0,-2 0 22 16,2 1-20-16,-1 1 1 0,2 1 4 15,0 2-1-15,-3-2-3 0,4-1 36 16,-4 0-45-16,2-1-4 0,-1 0 1 0,-2 0-2 16,2 3 0-16,-5-1-27 0,-1-3 32 15,1 5 1-15,-1-5-4 0,3 4 1 0,2 0-3 16,0 1-31-16,-1-1 40 16,-1-2 1-16,4 4-5 0,-2-3-1 0,2 2-3 0,1-1 2 15,-3 2 12-15,2-1-17 16,3 1 1-16,-3 0 2 0,7-2-2 0,-4 0 0 15,-3-1 32-15,0-1-37 0,1-1-1 16,3 1 4-16,-1 3-1 0,1-2 0 0,4 0 11 16,-2-2-12-16,1 2 2 0,2-1-3 15,2 0 4-15,2 3-2 0,-1 1-35 16,-1-4 45-16,0 3-3 0,-2-4-4 0,4 6-1 16,-2-3 2-16,-5 4 2 0,3-3-1 15,-4 3-5-15,4 0 1 0,-1-2 0 0,3 2-1 16,-2 0 2-16,-2 0 6 15,4 0-9-15,0 2 2 0,-5 1-1 0,4-3 1 0,-4 2-4 16,1 1 30-16,-5 0-34 16,2-2 0-16,-2 2 4 0,0 0 2 0,0 1-1 15,-2 0 2-15,1-1-4 0,2-1 7 16,-1 0-5-16,-1 2 3 0,4-2-3 0,-1 2-32 16,4-1 39-16,1 1 2 0,-1-1-2 15,1 0-4-15,-2-1 1 0,1 1-33 0,-1-3 43 16,-3 2-7-16,0 3-2 0,3-3 3 15,-5 0-2-15,-3-2-3 0,4 0 21 16,-4 1-24-16,3-1 0 0,3 0 5 16,-4 0 0-16,6-1 0 0,1 1 42 15,-2-2-50-15,5 0 3 0,1-3 9 0,3 3-4 16,-1-1 2-16,4 1 4 0,-1 0-3 16,-3-2 5-16,1 0 1 0,-2 2-5 0,-2 1 3 15,2 1-43-15,0-2 57 0,2 0-7 16,2 0 2-16,4 2-8 0,2-4 3 0,-1 0-30 15,5 1 31-15,-2-1 5 0,0 2-2 16,1-3-3-16,1 1-1 0,-3-2-18 0,-1 1 35 16,0 0-20-16,-2 1-2 0,0-1 2 15,2-1 0-15,-2 0 14 0,6-2-36 16,2 3 22-16,4-4 14 0,0 1-14 16,-3-1 3-16,6-1-6 0,-5-2-25 15,4 1 25-15,0-2 5 0,-4 3-2 0,-1-2-1 16,4 3-1-16,-2-2-23 0,1-3 13 15,3 5 12-15,0-3-6 0,3 2-3 0,-6 3 6 16,0-4-11-16,2 0-2 0,-8 1 8 16,0 3 0-16,-4-2 1 0,-2 2-1 0,0-1 6 15,-2 3 8-15,-2-3-23 0,2 1 4 16,-2 0 4-16,0 2-4 0,-4 0 1 0,5-2-3 16,-1 3 4-16,-2-1 10 0,0-1-13 15,-3 1 4-15,-1 1 8 0,-3 0 23 16,-2-2-43-16,3 2 15 0,-3-1-11 0,-6 0 2 15,0 0-1-15,-3 2 15 16,3-6-12-16,-2 4 16 0,-2 1-3 0,1 1-14 16,1-3 3-16,1 2 1 0,-5 0-6 15,5-2 12-15,-2 2-3 0,1-1-4 0,-1 0 1 16,2 2-11-16,-4-1 11 0,3 2-2 16,-3 0 11-16,4 1-3 0,-6-2-11 0,3 2 0 15,-3-1 3-15,3 0 3 0,-3 2 1 16,6 0 5-16,-6 0 1 0,4 0-6 15,3 0 8-15,5 2-26 0,-2 0 13 0,4-2 8 16,1 0-5-16,3 1-1 0,1 2-11 16,3-3 2-16,2 3 18 0,2-3-13 15,0 2 1-15,-4 2-2 0,6-4-19 16,-1 3 33-16,2-3 1 0,3 0 6 0,-1 0-12 16,8 2-5-16,3 1-2 0,-2-3-10 15,5 0 18-15,0 0-3 0,-4 0 9 0,2 2-6 16,0-2-6-16,1 0-3 0,0 2 11 15,-4 2 5-15,2-4-14 0,-4 1 6 0,4 2 8 16,1 0-15-16,-6-3 6 0,1 6-4 16,-3-1 4-16,-2-1-11 0,-5 0-16 15,-2 0 23-15,-4-1 15 0,-6 6-7 0,-6-4-6 16,-3 0-9-16,-5 2 4 16,-6-4 0-16,-5 2 22 0,-3 6-20 0,-1-8 14 0,-1 5 1 15,-4-3-7-15,1-1-9 16,-4 3 3-16,-1 0 7 0,1-1-5 0,-2-2-10 15,-1 3-5-15,1 1 5 0,-1-1-32 16,1 0 20-16,5 1 2 0,-3 0 0 0,3 1 5 16,-1-2-7-16,5 2-8 0,-1 0-1 15,3 2 12-15,5-2-3 0,-5-1 7 0,1 2 19 16,4-3-26-16,-3 0 9 0,4 0-2 16,-2 1 0-16,-5-3 5 0,2 3 27 15,-3-2-17-15,-3-1-15 0,3 2-1 0,-3 0-4 16,-1 1-2-16,1 1 26 0,-1 3-58 15,-3-2 12-15,1-2 4 0,-5 1 0 16,2 4 2-16,-5-4 46 0,1 4-40 16,-1-2 4-16,-3-4 3 0,0 3 7 0,-5 1 0 15,-2-2 21-15,-4 0-17 0,-11-3 2 16,8 0 2-16,1-1-4 0,-5 2 6 0,0 0 28 16,-4 1-36-16,-2 2 3 0,0-5 4 15,2 1 1-15,-6 4-2 0,4-1 16 16,-4 2-11-16,0 3-4 0,-1 0 2 0,-1 14 2 15,2-2 0-15,-4 1 31 0,0 3-33 16,0 3 3-16,-2 5-2 0,-2 2 1 0,4 6-73 16,2 3 65-16,-2 2-7 15,2 0 8-15,-2 3 2 0,0-2 4 0,2 1 1 16,-2 1-33-16,0 0 40 0,0-1 1 16,0-6-4-16,0 4 3 0,0-3-4 0,-2-2-23 15,2-3 32-15,-4-5-2 0,1 1-4 16,1-5-1-16,-2-2 2 0,2-2-38 15,-2-6 41-15,2-12 1 0,-2 8 1 0,2-3 4 16,0-4 12-16,-2 4-38 0,0-6 44 16,4-1-3-16,0-10-4 0,-6 7-5 0,0 2 1 15,6-9-43-15,-12 3 43 0,-4 0-7 16,4-9 0-16,-1 2-5 0,-2-1-3 0,2 5-40 16,-5-7 49-16,-2 4-8 0,-3-1-6 15,-11-2-1-15,12 4 0 0,-4-2-47 16,-2 2 60-16,-3 2-8 0,1 0 3 15,-4-3-1-15,-2 3-2 0,-2 0-2 0,-2 0 7 16,0 2-11-16,-3-1 1 0,3 1-1 16,-5-2 1-16,-3 4 0 0,-3-2 9 15,-2 1-10-15,-8 0-3 0,1-1 2 0,-2 0-1 16,-6 1-2-16,-2 0 23 0,-1 1-26 16,-5 1 0-16,-1-3 2 0,1 3 3 0,-2-2-1 15,-2 0 14-15,-1 3-12 0,-4-1 1 16,5 1 0-16,-3 0-3 0,-4-1 3 15,1 0 44-15,-4 2-55 0,1 1 0 16,-2-4 7-16,0 1-3 0,-2-3 3 0,2 4 50 16,2-2-59-16,-4-2 0 0,0-2 4 15,2 1 7-15,-2 1-4 0,0-2 37 16,-2 2-39-16,1-4-2 0,-3 2 6 0,-1 0 0 16,1 0 1-16,0 0 3 0,-3 0-3 15,2-2 1-15,-1 1-3 0,-1 1 2 0,3 0 2 16,-3 1-48-16,1-1 57 0,2 0 0 15,-3-1-5-15,2 2 0 0,-4-1-3 0,2 2-45 16,-3-2 57-16,2 0-7 16,0 0 0-16,-4 2 2 0,2 0-4 0,4-2-38 15,-6 3 49-15,-1-2-3 0,5 1 2 16,-5 0-12-16,-4-2 0 0,2 3-37 0,-4-2 50 16,-1 0-9-16,-1 2 0 0,0-1 0 15,4 0-4-15,-3 1 2 0,-1 2 11 16,0-2-17-16,3 3 3 0,2-1-2 0,1-3 1 15,-5 4 1-15,3-2 9 0,0-1-10 16,-1 1-3-16,3-2 1 0,5-2 4 0,-5 3-4 16,7-3 45-16,-1 0-52 0,2-3 0 15,1-3 2-15,1 4 3 0,3-3 7 0,0-1 34 16,-3 2-46-16,3-2-3 0,0-1 7 16,-1 0 0-16,-1 3-1 0,3-1 11 15,2 0-8-15,-2-3-4 0,3 3 6 16,0-1-3-16,2 2 7 0,2 0-47 15,3 2 54-15,2-1-4 0,-1-3-3 0,0 4-2 16,1-5 5-16,-1 6-41 0,-1-5 45 16,5 2-5-16,-2-3 3 0,0 5-1 0,2 0-2 15,-2-4-1-15,0 5 1 0,1-1-3 16,2 0-4-16,0-4 3 0,-3 5 2 0,2-5-1 16,2 4 9-16,0-2-14 0,1 1 3 15,-1 3 2-15,2-7-5 0,-4 5 2 0,-2 1 51 16,1-1-61-16,-1 0 0 15,-2-1 2-15,4 3 6 0,-6 0-1 0,4 0 27 16,1 0-29-16,-3 0-5 0,2 0 10 16,2 3 0-16,0-3-4 0,0 2-30 15,3 0 37-15,0-1 5 0,0 1-3 0,-3-2 0 16,3 3-2-16,-2-1-34 0,2 0 42 16,-3-2-5-16,3 0 2 0,-2 0-1 0,4 3-2 15,-5-1-3-15,3 0 2 0,0-2-1 16,0 2-4-16,1 1 5 0,2 0-2 0,-2-2 1 15,-1 5 17-15,1-2-23 0,4-1-1 16,-2 3 4-16,2 0 2 0,-1-1-4 16,-3 0 47-16,4-1-53 0,-1 3 0 15,-3-5 5-15,6 4-2 0,-5-1 1 0,6 3 30 16,0-2-29-16,-2-3 0 0,4 1-3 16,-4 2 2-16,5 0 6 0,-1-2-43 15,3 0 51-15,0 3-2 0,0-3-1 0,1-1-5 16,-5 3 4-16,8-2-43 0,-5 2 49 15,4-1-3-15,-2-3-1 0,2 2-2 0,1-2-5 16,-4 1 2-16,1 0 10 0,1 1-10 16,-3-1-2-16,4 0 1 0,-1 1-2 0,1-4 0 15,2 5 39-15,-4-3-47 0,1 0 42 16,1-2-48-16,4 3 8 0,-2 0-1 0,2-1 45 16,-4 1-49-16,3-1 2 15,2 0 2-15,-4 2-1 0,1-4 7 0,1 1-34 16,-4 3 37-16,1-2-2 0,1-2 4 15,-2 2-4-15,1 0-2 0,1 0-29 0,0 3 41 16,-1-3 0-16,1 1-3 0,3 0-3 16,-2 1 2-16,2 0 1 0,0 0 5 15,-1 0-13-15,-1 1 3 0,8-1 1 0,-3 0-4 16,-2 2 5-16,-1-3 33 16,6 4-42-16,-3-2-1 0,-2-1 5 0,2 0 0 0,-1 1-5 15,1 1 17-15,-3-2-15 16,1-1-1-16,-3 3 4 0,1-2 2 0,-4 4-4 15,1-5-36-15,1 1 51 0,-2 0-3 0,1-1-2 16,-3 0-5-16,0-1 0 0,1 1-31 16,-1-1 39-16,1 1-4 0,-2 1 0 15,4-4-1-15,4 5 3 0,-5-3 0 0,1 0 5 16,1 2-11-16,2-2-1 0,-2 0 0 16,6-2 0-16,-8 1-3 0,4 1 37 15,-2-2-39-15,1 0-1 0,-1-2 3 0,-1 1 1 16,-4-1-1-16,4 2 27 0,0-4-32 15,1 0 2-15,1 4-1 0,1-2 2 0,2-3 3 16,-5 5-32-16,6 0 35 0,-3-4 3 16,4 1-3-16,0 3 0 0,4-2-1 15,1 2-36-15,3 0 47 0,0-1-6 16,1-1 0-16,3 0-1 0,2 2-3 0,1 0 1 16,-2-3 12-16,5 3-14 0,3-3-2 15,1 1 4-15,3-1-1 0,-2 0 2 0,3 2 39 16,2-3-48-16,12 4 29 0,-4-2 11 15,-5-2 0-15,6 2-5 0,-1-1-16 16,2-2 3-16,2-1 0 0,0 5-2 0,1-3-2 16,12 4-3-16,-14-5-35 0,0 0 35 15,2 3 1-15,3-1-2 0,-1-2 0 0,1 0-6 16,-2 1-1-16,3-1 12 0,-2 1-11 16,-2 1-5-16,12 3 4 0,-16-6-4 0,1 0 5 15,5 2 39-15,-1 0-51 16,0 1 1-16,1 1 2 0,10 2-1 0,-18-2 1 15,3-1 8-15,15 3-2 0,-14-2-1 16,1 0 3-16,13 2 0 0,0 0 1 0,-13-3-43 16,1 3 49-16,12 0 5 0,0 0 7 15,0 0 14-15,0 0 0 0,0 0-16 0,0 0 30 16,0 0-11-16,0 0 12 0,0 0-4 16,0 0-7-16,-6-6-5 0,-2 0-52 15,8 6 37-15,0 0 5 0,0 0-2 0,0 0 1 16,0 0-10-16,0 0-2 15,0 0-3-15,0 0 2 0,0 0 6 0,0 0-13 16,0 0 7-16,0 0-12 0,0 0 0 16,0 0 15-16,0 0-2 0,0 0-3 0,0 0-5 15,-10-5 0-15,0 1-1 0,10 4-12 16,0 0 14-16,-14 0 2 0,-4 0-11 0,18 0 11 16,-14 0-25-16,-3 2 19 0,17-2-1 15,-15 2 8-15,-2 0-2 0,17-2 0 0,-12 2-24 16,-2-1 24-16,14-1 8 0,0 0-6 15,0 0 3-15,-12 0-6 0,1 3-6 16,11-3-5-16,0 0 15 0,0 0-7 0,0 0 9 16,0 0-4-16,-14-3-9 15,-2 2-7-15,16 1 18 0,0 0 1 0,-11-4-10 16,4 2 11-16,7 2-9 0,0 0-18 16,-11-5 17-16,0 3 6 0,11 2 6 0,0 0-7 15,0 0-4-15,0 0-17 0,-11-6 23 16,0 2 3-16,11 4 1 0,0 0-7 0,0 0 3 15,0 0-16-15,0 0-1 0,0 0 9 16,0 0 7-16,0 0-8 0,0 0-3 0,0 0 1 16,0 0-9-16,0 0 7 0,0 0-1 15,0 0-15-15,0 0 15 0,0 0-5 0,0 0-30 16,0 0 28-16,0 0-6 0,6 7-8 16,-1 1-16-16,-5-8-20 0,0 0 6 15,0 0-61-15,0 0-30 0,0 0-46 16,0 0-21-16,0 0-26 0,0 0-92 15,0 0-572-15,0 0-547 0</inkml:trace>
  <inkml:trace contextRef="#ctx0" brushRef="#br0" timeOffset="21764.55">8260 11543 730 0,'0'0'204'0,"0"0"-13"0,0 0-5 0,0 0-14 0,0 0-26 0,0 0-14 0,0 0-65 15,0 0 50-15,0 0-16 0,0 0-17 0,0 0-14 0,0 0-2 0,0 0 30 0,0 0-65 0,0 0 6 0,0 0 4 16,0 0 5-16,0 0 6 0,0 0 9 15,0 0-16-15,0 0-5 0,0 0 13 16,0 0 11-16,0 0 1 0,11 5 9 16,0-2-6-16,3-3-13 0,1-1-2 0,6-3-6 15,9-2 0-15,-20 4-12 0,9 0-4 16,13-8 5-16,-20 10-5 0,8-5-7 0,-3 1-5 16,2 1 3-16,0-1 2 0,-6 0-14 15,4 2-1-15,-17 2-2 0,14-2-5 0,-1-2 4 16,-13 4 2-16,0 0-8 0,13-1 0 15,0-2-4-15,-13 3 4 0,0 0-2 0,0 0 13 16,0 0-12-16,0 0 0 0,0 0-2 16,10-1 4-16,3-1-5 0,-13 2 26 15,0 0-23-15,0 0-3 0,0 0 2 16,0 0 2-16,0 0-4 0,0 0 6 16,0 0-1-16,0 0-6 0,0 0 2 0,0 0-9 15,0 0-16-15,0 0-15 0,0 0-3 16,0 0-23-16,0 0-27 0,0 0-34 0,0 0-1 15,0 0-10-15,-5-8-11 0,1 0-13 16,4 8-17-16,-10-2-22 0,-3 1-12 0,13 1 3 16,-20 0 10-16,4 1 38 0,-3 1-21 15,4 3 29-15,0-2 19 0,-1 1 45 16,0 0 14-16,4 2 5 0,-5-1 3 16,2 1 20-16,0 0 40 0,0-1 34 15,3 2 25-15,-1 0-12 0,1-2 6 0,-2 0 12 16,5 3 0-16,-1-1-17 0,-1 0 23 15,1 0-1-15,1-1 4 0,3-2 4 0,0 3 4 16,0-3-26-16,6-4 41 0,0 0 0 16,-10 5-3-16,0 3-3 0,10-8 2 0,0 0-1 15,0 0-6-15,0 0 1 0,0 0 0 16,0 0-7-16,-10 3 0 0,2 1 36 16,8-4-66-16,0 0 6 0,0 0-4 15,0 0 2-15,0 0-12 0,0 0 1 0,0 0-22 16,0 0 6-16,0 0 0 0,0 0 27 15,0 0 16-15,12-2 8 0,4 0 4 16,0-1-4-16,-1-2-20 0,4 1-2 0,10-4-2 16,-3 3-6-16,0-1 5 0,-1-1-7 15,-2 1-13-15,0 1 7 0,3-1-2 0,-13 3 0 16,4 0 20-16,6-2-15 0,-9 2-8 16,4 1-2-16,-6-1-9 0,1-2-4 0,-13 5 17 15,0 0-14-15,15 0-6 0,0-1 5 16,-15 1-4-16,0 0 1 0,0 0-1 15,0 0 7-15,0 0-1 0,0 0-1 0,10-3 4 16,3 3-4-16,-13 0-17 0,0 0 20 16,0 0-3-16,0 0-2 0,0 0-3 15,0 0 0-15,0 0-22 0,0 0 19 16,0 0 7-16,0 0-7 0,0 0-1 0,0 0 0 16,0 0 1-16,0 0 7 0,0 0-13 15,0 0-2-15,0 0 3 0,0 0-1 0,0 0 0 16,0 0 7-16,0 0-8 0,0 0-2 15,0 0 1-15,0 0-4 0,0 0-3 0,0 0 11 16,0 0-20-16,0 0-6 0,0 0-8 16,0 0-6-16,0 0-10 0,0 0 20 15,0 0-27-15,0 0-6 0,0 0-3 16,0 0 0-16,0 0-3 0,7-5 24 16,1-1-20-16,-8 6 3 0,0 0 1 0,0 0-1 15,0 0 6-15,0 0-7 0,0 0-19 16,0 0-11-16,0 0-25 0,0 0-31 0,0 0-37 15,0 0-60-15,0 0-312 0,0 0-65 16</inkml:trace>
  <inkml:trace contextRef="#ctx0" brushRef="#br0" timeOffset="23382.05">11258 11546 814 0,'0'0'227'0,"0"0"-24"0,0 0-74 0,0 0 34 0,0 0-19 0,0 0-13 0,0 0-10 0,0 0-13 16,0 0 9-16,0 0-36 0,0 0-3 15,0 0-4-15,0 0-2 0,0 0-8 0,0 0 5 16,0 0-22-16,0 0-6 0,0 0-4 15,0 0 9-15,0 0 0 0,0 0 19 0,0 0-15 16,0 0 23-16,2 14-7 0,0-2-9 16,10-8 0-16,-4 0-10 0,7 0 10 15,2-2-20-15,4-2-5 0,5 0-4 16,1 0-6-16,15 0 2 0,-12 0 9 16,-2-2-3-16,1-2-1 0,3 2-3 0,0 2 0 15,-5-3-7-15,1 0 12 0,-16 2-20 16,12 1-1-16,-3-2-3 0,-2 0-1 0,0 0-2 15,-19 2 26-15,12 0-21 0,6 0 3 16,-18 0 8-16,0 0 5 0,12-4-6 0,-1 4 31 16,-11 0-36-16,0 0-3 15,0 0-1-15,0 0-1 0,0 0-3 0,0 0-17 16,0 0 21-16,0 0-4 0,0 0 2 0,0 0-4 16,0 0-1-16,0 0-28 0,0 0 35 15,0 0-9-15,0 0-8 0,0 0-21 0,0 0-21 16,0 0-17-16,0 0-17 15,10-3 6-15,1-4-24 0,-11 7-11 0,0 0 1 16,0 0-4-16,-13-3-51 0,3 1 55 16,10 2 0-16,-13 2 1 0,-1 0-9 0,0-2-10 15,2 1 19-15,-3-1 10 0,-3 0 13 16,2 4 17-16,-14 2 9 0,20-2 20 0,-11 0 11 16,2-1-3-16,2 0 9 0,-3 0 3 15,6 1 8-15,-3 3 9 0,0-3 9 16,4 1-5-16,-4 1 9 0,4-4 8 0,1 5 10 15,-2 1 16-15,2-5 4 0,3 1-3 16,9-4 10-16,-12 5-3 0,-2 3-3 16,14-8 11-16,0 0-5 0,-11 2-10 15,2 5 8-15,9-7-3 0,0 0 4 0,0 0 2 16,0 0-43-16,0 0 55 0,0 0-12 16,0 0 1-16,0 0-5 0,0 0-6 0,0 0 5 15,0 0 19-15,0 0 28 0,0 0-9 16,0 0-4-16,11 4-5 0,0 4 22 15,8-8-43-15,-4 2-7 0,14-2 5 0,12-2-6 16,-11-1-6-16,3-2 21 0,-1 2-30 16,2 2-7-16,0-6 3 0,-1 3-2 0,2 0-2 15,2 1-26-15,-5-1 26 0,-5-2-5 16,3 5-1-16,-5-2-5 0,-11 2-2 16,4-1-30-16,4 0 30 0,-10-5-2 15,2 6 2-15,-14 1-4 0,16 0 4 0,-1-1-30 16,-15 1 45-16,0 0-2 0,0 0-3 15,14-3-6-15,2 0-3 0,-16 3-6 0,0 0 13 16,0 0-14-16,0 0-2 0,0 0-3 16,0 0 0-16,0 0-2 0,0 0 15 15,0 0-14-15,0 0 0 0,0 0-4 0,0 0-9 16,0 0-22-16,0 0 1 0,0 0-38 16,0 0-27-16,0 0-26 0,9-1-28 0,1 0-20 15,-10 1 7-15,0 0-69 0,0 0-58 16,0 0-98-16,0 0-315 0,0 0-227 15</inkml:trace>
  <inkml:trace contextRef="#ctx0" brushRef="#br0" timeOffset="24498.53">14706 11586 1052 0,'0'0'224'0,"0"0"-24"0,0 0-31 0,0 0-12 0,0 0-37 0,0 0 21 0,0 0-9 0,0 0-13 15,0 0-13-15,0 0-16 0,0 0 23 16,0 0-61-16,0 0-7 0,9-6-8 16,2 4 1-16,3 0-3 0,4 1 36 15,2 1-44-15,14-3-5 0,-23 2 5 0,15-1-1 16,-7 0 0-16,6 2 22 0,-4-2-34 16,-2 2-7-16,0 0 2 0,-4 0 6 0,2 0 5 15,-5-2 7-15,1 0-12 0,-13 2-2 16,17-1-7-16,-2 1 7 0,-15 0 4 0,0 0 2 15,0 0-2-15,0 0-6 0,12 0-2 16,4 0-2-16,-16 0-2 0,0 0 2 0,0 0-12 16,0 0 16-16,0 0-36 0,0 0-19 15,0 0-16-15,0 0-22 0,0 0-59 16,0 0 51-16,-14 3-8 0,6 3-3 0,-6-3-1 16,-2 3 10-16,0-2-3 15,3 3 1-15,-4-3 8 0,-10 4 12 0,5 0 9 16,1-2 20-16,2 1 12 0,8-3-5 15,-7 0 12-15,-2 1 7 0,6 1 12 0,-3 3-25 16,2-5 70-16,2 2-13 0,13-6 5 16,-12 4 8-16,-4 0 2 0,16-4 17 0,-8 5-15 15,0 1-7-15,8-6 7 0,0 0 8 16,0 0 27-16,0 0 11 0,0 0-8 16,0 0 27-16,0 0-10 0,0 0-6 0,4 6 0 15,2 3-5-15,6-9-7 0,2 2-6 16,-2-2 1-16,5 0-4 0,5 0-6 15,-4 0 1-15,5 0 3 0,12-6-15 16,-12 5-7-16,5-3-9 0,-1 2-6 0,-2-2-5 16,-12 3 14-16,11-4-25 0,-6 2 2 15,0 1-10-15,-2 2-3 0,-2-1 0 0,2-2 27 16,-16 3-33-16,0 0 4 0,13 0-7 16,1-2-21-16,-14 2-37 0,0 0-23 15,14-5-51-15,-4-1-39 0,-10 6-88 0,0 0-110 16,-10-4-415-16,0 0-328 0</inkml:trace>
  <inkml:trace contextRef="#ctx0" brushRef="#br0" timeOffset="35598.1">9334 10437 953 0,'-10'-7'227'0,"4"16"-29"0,6-9-26 0,-10-2-73 0,2-2 47 0,2-3-9 0,-2-1-9 16,1 1-12-16,0 1-13 0,1-1 33 15,0-2-63-15,-3 2-12 0,3 1 2 16,-7-1-14-16,4-2-1 0,-1-3 5 16,0-1-12-16,-3 3-8 0,2 0-11 0,-2 1 6 15,1 0-7-15,-1 1 0 0,2 0-17 16,1 4 12-16,-3-2-14 0,0 4-2 0,1 1 3 15,-3 1-3-15,0 1 14 0,2 3-11 16,-1 3 0-16,-4 0 1 0,-4 8-2 0,9-2 0 16,0 2 0-16,-1 0 1 15,1 0-7-15,-1 5 8 0,4 1-3 0,0 0 6 16,-5 0 30-16,0 3-13 0,2-1-8 0,-1-2 7 16,-2 0 1-16,6-3-5 0,2 0 22 15,-3 1-25-15,9-10-14 0,-5 7 9 16,-3 7-2-16,5-15-6 0,1 4 28 15,2 5-26-15,0-4-10 0,2 0 7 0,-4 0-5 16,-2 1 7-16,10-3-3 0,-2 0 0 16,-2-11-5-16,0 14 5 0,2 1-13 0,-2-15-7 15,0 0-17-15,-2 12-24 16,2-1 11-16,0-11-10 0,0 0-9 0,0 0-3 0,0 0-7 16,0 0-42-16,0 0-26 0,0 0-23 15,0 0 11-15,0 0 10 0,-2-17 20 0,-2 2 29 16,-2 4-5-16,0-1 19 0,-2-2 17 15,2 2 13-15,0 0 19 0,-1 0 45 16,7 12 6-16,-6-8 11 0,1-1 0 16,5 9 7-16,0 0 4 0,0 0 3 15,-6-5-16-15,-2-1 9 0,8 6 13 0,0 0 9 16,0 0 6-16,-5 11 0 0,1 1-4 16,4-12-1-16,-4 14 8 0,-2 1 2 0,6-1 2 15,0-2-57-15,0 1 74 0,0 1-1 16,0 1-6-16,0 0-4 0,2 2-11 0,-2 0-24 15,0-1 16-15,0 1-10 0,-2-5 16 16,-2 1-3-16,4-13 18 0,0 15 34 16,0 2-1-16,0-17-4 0,0 0-5 0,-3 10-6 15,3 1-14-15,0-11 7 16,0 0-45-16,17-16-38 0,9-10-59 0,1-1-60 16,9-5-63-16,5-1-54 0,3-4-105 15,3 2-491-15,1-4-402 0</inkml:trace>
  <inkml:trace contextRef="#ctx0" brushRef="#br0" timeOffset="40981.15">12472 10280 870 0,'0'0'275'0,"0"0"-88"0,0 0 55 0,0 0-24 0,0 0-15 0,0 0-16 0,0 0-14 0,0 0 16 15,0 0-79-15,0 0-30 0,-10-7-7 16,1-1-7-16,9 8-6 0,-9-5 10 15,3-1-36-15,6 6-11 0,-12-7-5 0,-2-1 13 16,4 4 6-16,0 1 1 0,-4-2-11 16,2 2-14-16,-3 1-3 0,3-1-3 0,-6 6 5 15,2-1-5-15,1 8 4 0,-13 3 12 16,14 0-4-16,-4 7-4 0,4 0-2 0,1 5 0 16,0 0 9-16,3 7-10 0,-1-1-5 15,0-3-5-15,8 0 5 0,-1-3-8 16,-3 0 20-16,2 2-12 0,3-5-6 15,0-8-2-15,2 3 3 0,0 2-2 0,-2-4 13 16,0 0-13-16,-1-3-8 0,3 2 3 16,0-14-20-16,0 0-34 0,0 11 16 15,3 2-60-15,-3-13-15 0,0 0-7 0,0 0-23 16,0 13-7-16,0-3-43 0,0-10-17 16,-13 6-35-16,-2 2-34 0,3-5-216 0,-2 1 38 15</inkml:trace>
  <inkml:trace contextRef="#ctx0" brushRef="#br0" timeOffset="41164.1">11937 10761 974 0,'0'0'256'0,"0"0"-30"0,0 0-49 16,0 0-53-16,0 0-22 0,0 0-4 15,0 0 23-15,12-2-1 0,1 2-71 16,-13 0 60-16,15 5-6 0,0 2-18 0,-3-2-15 16,3 3-1-16,0 1-15 0,6 5 2 15,-4-4-16-15,-12-5-1 0,11 7-2 0,8 3-5 16,-18-8 21-16,6 1-16 0,1 1-5 15,-3-2 5-15,1-2-7 0,8-13-5 0,15-5-8 16,-2-9-138-16,4-12-112 0,5-1-599 16,6-11-408-16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01:29.297"/>
    </inkml:context>
    <inkml:brush xml:id="br0">
      <inkml:brushProperty name="width" value="0.05292" units="cm"/>
      <inkml:brushProperty name="height" value="0.05292" units="cm"/>
      <inkml:brushProperty name="color" value="#FF0000"/>
    </inkml:brush>
  </inkml:definitions>
  <inkml:trace contextRef="#ctx0" brushRef="#br0">10537 8139 856 0,'-16'-7'280'0,"16"7"-53"0,0 0-33 0,-9 7-23 0,4-3-18 0,5-4-7 0,0 0 17 0,0 0-40 16,0 0-8-16,0 0 0 0,0 0-18 15,0 0-5-15,-13-2 8 0,1 2-16 16,12 0-19-16,0 0-9 0,-14 5-3 0,4-3-16 15,10-2 20-15,0 0-29 0,-8 3-8 16,-1 3-10-16,-1-2 5 0,-1 0-1 0,11-4-6 16,0 0 2-16,0 0-5 0,-9 7-3 15,1-3 2-15,8-4 7 0,0 0-4 0,0 0 11 16,0 0-6-16,0 0 12 0,0 0 13 16,4 11 17-16,0-1 12 0,6-6 17 15,2-2-10-15,6 2-2 0,21-4-9 0,-8 0-9 16,3 0-6-16,9-4 44 0,6 2-53 15,2-5-2-15,2 0-2 0,-2 2-5 16,5 1-3-16,-1-2 29 0,1-1-46 0,-3 1 3 16,-5 3-6-16,-5-2 1 0,-3 2-6 15,-2 1-41-15,-9-1 49 0,-3 1 1 16,-14 1-2-16,8 0 1 0,-3 1-4 0,-5 0-38 16,3 0 48-16,-15 0-4 0,11-3-6 15,0 0 2-15,-11 3 3 0,0 0-5 0,0 0 6 16,0 0-9-16,0 0-8 0,0 0-20 15,0 0-13-15,0 0-23 0,-9 6-18 16,-1-6-49-16,-8 0-25 0,3 0-20 0,-5 1 1 16,-4 0 6-16,3 4 44 15,-15 0-40-15,9 3 12 0,1-2 23 0,-4 1 16 16,-2 3 4-16,-2-1-27 0,-1 1 70 16,-1-4 15-16,-2 1 9 0,-3 1 14 0,2 1 12 15,-2 0-42-15,0-3 71 0,1 0 17 16,3 2 6-16,1-3 10 0,4 4 4 0,-1-6-53 15,19 1 77-15,-10-2-1 0,4 0-2 16,3-1 2-16,0-1-15 0,6 3 35 16,1-2-44-16,10-1-1 0,-14 0-15 15,4 4 1-15,10-4-12 0,0 0 27 0,0 0-4 16,0 0 4-16,0 0 3 0,0 0 9 16,5 6 13-16,5 3-15 0,7-9 22 15,0 4-8-15,6-6-2 0,18 2-8 0,-5-2-2 16,1 0-7-16,3 1 7 0,5-2-13 15,0-2-1-15,8 3 2 0,-2-4 0 0,-1 2-7 16,3 1 10-16,-4-3-21 0,-1 3-6 16,3-1-4-16,-4-1 4 0,-9 2-3 0,0-2 41 15,-2 2-56-15,-4-3-1 0,-7 4-2 16,-9 1 2-16,2-1-6 0,-1 2 18 16,-2-3-19-16,0 3 0 0,-15 0 2 0,14-1 4 15,6-1-1-15,-20 2-50 16,0 0 55-16,0 0-2 0,0 0-3 0,12 0-5 15,3-2-25-15,-15 2-50 0,0 0 19 16,0 0-34-16,0 0-40 0,0 0-29 0,0 0-44 16,0 0-33-16,0 0-53 0,-4-7-65 15,-1-2-448-15,5 9-352 0</inkml:trace>
  <inkml:trace contextRef="#ctx0" brushRef="#br0" timeOffset="2100.19">10853 7572 1057 0,'-22'-14'348'0,"22"14"-80"0,-6-12-31 0,1-2-36 0,1 3-4 0,-2 1-34 0,1-9-18 0,1-9-22 0,4 1-20 15,0-2 17-15,4-1-37 0,3-1-18 16,6-3-11-16,5 0-7 0,3-2 1 0,3 2 5 16,1 3-17-16,3 0-13 0,4-1-5 15,2 5-1-15,-5 5-4 0,3 1 6 16,-2 4-9-16,-4 0-8 0,3 5 1 0,-3 2-2 16,-4 3-1-16,1 1-10 0,-9 2 14 15,2 0-5-15,6-1 0 0,-8 3 0 0,1-1 5 16,-2 2-14-16,0 0-35 0,-13 1-10 15,12-6-27-15,4 4-50 0,-16 2-70 0,0 0-70 16,-12-7-78-16,6 4-326 0,-10 5-203 16</inkml:trace>
  <inkml:trace contextRef="#ctx0" brushRef="#br0" timeOffset="2333.5">10619 7414 994 0,'9'8'264'0,"-1"-1"-21"15,-8-7-101-15,0 0 59 0,0 0-10 16,17 3-26-16,-2 0-8 0,-15-3-12 0,10 8 20 16,1-1-59-16,0 3-19 0,-1-3-7 15,1 4-3-15,-1-1-6 0,1 2-11 16,6 9-5-16,-11-10-12 0,10 0-13 16,5 9 1-16,-3-7-11 0,2-2 0 0,0-2-1 15,6-2 11-15,-1-2-10 0,5-2 0 16,2-6-4-16,2-1-11 0,-1-4-40 15,3-1-69-15,1 0-50 0,-3-2-54 0,-5-3-102 16,-1-1-478-16,-1-1-324 0</inkml:trace>
  <inkml:trace contextRef="#ctx0" brushRef="#br0" timeOffset="3366.14">11907 6549 1026 0,'-6'-12'321'0,"6"12"-36"0,0 0-85 15,0 0 18-15,0 0-40 0,0 0-35 0,0 0-23 16,-18 5-18-16,3-3-15 0,7 5-13 15,-6 10-3-15,0 0-11 0,4 5-1 0,2 4-19 16,-1 1 19-16,3 5-28 0,-3 0-15 16,5 1 7-16,0-1-5 0,4-4-1 15,4 0 22-15,0-2-28 0,7-5-11 16,0-2-1-16,3-6 3 0,4-3-2 0,-8-6 8 16,13-6-44-16,17-2-16 0,-12-6 7 15,0-3 6-15,-1-1 2 0,-1-3 19 0,-6 0-21 16,1-5 28-16,-3-2-3 0,-8 6 2 15,-2 0 8-15,-1 10-1 0,1-6-2 16,-1 0 32-16,-5 3-6 0,2 0-5 0,-4 11 1 16,0 0-9-16,0 0 19 0,0 0-5 15,0 0 3-15,-3 9-12 0,2 3-4 0,1 0 0 16,1 4 27-16,2 0-27 0,-1 2-2 16,4-2-6-16,1-2 1 0,5-2 4 15,-1 0 25-15,2-5-23 0,3-1-10 16,0-6 0-16,0 0 7 0,2-6-8 0,7-7 25 15,-8 2-27-15,-4-3-14 0,-9 7 5 16,2-7-2-16,2 3 6 0,-8-5 14 0,0 1-31 16,-6 2 22-16,-6-8-10 0,-1 7 10 15,5 11 4-15,-5-8-1 0,0 1-8 16,1 2 8-16,-2 1-4 0,2 1 7 0,2 0-6 16,10 6 3-16,-10-5 18 0,4-2-39 15,6 7-2-15,0 0-1 0,0 0 2 0,0 0-6 16,11 0 31-16,2-3-54 0,-1 1 1 15,6 0-2-15,-4 4 8 0,3 0 6 16,3 1-56-16,-2-3 78 0,2 7 1 16,7 3 9-16,-6-1-2 0,-5 0 2 0,0 2-44 15,-2 3 72-15,-7-9 1 0,1 7 9 16,3 1 9-16,-4-2 1 0,0 4 33 16,-4-6-51-16,1 2 5 0,-1-1 2 0,-1 1 13 15,-2-11-4-15,0 0 11 0,0 0-5 16,0 0-17-16,0 0 1 0,0 0-12 0,0 0-2 15,-5-13 6-15,1 2-26 0,8-4 5 16,1 1-11-16,1-1-7 0,8-11 0 0,0 13 5 16,-8 6-50-16,6-3 65 15,2 3-4-15,2 1 0 0,1-2 3 0,-2 8 0 16,0 0 34-16,-3 0-39 0,4 2 0 16,-4 10 4-16,1-1-1 0,-7 1 0 0,0-1 42 15,3 3-43-15,0-1 0 0,-5-4 3 16,-1 3 4-16,-3-12 7 0,5 8 52 15,-1 1-14-15,-4-9 19 0,0 0-14 0,0 0-12 16,0 0-3-16,6-9-8 0,4-3-6 16,-6-2-6-16,2-1-3 0,2 0-12 15,-2-2 0-15,3 2-3 0,6-6-13 0,-9 14 11 16,5-1-7-16,-3-4 7 0,0 4-7 16,4 1-2-16,-2 5 13 0,0 0-4 15,1 4-8-15,2 0 12 0,-2 4-7 0,-3 1 8 16,-2 4 29-16,0 0-28 0,1 3-14 15,-2 1 9-15,-1-3-16 0,0 2-11 0,0-7 6 16,-2 5-64-16,-2-12-19 0,0 0-19 16,0 0-40-16,0 0-98 0,0 0-84 15,0 0-223-15,0 0-92 0</inkml:trace>
  <inkml:trace contextRef="#ctx0" brushRef="#br0" timeOffset="3867.17">13034 6590 1023 0,'-9'17'219'0,"20"-14"-17"0,-11-3-42 0,4 11-12 0,-3-1-16 0,4-3 2 15,0 1-10-15,-6 4-13 0,1 1-30 16,0-2-13-16,0 1-9 0,0 2-15 0,1 1-7 16,-2-4-7-16,-1 0-66 0,2-11 72 15,2 9-10-15,-2 6 8 0,0-15-2 0,0 0-1 16,0 0 20-16,0 0-40 0,0 0-2 15,1-15-5-15,3 4-1 0,-2-4 0 0,0 0 26 16,2-2-49-16,0 0-2 0,0 0 0 16,5 3 4-16,0 1 6 0,1 2 2 15,0-1-11-15,1 3 18 0,2 5-1 16,-3 0-4-16,5 1 3 0,0 3 5 16,-2 7-4-16,-3-2 3 0,-2 5 1 0,6 0 1 15,-8-1 5-15,0 0 3 0,-2 2-20 16,3-2 26-16,-7-9-1 0,4 8-2 0,0 1 8 15,-4-9 18-15,0 0 18 0,0 0-8 16,0 0-16-16,0 0-12 0,0 0 3 0,7-6-13 16,-1-2 28-16,-6-4-42 0,2 4-8 15,0-6-11-15,3 4 3 0,-1 1 0 16,0 0 37-16,2-4-35 0,1 6-1 16,4 2 2-16,-2 1 5 0,-9 4-1 0,16 1 23 15,1 2-18-15,-10 2 0 0,4 2-2 16,-4 6 0-16,1-2-3 0,1 2 2 15,0 0-27-15,-5 2 0 0,2 1-16 0,0-3-34 16,1 0-41-16,-1-5-44 0,2 0 36 16,-8-8-52-16,11 3-32 0,0 2-284 0,5-10 28 15</inkml:trace>
  <inkml:trace contextRef="#ctx0" brushRef="#br0" timeOffset="4503.72">13774 6515 1020 0,'-12'-12'284'0,"-1"3"-33"0,13 9-26 0,-11-8 4 0,1 3-68 0,10 5-20 0,-15-2-11 0,-1 2 2 16,0 5-28-16,-7 5 15 0,6 3-13 15,2 0-9-15,-1 3 0 0,-2 1-11 0,8 0-11 16,2 3-3-16,1-3-11 0,3-6-11 16,-1 2-10-16,0 2-3 0,5-1-7 0,0-1-20 15,0-13 29-15,5 11-9 0,0 1-1 16,-5-12-9-16,13-4-2 0,-3 2 0 0,0-6 1 15,2 1-16-15,-4-5-9 0,6-6-13 16,-1 4-6-16,-3 1-7 0,-5 5 1 16,6-10-14-16,-3 5 1 0,0 0 3 15,1 2 11-15,0 1 2 0,1 2 26 16,-10 8-16-16,6-3-6 0,5-2 11 0,-11 5 0 16,13 5 2-16,0 3 30 0,-9 3-30 15,0 0-4-15,2 0 2 0,-2 4 12 0,4-5-8 16,2 2 37-16,-6 0-31 0,0-3-9 15,-4-9 10-15,4 9 4 0,0 2 5 0,-4-11 11 16,0 0-1-16,0 0-1 0,11-5-6 16,2 2-5-16,-9-6 4 0,0 0 8 15,5 0-32-15,-3-2 8 0,2-4-20 0,1 2 4 16,0 2-11-16,-3 2 6 0,1-1 18 16,2 3-8-16,0 1-4 0,0-1 10 15,-9 7-4-15,0 0 9 0,14 5 27 16,1-5-29-16,-7 8-4 0,-2-1 2 0,4-1 8 15,-2 2-5-15,-8-8 26 0,6 11-23 16,0-2-2-16,-6-9 4 0,0 0 13 0,7 9 10 16,0-1 34-16,-7-8 12 0,0 0-20 15,0 0-9-15,0 0-7 0,0 0-7 0,6-8-21 16,0-1 20-16,-2 0-13 0,3-1-4 16,1 1-9-16,0-2-4 0,0 1 4 0,4 2-9 15,-4 2 6-15,2-1-7 0,-10 7 6 16,16-4 0-16,-4 2-7 0,-12 2 13 15,13 4-4-15,2 0-11 0,-8 3-16 16,1 3-24-16,-2 0-21 0,2-3 11 0,-3 3-57 16,4-1-2-16,1 2-28 0,-2 0-8 15,-8-11-23-15,7 7-22 0,0-1-58 16,-7-6-299-16,18 0-79 0</inkml:trace>
  <inkml:trace contextRef="#ctx0" brushRef="#br0" timeOffset="4882.76">14546 6428 968 0,'0'0'231'0,"-4"-10"-9"0,1-2-25 0,3 12-28 0,-13-4 19 0,4 1-75 15,9 3-3-15,-14 1-9 0,-2 3-1 0,2 3 10 16,-6 3-4-16,2 2-15 0,4 1-6 16,-1 0-8-16,-3 4 0 0,8 1-12 0,2-3-5 15,4-6 12-15,-2 5-23 0,-4-1-6 16,8-1-8-16,0-1-2 0,2-11-1 0,10 7 4 15,0 1-18-15,-10-8-4 0,16-5-9 16,16-5-6-16,-15-1-23 0,0-2 20 16,-2-2-32-16,1-1-8 0,0-3-1 0,-4-6-1 15,-2-2 8-15,-1-2 23 16,0 0-24-16,-7-2 0 0,0 0 17 0,-6 4 5 16,-1-2 31-16,1 4 29 0,2 16 6 15,-5-11 1-15,4 3-13 0,-2 8-3 0,1 1 9 16,4 8 11-16,-10 8-16 0,-1-1 7 15,4 8-4-15,1 13-6 0,4-3-7 0,2 2-6 16,0 2 5-16,4-1-13 0,5 3-4 16,2-3-20-16,3-1-42 0,3-2-40 0,-2-5-12 15,0 4-72-15,-3-6-50 0,-3-7-74 16,3 2-491-16,-2 0-333 0</inkml:trace>
  <inkml:trace contextRef="#ctx0" brushRef="#br0" timeOffset="5483.75">15064 6000 1354 0,'11'-3'269'0,"-11"3"-44"0,6 12-9 0,0 0-11 0,-6 5 15 0,5 12-59 0,-1-8-31 0,-2 7-13 16,4-2-24-16,1 3-12 0,-1 0 2 15,1 5-28-15,1-2-16 0,-1-3-8 0,4-3-10 16,1-4-4-16,-2 0-3 0,1-3 4 15,-7-10-10-15,7 0-6 0,-1 0 1 0,2-9-18 16,5 0-5-16,1-7-21 0,5-8 15 16,-6 2-4-16,-4 0 4 0,1-5 3 0,2 1 5 15,-4 1 0-15,-6 11 4 0,7-7 1 16,-2-1-1-16,-7 4 0 0,2 2-3 0,-6 7 10 16,0 0 8-16,11 1 3 0,3 5-3 15,-9 3 1-15,0 4 6 0,-1 1 29 16,0 1-37-16,0 2-2 0,0 0 1 15,4 1-18-15,1-5-23 0,-2-2 4 16,1 0-79-16,-4-2-11 0,3 2-71 0,-7-11-111 16,0 0-353-16,0 0-191 0</inkml:trace>
  <inkml:trace contextRef="#ctx0" brushRef="#br0" timeOffset="5600.78">15425 6130 968 0,'0'0'186'0,"8"3"-8"15,2 2-46-15,-10-5-37 0,7 7-21 0,6 1-16 16,-7-2-77-16,0 1-22 0,-2-2-74 16,3 3-335-16,-3 4 130 0</inkml:trace>
  <inkml:trace contextRef="#ctx0" brushRef="#br0" timeOffset="6099.45">15596 6267 1120 0,'0'0'251'0,"0"0"-60"15,0 0-9-15,0 0-12 0,0 0-19 16,5 13-6-16,5 2-14 0,-6-6-19 0,4 2-13 16,-2 2 5-16,1 0-48 15,-1 1-16-15,-1 1 0 0,1-1-18 0,-2 1 6 0,0-3 26 16,3-2-45-16,-7-10-1 16,2 10 0-16,4 0-8 0,-6-10-9 0,0 0 4 15,6-10-14-15,1 3-1 0,0-4 7 16,3-6 3-16,-4 10-1 0,0-8 8 15,0-1-9-15,6 3 6 0,-4 0-5 0,5 2 7 16,-1-3 0-16,-1 4-4 0,-2 3-39 16,3 4 50-16,-1-2 4 0,4 10-5 0,-5-5 2 15,-2 8-3-15,1-3-45 0,4 2 89 16,-2 3-42-16,1 1 3 0,0 0-2 0,2 0 0 16,-4 2 41-16,5-6-27 0,-3 1 1 15,1-2 5-15,2-1-3 0,0-5 1 16,0 0 22-16,1-4-37 0,0-2-8 15,-2-1 4-15,10-8-8 0,-9 1-12 0,-3-1 35 16,-7 9-48-16,3-9 2 0,-1-2-3 16,-7 0 7-16,2 0 6 0,-4 3 18 15,0 4-16-15,-3-1 4 0,2 4-2 0,3 7 14 16,-16-2 3-16,3 0 22 0,2 9-22 16,1 1 14-16,-1 6-2 0,3-1-9 0,-2-2 5 15,1 4-9-15,6 2-17 0,3-1 26 16,6-3-7-16,4 4 0 0,0-8 8 0,10 6-7 15,-10-10-56-15,10-5-9 0,17 4-45 16,-7-6-90-16,-3-4-99 0,5-2-346 0,2 0-171 16</inkml:trace>
  <inkml:trace contextRef="#ctx0" brushRef="#br0" timeOffset="7383.01">17150 6116 1373 0,'3'-15'307'0,"-3"15"-40"0,-9-5-37 0,2 1-5 0,7 4-64 0,-12-4-36 0,1 0-26 16,-1 2-8-16,-3 2-14 0,0 4 22 16,-10 6-34-16,4 2-9 0,6-4-15 0,-3 6-5 15,4 1-6-15,-6 0 4 0,2 3-12 16,1-1-9-16,4-2-8 0,4-8 5 0,3 5-4 15,0 0 3-15,0-1-6 0,-2-2-1 16,8-9 15-16,0 0-4 0,0 0 2 0,0 0-10 16,14-1 9-16,-4-1-10 0,3-10-1 15,6-2-2-15,-6-1 3 0,3 2 1 0,0 0-9 16,-4-4 8-16,5 3-6 0,-4 3 1 16,2-2-4-16,-7 7 0 0,0-1 18 15,1 0-21-15,-9 7 3 0,0 0-4 0,11 0 7 16,3-5 3-16,-14 5 7 15,3 14-6-15,3-1-4 0,-4-2-4 0,3 2 3 16,-3-4 4-16,2 6 15 0,0-4-13 0,0 0-5 16,-4-11 3-16,6 9 3 0,1-1 1 15,-7-8 18-15,15 2-23 0,-2-2-5 16,-1-10 1-16,2 3 3 0,2-4-2 0,7-9 12 16,-6 7-11-16,0-4-6 0,1-2-7 15,-2 2 4-15,-2 1-2 0,6 1-2 16,-5 3 6-16,1-1 1 0,-7 9-1 0,2-3-2 15,-1 3 7-15,3 8 2 0,-2-2-11 16,-1 3 13-16,-1 4 3 0,-3 4-7 16,8 6 3-16,-7-12 4 0,-1 8 8 15,3 1-10-15,-1-5-27 0,3 3-12 0,1-5 2 16,-1 3-17-16,0-6-39 0,1 1 0 16,1-5-27-16,0 2-23 0,3-6-5 0,2 2-23 15,3-9 15-15,9 1-6 0,-12-2 19 16,6-1 14-16,-7-3 0 0,-4-1 18 0,1-2 42 15,-1 2 3-15,-1 0 27 0,3-3 41 16,-8 10 38-16,1-5 34 0,3 0 45 16,-7-2-17-16,1 1 20 0,-5 14-2 0,-3-17-3 15,1 2-4-15,-4 10-38 0,-3-1 48 16,-3 8-4-16,-14 2-10 0,14-1 0 16,-4 9-10-16,-11 7 7 0,9-4-25 15,0 2-14-15,4 0-1 0,1 0-2 0,3 1-12 16,7-9 19-16,-3 6-38 0,-1 1-6 15,7-16-5-15,2 12 0 0,1 2-1 0,-3-14 15 16,14 2-28-16,-1 2-16 0,0-8-16 16,3-3-2-16,0-2-10 0,9-6 25 15,-17 13-23-15,7-11 2 0,6-4-8 0,-13 12 7 16,4-6-4-16,-2 1 15 0,1 3 0 16,-1 0 1-16,-10 7 5 0,0 0 6 0,0 0-3 15,13 4 11-15,2 1 0 0,-9 10 19 16,0 12 8-16,-2-1-8 0,1 0-2 15,2 9 2-15,-3-2 10 0,-2 11-70 16,-2 2 5-16,-2 2 4 0,0 1 8 0,0-1 11 16,-2-2 13-16,-4-2-2 0,0-5 12 15,0-4 10-15,2-6 8 0,1-3 43 0,-3-7 13 16,4-10-21-16,-5 0-10 0,0-2-3 16,9-7-9-16,-6-13-9 0,2-10 14 15,8-3-70-15,5-3-42 0,-1-10-23 0,4-2-26 16,2-3-14-16,-2-6 40 0,1 2-42 15,0 4 37-15,-3 3 26 0,3 2 11 0,-2 2 13 16,-1 4 19-16,1 3-2 0,-1 5 24 16,-4 2 24-16,-1 11 14 0,0-5 13 15,1 2 18-15,-6 4-2 0,2-1-18 16,-2 12-17-16,0 0 4 0,0 0-1 0,0 0-2 16,0 0 0-16,0 0 20 0,-6 7-4 15,1 4-8-15,5 2 2 0,0-2-10 0,3 2 10 16,-1 2-15-16,0-3-6 0,2 2-2 15,2-2-8-15,0-4 1 0,1-1 13 16,4 2-13-16,-3-5-7 0,-2 1-28 0,9-5-16 16,-3-4-12-16,2-1 10 0,0-4-26 15,1 1-1-15,6-8 12 0,-4 3 3 0,-6-3 9 16,2-1 39-16,-9 10-32 16,4-6 11-16,2-1 5 0,0 2 8 0,-2-1 10 15,-8 13 32-15,4-9-29 0,4-1 3 16,-8 10 5-16,0 0 0 0,0 0 4 0,0 0 13 15,4 12-16-15,1 0-10 0,-1-1 9 16,-2-2-7-16,4 1 7 0,3-1 5 0,-2-1-42 16,-1 1-2-16,0-2-15 0,2 0-46 15,-8-7-38-15,0 0-56 0,0 0-68 16,14-4-63-16,-2 1-226 0,-4-6-45 0</inkml:trace>
  <inkml:trace contextRef="#ctx0" brushRef="#br0" timeOffset="8535.23">18334 5966 1044 0,'21'-5'247'0,"-21"5"-22"0,2 11-96 0,-2 0 53 0,0-11-33 0,4 14-2 16,0 1-13-16,-4-2-14 0,3 3 26 15,-1 5-45-15,0-2-22 0,-2-1-13 0,0 1-7 16,2-1-8-16,3-3 15 0,-8-2-41 16,1 2-8-16,2-15 0 0,2 12 14 0,1 0-2 15,-3-12 3-15,0 0-13 0,0 0-8 16,0 0-7-16,-5-12-1 0,3 2-3 0,4-3 15 15,3 2-54-15,1-8 25 0,-2-1-8 16,-1 3 6-16,0 0-3 0,4 3 5 0,-1-1-2 16,0 6 11-16,2-2-4 0,-8 11 28 15,0 0-17-15,0 0 9 0,14 1 25 16,-2 1-24-16,-4 10-6 0,-1 0 3 16,2 1 11-16,3 9 14 0,-1-3 30 15,-5-3-18-15,-2-6-4 0,5 2-1 0,-2 2-3 16,-1-4 1-16,0 3 27 0,-6-13-19 15,4 8 19-15,0 1-15 0,-4-9-13 0,0 0-8 16,6-8-12-16,4 3 4 0,-4-6-16 16,0-2-16-16,-2-1-20 0,6-10-13 15,-1 7-7-15,-8 9 19 0,7-12-3 16,-2 5 0-16,-1 2 6 0,-4-1 0 0,6 6 9 16,-1-1-5-16,-6 9 22 0,0 0-10 15,0 0 2-15,15 6 3 0,-3 1 1 0,-5 4-2 16,1-1 16-16,1 2-11 0,-3-1 9 15,4 0 15-15,1 1 13 0,2-3 16 16,-1 3-7-16,0-4 5 0,0-1-8 0,5-3-8 16,0-4-6-16,-4 0 4 0,3-2-12 15,2-3-7-15,7-5-3 0,-6 1-15 0,-4-5-17 16,-4 1-11-16,2-4-27 0,-7-2-30 16,-2-3-8-16,-2-4 1 0,0 14 19 0,-2-9 51 15,2 1-25-15,-4 5 4 0,0 0 10 16,-3 4 13-16,4 2 16 0,1 9 27 15,-13 2 2-15,0 2-5 0,3 5 14 16,-5 11-5-16,4-3 6 0,3 1 22 16,1 5-28-16,5-11-1 0,0 7 3 0,0 1 3 15,6-3-5-15,6 10-6 0,4-8 7 16,-8-12-8-16,9 0-2 0,0 3 0 0,4-8-24 16,-1 1-33-16,4-5-34 0,12-3 9 15,-11-3-14-15,-1-4 2 0,-6 2 1 0,5-4-14 16,-3 1-10-16,-4-6-4 0,1 1 2 15,-6-1 6-15,-3-2 17 0,0 0 45 0,-4 12 38 16,5-8 11-16,-3 2 6 0,-4 15 8 16,0 0 20-16,-2-13 16 0,2 2-61 15,0 11 73-15,-7 14-9 0,5 0 6 16,-2 1-7-16,2 2-2 0,2 0 9 16,-2 2-9-16,4 0 2 0,-2-2 7 0,4 0 7 15,0-2-5-15,1-1-5 0,-1-1-10 16,0-4-6-16,0 1 5 0,5-2-3 0,-1-2-9 15,-8-6 3-15,0 0-32 0,11-6-10 16,3 2-8-16,-2-7-25 0,0-9-15 0,-2 3-4 16,-1 0-31-16,0-2-1 0,-1 4 19 15,1-2 2-15,-3 8 11 0,2-1 38 16,-2-2-25-16,-6 12 11 0,12-6 3 16,-4 2 4-16,-8 4 5 0,14 6 22 15,-1 2-18-15,-6 2-4 0,-1 0 7 0,0 5 3 16,3-3-4-16,1 0 24 0,1 0 4 15,0-2-5-15,-1 1 7 0,0-2 0 0,-1-2-1 16,4-1 20-16,-3-1-41 0,5-8 5 16,-2 3-34-16,-2-8-18 0,11-5 2 0,-6 2-4 15,-5-7-41-15,7-2 24 0,-7-6-10 16,-2 0-9-16,-3-6-23 0,6-2 15 0,-4-2 22 16,4-3-1-16,-7 5 25 0,0 4 51 15,-5-1 37-15,5 6 14 0,1 15-62 16,-4-7 57-16,0 0 3 0,-2 17 9 15,0 0 10-15,0 0-1 0,-11 14 27 16,-1 13-22-16,8-3-11 0,-3 7-7 0,4 1-5 16,1 3 1-16,2 0 5 0,0 2-22 15,2-4-12-15,4-1-4 0,0-3-1 0,-1 0-15 16,0-5-34-16,0-14-66 0,3 6-22 16,0-1-29-16,-1-5-96 0,-1 2-108 0,-6-12-390 15,9-7-263-15</inkml:trace>
  <inkml:trace contextRef="#ctx0" brushRef="#br0" timeOffset="8966.92">19527 5909 1212 0,'0'0'300'0,"0"0"-65"0,0 0-32 0,0 0-8 0,0 0-16 0,12 0-33 0,3 0-21 0,4-4-43 0,14 1-18 0,-3-5 5 0,9 2-90 16,1-1-11-16,2 0 4 0,5 2-22 15,4-3-26-15,-3 3 16 0,-2-3 1 16,-1 2 7-16,-7 1 14 0,1 1 6 0,-5-1 11 16,-22 5 76-16,7-3-37 15,0-1 57-15,-19 4 8 0,0 0-9 0,0 0 9 0,0 0 31 16,-6 14 24-16,-9 5-13 16,-4-6 2-16,-1-2-15 0,6 2-14 0,0-1-19 15,7-6 0-15,-4 7-22 0,-1-1-7 16,5-2-9-16,1-1-5 0,6-9-7 0,0 13 23 15,2-1-32-15,-2-12-9 0,8 11-2 16,3-1-7-16,-1-5-14 0,2 3 5 16,-2-2-31-16,2 1-8 0,-2-5-4 0,4 4-4 15,-6-3-3-15,3 2 19 0,-11-5-3 16,6 5-3-16,1 2 12 0,-7-7 6 0,0 0 15 16,-11 9 13-16,0 2-8 0,-5-7 2 15,0 0 3-15,-6-1-3 0,0 1 3 16,1-4 15-16,4 2-26 0,-2-4-38 15,5 2-46-15,0-6-60 0,1 1-86 0,-1-5-102 16,1-2-417-16,9 1-284 0</inkml:trace>
  <inkml:trace contextRef="#ctx0" brushRef="#br0" timeOffset="9100.71">20590 5983 1528 0,'-16'-2'263'0,"0"0"-79"0,16 2-88 0,-13-1-186 0,-2 1-224 0,2-3-175 0,3 2 57 0</inkml:trace>
  <inkml:trace contextRef="#ctx0" brushRef="#br0" timeOffset="10666.58">14219 9774 913 0,'-6'-9'310'0,"8"-1"-21"0,-1-2-65 0,-1 12-3 0,0 0-10 0,0 0-6 0,0-9-15 0,0-4-26 15,0 13-39-15,0 0-24 0,0 0-27 16,0 0-13-16,-11 7-13 0,6-1 23 16,3 7-8-16,2 3-11 0,-2 7-4 0,2 11-9 15,4-10-9-15,-4 6 23 0,2 2-30 16,0-2-13-16,3 1 0 0,-1-1-1 0,-1 2 4 15,-3-4 16-15,0 4-21 16,0-3-9-16,0-5 2 0,-1 3 3 0,-3-6-3 16,-2-1 14-16,1 2-14 0,3-11-1 15,-6 2-1-15,0 2-11 0,-6-5-11 0,4 2-23 16,0-5-7-16,-4 3-24 0,2-6-26 16,3-1-40-16,9-3-37 0,-14-6-103 0,-10-8-126 15,18 10-260-15,0-16-201 0</inkml:trace>
  <inkml:trace contextRef="#ctx0" brushRef="#br0" timeOffset="10833.85">14170 9486 1359 0,'0'-12'261'0,"-2"-2"-38"0,2 14-37 15,0 0-38-15,0 0-26 0,0 0-91 16,0 0 8-16,0 0-42 0,0 0-49 0,0 0-40 15,4 14-48-15,3-3-43 0,0-2-366 16,3 7-55-16</inkml:trace>
  <inkml:trace contextRef="#ctx0" brushRef="#br0" timeOffset="11234.73">14514 9832 877 0,'6'-21'299'0,"-6"21"-27"0,0-13-46 16,0-1-93-16,-4 2 49 0,2 3-28 16,-5-2-25-16,3 2-19 0,-6-2-29 0,-1 2-51 15,0 3 32-15,1 0-11 0,-3 6-12 16,-12 3-12-16,16 0-5 0,-6 8 32 16,-6 4-39-16,7 5-1 0,0-1-7 0,4 2 2 15,0-1-2-15,-1 1 30 0,4 1-42 16,1-3 3-16,4-10 0 0,2 7-2 0,0-4 9 15,2 0 37-15,4-4-46 0,-6-8 2 16,13 2 0-16,2 2 0 0,1-13 0 0,8-8 16 16,-7 8-21-16,0-4 1 15,-4 0 0-15,3-3 2 0,-2-1-1 0,-6 12 19 16,2-7-16-16,2 1 1 0,0 3-6 16,-4 1-2-16,-8 7 5 0,9-5 10 0,1 2-19 15,-1 8 15-15,0 2-2 0,-3 1 3 16,-2 2-3-16,2 1 3 0,0 1-31 15,3 0 28-15,-2 1-16 0,-2-4-12 0,4 1-19 16,-9-10-21-16,7 10-7 0,-2 2-100 16,-5-12-6-16,11-7-68 0,0 2-318 0,-3-5-90 15</inkml:trace>
  <inkml:trace contextRef="#ctx0" brushRef="#br0" timeOffset="11482.75">14726 9692 799 0,'16'22'239'0,"-8"-17"-35"0,0 2-25 15,-4 5-35-15,2 0-74 0,-4-2 50 16,2 1-11-16,-2 4-18 0,4 0-10 0,0-1 2 16,3 3-55-16,-2-6 67 0,-1 0-6 15,1 1-4-15,1-2-2 0,-2-3 6 0,0-1 26 16,-6-6-43-16,0 0-16 0,18-2-13 16,-5 0-11-16,-3-7 11 0,3-1 14 15,-6-2-27-15,3 2-12 0,-4-2-10 0,2-2-1 16,-2-1-23-16,1 1-5 15,0 1-27-15,-3 2-25 0,-4 11-34 0,6-8-38 16,-2 1-10-16,-4 7-50 0,0 0 16 16,0 0-27-16,0 0-68 0,0 0-191 0,2 13 86 15</inkml:trace>
  <inkml:trace contextRef="#ctx0" brushRef="#br0" timeOffset="11849.72">15168 9826 857 0,'27'-18'266'0,"-27"18"-25"15,3-13-22-15,-1 0-37 0,2 2-19 16,0 0-17-16,-2-4-22 0,1 4-8 16,-6-2-12-16,3 2-52 0,-4 0 28 0,0 1-24 15,-5 3-14-15,-1 4-6 0,10 3-8 16,-17 3 14-16,-1 2-8 0,4 2 1 16,-9 13-9-16,8-6-2 0,4 1-2 0,1 2 31 15,6-8-42-15,-5 6-2 0,0 2 1 16,5-3-6-16,2-1-2 0,2-13 37 15,0 13-20-15,2 0 3 0,-2-13-5 0,13 4 3 16,0-1-17-16,-3-8 23 0,1 1-24 16,2-1-5-16,0-1 2 0,-1-2-4 0,0 1 6 15,0 1 16-15,-4-1-16 0,-8 7-6 16,10-5 1-16,3 0 2 0,-13 5-4 16,0 0 21-16,15 3-16 0,-2 4-6 15,-13-7 2-15,6 7 2 0,1 5-3 0,-2-7 18 16,3 2-32-16,-8-7-9 0,6 10-30 15,0 0-20-15,-6-10-20 0,0 0-42 0,0 0-70 16,0 0-118-16,0 0-300 0,0 0-159 16</inkml:trace>
  <inkml:trace contextRef="#ctx0" brushRef="#br0" timeOffset="12119.96">15633 9660 1414 0,'-20'-17'255'0,"8"13"-24"0,4-1-33 0,-4 2-25 0,1 1-33 0,11 2-17 0,-14 2-22 0,-4 3 0 16,6 3-10-16,-7 8 0 0,2-3-20 0,6 3-6 16,-1 1 2-16,3 2-20 0,0-1-13 15,1-1 1-15,6-6-9 0,2 4-8 0,0 2 20 16,6-2-25-16,-1-1-5 0,8-5 2 15,-3 0-10-15,7-7-32 0,2 4-8 16,0-10-50-16,4 2-3 0,-4 0-43 0,4 1-21 16,-3-4-6-16,0 2-45 15,-6-5-30-15,-4 3-69 0,5 0-239 0,0 0-48 16</inkml:trace>
  <inkml:trace contextRef="#ctx0" brushRef="#br0" timeOffset="13799.68">16841 9341 814 0,'-24'0'223'0,"24"0"-5"0,0 0-18 0,-6-10-31 0,0 0-12 0,6 10-11 0,-12-4-72 0,-2 2 65 16,14 2-27-16,-13-4-18 0,2 3-2 0,2 2 4 15,-1 3 34-15,-2 9-39 0,-4 9-1 16,3-2-9-16,3 7-1 0,3 0-5 0,1 4-15 16,-1 0-5-16,3 3-16 0,0-5-9 15,4 6-4-15,2-7-2 0,2 3 5 16,1-5-11-16,1-1-8 0,4-5 0 0,6-3-44 16,0-5-39-16,1 0-48 15,2-4-57-15,-8-2-70 0,7-6-105 0,2 0-348 16,1-6-227-16</inkml:trace>
  <inkml:trace contextRef="#ctx0" brushRef="#br0" timeOffset="14466.49">17042 9607 1075 0,'-16'0'303'16,"3"0"-64"-16,13 0-9 0,0 0-34 16,-4 7 3-16,-1 3-34 0,-6 2-14 0,1 1-18 15,4 3-11-15,-8 9-5 16,8-5-27-16,-2-2-21 0,6-8-16 0,0 7-4 0,0 0-14 15,2 0 12-15,2 0-19 16,2-5-9-16,2-2-10 0,2-3-2 0,4-1-30 16,-12-6 6-16,18-2-39 0,4 0 1 15,-12-5 1-15,5-1 17 0,-8-3 0 0,3-1 45 16,-5-1-33-16,0-1-4 0,-6 2 10 16,1-1-2-16,-11 0 3 0,2 0 20 15,-3 2-8-15,3-2-2 0,-5 5 2 0,-1 1-7 16,6-2 2-16,3 1 2 0,-2 3-49 15,1-1-26-15,7 6-20 0,0 0 12 0,0 0-3 16,0 0-45-16,0 0 58 0,0 0-1 16,0 0-2-16,11-3 6 0,-1-1 12 15,-10 4-23-15,17 0 57 0,2 2 14 16,-19-2 24-16,0 0 27 0,13-2 22 0,1 2 13 16,-14 0 21-16,0 0 16 0,0 0 9 15,14-4-9-15,-4 0 1 0,-10 4 0 16,0 0-46-16,0 0-17 0,0 0 3 0,0 0 2 15,8 8 0-15,3 1 4 0,-4 3-8 16,0-1-17-16,-2 0 1 0,3 1-10 0,-3 1 3 16,3 0 12-16,-2 2-20 0,2-3-12 15,0-4 10-15,-2 0-11 0,-6-8 6 0,4 7 23 16,4 1-72-16,-8-8 27 16,15-6-10-16,4-5-2 0,-10 5 0 0,3-7 11 15,8-11-36-15,-6 6 47 0,0-1-3 16,-2 1 7-16,-2 0-3 0,0-1 5 0,-5 11-21 15,2-8 44-15,1 3-4 0,-4 2-1 16,1 1-7-16,-5 10 4 0,4-8 16 16,0-1-22-16,-4 9-13 0,0 0 3 0,8 12 9 15,-3-2-5-15,-1 2 36 0,1 0-43 16,-3 5-4-16,0 0 11 0,2-2-9 0,-1 2 7 16,2-3 32-16,-1 0-32 0,-3-3-14 15,7 0-14-15,-8-11-27 0,0 0-46 0,6 10-54 16,0-3-27-16,-6-7-21 0,10-10-4 15,0-1 31-15,-6-2-1 0,2-1 10 16,0-3-78-16,-2 2-129 0,1-4 221 16</inkml:trace>
  <inkml:trace contextRef="#ctx0" brushRef="#br0" timeOffset="14949.71">17482 9547 1147 0,'11'-12'160'0,"-11"12"-31"0,0 0 6 0,0 0-29 0,5 9-1 0,1 2-7 0,-6 0-5 0,0 1 2 15,-2 3 0-15,2 0-30 0,2 1 1 16,0 1 4-16,-2 2 0 0,2 0 12 0,0-4-26 15,0 5 9-15,-2-11-17 0,2 4 4 16,-2-13-11-16,3 11 10 0,1 5 8 16,-4-16-12-16,0 0-10 0,0 0-9 0,10-8-7 15,1 3-15-15,-4-7 21 16,3-9-37-16,0 6-17 0,0-5-4 0,2 3-8 16,0-1 6-16,1 0 41 0,0 3-38 15,-7 9 6-15,7-3 1 0,1 0 7 0,-2 5-2 16,-2-1 49-16,-10 5-47 0,12 7 0 15,5-2 7-15,-8 7 2 0,-3-3-2 0,1 3 40 16,-2 1-45-16,4 2 7 0,-3 0 3 16,2-2 0-16,-2-3-8 0,0-3 6 15,-2 4-16-15,-4-11-3 0,11 5-29 0,-1 1-19 16,0-12-14-16,12-5-61 16,-5 1 57-16,0-7 13 0,2-2 11 0,-4 0 10 15,0-4 13-15,-3-1-11 0,-1-4 35 16,-2 2 19-16,-3-4 20 0,0 3 26 0,-2 3 23 15,-2 14-27-15,0-9 81 0,0 0-6 16,3 4-12-16,-3 1-17 0,-2 14-22 0,0 0 30 16,0 0-39-16,0 0 2 0,0 0-8 15,0 0-15-15,-2 19-6 0,-2 0 27 16,4 3-26-16,-1 17-11 0,-1-15-2 0,2 2-4 16,0 0-7-16,2-5 29 0,-1-7-32 15,3 3-26-15,0 2-33 0,3-6-16 16,-1 2-25-16,-2-5-67 0,1-1-37 15,-5-9-117-15,0 0-318 0,16-5-167 0</inkml:trace>
  <inkml:trace contextRef="#ctx0" brushRef="#br0" timeOffset="15100.19">17838 9503 1264 0,'0'0'247'0,"0"0"-13"0,0 0-73 0,0 0-28 0,0 0-17 0,0 0-10 0,0 0-22 0,20 0-14 15,0 0-47-15,0-3-52 0,12-1-57 16,-3-3-43-16,1-3-76 0,-3-1-57 0,3 0-243 16,4 2 29-16</inkml:trace>
  <inkml:trace contextRef="#ctx0" brushRef="#br0" timeOffset="15665.71">18312 9286 1280 0,'0'0'286'0,"0"0"-66"0,0 0-32 16,0 0 21-16,-8 10-59 0,4-2-6 15,0 5-16-15,0-2-11 0,-1 7-14 0,3-1 3 16,-1 5-32-16,2-2-13 0,1 1-17 16,1 13-1-16,2-11-18 0,-3-12 5 15,2 13-41-15,-2-4-23 0,3-3-24 0,-1 1-19 16,-2-18-5-16,0 17 5 16,0-2-38-16,0-15-17 0,0 0-6 0,0 0 22 15,0 0 22-15,8-12-29 0,1 3 83 16,-9-11 11-16,0-2 9 0,0-2 12 0,-2-11 7 15,-1 7-41-15,3-1 82 0,0 0 9 16,0 2 5-16,5 5-1 0,-3 10-1 0,2-3-61 16,0-4 75-16,-1 6-7 0,2 0-14 15,-5 13-2-15,12-8-9 0,-4 1 37 16,0 11-61-16,2 0 7 0,-3 13-1 0,0-1-3 16,-5 3-3-16,-1-1 12 0,-1 2-22 15,0 15 3-15,0-24-1 0,-3 8 0 0,0-3 0 16,1-1 8-16,0-2-7 15,0-2 14-15,0 0 17 0,2-11-9 0,0 0 0 16,0 0 12-16,0 0-31 0,0 0 10 0,0 0-3 16,4-13-1-16,-2 0-8 0,6 4-4 15,1-2-14-15,0-2 15 0,3 0-6 16,1 8 5-16,0-1-4 0,-13 6-3 0,16 0-40 16,4 0 39-16,-10 4 2 0,3 1 1 15,-7 7-1-15,0 0-3 0,1 3-49 16,2 2 59-16,-9-3 0 0,0 3-2 0,-4 0 3 15,-1 1-3-15,1-3 36 0,1 0-43 16,-3-2 3-16,0-1 4 0,-5 0-1 16,3-1-1-16,-2-3 34 0,1-3-40 0,-4-3 0 15,3 1-8-15,10-3-13 0,-18-3-37 16,4 3-83-16,14 0 19 0,-12-12-34 16,5 3-31-16,7-4-71 0,0 0-233 0,2 2 39 15</inkml:trace>
  <inkml:trace contextRef="#ctx0" brushRef="#br0" timeOffset="16083.3">18626 9418 1145 0,'0'0'271'0,"0"0"-33"0,0 0-18 0,4 10-20 0,2 2-34 0,-6-12 28 0,2 12-65 0,1 1-37 0,0-3-18 0,-1 1-13 0,2-1-11 0,-1 2 25 16,2-2-41-16,0 3-16 0,3-6-6 0,0 2 0 15,-8-9-23-15,13 4 2 0,-1 0-36 16,3-8 2-16,-1 2-2 0,0-5 3 0,3 0 8 16,-4-8 12-16,2-2-4 0,-9 10 9 15,4-8 7-15,6-9-1 0,-10 15 4 0,-2-6 13 16,2 2-2-16,-2 0 17 0,0 0 1 16,-4 13-6-16,0 0-8 0,0 0 1 0,0 0-9 15,0 0 15-15,0 0 2 16,0 0-8-16,0 20 4 0,0 10-7 0,2-5-30 15,1 2 38-15,-2 4-8 0,-1 6 1 16,-1 2-11-16,-2 5-60 0,-3 6-4 16,0-2 4-16,0 0 11 0,-5 0 13 0,0-4 15 15,1-7 24-15,-1-3 7 0,3-8 14 16,-3-6 16-16,7-10 1 0,-9 2 3 16,3-3 9-16,10-9-4 0,-14 0 5 0,2-2-10 15,6-11-11-15,-4-11-30 0,5-2-24 0,5-3 2 16,5-4-68-16,1-9-45 0,4-7-62 15,-4-3-45-15,4-1-91 0,4 1-190 16,5-1-6-16</inkml:trace>
  <inkml:trace contextRef="#ctx0" brushRef="#br0" timeOffset="16435.22">19092 9102 1249 0,'0'0'295'0,"0"0"-69"0,0 0-23 15,0 0-49-15,0 0-11 0,0 0 2 16,-9 8-14-16,1 1-11 0,0 4-3 15,-3 15-27-15,5-8-17 0,0 3-10 0,-1 2-22 16,2 1 0-16,5 1-2 0,0-1-6 16,3-2-12-16,1-2-15 0,-1-10 4 0,5 8-15 15,7 4 12-15,-1-11-41 0,-8-7 6 16,12-3-24-16,2 1-4 0,0-6-6 0,9-2 6 16,-7-1-5-16,-4-6 21 15,-2-1 8-15,-9 8 11 0,3-8 4 0,1-1 7 16,-5 2-52-16,-3 0 75 0,-3-3-3 15,0 2 2-15,0 12 1 0,-9-9 11 0,2 1-1 16,7 8 27-16,-15 8-10 0,-1 5 10 16,8-5-4-16,3 12-3 0,2-4 4 15,1 4-7-15,2 12-12 0,4-13-1 0,4 0-2 16,6 0-2-16,0-4 17 0,5-1-30 16,3-4-52-16,2-1-16 0,-10-9-40 15,11 0-38-15,9-4-61 0,-12-6-140 16,-6-2-361-16,8-1-225 0</inkml:trace>
  <inkml:trace contextRef="#ctx0" brushRef="#br0" timeOffset="16600.06">19117 9294 951 0,'16'2'281'15,"-16"-2"-50"-15,12-2-50 0,1 2-27 0,1-5-28 16,10-3-23-16,0 0-24 0,-4 0-15 15,4-1-39-15,3 0-55 0,-2-3-53 16,1 5-85-16,-5 1-137 0,6 2-169 0,-11 4 85 16</inkml:trace>
  <inkml:trace contextRef="#ctx0" brushRef="#br0" timeOffset="16751.2">19543 9336 1007 0,'13'5'271'0,"-13"-5"-31"0,0 0-68 16,0 0-36-16,0 0-38 0,0 0-33 0,0 0-56 15,0 0-54-15,0 0-113 0,0 0-364 16,-10-5-5-16</inkml:trace>
  <inkml:trace contextRef="#ctx0" brushRef="#br0" timeOffset="17099.71">19766 9261 1476 0,'2'-18'365'0,"-2"18"-13"0,0 0-17 16,-13 0-53-16,-2 0-49 0,15 0 13 15,0 0-33-15,0 0-44 0,0 0-42 0,0 0-26 16,0 0-57-16,-6 9 27 15,-1 0-8-15,9 6-11 0,3 11-8 0,-1-4-7 16,-2 10-29-16,0 1 24 0,0 6-11 0,0 2-6 16,3 8-35-16,-3-3-58 0,-4 4 17 15,0-2 13-15,-3-2-10 0,-1-1 5 16,2-5-2-16,-1-1 1 0,-1-7 8 0,0-3 13 16,2-5-17-16,-2-2-12 0,-6-5 2 15,8-8 10-15,-6 3 11 0,2 1 21 16,-5-11-12-16,0 3-20 0,-4-8-29 0,3 3-31 15,-2-9-27-15,-5-8-75 0,6 0-24 16,0-5-108-16,5-5-332 0,0-6-205 16</inkml:trace>
  <inkml:trace contextRef="#ctx0" brushRef="#br0" timeOffset="17249.43">19708 9077 1373 0,'-7'5'287'16,"7"-5"-41"-16,0 0 16 0,0 0-72 15,0 0-37-15,0 0-45 0,0 0-24 0,0 0-35 16,0 0-35-16,0 0-71 0,0 0-27 16,0 0-23-16,0 0-55 0,10 8-78 15,-2-1-107-15,-2 7-169 0,7 13 9 0</inkml:trace>
  <inkml:trace contextRef="#ctx0" brushRef="#br0" timeOffset="17899.68">20168 9389 944 0,'16'5'285'0,"-16"-17"-73"16,-2 0 24-16,-1 1-28 0,0 0-34 15,-1-1-33-15,-4-3-12 0,-7-12-10 16,-2 14-31-16,0 0-17 0,1-1-17 0,2 4-2 16,4 5-10-16,-7 1 9 0,-2 2-17 15,0 8-1-15,-11 7 7 0,11 3-10 0,0-1 7 16,4 4 1-16,5 0-6 15,1-1-5-15,7-7-6 0,-6 6 5 0,5 1-6 16,5-4 17-16,2 1-21 0,5-5 9 16,-1-3-5-16,2-5-10 0,6 2-3 0,-2-8 4 15,0 2-20-15,2-7 11 0,8-6-1 16,-14 2-5-16,3-1 3 0,-3-1 2 0,2 0 2 16,-4-3-3-16,-2 10-9 0,0-5 1 15,0 4 1-15,0 0 2 0,2 1 9 16,-8 8-11-16,0 0-5 0,6 9 5 0,2 1 6 15,0 7-4-15,2 8 13 0,0-6-2 16,-1 1-13-16,1 0 3 0,4-1 8 0,3-3-11 16,-4-1 20-16,4-5-48 15,-8-3-9-15,6 0-29 0,1-1-19 0,-5-8-18 16,2 2 6-16,1-4-3 0,2-1 11 16,-6-9 17-16,9-6 13 0,-9 4 14 0,0-3 34 15,-8 11-11-15,2-11 18 0,0 2 33 16,-6-3 32-16,2 3 20 0,2 4 3 15,2 0-1-15,0 1-27 0,-2 4-5 0,-2 8 5 16,0 0 7-16,0 0 20 0,0 0-31 16,0 15-18-16,0-1 4 0,2 0-8 0,0-1 0 15,3 3 33-15,-1-3-15 0,3 2-8 16,-1 1 5-16,2-5 5 0,3-2 8 0,-5-3 16 16,1 2-27-16,-7-8-11 15,15-2-5-15,-3-2 1 0,-4-4 4 0,1 1 29 16,0-3-36-16,-3 0-8 0,0-7-2 15,5-7-5-15,-7 6-6 0,0 7-18 16,0-4-24-16,3-4-21 0,-3 1-25 0,3 2-21 16,-3 2-19-16,2 5 0 0,-6 9-10 15,10-11-19-15,2 2-21 0,-12 9-43 0,10 7-42 16,4-2-63-16,-3 7-193 0,6 7 9 16</inkml:trace>
  <inkml:trace contextRef="#ctx0" brushRef="#br0" timeOffset="18215.7">20936 9294 1013 0,'14'-26'266'0,"-10"16"2"0,-4 10-87 0,2-14-18 0,0 2-21 0,-2 12-13 0,-2-12-2 0,0-2-21 0,2 14-41 0,-9-5 11 16,0 1-5-16,-5 4-12 0,-1 2 2 0,-2 5-8 16,-11 9 4-16,8 1-6 0,-1-2-18 15,2 4 0-15,3-2-13 0,6 0-4 0,0 0 10 16,4-9 0-16,0 8 1 0,0-1 10 15,6-15-7-15,0 0-4 0,6 7 22 16,1 1-26-16,8-12-18 0,-1 0 1 0,4-9 6 16,9-5-10-16,-8 3 27 15,-2 2-15-15,2 4-6 0,-8 1 10 0,0-1 8 16,7 0 4-16,-7 1 2 0,0 1-5 16,-11 7 0-16,0 0 0 0,12 3 0 0,3 1-11 15,-15-4 23-15,4 13-25 0,3 2-8 16,-5-4-10-16,2 3-36 0,0-7-43 0,5 4-5 15,-3-4-90-15,0 3-82 0,-6-10-169 16,0 0-310-16,0 0-263 0</inkml:trace>
  <inkml:trace contextRef="#ctx0" brushRef="#br0" timeOffset="20283.24">14145 8860 1109 0,'-25'2'273'0,"18"4"-67"0,-1 1-27 0,2 1-13 0,-1 3-14 0,-4 1-29 0,-1 13-10 0,4-7-19 0,-1 3-17 0,0 1-17 16,3 0 26-16,6-10-58 0,-2 6-1 16,0 2-5-16,2-2-5 0,0 2-2 0,6-7 30 15,0 0-38-15,3-3-2 0,0-1-7 16,1-11 7-16,2 2-8 0,8-5 3 15,3-7-19-15,-12 5 10 0,6-4 0 0,6-5 1 16,-8 4 5-16,-4-1 9 0,-3 6-9 16,0-1 8-16,1 3-1 0,0-3-3 0,-2 3-1 15,-7 5 11-15,0 0-23 16,0 0 28-16,0 0 2 0,10 5-6 0,7 1-2 16,-11 3 7-16,0 0-35 0,2 1 37 15,3 0-10-15,1-1 4 0,2 1-5 0,-4-4-1 16,4 1 35-16,-2-3-40 0,0 0 1 15,-12-4-6-15,10-2-16 0,6 2-19 0,-16 0 33 16,2-13-40-16,0 0 12 0,-6 5 6 16,-1-4 5-16,-3 3 5 0,-1 1 38 15,-3-3-48-15,-2 1 14 0,2 0 3 16,0 3-2-16,1 1 4 0,-2 0 5 16,13 6-13-16,-8-5 8 0,-1 1 1 0,9 4-1 15,0 0-7-15,0 0-10 0,0 0-1 16,0 0 2-16,0 0-2 0,0 0-1 0,15 4 2 15,2-1 38-15,0-4-39 0,5-1 0 16,-4 2 10-16,6 0 0 0,-7 0 3 0,-1 0 38 16,4 3-35-16,-4 1 6 0,-2-2 4 15,2 2 2-15,-10 0 0 0,2 0-5 16,-8-4 22-16,7 8 1 0,4 1 6 0,-11-9 6 16,0 0 9-16,9 4 24 0,-1 2-26 15,-8-6-8-15,0 0-2 0,0 0 2 16,2-12-2-16,0 5 2 0,-2 7-36 0,6-15 24 15,-2 4-11-15,3 2-4 0,0-4 1 16,0 5 1-16,2-2-35 0,3 5 34 0,4-1 0 16,-3 2 1-16,1 0-5 0,3 6 0 15,9 4-37-15,-18 0 48 0,9 1-3 16,4 9-3-16,-6-3 2 0,0 0-7 0,-5 2 37 16,-5-6-43-16,1 2 5 0,3-2-5 15,-3 3 8-15,0-5 1 0,-6-7 46 16,5 10-38-16,-1-1-6 0,-4-9-5 0,0 0 1 15,0 0 1-15,6-12 32 0,0 3-38 16,-2 1-1-16,0 1-6 0,4-4 2 0,-2 0 0 16,-3-3 13-16,2 4-19 15,0 1 0-15,3 1-1 0,-2-1 2 0,-2 1-1 16,-4 8 20-16,11-4-15 0,0 0 0 16,-11 4 7-16,8 4-1 0,4 0 1 0,-12-4 8 15,10 8-26-15,0-1 16 0,-4 1 4 16,0 3 7-16,-6-11-4 0,11 6-3 0,-3 2-41 15,-8-8 37-15,9 1-16 0,2 3-12 16,-1-8-23-16,3 3-31 0,-2-6-11 16,-1 2-24-16,2-4 0 0,10-10-5 0,-16 14-6 15,3-10-2-15,8-7 31 0,-6 6-1 16,-1 1 16-16,-6 8 27 0,4-5 42 0,4-1 33 16,-4 4 36-16,-1 1 8 15,-7 8 20-15,0 0 8 0,5-9-5 0,1 0 5 16,-6 9 11-16,0 0-5 0,0 0 3 15,-4 11 1-15,0 0 5 0,4 2 1 0,0 0-10 16,-3 4 16-16,2 0-10 0,1 6 18 16,0 14 5-16,0-11-17 0,1 1-6 15,2 5-27-15,-3-1-14 0,4-1-17 0,3-2-7 16,-5 1-8-16,2-2-16 0,-3-13-48 16,2 6-46-16,-1 4-28 0,-2-10-21 0,0 2-9 15,3-5-45-15,1 0 1 16,-4-11-14-16,0 0 12 0,0 0 21 0,-7-13 17 15,-1 2 24-15,4-7 18 0,-3-14 17 16,3 6 28-16,0-5 30 0,0 3 22 0,0-5 26 16,2 1 21-16,2 1 17 0,-2 2 20 15,2 3-1-15,4 3-7 0,2 2 21 16,0 2-19-16,0-1 6 0,-1 16-7 0,5-9-11 16,1 1-9-16,2 6 1 0,3 0-19 15,0 8-5-15,-2-2-2 0,-1 7-3 0,0 0-5 16,-3 2-3-16,-1 3 0 0,-5-3-5 15,0 2-1-15,-6 1 4 0,2-1-4 0,0-11 2 16,-4 16 0-16,0-1 0 0,4-15 4 16,-7 5-8-16,1 3-15 0,6-8-13 15,0 0-9-15,0 0-17 0,-3-13-16 16,2 1-33-16,5 0-10 0,2-3-13 16,-1-2-23-16,-1 3 5 0,6-3-3 0,0-1 9 15,0 3 52-15,4-6 91 0,-6 17 32 16,5-6 22-16,0 3 36 0,-13 7 27 0,13-3-54 15,-2 3 58-15,-11 0-14 0,8 10-5 16,-1 0-7-16,-7 2-12 0,0 1 42 0,0 0-73 16,2 0-1-16,2 1-5 0,-2-1-11 15,2 0-8-15,-2 0-1 0,0-3-70 16,2-1 41-16,-4-9-31 0,4 9-83 0,3 0-86 16,-7-9-144-16,0 0-177 15,7-13 6-15</inkml:trace>
  <inkml:trace contextRef="#ctx0" brushRef="#br0" timeOffset="20416">15382 8584 1058 0,'0'0'222'0,"0"0"-49"0,0 0-69 0,0 0-68 0,0 0-21 0,0 0-57 0,0 0-60 0,0 0-134 0,0 0-121 0,11-4 232 15</inkml:trace>
  <inkml:trace contextRef="#ctx0" brushRef="#br0" timeOffset="20782.74">15645 8507 1067 0,'-7'-8'274'0,"7"8"15"16,0 0-51-16,0 0-35 0,9 7 17 16,1-2 4-16,-14 9-1 0,2 1-45 0,-2 6-12 15,2 11-13-15,-2-5-17 0,1 0-19 0,3 2-40 16,0-1 4-16,3 0-15 0,3 1-14 15,0-3-11-15,0 1-16 0,3-2-47 16,3-7 16-16,1 0-24 0,0-4-24 0,-7-9-36 16,14 1-23-16,-4 0 1 0,3-9-35 15,-2 3 6-15,0-7 18 0,9 0 17 16,-11-7 17-16,4 3 25 0,-9-5 6 16,-1 1 3-16,-6 8 15 0,0-10 6 0,-1 2 19 15,-2-1 68-15,2 1-51 0,-4 3 22 16,0 1 8-16,2 11 3 0,-6-6 8 0,-2 0 25 15,3 14-3-15,-4-3-2 0,3 7-17 16,-1 0-3-16,7 3 3 0,0-1-11 0,0 5 13 16,0-4-10-16,9 0-19 0,-2-1 0 15,4-2-6-15,5 0-1 0,1-4-22 16,0-1-89-16,2-5-42 0,0 3-102 0,0-10-145 16,3 1-305-16,-8-1-222 15</inkml:trace>
  <inkml:trace contextRef="#ctx0" brushRef="#br0" timeOffset="21499.28">13743 9380 842 0,'4'-10'210'0,"-4"10"-4"0,0 0-10 0,0 0-32 0,0 0-5 0,0 0-8 0,0 0-9 0,0 0-15 0,0 0-60 16,0 0 78-16,0 0-4 0,9 4-11 15,-1 0-7-15,0 3-8 0,0 0 9 16,6 2-17-16,-4 1-4 0,5-5-11 0,2 3-9 16,0-4-1-16,2-1 7 0,0-3-31 15,0 2-14-15,4-4-10 0,12-5-4 0,-13-3-6 16,3 1 32-16,1-2-48 0,2-5-2 15,-2-3-2-15,3 4 0 0,5-3-1 0,-2 2 29 16,1 0-33-16,0 0-5 0,2-1 4 16,-1 6-3-16,1 2 0 0,-2 1-17 15,-1 5 23-15,2-1-2 0,-2 4 1 16,-6 4 1-16,7-1 0 0,-6 3-28 16,-1 2 35-16,1-3-4 0,-6 1 1 0,-8-3 1 15,6 4-1-15,-2-2-27 0,-2-5 32 16,0 5 2-16,-1-10-4 0,4 3-2 0,-2-5 0 15,14-7-1-15,-13 3 7 0,5-2-12 16,-2-3-4-16,6 3 0 0,-3 0-1 0,3 1-4 16,-1 2 8-16,0-3-7 0,0 6-2 15,1-1 0-15,0 2 2 0,-16 6-1 16,9-3 24-16,5 1-21 0,-8 2-3 0,15 3 4 16,-7 2 0-16,-13-4 4 0,5 3 28 15,14 7-30-15,-21-5-4 0,8-2 4 16,2-1 4-16,-4-3 1 0,3 2 30 15,-2 1-36-15,-4-1-3 0,5-9 4 0,0 0-2 16,-2 1 2-16,13-5-24 0,-20 7 32 16,11-5-1-16,7-4-4 0,-8 2 2 0,2 1-4 15,-13 3-28-15,13 0 36 0,4-6-2 16,-16 9-5-16,9 0-1 0,10-1 0 0,-12 5-24 16,0 4 30-16,4-3 1 0,1 3-3 15,5 6 3-15,-4-3-4 0,-1 0 6 16,0 1 6-16,-1 1-13 0,2-1 0 15,-2 0-2-15,5-4-3 0,-11 0-14 0,7-4-16 16,10-2-49-16,-5-4-50 0,-1 1-19 16,0-3-15-16,-4-4-27 0,8 4-29 15,-5-6-65-15,-1-5-135 0,0 1-177 0,4-1-136 16</inkml:trace>
  <inkml:trace contextRef="#ctx0" brushRef="#br0" timeOffset="21649.24">16379 8664 1306 0,'0'0'298'0,"0"0"-62"0,0 0-43 16,0 0-41-16,0 0-18 0,0 0-130 0,0 0-77 0,0 0-141 0,0 0-372 0,0 0-118 16</inkml:trace>
  <inkml:trace contextRef="#ctx0" brushRef="#br0" timeOffset="21766.08">16411 8894 1509 0,'-12'-4'280'15,"12"4"-50"-15,0 0-43 0,-7 6-40 0,-1 1-64 0,8-7-106 16,0 0-173-16,0 0-451 16,0 0-177-16</inkml:trace>
  <inkml:trace contextRef="#ctx0" brushRef="#br0" timeOffset="23065.59">14477 11567 1008 0,'-22'-27'334'0,"2"23"-63"0,22-6 0 0,0-1-59 0,-2 11-18 0,0-17-25 0,2 2-10 0,0 3-36 0,1-3-3 15,4 2-41-15,3-5-23 0,2 3-5 0,8 4-9 16,1 4-16-16,-11 3 27 0,16 6-36 16,12 4-10-16,-15 1 5 0,7 4-6 0,-7 5-4 15,-2 1 23-15,0 1-25 0,-6 2 3 16,-6-1-3-16,-5-12-3 0,-2 11-2 0,2-1 37 16,-8-2-33-16,2 2-15 0,-4-9 4 15,-3-1-10-15,-6-4 4 0,0-2 14 16,5-2-11-16,-3-2-8 0,4-4 0 15,1-1 2-15,2-5-8 0,2-1 16 0,4-2-21 16,0 0 19-16,2 1-4 0,2-2-2 16,2 2 1-16,7-6 0 0,-6 15-12 15,5-3 27-15,1-1 2 0,2 6 0 0,-2 0-5 16,1 5 9-16,6 5-24 0,-8 1 26 16,9 6-5-16,-12-7 6 0,1 5-6 0,-1 2 1 15,1 1-26-15,3-1 37 0,-2-4-6 16,-3 3-3-16,0-5-3 0,3 1-15 0,2-6 8 15,-3 1-59-15,3-6-12 0,4 1 1 16,-3-10 7-16,10 0 13 0,-9-2 16 16,-2-1 6-16,1-2 6 0,-3-3 13 15,0 4 15-15,-3-2 19 0,-4 7 13 16,2-6 24-16,3 0 12 0,-4 5-2 0,-1 2-11 16,-2 1-14-16,2 0 23 0,-4 9-40 15,0 0 3-15,0 0-5 0,0 0-1 0,4 13 5 16,-2 2 23-16,-2-3-39 0,2 1-5 15,1 2 2-15,-1 0 4 0,2-1-2 0,2-1 24 16,-2-4-33-16,3-1 0 0,0 0-1 16,-1 0-17-16,2-5-16 0,0 2 17 15,-8-5-56-15,16-5 5 0,-2 2 11 0,-6-7 11 16,5 2 6-16,-4-3-39 0,-1 2 68 16,-3-8 6-16,-1 1 7 0,-3 3 17 15,2 0 19-15,1-1 51 0,-2 3-34 16,-2 11 3-16,1-12-4 0,4 1-11 0,-5 11-9 15,0 0 25-15,0 0-39 0,0 0-2 16,8 5 12-16,-4 3-14 0,2 6 7 0,0-1 17 16,-5 2-28-16,2 2-7 0,1 1 8 15,1 1-10-15,-1-7 1 0,0 5 18 16,0-4-14-16,1-2-3 0,-5-11-3 0,4 13 5 16,2-4-3-16,-6-9 20 0,0 0-33 15,0 0 12-15,0 0-6 0,3-9 6 16,1-4-7-16,-2 2-1 0,2 1-9 0,-2-5 18 15,2-1-9-15,-4 1 0 0,0 0 8 16,4 4-7-16,-2-1-20 0,2 3 27 16,-2-2 2-16,-2 11 2 0,0 0-6 0,12 0 7 15,-2-5-8-15,-2 10 12 0,3 0-7 16,-2 5 3-16,1-3-1 0,-1 4 4 0,2-1 30 16,-1 2-36-16,1 1-8 0,-5-2-27 15,-2 2-27-15,-2 2-38 0,-2-3-93 16,-4-2-98-16,0 1-404 0,-4-1-220 0</inkml:trace>
  <inkml:trace contextRef="#ctx0" brushRef="#br0" timeOffset="23482.95">14306 11881 1312 0,'28'-15'292'0,"-14"13"-60"0,12-4-36 0,14-3 11 0,-6-1-68 0,2 1-30 0,4-1-19 0,3-1-29 0,7-2-15 0,1 2 16 15,0-6-64-15,-2 0-28 0,0 8-30 16,-3 0-17-16,-1-2-37 0,-5 1-39 16,-6 3 17-16,-5 2 6 0,-1-2 18 15,-18 3 21-15,8-2 19 0,-2 1 43 16,-3 5 26-16,4 1 18 0,-17-1 8 0,13 4-4 15,-1 2 10-15,-12-6 29 0,8 9-22 16,2 3 12-16,-10-12 7 0,4 9 3 0,0 2 7 16,-4-11-12-16,0 0 31 0,8 3 8 15,-2 3 6-15,-6-6-11 0,12-4-14 0,2-1 28 16,-1-3-45-16,13-4 5 0,-12 4-1 16,3-5-8-16,4 2 1 0,-2 1 7 15,3-4-31-15,-6 7-5 0,5-1-12 0,-4 1 4 16,-8 3-12-16,10-2 20 15,-2 1-41-15,-5 3-30 0,6 0-34 0,-8 4-35 16,3-2-50-16,-13 0-110 0,0 0-131 16,0 0-191-16,12 6-130 0</inkml:trace>
  <inkml:trace contextRef="#ctx0" brushRef="#br0" timeOffset="24450.86">14944 12540 1379 0,'4'-4'314'0,"-4"4"-13"0,0 0-69 0,0 0-28 0,0 0-46 0,0 0-42 0,0 0-7 0,-9 11 4 16,-2 7-15-16,2 1 9 0,6 6 6 15,-1 5-14-15,1 2-12 0,3 3 21 16,3 7-47-16,-3-1-12 0,0 7-8 0,0 2-9 16,0 0-3-16,0 1 23 0,-3-1-40 15,2-4-3-15,-4-3 0 0,0-1-1 0,0-1-4 16,-2-4-23-16,-3-2 31 0,-3-8-5 16,1-2-7-16,-6-1-29 0,4-7-30 0,-5-5 3 15,-3-5-41-15,14-5-26 16,-14-2-22-16,-7-7-6 0,8-2-27 0,1-8-77 15,-1-5-48-15,2-5-422 0,5-2-252 16</inkml:trace>
  <inkml:trace contextRef="#ctx0" brushRef="#br0" timeOffset="24615.99">14776 12339 1165 0,'-21'-6'276'0,"21"6"-75"0,0 0-44 0,0 0-44 15,0 0-24-15,0 0-50 0,0 0-17 16,11 9-46-16,-3-1-60 0,6-1-67 0,4 2-114 16,-3 1-191-16,15 11 120 15</inkml:trace>
  <inkml:trace contextRef="#ctx0" brushRef="#br0" timeOffset="25032.64">15287 12618 908 0,'-18'-10'270'15,"6"-1"-23"-15,0 4-60 0,-4-1-28 0,4-1-13 16,-5 1-11-16,2 3-21 0,2-3 17 16,1 3-66-16,-6 5-3 0,6 0-16 15,-5 7-2-15,-9 8 0 0,14-2 30 16,-3 2-58-16,2 5 7 0,3 0-3 0,2 3-4 15,-2-3-3-15,6 2 31 0,0-10-45 16,4 3 8-16,0 2 2 0,2-5 12 0,2 1 3 16,-4-13 30-16,9 8-35 0,2 0-3 15,1-13-3-15,10-5-7 0,-10-1-2 0,3-2 16 16,-2-1-22-16,0-1-5 0,-5-2 9 16,-1-2-5-16,-2 12-3 0,1-9 21 15,2 1-16-15,-2 4-8 0,-1 2 6 16,-2-1-9-16,1 3 6 0,-4 7 12 0,13 2-23 15,0 1 17-15,0 9 3 0,2 4-2 16,0-1 0-16,-1 2 2 0,3 3-11 16,0-1 14-16,0 0-4 0,-3-2-3 0,2-2-6 15,0 1-26-15,4-3-80 0,-12-8 51 16,5 2-29-16,3 0-65 0,-2-9-77 0,-2-3-103 16,-2-2-211-16,10-6-49 0</inkml:trace>
  <inkml:trace contextRef="#ctx0" brushRef="#br0" timeOffset="25282.78">15491 12516 845 0,'-3'14'295'0,"11"-4"-69"0,-8-10-38 15,0 15-25-15,-2-1-26 0,6-3-15 16,-1 0-6-16,3 3-25 0,1-1-13 16,-1 5-2-16,2-1-2 0,-5-4 13 0,4 4 24 15,2-5-52-15,-2 1 0 0,-5-4-6 16,0 3 1-16,-2-12 11 0,6 5 23 15,-2 4-31-15,-4-9-14 0,0 0-7 0,9-9-9 16,1 1-10-16,-6-3-10 0,1 2-34 16,0-4-17-16,3 0-27 0,-4-1-16 0,-2 1-13 15,4 5-85-15,0-3 17 0,-6 11-42 16,9-9-11-16,-3-3-3 0,-6 12-60 0,0 0-176 16,0 0 113-16</inkml:trace>
  <inkml:trace contextRef="#ctx0" brushRef="#br0" timeOffset="25665.91">15890 12653 1121 0,'18'-19'264'0,"-10"10"-45"0,-8 9-76 16,2-17 49-16,2-1-18 0,-4 18-26 16,-2-14-23-16,0 0-22 0,0 2 20 15,-2 0-60-15,4 12-12 0,-10-8-11 16,2 1-7-16,8 7-8 0,-14 4 27 15,-4 5-45-15,4 5 0 0,3 0-1 0,1-2-7 16,0 5 7-16,-5 0 29 0,8 3-38 16,-1-1-2-16,3-10 4 0,-1 4 3 0,-1 3-7 15,5-6 22-15,0 1-11 0,2-11 5 16,4 7 0-16,3 4-2 0,-7-11-1 0,11-11 5 16,-3 4-6-16,6-4-9 0,6-6 6 15,-14 13-1-15,1-9-9 0,5-1 19 16,-1 2-10-16,-1 0 2 0,-2 2 4 0,1 0-7 15,-9 10 7-15,8-8 15 0,2 1-25 16,-10 7 15-16,10 6 0 0,-2 1 0 16,-2 3-10-16,3 2 3 0,-2 2 12 15,1 2-12-15,-2 0-5 0,7 10 5 0,-3-9-10 16,-3-7-6-16,4 3-41 0,-1 0 0 16,2-4-10-16,2 1-57 0,-4-7-110 0,-1 1-179 15,3-8-248-15,3 1-181 0</inkml:trace>
  <inkml:trace contextRef="#ctx0" brushRef="#br0" timeOffset="26832.37">17222 11944 1066 0,'-17'10'303'0,"7"-17"-59"0,-14 0-42 0,14 3-10 0,-5 3-37 0,0-1-23 0,-2 4-12 0,0-1-6 0,-3 3-19 15,-7 3-6-15,6 6-22 16,5 3-1-16,-4 5-1 0,4 4 5 0,0 7-14 16,2 1 2-16,3 6-12 0,5-2-9 15,2-2-7-15,2 2-8 0,6-2-2 0,0-3-6 16,2 1 3-16,3-9-2 0,5 2-2 16,2-6-8-16,-2-4-5 0,10-3-7 0,-2-8-52 15,7 2 7-15,-2-7-8 0,0-7 0 16,-1 2 7-16,-1-3 14 0,1-2-18 15,-5-1 32-15,-2 2 11 0,-2-2 3 0,-9 4 8 16,6 0 20-16,-4-5-16 16,-4 4 32-16,2 3-7 0,-8 5 4 0,11-7-5 15,-2 3-3-15,-9 4 3 0,0 0-5 16,0 0-10-16,4 9 14 0,2 4-11 0,-1-2 6 16,1-1 11-16,-2 4-12 0,2-1-8 15,0-4-3-15,1 3-5 0,4-2 7 0,-3 0 31 16,5-7-18-16,-2 3-10 0,0-6-2 15,0-2 4-15,6-5-10 0,-1 2 22 16,-9-5-21-16,6 3-3 0,-8-6-1 0,1-1-3 16,-3 2-3-16,0-2 9 0,-9 0-8 15,-5-6-20-15,-3 5 7 0,4 3-10 16,-6 2-2-16,6 4 29 0,-7 1-36 16,-2-1-14-16,1 6-19 0,7 0-2 0,-8 6-8 15,6-4 22-15,0 7-70 0,-1-1-6 16,8-1-19-16,0 0-15 0,6-7-17 0,-4 15-3 15,2-2-44-15,2-13-268 0,6 7 41 16</inkml:trace>
  <inkml:trace contextRef="#ctx0" brushRef="#br0" timeOffset="27181.74">17555 12273 909 0,'16'-6'310'0,"-26"-1"-45"0,2 4-48 0,8 3-21 0,0 0-36 0,0 0-35 0,0 0-16 16,0 0-32-16,0 0 2 0,0 0-5 15,6 9-4-15,2-2-23 0,-2 1 3 16,0 0-16-16,4 0-3 0,-2 3-6 0,-2-4-5 16,3 0-4-16,-9-7 4 0,10 7-9 15,3 1-7-15,-13-8 5 0,11 2-1 0,2 1-10 16,-13-3 21-16,19-5-34 0,-5-1 16 16,-1 0 3-16,-2-1-4 0,-5-1 0 0,0 0-1 15,1-1-2-15,1 1 29 0,-8 8 5 16,6-9 1-16,0 0 0 0,-6 9-9 0,0 0-6 15,0 0-5-15,0 0-4 0,0 0 2 16,14 6 8-16,-4 2 3 0,-4 4-4 16,1 0-6-16,-1 1-5 0,1 2-3 15,-2-4 7-15,4 2-3 0,-2 1 7 16,3-5-26-16,-2-1-18 0,4 0-23 0,-12-8-45 16,12 1-35-16,5-1-31 0,-2-7-76 15,-2 2-51-15,-3-9-33 0,5-9-206 0,-4 6-16 16</inkml:trace>
  <inkml:trace contextRef="#ctx0" brushRef="#br0" timeOffset="27498.54">17987 12134 1156 0,'0'0'233'0,"0"0"-37"16,0 0-32-16,0 0-35 0,0 0 9 15,2 9-16-15,2 3-8 0,-4-12-10 0,0 16-8 16,2 0 2-16,-2-2-27 0,2 0-4 16,-2 4 6-16,2 0 2 0,-1-2-19 15,5 6 3-15,-2-6-19 0,0 1-13 16,-2-8-3-16,0 2 5 0,-2-11-10 0,4 12 17 15,-1-3-20-15,-3-9 12 0,0 0-13 16,0 0-15-16,9-8-8 0,-3-1 7 0,-2-2-35 16,2-2 6-16,2-1-6 0,-1-3 4 15,-1-1-2-15,-1 4 4 0,3 0-13 16,0 1 26-16,1 2 1 0,1 1 0 0,-10 10 4 16,10-6 2-16,4 2-30 0,-4 8 47 15,1 2-7-15,-2 4-1 0,-1-1 4 0,-2 3 3 16,3-2-23-16,-1 4 26 0,1-2-4 15,-3-1-3-15,1 0 4 0,1-3-11 16,4-1-75-16,0 0 23 0,-2-2-31 16,1-7-46-16,5-1-45 0,-3-9-34 0,6-7-4 15,-9 4-34-15,3-2-227 0,0-3 82 16</inkml:trace>
  <inkml:trace contextRef="#ctx0" brushRef="#br0" timeOffset="27682.35">18425 11891 1376 0,'19'-27'252'0,"-15"18"-16"16,-4 9-6-16,0 0-16 0,0 0-21 0,0 0-19 15,0 0-61-15,0 0-28 0,0 0-5 16,0 0 5-16,-2 13-1 0,0 4-14 16,0 4 22-16,-2 11 2 0,4-6 1 15,0 1-7-15,2 4-15 0,0 0-44 16,0-1 28-16,0-1-14 0,2 2-10 0,0-7-12 16,3 0-41-16,2-2-46 0,-5-14-43 15,6 4-18-15,1 2-41 0,1-9-41 0,4 0-73 16,-8-12-98-16,2-1-349 0,6-1-252 15</inkml:trace>
  <inkml:trace contextRef="#ctx0" brushRef="#br0" timeOffset="27849.25">18337 12063 1145 0,'0'0'293'0,"-15"1"-82"0,4 1-24 15,11-2-22-15,0 0-32 0,0 0-8 16,11 2-10-16,6-2-26 0,-17 0-17 0,16 0-19 15,3 0-104-15,-1-2 18 0,2-1-52 16,0-6-65-16,11-4-56 0,-12 4-35 0,4-4-289 16,1 6-16-16</inkml:trace>
  <inkml:trace contextRef="#ctx0" brushRef="#br0" timeOffset="28431.89">18673 11862 1316 0,'0'0'288'0,"0"0"-49"15,0 0-28-15,0 0-34 0,0 0-33 16,0 0 13-16,6 7-35 0,0 1-14 15,-8 4 6-15,0 0 0 0,0 8-5 0,0 11 24 16,-1-4-42-16,3-5-15 0,-1 3-10 16,-4 3-16-16,3 1-10 0,2 0 12 15,0-2-31-15,0-12-21 0,0 3-25 0,0 4-33 16,0-9-33-16,-3 1 5 0,3-14-45 16,0 0-1-16,10 7-5 0,-4 2-8 0,-6-9 14 15,4-11-31-15,3 1 57 16,-5-12 15-16,2-11 14 0,-4 8 14 0,0-7 11 0,0 1 0 15,0-1 42-15,0 1 33 0,0 0 18 16,2 6 13-16,-2 1 9 0,0 13 50 16,0-7-49-16,3 1-2 0,0 6 1 15,4 0-14-15,-7 11-10 0,12-7 28 16,-1 3-46-16,0 10-1 0,-1 1-3 0,1 4 3 16,4 8 3-16,-4-5 30 0,-3 1-44 15,2 6 2-15,-8-11-6 0,0 7-4 0,2 0 6 16,-1-4 20-16,0 3-28 0,-1-3-6 15,2 0 7-15,-4-13 10 0,0 0 0 0,0 0 29 16,0 0-17-16,0 0-14 0,0 0-1 16,0 0-2-16,0 0-2 0,0 0 9 15,0 0-3-15,2-11-7 0,0-2-10 0,-2 13 2 16,6-9 9-16,4-4 4 16,3 9-11-16,-2 1 1 0,-11 3-11 0,19 1 4 15,-2 1-8-15,-4 6 15 0,1 1-27 16,-3 0 24-16,2 6-11 0,-7-2 0 0,2 3-1 15,-5 1 25-15,1 0-39 0,-6 1 31 16,-4 10-1-16,-4-11-4 0,3-1 1 0,-6-3 8 16,8-5-15-16,-11 0 15 0,3 3-5 15,-3-5 14-15,0 0 1 0,4-4-8 0,-1 0-7 16,0-6-9-16,5 2-25 0,2-3-32 16,-2-1-28-16,8 6-41 0,-2-17-52 15,0 6-61-15,6-1-68 0,2 0-223 16,4-1-37-16</inkml:trace>
  <inkml:trace contextRef="#ctx0" brushRef="#br0" timeOffset="28851.69">19073 12025 1063 0,'15'1'324'0,"-15"-1"-84"0,0 0-26 0,0 0 8 0,0 0 10 16,-9 8-40-16,3 1-29 0,4 2-15 0,0 1-5 15,4 2-16-15,0 0-9 0,0 2-27 16,-2-3-21-16,4 0-14 0,2 1-7 0,1-3-13 15,2 0 25-15,-3-3-36 0,2 1-9 16,-8-9 0-16,20 0-7 0,-4 0-5 0,-2-5 19 16,0-1-25-16,-1-1-3 15,-1-3-1-15,2-1 5 0,-2 0-4 0,-2-2 26 16,1-1-21-16,-7 0-6 0,3 1 3 16,-1 1 12-16,-2-1 12 0,-4 13 38 15,2-12-39-15,-1 1-9 0,-1 11-5 0,0 0-2 16,0 0-2-16,0 0 16 0,0 0-15 15,8 11-2-15,-2 14 2 0,-6-1 1 0,2 5 2 16,2 3-5-16,-2 4 7 0,0 3-3 16,2 7-18-16,-2 4-7 0,-4-1 6 0,2 4 8 15,-2 0-7-15,-2-7 2 0,0-3 0 16,0-3-1-16,-2-6 1 0,-2-5-20 16,5 1 27-16,-5-10-2 0,-3-3-5 15,-4-8-8-15,7-3 6 0,-4-5-15 16,-2 3 13-16,0-12-20 0,-6-6-16 0,12-3-23 15,-1-7-29-15,7-5 1 0,7-3-35 16,1-7-31-16,2-6-29 0,5-4-48 0,-2-4-83 16,3-4-292-16,8-2-152 0</inkml:trace>
  <inkml:trace contextRef="#ctx0" brushRef="#br0" timeOffset="29215.28">19515 11654 1395 0,'-4'-10'357'0,"-2"3"-46"16,6 7-44-16,0 0-43 0,0 0-53 0,-10 6-28 15,1 2 10-15,4 5-1 0,0 1-13 16,2 4-4-16,-3 11 29 0,4-3-66 0,-2 1-18 16,6 2-13-16,0 0-13 0,-2 3-10 15,2 1 4-15,0-4-23 0,4 1-11 16,0-4-22-16,4-4-11 0,-2-2-11 0,4-3 24 16,1-2-47-16,-4-9-37 0,4-1-26 15,5 0-9-15,2-10-5 0,9-2 48 16,-12-1-28-16,-10 5 17 0,9-9 11 0,-2 3 10 15,-6-6 12-15,-2 1 49 0,-2-3-40 16,0 2 10-16,-4 15 8 0,-4-17 7 0,0 1 8 16,4 16 7-16,-6-8 15 15,-2 1 23-15,1 11 3 0,-2-1 11 0,1 5 1 16,-1 1 26-16,2 4-21 0,2 0-21 16,0 0-1-16,4 2-4 0,1-1-2 0,1 1 28 15,6-2-35-15,-4 2-9 0,7-7 5 16,2-1-24-16,5-2-42 0,-2 0-31 15,1-5-66-15,0 2-62 0,-6-9-113 0,3 2-356 16,2-5-211-16</inkml:trace>
  <inkml:trace contextRef="#ctx0" brushRef="#br0" timeOffset="29382.09">19309 11847 1389 0,'0'0'273'0,"0"0"-33"0,0 0-56 16,0 0-31-16,12-7-35 0,13-3-22 0,-4 2-24 16,7-2-33-16,3 3-67 0,4-4-62 15,-1 2-92-15,2-1-133 0,-1 3-247 0,-1 4-79 16</inkml:trace>
  <inkml:trace contextRef="#ctx0" brushRef="#br0" timeOffset="31015.11">19958 11909 1299 0,'-30'-16'288'0,"30"16"-27"0,3-12-69 0,1 4-26 0,-4 8-26 0,2-13-13 0,2 0-5 0,-4 13 1 15,0-14-31-15,2 1-21 0,-2 13-5 0,0 0-6 16,-2-11-22-16,-1 2 27 0,3 9-46 16,0 0-5-16,0 0-12 0,0 0 4 0,0 0-4 15,0 0 22-15,0 0-17 0,0 0-6 16,-7 7-6-16,1 0-1 0,1 2 1 0,3 1 33 16,4 0-31-16,0 2-7 0,1 1 7 15,0 0-12-15,2-3 3 0,0 0 16 16,3 1-26-16,2 0-8 0,-4-4 5 0,0 5 1 15,-1-4-2-15,0-1 15 16,-5-7-5-16,0 14 4 0,0-1-1 0,-12-4-7 16,2 1-13-16,-8-1-1 0,-7 5-37 15,13-8-21-15,-7-2-62 0,-15 3-123 0,22-7-398 16,-8 0-202-16</inkml:trace>
  <inkml:trace contextRef="#ctx0" brushRef="#br0" timeOffset="31949.29">19484 9370 1042 0,'2'15'274'0,"-2"-15"-34"0,0 0-21 0,0 0-35 0,0 0-41 0,-2-9-23 0,-3 0-13 0,5 9-11 15,5-11-58-15,-1-1 42 0,-1 2-22 16,1 0 0-16,-4 10-8 0,0-9 2 0,4-2 36 16,-4 11-45-16,0 0-19 0,0 0-4 15,0 0 0-15,0 0-11 0,0 0 40 16,-15 2-48-16,-2-1-2 0,2 9-2 16,-2 7 6-16,2-3-6 0,1-1 34 15,-2 2-30-15,2 1-4 0,-1-1 4 0,9-9-13 16,-5 7 4-16,2-2 32 0,3-1-45 15,0 0-1-15,6-10 3 0,2 11-3 0,-1 2-1 16,10-8 39-16,-2 3-53 0,1-2-5 16,4 2-2-16,-4-3-1 0,0 2 5 0,2-2 16 15,-4 2-13-15,-2-1 15 0,0 3 8 16,-6-9 3-16,0 12 5 0,0 3 6 16,-10-5-17-16,-7 7 12 0,2-6 2 0,-4 1 1 15,0-5-8-15,-2 3-21 16,1 2-56-16,12-9-37 0,-13 1-43 0,2 1-71 15,-2-5-325-15,1 3-76 0</inkml:trace>
  <inkml:trace contextRef="#ctx0" brushRef="#br0" timeOffset="33149.23">21002 11426 1059 0,'0'0'233'0,"0"0"-34"0,0 0-29 0,0 0-33 0,-6 6-22 0,0-1 9 0,6-5-8 0,0 0 32 0,0 0-63 0,2 17 6 16,0 0-15-16,-2-3-14 0,0 3-12 0,0 0 22 15,2 2-48-15,0 1-3 0,0 11-7 16,-4-7-1-16,2 0-4 0,0 1 31 16,0-14-55-16,0 10-10 0,2 0-8 15,-4-7-10-15,0-1-10 0,2-13-90 16,0 0-27-16,0 0-65 0,0 0-116 0,0 0-170 16,-6-12-2-16</inkml:trace>
  <inkml:trace contextRef="#ctx0" brushRef="#br0" timeOffset="33548.49">20954 11312 1049 0,'20'-8'215'16,"-11"14"-25"-16,-9-6-78 0,9 5 28 15,-1 1-20-15,3 3-19 0,8 8-11 16,-6 0-6-16,1 1-32 0,-1 1 19 16,0 2-15-16,6 4-4 0,0-1-18 0,-7-4 9 15,3 0 4-15,-1 2-15 0,-4-4 13 16,4-2 2-16,-5-8-9 0,-3 3 14 0,3-1 43 15,-9-10-30-15,8 5-23 0,3 0-1 16,-3-13-16-16,2 3-2 0,-3-10 22 16,6-5-30-16,-7 10-7 0,-2-9-7 0,3-12 6 15,-3 8-15-15,-2-1 37 0,0-2-25 16,-2 2-7-16,3 13-5 0,-3-10 7 0,0-1 4 16,0 7 22-16,2 2-25 0,-2 13-12 15,2-13 4-15,2 0 9 0,-4 13-3 0,0 0 26 16,13 5-24-16,-3 1-2 15,-3 8 0-15,8 4-6 0,-9 0 1 0,4 0 36 16,0 3-32-16,0 0-4 0,-2 1 3 16,-2-2 5-16,3-1 2 0,-2 3 21 15,0-2-26-15,0-1-13 0,-5-9-25 0,5 4-21 16,3 1-16-16,-10-4-21 0,0 1-28 16,0-12-17-16,2 11-29 0,0 2-13 0,-2-13-7 15,6 8-15-15,1-1-314 0,-7-7 1 16</inkml:trace>
  <inkml:trace contextRef="#ctx0" brushRef="#br0" timeOffset="34398.46">21745 11523 1006 0,'0'-25'242'0,"0"25"-18"0,-5-13-42 0,0 0-14 0,-6 3-20 0,2 2 10 0,2-3-32 0,0 4-5 15,-1-2-18-15,-1 4-24 0,-4 1-19 0,1 0 8 16,-3 7-21-16,4-1-9 0,-3 6-2 15,-8 8-4-15,5-3-3 0,7 3 14 16,0 1-23-16,0-2-8 0,8-4-4 0,-4 0-1 16,2 3 0-16,-2-3 24 0,4 3-12 15,2-14-4-15,0 10 6 0,0 4 7 0,0-14-3 16,0 0-5-16,12-3-21 0,1 3 20 16,2-8-7-16,-3 2-5 0,1-5-5 15,-2 1 7-15,2-1-14 0,-1 0 12 16,-2-1-3-16,4-1 0 0,-8 3-3 0,4 1-4 15,-3 2-16-15,0 1 24 0,-7 6-6 16,0 0-4-16,0 0 1 0,14 3 8 0,-1 0 8 16,-10 8-12-16,4-3 2 0,-5 6-5 15,2 1-2-15,3-3 11 0,0 0 6 16,-4-2-13-16,4 2-5 0,-7-12 2 0,10 8 1 16,3 1 0-16,-13-9-10 0,15 0-26 15,1 0-21-15,2-7 0 0,-3 0 4 0,-1-3 10 16,2-1-49-16,-6-3 69 15,9-3 5-15,-7 0 2 0,-5 8 3 0,0-8 8 16,1 2-57-16,-2 1 67 0,0 0 5 16,-1 4 5-16,1 0 0 0,-6 10-1 0,0 0-47 15,0 0 77-15,0 0 6 0,0 0 4 16,7 9-7-16,-1 1-1 0,-4 2-6 16,0 5 3-16,0 1-2 0,2-1-1 0,1 0 12 15,1 9 3-15,-2-18 19 0,-1 6-22 16,3-1-10-16,-2-2 0 0,-2-3 1 0,-2-8-3 15,9 4 7-15,3 1-17 0,-5-13-9 16,4 6-11-16,-3-8-3 0,3 2 1 16,-1-5 8-16,-2-1-34 0,1-1-11 0,2-11-13 15,1 7-6-15,-6 11 10 0,0-4 26 16,3-5-21-16,-2 8 4 0,1 0 6 16,0 5 9-16,1-1-1 0,-9 5 26 15,11 3-18-15,-1 3 1 0,-1 0 3 0,-3 3-1 16,0 0 5-16,0 2 18 0,2 1-22 15,-2 2 1-15,-4-7 1 0,2 4-2 0,4-7 13 16,-2 3 28-16,-6-7-2 0,0 0 0 16,0 0-12-16,0 0 1 0,0 0-8 0,0 0 9 15,11-3-9-15,2 3-12 0,-11-13-4 16,5 1 2-16,3-1 3 0,2-10 16 16,-7 15-22-16,6-4-9 0,4-8 1 15,1 8 7-15,-7 7-4 0,4-1 27 16,-1-1-28-16,-12 7-1 0,20 1 3 0,-2-1 0 15,-10 8 2-15,4 1 21 0,-6 6-17 16,4-3-4-16,-3 2 2 0,-1-1 2 0,0 3 0 16,1-2 6-16,-1-2-8 0,-1 1-17 15,-3-2-12-15,2-3-14 0,-4-8-31 0,8 8-48 16,0-3-60-16,-8-5-79 0,0 0-507 16,7-8-294-16</inkml:trace>
  <inkml:trace contextRef="#ctx0" brushRef="#br0" timeOffset="34581.48">21958 11233 1160 0,'-7'-11'332'0,"7"11"-95"0,0 0-48 0,0 0-27 0,0 0-57 0,0 0-17 0,0 0-31 0,9 9-41 15,-1 0-71-15,7-3-120 0,-3-4-70 16,4 5-298-16,6 0-39 0</inkml:trace>
  <inkml:trace contextRef="#ctx0" brushRef="#br0" timeOffset="34881.17">22689 11427 1451 0,'25'-8'331'0,"-35"-1"-29"0,4-2-28 16,-4 5-26-16,0-1-36 0,10 7 5 15,-7-4-21-15,-2 1-27 0,9 3-34 16,0 0-28-16,0 0-21 0,0 0-12 16,0 0-23-16,0 0-9 0,0 0-8 0,0 0-7 15,-8 7-4-15,-1 0 6 0,9-7-17 16,0 0-4-16,0 10-1 0,-2 1-3 0,2-11 0 15,0 0 36-15,0 0-42 0,0 0-3 16,0 0-26-16,0 0-30 0,0 0-27 0,0 0-14 16,0 0-53-16,0 0-27 0,0 0-43 15,0 0-95-15,0 0-536 0,0 0-454 16</inkml:trace>
  <inkml:trace contextRef="#ctx0" brushRef="#br0" timeOffset="35265.92">23007 11257 1523 0,'-8'-9'320'0,"8"9"-15"16,0 0-14-16,0 0-38 0,0 0-47 0,0 0-8 15,0 0-62-15,0 0-27 0,0 0-27 16,0 0-17-16,-14 3-10 0,3 1 3 0,6 5-11 16,3 2-3-16,-2 8 3 0,1-1 2 0,3 8-45 15,3 12 7-15,-1-4 38 16,0-1-10-16,0 4-7 0,3 6-5 0,-1 1 0 16,-1 2-34-16,1 3 29 0,-2-6-3 15,0 3-5-15,-2-1 0 0,1-2-2 0,-2-5-45 16,-5 1 47-16,1-8 1 0,-4-5-5 15,-1 0 1-15,-1-6-2 0,-3 0-45 16,-4-6 36-16,10-11-10 0,-13 1-8 0,-13-4-26 16,21 0-26-16,-4-13-29 0,-6-6-33 15,10-4-44-15,3-2-21 0,3-8-36 0,-1-5-34 16,2-3-47-16,4-4-423 16,2 0-261-16</inkml:trace>
  <inkml:trace contextRef="#ctx0" brushRef="#br0" timeOffset="35431.87">22930 11117 1234 0,'-3'-13'304'0,"3"13"-63"0,5-8-33 0,-1-1-37 15,-4 9-18-15,0 0-39 0,0 0-27 16,0 0-39-16,0 0-28 0,0 0-35 0,0 0 21 16,12 11-85-16,5 6-58 0,-8-1-73 15,-2 1-149-15,1 7-162 0,2 4 2 16</inkml:trace>
  <inkml:trace contextRef="#ctx0" brushRef="#br0" timeOffset="36067.83">23315 11301 1053 0,'0'-29'314'16,"-9"25"-59"-16,4-7-36 0,2-3 19 15,-5 6-60-15,4-1-18 0,-8 0 6 0,2-1-28 16,-5 4-23-16,2-2-10 0,-2 8-26 15,3 0-17-15,-6 3-1 0,-6 4-4 16,7 4-6-16,2 3 15 0,2 4-32 0,1 0-9 16,0-3-2-16,2 2-7 0,6-9-2 15,1 7 10-15,0 2-8 0,5-2-9 16,-1 1 1-16,2-7 1 0,1 1 0 0,4-4 14 16,2-2-17-16,-10-4-4 0,18-3 3 15,-1 2-2-15,-4-9-2 0,0 3 1 16,-5-4-1-16,6-6-3 0,-8 8 3 0,0-4-3 15,-2 0 3-15,4-1 5 0,0 5-4 16,-3-3-9-16,0 4-3 0,-5 8-3 0,0 0 11 16,0 0-9-16,0 0 15 0,12 3 6 15,1 0-15-15,-9 11 0 0,0-2 1 0,3 2-7 16,8 11 12-16,-11-14-14 0,6 2-8 16,0-2-13-16,1-2-7 0,2 0-13 15,4-3-29-15,-3-2-27 0,0-4-18 16,2 2-18-16,-3-8-12 0,10-3-30 15,-14 5 33-15,3-10 29 0,8-7 25 0,-10 5 22 16,-4-1 22-16,-2 7-33 0,1-9 78 16,-1-1 27-16,-1 2 25 0,-1 0 19 0,-2 3 17 15,2 0-59-15,-2 2 77 0,0 1-14 16,0 12-7-16,0 0 11 0,0 0-6 0,0 0 29 16,0 0-60-16,0 0-5 0,6 7-9 15,2 4 2-15,-6 2 1 0,3 0 32 16,1 4-24-16,-2 1 4 0,2-6 10 0,1 2 6 15,4-4 3-15,-3 1 11 16,-2-3-18-16,-2 3-8 0,-4-11-11 0,0 0-5 0,16-2-4 16,-2 0 18-16,-14 2-26 15,6-13-8-15,3 1-2 0,-5 1-3 0,3-3-6 16,-7 0-2-16,2-3-40 0,0-1-27 16,-1 1-19-16,-1-1-22 0,5 1-17 0,-2 2-28 15,-1 6-31-15,-2 9 11 0,4-9-10 16,2 1-26-16,-6 8-23 0,0 0-51 15,0 0-239-15,4 8 2 0</inkml:trace>
  <inkml:trace contextRef="#ctx0" brushRef="#br0" timeOffset="36434.58">23946 11135 1151 0,'7'-18'268'0,"1"12"-45"0,-10-5-66 0,-3 1 49 0,5 10-18 0,-1-12-12 0,1-2-27 0,-5 6-22 0,1 0-2 0,4 8-47 0,-15-5-21 0,2 3-2 0,13 2 4 0,-14 7-4 16,0 1 10-16,2 5-19 0,2 1-15 15,-3-1-11-15,6 1 0 0,1-2-4 16,0 5 22-16,1-3-28 0,-1 1-8 16,6-3-5-16,-2 0 6 0,8-4 1 0,-1-1 23 15,-5-7-43-15,0 0-14 0,12 2-6 16,1 0 6-16,-2-10 8 0,-1 5 31 15,-2-7-28-15,0 5 3 0,2-5-3 0,-2 3 5 16,3-6 9-16,-3 6 19 0,-8 7-23 16,8-8 4-16,1 1-2 0,-9 7 6 0,0 0 5 15,0 0 17-15,0 0-8 0,11 3-6 16,-1 0-5-16,-5 4 0 0,2-2-2 0,-7-5 34 16,3 14-40-16,2 1-30 0,-5-15-37 15,2 10-36-15,0 1-32 0,-2-11-59 16,0 0-79-16,4 6-425 0,3 4-232 15</inkml:trace>
  <inkml:trace contextRef="#ctx0" brushRef="#br0" timeOffset="36548.62">24278 11168 1330 0,'-22'0'336'0,"22"0"-76"0,0 0-45 16,0 0-53-16,0 0-83 0,0 0-104 15,-18-9-194-15,3 5-401 0,15 4-152 0</inkml:trace>
  <inkml:trace contextRef="#ctx0" brushRef="#br0" timeOffset="37648.5">21538 11750 1114 0,'-14'-20'342'0,"14"20"-77"0,0 0-28 0,0 0-31 0,0 0 20 0,-7 7-35 0,0 0-34 16,7-7-2-16,0 0-6 0,0 0-6 0,0 0 4 15,0 0-32-15,0 0-11 0,0 0-13 16,-6 6-15-16,-3 1 1 0,9-7 69 16,11 2-41-16,2 2 12 0,10-2 7 0,17 1-11 15,-1-3-13-15,13-3 8 16,13-5-33-16,8-1-3 0,12-4 3 0,8-3-12 0,7 2-5 15,8-2 4-15,2-1-16 16,6-1 8-16,1 1 3 0,2 1-6 0,3 0-9 16,-5 0-14-16,-5 2 15 0,2 0-6 15,-10-1-3-15,-4 4-1 0,-7-1-1 0,-10-1-26 16,-8 7 28-16,-9-1-9 0,-7-1-2 16,-8-1-4-16,-7 4-3 0,-5 2-33 15,-9 2 40-15,-5-5-10 0,-12 3-1 0,4-1 0 16,1 2-5-16,-5 0 16 0,0 2-17 15,-13 0-13-15,12-3-18 0,0 0-21 0,-12 3-23 16,0 0-49-16,0 0-9 16,0 0-20-16,0 0-35 0,-22 3-33 0,3-3-39 0,-2 3-21 15,-14 1-21-15,7 0 4 16,-2 5-7-16,-9-2-15 0,-5-2-18 0,-5 3-90 16,-3-1-237-16,-3 5-188 0</inkml:trace>
  <inkml:trace contextRef="#ctx0" brushRef="#br0" timeOffset="38047.76">22213 11797 984 0,'-91'3'264'0,"60"4"-5"16,-1-2-73-16,-1 3-20 0,6-6-16 15,0 2-4-15,-1-1-7 0,-1-1 24 16,-3 0-36-16,4 3 3 0,-2-4-2 16,0 3 2-16,19-1 4 0,-9-2-24 0,0 3 29 15,1 0-5-15,4-1-2 0,15-3-5 16,-13 2 3-16,-2 0-16 0,15-2 28 15,0 0-22-15,0 0-4 0,0 0-18 0,0 0-4 16,0 0-9-16,19-4-44 0,18-3 36 16,0-1-8-16,5 3-11 0,12-4-4 0,9-2-14 15,7-2-29-15,6 0 33 0,7-3 2 16,5 1-1-16,6 0-7 0,4-1-1 0,-1 1-22 16,4-2 21-16,3 2-4 0,-2 0-5 15,-1 1-2-15,1-1-1 0,-7 2-5 16,-6 0 4-16,-6 1 0 0,-8 3 2 15,-4-3-4-15,-5 3 1 0,-13 1-13 0,-3 0 10 16,-8 1-7-16,-5 2-2 0,-5 0-5 16,-18 5 1-16,8-3-25 0,-2 1 30 15,-2-1-5-15,-3 3-4 0,-1-1-4 0,2-2-23 16,-16 3-14-16,12-3-55 0,0-1-27 16,-12 4-25-16,0 0-75 0,0 0-51 0,0 0-29 15,0 0-79-15,0 0-59 0,-12 7-576 16,-12 5-744-16</inkml:trace>
  <inkml:trace contextRef="#ctx0" brushRef="#br0" timeOffset="45481.86">16328 13926 1075 0,'-4'-12'266'0,"2"2"-40"0,2 10-34 0,2-11-19 0,0 0 16 0,2 0-63 0,3 3-11 0,-7-4-3 0,2 0-3 0,0 1-12 0,3-2 18 0,-8 1-41 15,1 2-14-15,-6 1-10 0,1 0-20 0,1 1 10 16,2 3 3-16,-8 2-29 0,0 0-2 15,-4 5-10-15,1-1-3 0,-2 5 3 16,-8 5 25-16,5 1-20 0,1 5-12 0,2-1-1 16,0-1 4-16,7 3 4 0,-3-1 32 15,0-1-28-15,9-5-11 0,-2 3 7 16,0 0-5-16,1-1-1 0,3-2 15 16,2-11 2-16,2 11-5 0,1 0 3 0,-3-11 0 15,8-2 2-15,4-1 10 0,4-5-24 16,-4 3-5-16,-1-5 6 0,3-1-5 0,-6 0 1 15,3 1 5-15,-2 2-1 0,3 1 1 16,-5-3-2-16,2 3 1 0,-9 7-2 0,0 0 2 16,8-4 7-16,0-1 6 0,1 12 8 15,-1-2-5-15,3 3 7 0,0 1-7 0,-1 3-4 16,2 2 9-16,4-5-8 16,3 6 4-16,-2-6-7 0,-9-3 8 0,3 1-3 15,3 1 11-15,2-6-6 0,-4 3 0 16,7-10-9-16,-2 3-12 0,-2-6-12 15,13-9-27-15,-12 3-4 0,2-1-11 0,-2-2 8 16,3-1 2-16,-1 1-6 0,-4-3 10 16,0 2 2-16,-6 10 8 0,0-5 13 0,-2-2 2 15,0 3-6-15,3 0 14 0,-5 5-6 16,2 0 6-16,-6 7-3 0,0 0 13 0,0 0 32 16,0 0-14-16,5 11 5 0,1-2-5 15,-4 2-1-15,3 4-7 0,-1-6 33 16,0 4-40-16,0 0-6 0,2 0 6 0,0-5-12 15,4 4-41-15,-4-5 3 16,0 1-94-16,2-1-31 0,3-1-45 0,-11-6-101 16,0 0-349-16,0 0-192 0</inkml:trace>
  <inkml:trace contextRef="#ctx0" brushRef="#br0" timeOffset="46231.26">16900 13759 1170 0,'-6'-7'274'0,"2"-2"-63"0,4 9-15 0,-4-8 18 15,-2 3-78-15,6 5-19 0,-12-9-16 0,2 2-13 0,10 7-20 0,-17 2 24 0,0 0-44 0,2 3 2 16,-3 7-11-16,10-7 6 0,-6 9-6 0,-5 5 14 16,5-4-28-16,7-7-9 0,-2 4-6 15,3 2-6-15,2 0 3 0,2-4 26 16,2-10-34-16,0 12-3 0,2 1 0 0,-2-13 0 15,15 0-3-15,6 0 12 0,-6-7-30 16,9-3 4-16,-4-1-1 0,-1 0 4 0,-2 0 4 16,2-2 11-16,-3-2-7 0,0 2 3 15,0 2 3-15,-9 6 4 0,4-5 12 0,-3-1 20 16,-1 3 0-16,-1 0 0 16,-6 8 0-16,0 0-10 0,0 0 0 0,0 0 14 15,0 0-24-15,6 8 25 0,-2 0-3 16,-6 14 5-16,2 14-8 0,2-7-3 0,0 5 7 15,0 4-10-15,-2 4-15 0,-2 4 4 16,-2 6-3-16,4-1-6 0,-2 5 12 16,0-1-1-16,-2-2-8 0,-5-6-1 0,3-3 7 15,0-1-7-15,-3-8 15 0,0-2-11 16,-1-7-7-16,-2-7 1 0,6-9 6 0,-10-4-2 16,4 1 6-16,-1-14-3 15,-6-9-13-15,8-5-8 0,7-8-30 0,2-5-21 0,0-3 8 16,4-8-39-16,1 4-8 15,4-3-7-15,4 3 5 0,1-2 7 0,4 1-25 16,4 4 44-16,2-1 6 0,-1-2 8 16,-2 4 10-16,6 2 9 0,-1-2-3 15,-1 8 39-15,-3-5 14 0,0 5 18 0,-9 1 13 16,2 2 14-16,-1 5 44 0,-1 0-32 16,-7 10-1-16,1-6-3 0,0 3-18 0,-5 14 1 15,-3-13 20-15,1 2-16 16,2 11-2-16,-16 5 1 0,0-1 6 0,3 5 2 0,-7 11 14 15,8-3-28-15,2 0-7 16,6-8-6-16,-3 4-3 0,2 5-8 0,1-3 14 16,2 0-18-16,4-2-20 0,2 1-14 0,8-7-6 15,-2 1-23-15,3-6 11 16,0 2-23-16,4-3-19 0,-1 1 11 0,-1 0 1 16,0-2 12-16,-15 0 14 0,0 0-7 15,10 5 8-15,1-2 8 0,-11-3 2 0,-6 7-2 16,1 3 19-16,-8 0-18 0,-8 3 7 15,12-7 4-15,-6-1-14 0,-1 4-12 0,2-6-32 16,1 2-53-16,3-3-45 0,-3 5-62 16,13-7-330-16,0 0-92 0</inkml:trace>
  <inkml:trace contextRef="#ctx0" brushRef="#br0" timeOffset="46663.98">17569 13472 928 0,'-25'-2'288'0,"6"-4"-41"0,2 3-33 0,5-1-13 0,-2 0-27 0,-2 1-18 0,-2-2-14 0,2 2-5 0,2-2-13 15,-2 1-21-15,-3 1-30 0,5 3-11 16,-2-4 24-16,0 2-40 0,3 2-12 0,13 0-10 15,-16-2-7-15,2 1 3 0,14 1 32 16,0 0-42-16,0 0-14 0,-12 3 7 16,-4-1-2-16,16-2 5 0,-2 17 39 15,2-1-32-15,0 2-2 0,2 1 10 0,-2 3-3 16,1 11 3-16,2-9 36 16,-1 4-23-16,4-2-1 0,-4 3 0 0,-4 0 3 0,2 3-4 15,2-1 31-15,0 1-22 16,-2 1-4-16,2-5 2 0,-4 0-1 0,2-2 0 0,2-1-20 15,-2 1 19-15,0-11-8 0,2 2-8 16,2 4-4-16,-4-7-5 0,2 1-19 16,4-2-5-16,-2 1-16 0,-4-14-26 15,11 2-36-15,0 3-42 0,0-7-15 16,2 1-40-16,3-7-11 0,7-3-24 0,-6 2-26 16,-8 2-68-16,1-4-37 0,9-8-195 15,-3 7-52-15</inkml:trace>
  <inkml:trace contextRef="#ctx0" brushRef="#br0" timeOffset="46981.97">17555 13675 1239 0,'0'0'316'0,"0"0"-64"0,0 0-36 16,0 0-12-16,0 0 4 0,0 0-15 0,0 0-14 16,0 17-13-16,0 1-14 0,-2-1-10 15,0 2-22-15,-3-1-27 0,1 0 4 16,2 1-39-16,-1 1-12 0,8-5-6 0,-1 3-6 15,1-1-1-15,-3-5-18 0,4-4-7 16,0-1-11-16,7-5-14 0,0 2-23 0,-5-10 1 16,5 3-25-16,-1-7-10 0,1 1 18 15,-2-4-4-15,3-1 19 0,-4-1 16 16,-2 0-2-16,-6-3 1 0,0 5 3 0,-4-4-4 16,0 0 6-16,-6 3 37 0,-10-7-24 15,12 14-13-15,-7 1 7 0,-3-1 5 16,2 0-16-16,4 4 26 0,-6 1-48 0,2-1-18 15,14 3-18-15,-16 5-12 0,-2-2-27 16,18-3-11-16,-10 9-51 0,1-2-52 16,9-7-89-16,0 0-229 0,-4 6-64 0</inkml:trace>
  <inkml:trace contextRef="#ctx0" brushRef="#br0" timeOffset="47383.05">17672 13440 1016 0,'0'0'303'0,"0"0"-72"15,6-14-35-15,0 4-15 0,2 3-46 16,5 2-17-16,1-1-14 0,0-3-17 0,4 2-2 16,12-3-11-16,-6-1-60 0,1 0 47 15,1 2-18-15,-16 5-6 0,11-4-38 0,7-2 31 16,-18 7-19-16,5-1 26 0,0-2 2 15,-15 6 5-15,10-4-4 0,3 2 27 0,-13 2 40 16,3 12-6-16,1-3-3 0,-2 4-5 16,0 1-6-16,0 7-1 0,2 11 8 15,-2-7-18-15,1 6-1 0,8-3-4 0,-2 7-12 16,-2-1-3-16,-4 0 48 16,5 4-62-16,-2-2-10 0,4 1-1 0,1-3-6 15,-6 0 8-15,-1-1 51 0,0-3-47 16,-2-4 1-16,-1 0-1 0,-2-2 16 0,-3-11-6 15,-1 7-32-15,4 0-3 0,-11-4 9 16,-6 5 5-16,0-10-3 0,0-2-8 0,-1 0-65 16,8-4-2-16,-12-5-34 0,-11 0-48 15,23 0-55-15,-6-5-57 0,0 1-42 16,5-8-84-16,1 1-562 0,4 0-599 0</inkml:trace>
  <inkml:trace contextRef="#ctx0" brushRef="#br0" timeOffset="47947.83">18389 13675 1410 0,'0'0'376'0,"0"0"-1"16,0 0-68-16,0 0-49 0,0 0-37 0,0 0-20 0,0 0-15 0,0 0-3 0,0 0-44 0,19-3-17 16,13-2-8-16,0 0-17 0,5-2-20 15,7-1-15-15,8-1 10 0,1-3-8 16,8 2 0-16,3 1-9 0,1-2 8 0,4-1-34 15,0-1 12-15,-1 1 12 0,1 1-15 16,0-3-4-16,-2 2-3 0,-1 0-1 16,-3-2 3-16,-3 3 0 0,-3 0 5 0,-5-2 1 15,-5 2-16-15,-6 3-5 0,-7-1 1 16,-5 4 5-16,-3 1-6 0,-3-4-7 0,-12 8-31 16,-11 0-54-16,6-9-45 0,-2 2-82 15,-14 1-56-15,-1 1-29 0,-10 3-7 0,-18-3-27 16,8 3-74-16,-5 2-484 0,2 2-492 15</inkml:trace>
  <inkml:trace contextRef="#ctx0" brushRef="#br0" timeOffset="48297.59">18547 13407 1064 0,'-24'9'338'0,"24"-9"-58"15,8-5-48-15,2 1-21 0,-10 4 1 0,0 0-15 16,0 0-43-16,0 0-10 16,0 0-50-16,0 0-19 0,0 0 4 0,0 0-4 0,-8 11 0 15,0 1-25-15,-1 1 5 16,-2-1-11-16,-1-3-7 0,-5 10-6 0,4-6-7 16,-4 1-16-16,4 1 15 0,-2-1-10 15,1-2-4-15,1 1 2 0,1-2-6 0,5-3-8 16,-6 1 5-16,5 2 3 0,2-5-1 15,0 1-4-15,1 3 0 0,0 0 13 0,5-10-17 16,2 13 9-16,1 0-5 0,4-5-2 16,1-1 2-16,5 0-3 0,1 1-9 15,5-1-18-15,16 0-29 0,-11-3-5 0,2 0-18 16,3 1-10-16,3 1-69 0,-2 2 40 16,4-3-31-16,-3 2-50 0,-4-2-135 15,6 3-320-15,-4 1-185 0</inkml:trace>
  <inkml:trace contextRef="#ctx0" brushRef="#br0" timeOffset="49047.49">20325 13046 1030 0,'-9'-6'295'0,"9"6"-30"0,0 0-73 0,0 0-24 0,0 0-23 0,-6 6-13 0,-3-1-13 0,3 8-10 0,0 0-18 16,4 5 13-16,-5 12-23 0,2-8-7 15,3 6-9-15,2-3-20 0,0 0 0 16,0-14-11-16,0 9-4 0,0 2-14 0,0-7-3 15,0 1 11-15,-2-6 36 0,0 4-1 16,2-14 3-16,0 0-25 0,0 0-10 0,0 0-6 16,0 0 13-16,-2-12-15 0,-2 3-11 15,4-14 6-15,4-12-4 0,-2 9 0 0,0-1 11 16,0 1-11-16,3 1-1 0,2-2-1 16,-2 5 3-16,6 0 9 0,-2 1 10 15,-1 6-8-15,-3 6-3 0,5 1 9 16,1 0-2-16,3 12 0 0,2-2 8 15,-4 8-19-15,11 7-5 0,-10-4-3 0,4 2 1 16,0 5-2-16,-4-3 21 0,-3 1-26 16,-4-7 1-16,5-1 1 0,0 4-3 0,-5-4 4 15,5 1 37-15,-11-11-24 0,0 0-5 16,0 0-7-16,10-2 0 0,3-2-1 0,-10-9 34 16,1-3-39-16,0-1 2 0,4-13 0 15,0 6 2-15,1 2-3 0,-2 0 32 16,1 4-43-16,-6 10 1 0,8-9 2 0,-1 3 1 15,3 6 5-15,-1-1 37 16,4 11-42-16,-3 3 4 0,2 2 1 0,6 10 0 16,-7 2 1-16,0 3 26 0,-4 2-29 15,1 1-1-15,-2 0-23 0,2 3-40 0,-2-1-41 16,-2 2-1-16,0-4-44 0,-2-1-13 16,0-1-15-16,-1-11-33 0,-1 3-33 0,1-1-68 15,-4-4-374-15,-1 0-218 0</inkml:trace>
  <inkml:trace contextRef="#ctx0" brushRef="#br0" timeOffset="49580.78">21032 13110 1159 0,'7'11'307'0,"-10"-26"-27"0,1 4-77 0,2 11-9 0,0 0-16 0,-4-11-18 0,-1 0-7 0,5 11-3 16,-12-3-50-16,-1-1-10 0,13 4-4 0,-12 6 2 15,-4-1-1-15,0 5 22 0,-6 9-35 16,10-6-15-16,-3 1-7 0,7 3-9 0,3-8-7 16,-4 7 23-16,3-1-36 0,2-2-6 15,0-3-1-15,4-10-2 0,0 12 0 0,1 0 9 16,-1-12-16-16,0 0-9 0,18-5-17 16,7-5-12-16,-10-2 0 0,0-1 15 15,-8 9-12-15,7-9-5 0,8-3 4 16,-8 2 3-16,-5 6-1 0,1-1 21 15,1-3-9-15,-2 5-4 0,-1-1 6 0,-8 8 2 16,0 0 12-16,0 0 12 0,13 6-4 16,2-2-1-16,-15-4-5 0,6 14 0 0,-2-2 3 15,0 0-13-15,2-2 20 0,0-1-7 16,1 0-3-16,0-1 1 0,1-1-4 0,-8-7-25 16,11 3-18-16,3 0-49 0,-2-10-34 15,-2 4-16-15,0-11 2 0,1 4 9 16,-1-7-9-16,8-8 6 0,-8 6 2 15,2-2 11-15,-4 13 21 0,-5-7-28 16,4-2 72-16,-3 8 24 0,2-3 16 0,0 2 22 16,3 5 15-16,-9 5 2 0,0 0 55 15,0 0 12-15,0 0-2 0,0 0-1 0,0 0 2 16,-4 13 13-16,1 1-33 0,3 1-10 16,3-2-4-16,-3 3-13 0,0-1-8 0,2 0 22 15,2 0-23-15,-4-2-19 0,2 2 5 16,-2-15-29-16,0 12-36 0,2 1-24 15,-2-13-65-15,0 0-96 0,0 0-136 16,0 0-235-16,0 0-135 0</inkml:trace>
  <inkml:trace contextRef="#ctx0" brushRef="#br0" timeOffset="49695.61">21163 12852 726 0,'5'12'146'0,"-5"-12"-104"0,10 2-104 16,5 2-191-16,-15-4 74 0</inkml:trace>
  <inkml:trace contextRef="#ctx0" brushRef="#br0" timeOffset="50064.95">21417 12996 1286 0,'9'-4'225'0,"2"2"-18"15,-11 2-40-15,0 0-23 0,0 0-1 0,0 0-3 16,0 0 29-16,2 15-52 0,0 2-23 16,-2-1-3-16,2-3-14 0,2 2-13 0,0 1 6 15,-1-3-30-15,0 4-16 0,1-6-4 16,-1 3 2-16,-3-14-7 0,4 10 20 16,1 2-34-16,-5-12-15 0,0 0-17 0,0 0 1 15,0 0 9-15,4-12 39 16,-2 2-37-16,0-2 2 0,1 1 2 0,2-8-3 15,0 3 11-15,1-3 31 0,4-5-36 16,-6 14 2-16,3-2-4 0,0 1 7 0,3 4 16 16,-2-3 37-16,3 7-30 0,0-1-1 15,-1 8-5-15,3 3-2 0,-7 0 5 0,3 5 29 16,0 1-24-16,5 11-11 0,-10-15-3 16,2 4 7-16,4 3-4 0,-4-1 19 15,0 0-51-15,2-2-46 0,-1-2-30 16,-7-11-49-16,4 9-98 0,0-1-204 15,-4-8-177-15,0 0-159 0</inkml:trace>
  <inkml:trace contextRef="#ctx0" brushRef="#br0" timeOffset="50230.85">21833 13095 1326 0,'-22'-4'306'0,"32"0"-121"16,4 4-28-16,-14 0-28 0,0 0-46 0,0 0-48 15,0 0-78-15,0 0 1 0,6-8-35 16,2 1-71-16,-8 7-132 0,0 0-200 0,0 0 75 16</inkml:trace>
  <inkml:trace contextRef="#ctx0" brushRef="#br0" timeOffset="50515.05">22036 12832 1367 0,'13'7'303'0,"-20"1"-31"0,-2 4-18 16,2-3 3-16,0 4-18 0,1 2-14 15,-3 12-30-15,1-2-13 0,8 0-3 0,-1 2-3 16,-1 2-24-16,2 6 20 0,-2 2-65 16,2 2-28-16,2 3-16 0,-2 6-17 0,-2 5-41 15,-3 3 46-15,2-1-55 16,-6-2-1-16,5-2 2 0,-2-1 0 0,-5-1-1 15,2-3 50-15,-1-5-60 0,-2-4-21 16,0-4-10-16,4-7-28 0,-4-6-32 0,-2-5-8 16,11-9-51-16,-10-2-22 0,2 1-9 15,1-10-18-15,0 1-49 0,0-16-71 16,0-8-446-16,10-2-309 0</inkml:trace>
  <inkml:trace contextRef="#ctx0" brushRef="#br0" timeOffset="50682.07">22013 12609 1554 0,'0'0'258'15,"0"0"-43"-15,0 0-42 0,0 0-39 0,0 0-43 16,0 0-34-16,0 0 8 0,6 6-52 16,1 0-5-16,-2-2-14 0,0 5-36 0,6 2-47 15,-2 2-24-15,1 0-80 0,8 11-102 16,-3-5-236-16,2 4-22 0</inkml:trace>
  <inkml:trace contextRef="#ctx0" brushRef="#br0" timeOffset="51297.34">22496 13051 1204 0,'2'-13'246'16,"-7"4"-51"-16,0-2-37 0,5 11-4 15,0 0-4-15,0-15-8 0,-1 0-1 0,-6 2-22 16,-3-11 4-16,-3 7-22 0,-1 5-13 15,-2-2-5-15,10 9-8 0,-8-5-12 16,-2-2-11-16,2 7-10 0,-3 1-7 0,-1 6-10 16,4-2 16-16,-3 9 23 0,0 1-18 15,2 0-6-15,-6 9-5 0,10-4 0 0,7-4-8 16,-2 4 8-16,0 1-16 0,6-3 4 16,0 2 5-16,0-4-3 0,4 0 1 0,-4-11 5 15,10 7-18-15,3-2-4 16,-2-10-5-16,-3 0-13 0,9-4-6 0,-4 1 17 15,2-3-18-15,-1 0-6 0,-2-1 3 16,7-5-1-16,-9 9 5 0,-2 1 22 16,2-2-25-16,-10 9-7 0,10-8 4 0,0 2 10 15,-10 6-4-15,10 4 27 0,1 1-20 16,-7 5-5-16,1 1 4 0,1 0 4 16,-2 2 3-16,4-2 8 0,-1 2-40 0,1 0-26 15,1 0-4-15,0-6-9 0,1 0-16 0,-10-7 20 16,12 3-64-16,-1-2-16 0,0-8-11 15,-3-2-8-15,1 2 12 0,-1-1 34 16,0-1 20-16,-1-1 23 0,2-3 32 16,-1 0 24-16,-2-3 22 0,-2 3 48 15,2 0-11-15,4 2 20 0,-10 11 23 0,0-13 5 0,2 1-4 16,-2 12 37-16,6-6-32 16,2 0-1-16,-8 6-13 0,9 4-16 0,-1 0-13 15,-2 5 26-15,3 1-41 0,-1 2-2 16,2-1-11-16,0 0 1 0,3 2-2 0,-3 0 37 15,2-1-35-15,-1 0 2 0,0 1-7 16,-1-7 7-16,3-1-10 0,-13-5 28 16,0 0-28-16,14 0-3 0,2 0-4 0,-8-7-8 15,-2-5-7-15,-2-1 25 0,5-8-46 16,-7 9-23-16,-2-2-18 0,0-1-11 0,2-2-40 16,1 3-61-16,-1 1-32 15,0 1-49-15,4 1-313 0,3 1-119 0</inkml:trace>
  <inkml:trace contextRef="#ctx0" brushRef="#br0" timeOffset="51647.66">23160 12832 1140 0,'11'-6'264'0,"-22"1"-64"0,1-1-37 0,-1-5-20 0,2 4-9 0,-1 4-8 15,1-2 4-15,-2 3-45 0,1-1 35 0,-2 6-15 0,1-1-14 16,-2 6-12-16,-6 6-9 0,13-7-11 0,-3 5 8 16,-2 0-17-16,2 5-18 0,2-2 2 15,-1 0-10-15,4 1 8 0,4-16-15 16,-3 15-5-16,3-1 7 0,0-14-6 0,3 10 0 16,1 1 15-16,-4-11-13 0,14-4-19 15,1 1-1-15,-4-5-1 0,1 1 8 0,3-3 7 16,3-3-6-16,-8 8-11 0,2-2 5 15,4-2-1-15,-4 5 1 0,3-2 22 16,-5 5-15-16,1-3-5 0,-11 4 1 16,11 5 1-16,1-1 6 0,-12-4 10 15,8 6-20-15,2 3-24 0,-4-4-37 0,0 2-39 16,-6-7-47-16,4 10-72 0,0-3-134 16,-4-7-342-16,9 10-226 0</inkml:trace>
  <inkml:trace contextRef="#ctx0" brushRef="#br0" timeOffset="51780.97">23510 13007 1530 0,'0'0'290'15,"0"0"-77"-15,0 0-31 0,0 0-81 16,0 0-97-16,-9-7-147 0,-2-1-490 16,11 8-165-16</inkml:trace>
  <inkml:trace contextRef="#ctx0" brushRef="#br0" timeOffset="55031.08">4207 13712 1067 0,'-2'11'258'0,"2"-11"-49"0,0 0-91 0,0 0 54 16,0 0-12-16,0 0-20 0,0 0-13 0,0 0-13 0,0 0 2 0,0 0-29 0,0 0-11 0,0 0-10 0,0 0-17 15,0 0-8-15,0 0 12 0,0 0-40 16,0 0 24-16,0 0 5 0,0 0 6 16,0 0-3-16,0 0 7 0,17-2 8 15,-2 2-8-15,2 0-7 0,-1 0-3 0,4-2-8 16,0 2 4-16,6-1 4 0,16-3-6 15,-8 4-3-15,4-2-2 0,2-2-7 0,1 0 0 16,3 1 25-16,0 1-35 0,3-5-2 16,4 2 3-16,1 2 4 0,2-2 5 0,1 1 36 15,2 1-37-15,-2-5-2 0,3 2-5 16,-1 3 1-16,-5-1-1 0,3 2-9 16,-3-1 14-16,-5 0-3 0,5 3 0 0,-3-2 1 15,-5 1-3-15,-1 1-32 0,-3 1 39 16,-2-1 0-16,-3 2 1 0,2-2 4 15,-1 0 5-15,-4 0-1 0,-2 3 9 16,-1-3-14-16,-2 0 0 0,1 0-8 0,-16 1 3 16,12-2-2-16,2 1 38 0,-2 0-54 15,2 1 3-15,-2-2-3 0,1 1-22 0,-3 0 24 16,0 0 14-16,-2 0-21 0,3 1 3 16,-4-1-2-16,2 0 1 0,-5 2-4 0,3 0 20 15,1-2-23-15,-3 0 6 16,2 2-2-16,-2 2-2 0,4-4 2 0,-4 1-35 15,2 1 47-15,0 0-8 0,1 0 6 0,-2-2-1 16,1 0-6-16,3 3-37 0,-4-2 52 16,6 1-12-16,-3 0 4 0,15-2-5 15,-24 3 1-15,11-3-4 0,0 2 15 16,0-2-12-16,-2 2-5 0,4 1 2 0,-1-1 3 16,-5-2-2-16,-1 0 48 0,4 0-50 15,-1 0-3-15,0 0 2 0,-2 0 4 0,-2 0-1 16,1 0 9-16,5 0-8 0,-3 0-4 15,2 0 6-15,-1 0-4 0,1 0 5 0,0 0-11 16,2-5 11-16,11 3-2 0,-9 2-2 16,-13 0 3-16,12 0-4 0,12-2-26 15,-11 2 39-15,-1-3-7 0,1-1 5 0,2 3-6 16,-2 1 0-16,-12-3-28 0,7 1 42 16,5 0-10-16,-7-1 6 0,4 1-2 15,-6-2 1-15,3 4-11 0,-6-2 19 16,0 0 1-16,-14 2-3 0,16-1 7 0,-2-2-7 15,-14 3-2-15,0 0-60 0,0 0 46 16,0 0 10-16,15-2 2 0,0 1-1 0,-15 1 0 16,0 0-31-16,0 0 16 0,0 0 9 15,0 0 5-15,0 0-1 0,0 0 7 0,0 0-17 16,0 0 21-16,11-2 3 0,-3 0 1 16,-8 2-9-16,0 0 8 0,0 0-11 15,0 0-8-15,0 0 8 0,0 0-7 0,0 0 0 16,0 0-5-16,0 0 3 0,0 0-10 15,0 0 6-15,0 0 3 0,0 0-6 16,0 0-1-16,0 0 8 0,0 0-54 0,0 0 41 16,0 0 4-16,0 0-17 0,0 0-21 15,0 0-15-15,0 0-32 0,0 0-88 16,0 0-63-16,0 0-44 0,0 0-60 0,-4-7-150 16,-2 0-409-16,6 7-535 0</inkml:trace>
  <inkml:trace contextRef="#ctx0" brushRef="#br0" timeOffset="56397.66">8722 12636 1020 0,'23'1'254'0,"-23"-1"-35"0,-5 16-29 0,3-3-15 0,-2 1-14 0,2-1-73 0,-2 2 56 15,2 3-14-15,0 0-16 0,-2 14-23 0,2-11-13 16,2 3 13-16,0-13-14 0,0 9-14 16,2 2-8-16,-2-5 1 0,2 0 15 0,-4-7 22 15,2 1-6-15,0-11 15 0,-5 10-2 16,1-1-17-16,4-9-18 0,0 0 26 15,-2-14-47-15,-3 2-2 0,5-5-1 16,3 1-3-16,-6-5-1 0,3-13-32 0,0 11 27 16,3-1 1-16,-3 9 8 0,4-5 23 0,3-1-2 15,-5 5-41-15,2 3 30 16,-2 4-5-16,2-4-9 0,-4 13-10 0,12 0-1 16,6 0-8-16,-3 13 26 0,6 2-21 15,-6 1 11-15,-1 1-13 0,0 1-13 0,-2 3-9 16,1 3 28-16,1-6-21 0,-1 2-13 15,0-3 2-15,-9-8-4 0,2 4 4 0,2 0 20 16,2-4-3-16,0 0 5 0,-10-9-8 16,13-4-2-16,6 1 3 0,-9-9-83 15,7-11 76-15,-7 3-4 0,4 0-1 0,-2-3 1 16,1 0 3-16,-4 2-35 0,1-1 39 16,-1 2-3-16,-1 3-8 0,-4 10 1 15,2-5 2-15,1 0-35 0,-7 12 50 16,11-2-7-16,-1-1 0 0,-2 8-7 0,1 2 5 15,-2 8-10-15,1-2 27 0,-2 3-23 16,1 1-2-16,-3 0-32 0,4 1-28 0,-6-2-40 16,1 3-19-16,3-8-53 0,-2 1-35 15,1 1-20-15,-1 1-9 0,-4-14-43 0,2 11-30 16,2-2-60-16,-4-9-305 0,0 0-206 16</inkml:trace>
  <inkml:trace contextRef="#ctx0" brushRef="#br0" timeOffset="56930.63">9376 12797 1103 0,'7'-8'331'0,"-10"1"-67"0,3 7-33 0,-4-13 4 16,2 3-27-16,2 10-20 0,-9-5-32 0,3 1-8 0,6 4-25 0,0 0-18 0,-11-2-4 16,0-2-29-16,11 4-9 0,-13 6-10 15,1 2 3-15,4 1 0 0,0 0 4 16,-3 2-19-16,2-1-7 0,3 2-6 0,0 0-2 15,4-3-5-15,0 0 17 16,2-9-29-16,-5 11-2 0,1-2-2 0,4-9 4 16,0 0 1-16,0 0 29 0,11 3-36 15,-1 1-7-15,1-11-7 0,0 0 0 0,-1-2 3 16,2 0 0-16,-1 1 5 0,2 0-1 16,-5-3-2-16,3 1 2 0,-3 2 1 0,1-2-25 15,-9 10 27-15,9-8-3 0,-3 0 5 16,-6 8-1-16,8 6-1 0,3 0-19 0,-6 3 23 15,-1 1 6-15,0 0-4 0,2 4-3 16,0 0 0-16,0-1 0 0,-1-1 13 16,-1-1-12-16,1-3-8 0,1 1-2 0,0-3-17 15,3 1-25-15,-9-7 13 16,8-5-36-16,4 3-25 0,-2-8 12 0,4-5 4 0,-2 1 11 16,-3 9 53-16,2-10-33 15,-3-2 6-15,-1-1 14 0,-1 5 6 0,2-2-1 16,1 0 44-16,-7 4-26 0,4-1 0 15,-6 12 13-15,5-10 0 0,-1 3 32 0,-4 7 25 16,0 0-15-16,0 0-6 0,0 0-8 16,0 15-4-16,-2-1-7 0,4-2-5 0,-1 0-1 15,2 1 10-15,-1 1-10 0,-2-14-7 16,2 13 1-16,2 1-19 0,-4-14-29 16,9 9-28-16,0-2-54 0,-9-7-38 0,0 0-50 15,8-7-55-15,3-1-72 16,-9-3-320-16,-2 0-185 0</inkml:trace>
  <inkml:trace contextRef="#ctx0" brushRef="#br0" timeOffset="57030.71">9615 12576 1213 0,'0'0'244'0,"0"0"-73"0,0 0-67 0,0 0-5 0,0 0-29 16,0 0-51-16,0 0-45 0,0 0-67 0,4 8-85 0,3-1-300 15,-7-7 79-15</inkml:trace>
  <inkml:trace contextRef="#ctx0" brushRef="#br0" timeOffset="57397.53">9772 12737 1119 0,'0'0'369'0,"0"0"-136"16,0 0-29-16,0 0-14 0,0 0-22 0,0 0-28 15,0 0-29-15,0 0-48 0,0 0 9 16,0 0-17-16,0 0-5 0,0 0-2 0,0 13-15 15,2 2 28-15,1-4-39 0,1 2-4 16,-2-1-5-16,2 0-7 0,-4-12 2 0,2 13 27 16,0 0-43-16,-2-13-8 0,0 0-5 15,0 0-15-15,0 0 8 0,0 0 37 16,0 0-37-16,6-11 3 0,0-1 8 16,-4 0 5-16,2 0 1 0,0-4 18 15,0 3-6-15,-2 0 7 0,0 2 0 0,4-2 6 16,0 2 5-16,-4 4 19 0,2-1-41 15,-4 8 23-15,10-3-10 0,4 1-1 0,-14 2 0 16,6 7 4-16,3 0-19 0,-1 5 18 16,0-2-8-16,0 2-6 0,-2-3-23 0,2 2-22 15,-2 1-68-15,1-3 14 0,-1-1-37 16,-6-8-62-16,0 0-81 0,7 5-320 0,0 2-131 16</inkml:trace>
  <inkml:trace contextRef="#ctx0" brushRef="#br0" timeOffset="57514.77">10033 12759 1088 0,'8'6'259'0,"3"1"-53"0,-11-7-47 15,0 0-31-15,0 0-54 0,0 0-70 0,0 0-120 16,0 0-125-16,0 0-221 0,-5-9 109 16</inkml:trace>
  <inkml:trace contextRef="#ctx0" brushRef="#br0" timeOffset="57814.38">10195 12639 1440 0,'-22'-5'284'0,"22"5"-38"0,0 0 3 0,-5 11 1 15,-1-1-32-15,1 1-45 0,3-1 6 16,-3 3-19-16,2 13-20 0,1-15-21 0,2 13-15 15,0 10-14-15,0-5-14 0,0 0-24 16,2 3-11-16,1-3-7 0,4 2-9 0,-2 1-4 16,1-1 5-16,-1 1-14 0,-1-3-7 15,-2-3-8-15,2-4-14 0,-2-9-9 0,-4 5 3 16,2 0-24-16,-4-2-24 16,0 1-10-16,-3-9-19 0,-2-1-23 0,-3-5 12 15,-1 1-63-15,-1-6-42 0,-8-6-38 16,8-5-96-16,-2 1-342 0,4-6-218 15</inkml:trace>
  <inkml:trace contextRef="#ctx0" brushRef="#br0" timeOffset="57963.89">10080 12573 891 0,'16'6'228'0,"-4"-9"-103"16,-12 3 29-16,0 0-54 0,0 0-45 0,12-3-51 15,0-1-49-15,-12 4-73 0,0 0-296 16,11 7 180-16</inkml:trace>
  <inkml:trace contextRef="#ctx0" brushRef="#br0" timeOffset="58364.33">10420 12761 1051 0,'7'-7'302'0,"-1"1"-60"0,-15-5-36 16,3 3-9-16,-1-4-32 0,3 4-17 0,-6-1-12 16,2 0-7-16,-6-2-30 0,6 2-9 15,-2 1-42-15,1 0 5 0,9 8-15 16,-17 0-11-16,2-2 4 0,5 12-12 0,2-2 14 16,-2 4-5-16,4 2-10 0,0 1-2 15,1 2 7-15,5-3-10 0,0 2 20 16,3-4-21-16,1 1-5 0,2-3-3 0,0 0 0 15,5-5-1-15,0 1 25 0,-11-6-25 16,15-4-13-16,4 2-4 0,-8-3 7 0,-1-2-4 16,-2-1 25-16,4-2-17 15,-6 0-10-15,-2 2 1 0,-2-5 4 0,2-1 2 16,-2 4 42-16,0 0-23 0,-2 10-5 16,0 0-1-16,0-14-11 0,0 1 7 0,0 13 3 15,0 0-4-15,0 0 3 0,7 10-6 16,-1 1-1-16,-2-4 1 0,1 4 5 0,3 0-10 15,-1 2 14-15,-1-2-13 0,2 0-15 16,-2-1-14-16,3-3-33 0,2 1-75 16,-4 2 5-16,-7-10-53 0,0 0-96 0,9-7-401 15,2 3-213-15</inkml:trace>
  <inkml:trace contextRef="#ctx0" brushRef="#br0" timeOffset="58647.33">10545 12542 961 0,'12'3'287'0,"-9"7"-39"0,-2 0-115 16,-1-10 59-16,0 0-19 0,0 14-24 0,3-3-18 0,0-1-13 16,1 0 12-16,0 1-44 15,2 0-19-15,-2 2-8 0,4 0 5 0,-1 0-9 16,2-4 11-16,-1 2-12 0,1-2-18 16,-3-1 13-16,2-1-1 0,-8-7-8 0,0 0-5 15,0 0-13-15,18-1 15 0,-4-4-14 16,-10-2 3-16,2 0-8 0,1-3 3 0,0 1-2 15,-5-4-37-15,2-1-25 0,-4-1-6 16,0-1-17-16,4 6-5 0,2-1-70 16,-6 11 35-16,0 0-28 0,4-9-1 15,-1 0-24-15,-3 9-16 0,0 0 10 16,0 0-20-16,0 0-41 0,0 0-265 0,8 11 54 16</inkml:trace>
  <inkml:trace contextRef="#ctx0" brushRef="#br0" timeOffset="58997.5">10931 12597 1057 0,'14'0'280'0,"-12"-13"-40"0,0 2-28 16,-2 11-16-16,0-15 8 15,0 2-39-15,0 13-19 0,-4-15-9 0,0 4-16 16,-2 4-17-16,2-1-5 0,4 8-13 16,-11-7-20-16,-2 2-18 0,13 5-2 0,-13 5-4 15,1-1-2-15,2 9-6 0,-2-4 2 16,2 4-8-16,3-2-9 0,1 6-5 0,0-5-3 15,2 2 12-15,-1-3-12 0,5-11-6 16,-2 12 2-16,0 0 1 0,2-12 1 0,0 0 14 16,11 5-18-16,-3-1-1 0,-8-4 0 15,11-6 1-15,-3-1-6 0,-2 1 18 16,4-1-13-16,-10 7-10 0,8-11 6 0,0 4-2 16,-8 7 0-16,6-8 16 0,3 1-13 15,-9 7 0-15,0 0 7 0,8 5 2 16,3 1-6-16,-7 1 12 0,1 3-9 0,-1 2-8 15,0-2 0-15,0 4-1 0,0-2-12 16,2 0-32-16,4-2-34 0,-2 4-32 16,0-1-26-16,-2-5-32 0,1-1-62 0,-7-7-105 15,0 0-397-15,0 0-259 0</inkml:trace>
  <inkml:trace contextRef="#ctx0" brushRef="#br0" timeOffset="59130.47">11218 12625 1125 0,'0'0'279'0,"0"0"-80"16,0 0-32-16,0 0-68 0,0 0-60 15,0 0-62-15,0 0-138 0,0 0-344 0,-12-3 32 16</inkml:trace>
  <inkml:trace contextRef="#ctx0" brushRef="#br0" timeOffset="59863.71">9340 13031 1151 0,'-14'27'280'0,"14"-27"-44"0,14 2-6 0,-1 0-16 0,-1-6-22 0,6 4-16 0,2-3-15 0,16-1-28 0,-4-1 7 15,7-3-25-15,1 1-23 0,7 0-12 16,3-3-4-16,1-1-9 0,0 2 21 15,1 3-37-15,0-3-16 0,1-2-5 0,-7 4-4 16,-1 0-11-16,-1 1-4 16,-3 2 3-16,-8 0-11 0,-3-3-17 0,-16 3-18 0,7 0-17 15,-4 1 0-15,-1 1-28 16,-4 0-25-16,-12 2-2 0,0 0 1 0,-16 4 5 16,-14 1 13-16,1 1-22 0,5 1 32 15,-10-3 10-15,-6 3 10 0,-5 0 9 0,1-2 19 16,-3 3-10-16,-1 4 13 0,-1 2-1 15,-4-4 9-15,1-1 15 0,8 4 22 0,0-4-58 16,8-1 88-16,6-1 9 0,0-2 2 16,6 3 2-16,12-6 12 0,-2 2 13 15,-3-1 11-15,6 4 16 0,0-2 14 0,11-5-5 16,14 2-10-16,11-2 13 16,5-2-52-16,6-3-12 0,8-4-13 0,7 2-7 15,4-2-8-15,0-1 37 0,5 1-54 16,3 0-4-16,-4-2-3 0,3 4-2 0,-3-1-1 15,-5-1 25-15,-3 5-41 0,-3-2-43 16,-7-2-43-16,-5 0-45 0,-4 1-28 0,-19 5-18 16,6-3-36-16,0-1-142 0,-19 6-452 15,0 0-374-15</inkml:trace>
  <inkml:trace contextRef="#ctx0" brushRef="#br0" timeOffset="61047.6">9568 12510 1528 0,'-6'-23'331'0,"1"9"-44"0,2 1-28 0,3-1-35 16,0-1-41-16,-6-4-6 0,-4-8-31 0,7 1-22 0,0-4-16 0,-2-1-18 0,4-5-10 0,1 0-34 15,0-6 16-15,1-6-17 16,4 0-5-16,0 1-10 0,2-3-5 0,-1 1-35 15,1 0 29-15,1-1 2 0,0 1-7 16,2-1-4-16,5 2-2 0,-5 3-1 0,1 0 4 16,3 4-7-16,-2 6-4 0,1 5-2 15,-3 5-1-15,-4 3-9 0,-3 12-24 16,1-3-18-16,1 1-11 0,-5 12-31 0,0 0-17 16,0 0-28-16,4 12-12 0,2 0-53 15,-6 2-47-15,-4 13-98 0,-5-8-353 0,4 2-230 16</inkml:trace>
  <inkml:trace contextRef="#ctx0" brushRef="#br0" timeOffset="61364.79">9166 12473 1307 0,'20'11'293'0,"-3"-8"-36"16,-7 4-21-16,2 3-24 0,0 2 6 16,4 8-60-16,-5-2-22 0,-1-1-11 0,5 2-5 15,-2 1-13-15,-3 2 13 0,4 1-49 16,0-2-11-16,-4-2-15 0,3-5-3 0,0 1 0 16,-6-10-11-16,3 7 28 0,0-1-7 15,-10-11-6-15,22-2-4 0,5-5-9 16,-10-7-38-16,1-1 29 0,5-8-18 15,-3-4-17-15,2 0-19 0,-1-2-28 0,4-6-41 16,-2 0-41-16,1 1-56 0,-3 2-14 16,-1-2-53-16,-8-4-118 0,-4 6-345 0,3-1-251 15</inkml:trace>
  <inkml:trace contextRef="#ctx0" brushRef="#br0" timeOffset="62697.45">9608 10960 964 0,'-16'-28'324'16,"16"28"-25"-16,6-7-105 0,3-1 54 15,-9 8-34-15,0 0-21 0,0 0-41 16,0 0-44-16,0 0-20 0,0 0-13 15,0 0-4-15,-2 11-10 0,2 4-10 0,6-3-7 0,-2 2 21 16,0 1-31-16,0 0-16 16,1-1 2-16,0-1-7 0,3-4-3 0,-1 3 28 15,1-3-34-15,-2-1-4 0,-6-8 1 16,15 0-2-16,4 3 5 0,-11-14 12 16,2 3-17-16,4-3-4 0,-4 0 7 0,-4-6 1 15,1 1 2-15,-5-2 5 0,2 3-7 16,-8-5 13-16,-5-6-5 0,7 18 1 0,-6-5 5 15,-2 0 2-15,-4 2 7 0,4 4-14 16,0 1-12-16,-3 4-2 0,0 1-2 0,0-1 2 16,13 2-5-16,-14 2-44 0,0-1-29 15,14-1-10-15,0 0 0 0,0 0-4 0,0 0 20 16,5 11-29-16,0 4 1 0,7-18-4 16,1-1-5-16,6-4 2 0,10-4 35 15,-7 1-11-15,-6-4 18 0,1-2 21 16,1 0 33-16,-8 0 31 0,-2 0 6 15,-4 7 35-15,4-7 20 0,-4 0 12 0,0 3 41 16,0-2-13-16,-4 16 9 0,-2-13-36 16,2-4-24-16,0 17-17 0,0 0-7 0,0 0 7 15,0 0 47-15,0 22-22 0,0 7-8 16,4 0-10-16,0 9-10 0,0 3-8 0,3 3 3 16,1 8-7-16,1-1-11 0,1 2-5 15,1 2-3-15,-3 1-2 0,2-6-21 0,2-2 5 16,-4-2-15-16,0-5-29 15,-1-7-23-15,1-6-8 0,3-4-3 0,-7-13-60 16,0 4 7-16,3 0 2 0,-7-15-3 16,0 0 12-16,0 0 20 0,0-18 19 15,0-9 1-15,-3-1 18 0,-3-7 14 0,0-5 24 16,-3-6 22-16,-1 0 28 0,0-1 1 16,0 1 20-16,7 2 2 0,1 5-1 0,-4 2 1 15,0 7-57-15,6-1 67 16,6 7-8-16,-5 10-12 0,4-2-7 0,-1-2-12 15,4 10 34-15,0 0-43 0,3 10-3 0,2 0 1 16,-5 8 0-16,1-3-4 0,-1 6 38 16,0 3-48-16,-6 3 0 0,4 2 4 15,-9 0-1-15,0 9 2 0,1-17 18 16,-4 1-19-16,2 5 4 0,0-6 0 0,0 0 2 16,4-13-3-16,-7 12 10 0,3 0-15 15,4-12 0-15,0 0-1 0,0 0 1 0,-4-13-5 16,2-2-5-16,8 1-63 0,7-13 57 15,-3 6-6-15,1-1 7 0,2-2-3 0,-3-1 5 16,1 3-56-16,2-3 76 0,-5-2 5 16,-4 4-1-16,1 14 12 0,-3-8 10 0,0-2 47 15,2 3-44-15,-2 3-10 0,-2 13-4 16,-6-8 5-16,2 1 7 0,4 7 27 16,-9 10-28-16,-2-1 0 0,5 6-2 15,2 1-13-15,1 2 5 0,3-1 28 16,0 3-41-16,0-1-7 0,3-3 1 0,1 4 5 15,5-6-5-15,-1-2 19 0,3-4-26 16,-3-1-19-16,1-3-9 0,6-2-6 0,-5-8-14 16,-2 3 3-16,3-9-7 0,0 3 6 15,-3-6 16-15,5-7 8 0,-9 13 3 0,-3-8 5 16,4 0-59-16,-3 0 84 0,0 0 15 16,1 4 12-16,-3-3-1 0,0 16-2 0,0-13 8 15,0-1-22-15,0 14-4 0,0 0 3 16,0 0 7-16,0 0 5 0,11 10 34 15,-1 1-47-15,-4 7-5 0,4 7-2 0,1-7 15 16,-1-2 3-16,0 1 28 16,2-2-31-16,-8-8 0 0,7 4 5 0,-2-1-1 15,-4-1 7-15,0-2 27 0,-5-7-12 16,0 0-19-16,12-4-2 0,1 1-7 0,-8-9-9 16,-1 2 4-16,0-5 0 0,0 0-8 15,-2-5-12-15,3 1 0 0,-3-1 3 0,0-1-6 16,2 7-3-16,3-1 10 15,-3 2-3-15,-2-1-3 0,-2 14 4 0,0 0-4 16,11-3 19-16,-3-2-11 0,0 13-3 0,1-1-2 16,2 7 1-16,1 0 8 0,-3-1 23 15,1 3-24-15,1-3-8 0,0 0 8 16,-3-2 5-16,2 1 0 0,-3-4 21 16,0-1-26-16,-7-7-1 0,8 6 6 0,0 0-8 15,-8-6-30-15,11-8-6 0,4 0-80 16,-5-5-23-16,-1 1-42 0,1-2-54 0,-2 0-110 15,2 1-298-15,-5 0-174 0</inkml:trace>
  <inkml:trace contextRef="#ctx0" brushRef="#br0" timeOffset="62847.51">10795 10796 1161 0,'15'-12'387'0,"-15"12"-86"0,0 0-33 0,0 0-24 0,0 0-52 0,0 0-39 0,0 0-50 15,0 0-67-15,0 0-71 0,0 0-78 0,-8-4-182 16,1-1-415-16,7 5-236 0</inkml:trace>
  <inkml:trace contextRef="#ctx0" brushRef="#br0" timeOffset="65680.96">1422 13193 837 0,'9'4'264'0,"-9"-4"-63"0,0 0 29 0,0 0-30 0,-6-11-12 0,5 0-23 0,1 11-10 0,-6-11 1 0,-1-1-55 16,1 0 7-16,-5 2-27 0,-1-1-9 0,-1 0-12 15,-1 2 2-15,-8-6 20 0,16 10-23 16,-13-4-18-16,-14-6 5 0,11 6-4 0,-2-6 5 15,-1 6 6-15,-4-2 0 0,3 3-6 16,-4 1-7-16,-2 1-10 0,-1-1-1 0,3 7 20 16,-6 0-29-16,-2 0-7 0,-3 5-2 15,3 4-2-15,-2 3 4 0,0-3 21 16,-1 7-4-16,4-3-11 0,1 2-4 0,0 2 1 16,4 3-6-16,-2 0-22 0,1 1 29 15,3 6-4-15,3-1-2 0,4 6 2 16,7-1 4-16,1 6 13 0,0 3 6 15,5-1-13-15,4 4-3 0,3-1-3 0,3-1-1 16,5 0 0-16,1 0 26 0,4-2-30 16,3-1 7-16,4-3 7 0,0 0 11 0,3 0-1 15,6-6 36-15,2 1-47 0,1-5-4 16,3 0-1-16,0 1 7 0,2-4-1 0,3-4-36 16,3-5 60-16,0-4 5 0,4 2 11 15,-2-6-18-15,3-5-10 0,-3-4 5 0,0-2-2 16,1-4-26-16,-5-1 6 15,0-7-3-15,0 1-6 0,-2-5-3 0,2-2 0 16,-4-3-14-16,0-6 20 0,-4 1-9 16,-5-2 10-16,1-2 5 0,-9-3 0 15,1-1 11-15,-6-2-7 0,-2-1 6 0,-6-1-10 16,-4-4-5-16,-3 4 10 0,0-2-16 16,-5 5 4-16,-1 1-3 0,-1 2 0 0,-4-1 1 15,2 6-10-15,-6 2 6 0,4 4 8 16,-5 3-9-16,2 0-1 0,-4 6 2 0,-3 2 0 15,-1 3-46-15,0 5 41 0,-5 2 4 16,1 1-1-16,-1 1-1 0,0 4 1 16,1 0 4-16,1 0-14 0,1 2 1 15,5 2 7-15,12-1-3 0,-8 1-13 0,-2 0-3 16,7 2-36-16,0-3-24 0,13-3-68 16,-17 0-70-16,0 2-68 0,17-2 13 15,0 0-37-15,0 0-23 0,0 0-48 0,9 13-491 16,-3-2-471-16</inkml:trace>
  <inkml:trace contextRef="#ctx0" brushRef="#br0" timeOffset="76162.92">6458 15681 961 0,'0'0'227'0,"0"0"-21"0,0 0-23 0,0 0-20 0,0 0-6 0,0 0 35 0,0 0-56 0,0 0-5 0,0 0 5 15,0 0-13-15,0 0-1 0,0 0 30 16,0 0-20-16,0 0-8 0,7-5-1 15,4 1-7-15,-2 1-8 0,1 0-39 16,8-2 26-16,8-2-14 0,-5-2-4 0,-1 4-4 16,6-3-9-16,0 1-33 0,1-1 46 15,3 0-7-15,-2 1-1 0,2-4-6 0,5 4-14 16,-10 0-14-16,1-1 26 0,-14 2-14 16,10 1 0-16,10-3-10 0,-20 6-15 0,-2-3 8 15,3 1-51-15,-13 4 30 0,13-3 12 16,2-3 4-16,-15 6-16 0,0 0-1 0,0 0-8 15,10-1 2-15,4 1 9 16,-14 0-4-16,0 0-10 0,0 0-17 0,0 0-34 16,0 0-57-16,0 0-33 0,0 0-34 15,0 0-28-15,0 0-9 0,0 0 21 16,-16 0-13-16,4 0-8 0,12 0-3 0,-15 1 2 16,0 6-31-16,0-3-16 0,-1 2-40 15,0 3-238-15,2 0-38 0</inkml:trace>
  <inkml:trace contextRef="#ctx0" brushRef="#br0" timeOffset="76646.55">6557 15784 1042 0,'0'16'242'0,"0"-16"-43"16,-12-2-27-16,-1 2-18 0,13 0-14 16,0 0-7-16,-9 2-7 0,1 3-2 15,8-5-5-15,0 0 5 0,0 0-6 16,0 0-10-16,0 0-5 0,0 0-1 0,-12 4 4 15,0 0 7-15,12-4-15 0,0 0-8 16,0 0-3-16,0 0-1 0,0 0 2 0,-6 7 39 16,2 2-48-16,4-9 4 0,0 0 9 15,0 0 13-15,0 0 24 0,10 2 1 16,5 0-14-16,-2-2-6 0,0-2-10 0,1-5-14 16,14-1-8-16,-6 1-41 0,0-4 33 15,4 3-17-15,-1 1-6 0,2-6-9 0,2 5 0 16,-2-4-23-16,3 0 24 15,-5 3-9-15,1 0-3 0,-2-2-3 0,-2 4 0 16,0 0-21-16,-12 5 2 0,7-5 22 16,0 1-7-16,-6 0-2 0,-1 1 2 0,-10 5-2 15,10-3-10-15,6 0 14 0,-16 3-8 16,0 0-1-16,12-2-3 0,1-2-2 0,-13 4-12 16,0 0 13-16,0 0-3 0,0 0-3 15,0 0-3-15,0 0 1 0,0 0-18 16,0 0 9-16,0 0-16 0,0 0-19 0,11 2-7 15,1 0-18-15,-12-2 5 16,0 0-33-16,0 0 0 0,0 0-17 0,0 0-30 16,0 0-20-16,0 0-48 0,0 0 8 15,0 0-34-15,0 0-21 0,0 0-4 0,0 0-35 16,0 0-74-16,-4-9-464 0,2-3-413 16</inkml:trace>
  <inkml:trace contextRef="#ctx0" brushRef="#br0" timeOffset="84354.48">3373 15379 165 0,'0'0'-57'0,"6"5"20"0</inkml:trace>
  <inkml:trace contextRef="#ctx0" brushRef="#br0" timeOffset="85479.47">3303 16368 753 0,'0'0'252'16,"0"0"-43"-16,0 0-34 0,0 0-27 15,0 0-19-15,0 0-8 0,0 0-2 0,0 0-14 16,0 0-14-16,0 0-5 0,0 0-1 15,0 0-3-15,0 0-2 0,0 0-55 16,0 0 66-16,0 0-12 0,0 0-4 0,15 2-1 16,-1-2-2-16,-14 0 2 0,6 7-7 15,0-1-14-15,-6-6-4 0,7 7 4 0,-1 1 0 16,-6-8 27-16,6 7-9 0,2 2 17 16,-8-9 10-16,12-5 22 0,4-8-40 0,-1-2 26 15,3-5-63-15,-3-12-17 0,4-2-48 16,-1-4-45-16,6-2-56 0,-3-3-10 15,2-2-58-15,2 2-22 0,1 2-34 16,-4-1-27-16,1 7-42 0,-7 1-368 0,4 11-212 16</inkml:trace>
  <inkml:trace contextRef="#ctx0" brushRef="#br0" timeOffset="87862.95">4510 14284 760 0,'10'-27'220'0,"-10"27"-34"0,0 0-26 0,5 10-76 0,1-2 41 0,-6-8-18 0,0 0-14 0,0 0-10 0,0 0-5 0,0 0-42 16,0 0 36-16,0 0-15 0,0 0-6 16,0 0 1-16,0 0-1 0,-4 9 27 15,-1 2-40-15,5-11 15 0,0 0-1 0,0 12-2 16,0 0-4-16,-8-1 8 0,2-1-21 15,-5 4-5-15,-6 8 6 0,5-5-3 0,-4 3-2 16,2-1 3-16,-1 0-30 0,0 0 27 16,0 2-9-16,-1 0-3 0,0 0-3 0,2 0-2 15,3-3-4-15,0 2 13 0,7-11-8 16,-7 5-8-16,-2 1-3 0,10-3 1 0,-4 1 39 16,7-13-44-16,-4 9 0 15,-3 3 3-15,7-12-6 0,0 0 7 0,0 0 26 16,-2 10-47-16,-2 0-12 0,4-10-12 15,0 0-10-15,0 0-8 0,0 0-29 16,0 0-9-16,0 0-22 0,0 0-31 0,0 0-17 16,0 0-16-16,0 0-25 0,0 0-301 15,0 0 18-15</inkml:trace>
  <inkml:trace contextRef="#ctx0" brushRef="#br0" timeOffset="88312.41">4578 14391 792 0,'29'-7'195'0,"-29"7"-33"16,0 0-20-16,0 0-14 0,0 0-22 0,0 0-65 16,0 0 54-16,0 0 3 0,0 0-7 15,0 0-4-15,0 0 1 0,0 0-22 16,0 0 7-16,0 0-8 0,0 0-11 0,6 7 3 15,0-2 12-15,-6-5 1 16,-6 12-10-16,1-5-2 0,0 4-9 0,-1 0 1 16,-3 3-8-16,-4 9 22 0,3-6-40 15,0 1 24-15,-4 5-11 0,4-1-2 0,-5-1-4 16,2 2-1-16,5-1 9 0,-3 0-1 16,1-3-5-16,-4-3-13 0,6-7 3 0,2 4-1 15,0 0 15-15,2-2-20 0,-1-1-17 16,1-2 6-16,0 1 2 0,4-9-9 0,0 0 32 15,0 0-31-15,-4 8 0 0,1 0 0 16,3-8-2-16,0 0 1 0,0 0 0 16,0 0 5-16,0 0-12 0,0 0-8 0,0 0 0 15,0 0-7-15,0 0 3 0,0 0-14 16,0 0-12-16,0 0-10 0,0 0-2 0,0 0-9 16,0 0-7-16,0 0-10 15,0 0-34-15,0 0-45 0,0 0-60 0,0 0-67 16,0 0-282-16,0 0-94 0</inkml:trace>
  <inkml:trace contextRef="#ctx0" brushRef="#br0" timeOffset="90545.87">7950 17649 1373 0,'20'13'409'0,"-10"-14"-71"0,1-3-48 0,2 8-40 0,12-3-50 0,3 4-17 0,2-2 25 0,5 1-57 16,9-1 0-16,8-3-5 0,-1 5-11 0,6-1-26 15,2 0 54-15,5 0-55 0,-1-1 6 16,1-3-9-16,1 0-5 0,-4 0-13 0,1-2-24 16,-5-2 6-16,0 3-1 0,-5-1-8 15,-4-2-7-15,-3-3-10 0,-7 4-26 0,-3-2 3 16,-5 1 0-16,-4 1-14 0,-14 3-19 15,5-1-4-15,3 0-3 0,-6 1-70 16,1 0 39-16,-15 0 12 0,0 0-8 16,15 0-29-16,-4 0-42 0,-11 0-20 15,0 0-31-15,0 0-28 0,-13 2-5 0,-4 3-9 16,6 0-5-16,1 0-42 0,-3 2 20 16,0-1-18-16,-6-1-44 0,0-1-100 0,2 3-171 15,-15 5-95-15</inkml:trace>
  <inkml:trace contextRef="#ctx0" brushRef="#br0" timeOffset="90879.49">8215 17813 984 0,'-44'17'306'0,"35"-13"-72"0,-3 3-52 15,0 0-17-15,12-7-17 0,-12 6-9 0,2 1-49 16,10-7 44-16,-8 4 3 0,-3 0-5 15,11-4-4-15,0 0 10 0,0 0 28 16,0 0-17-16,0 0-6 0,0 0 3 0,0 0-2 16,8-6 1-16,16-1 11 0,9 2-22 15,8-2-2-15,5-3-4 0,3-1-6 0,5 1-9 16,2-3-40-16,1-1 12 0,0 1-11 16,3 4-10-16,-5-3-5 0,0 5-13 15,1-2-23-15,-4-2 14 0,-1 4-6 16,-2 0-8-16,-5 1 0 0,-3 0-7 0,0 1-22 15,-4 1 1-15,-4 0 4 0,-1 2-21 16,-17 2-24-16,4-2-18 0,0 2-31 0,-6-5-56 16,2 5-42-16,-15 0-53 0,7-3-36 15,3-1-5-15,-10 4-28 0,0 0-61 16,-11-1-519-16,3-3-524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03:42.441"/>
    </inkml:context>
    <inkml:brush xml:id="br0">
      <inkml:brushProperty name="width" value="0.05292" units="cm"/>
      <inkml:brushProperty name="height" value="0.05292" units="cm"/>
      <inkml:brushProperty name="color" value="#FF0000"/>
    </inkml:brush>
  </inkml:definitions>
  <inkml:trace contextRef="#ctx0" brushRef="#br0">4440 11014 945 0,'-21'-8'233'0,"21"8"-18"0,0 0-46 0,4 7-22 0,2 1-14 16,-6-8-12-16,0 0-13 0,0 0 31 0,0 0-64 15,0 0 2-15,0 0-9 0,0 0 4 16,0 0-7-16,0 0-13 0,0 0-41 16,0 0 37-16,0 0-10 0,0 0-3 15,0 0 15-15,15 0-1 0,-3 1 34 0,2 3-39 16,-2 0-4-16,4-4-6 0,17 3-1 15,-7-1 0-15,0-2 17 0,2 2-22 16,4-2-6-16,2-2 1 0,2 2 16 0,2 0-1 16,4-2 8-16,-1 1-17 0,4-3-9 15,3 0-1-15,-2 2 0 0,1 1-4 0,-1-3-10 16,1 0 9-16,-1 0-5 0,-1-2-3 16,1 4 3-16,-1 0 0 0,-3 0-5 0,-1 1 13 15,-1-2-13-15,-4 3 1 0,-4 0-1 16,1-1-2-16,0 1-2 0,-3 0 13 15,0 1-3-15,0-1 0 0,2 0 7 0,0-1 8 16,-1-2 1-16,2 3 20 16,-6 0-22-16,4-5-1 0,2 1-4 0,-3 0 2 15,3 0-5-15,-1-1 38 0,2-1-46 16,-2 2 0-16,0 1 1 0,-3-3-4 0,2 1 0 16,-1 2-20-16,2-1 32 0,2 0 5 15,-2 0-1-15,0 1-1 0,-3 1-4 0,3-2-34 16,0 2 50-16,1-1 7 0,2 0-4 15,3 0-7-15,-2-1-5 0,-2 0-5 16,-3 3 23-16,3-1-23 0,-2-5-3 0,2 4-6 16,-2 1 2-16,-2-1-2 0,3 1 23 15,-4-1-19-15,-1-2-2 0,2 2-1 16,-3 3-2-16,-13-1 2 0,10-2 10 16,15 2-7-16,-29 1 1 0,12 0-1 0,1 0 0 15,-2 0-3-15,0 0 4 0,-1-2 7 16,0 2-7-16,0 0 0 0,1 0-1 0,-5 0-4 15,4 0-29-15,-6 0 37 0,2 0 1 16,4 2 10-16,-1-2-2 0,3 0 0 0,-4 0-10 16,0 0 5-16,0 1-28 0,2-1 22 15,0 0-7-15,1 0 6 0,-2 3-6 0,1-2-44 16,1-1 35-16,-2 0 11 0,2 0 6 16,-4 0-7-16,3 0 2 0,3 3-41 15,-4-3 25-15,4 0 23 0,-3-3-7 0,1 6-5 16,-5-3 7-16,8 0-21 15,-3 1 7-15,4-1 9 0,-1 0 2 0,1 2-13 16,13 0 13-16,-14-2-12 0,-12 3-3 16,11-3 15-16,5 5-3 0,-5-5-6 0,3 0 1 15,-2 2-3-15,-2-2 10 0,0 0-15 16,0 0 9-16,0 2-6 0,1-1-3 0,-6-1 6 16,2 0-19-16,-2 0 17 0,3 0 10 15,-4 3-9-15,4-2 3 0,-6 2 7 0,1-1-35 16,0-2 29-16,4 0 2 0,-6 3 5 15,8-1 1-15,-7 2-6 0,1-1-18 16,5-3 13-16,-2 3 7 0,2 0-1 0,-2-1 3 16,-3 0-5-16,3 0-4 15,-6 0-9-15,6-2 13 0,-4 0-3 0,0 1-6 16,-14-1 8-16,16 2 2 0,1 0 0 16,-17-2-14-16,12 0 14 0,1 0-7 0,-13 0 8 15,0 0-4-15,0 0-37 0,0 0 25 16,15 0 11-16,-3 0 12 0,-12 0-1 0,0 0-4 15,0 0-42-15,0 0 29 0,0 0 10 16,0 0 3-16,0 0 0 0,0 0-11 16,0 0-44-16,0 0-14 0,0 0-52 15,0 0-52-15,0 0-60 0,0 0-62 0,0 0-24 16,0 0-141-16,0 0-436 0,0 0-511 16</inkml:trace>
  <inkml:trace contextRef="#ctx0" brushRef="#br0" timeOffset="1100.11">9128 11064 862 0,'0'0'264'0,"0"0"-27"0,0 0-46 0,-2 8-21 0,-2-1-18 16,4-7-12-16,0 0-10 0,0 0-69 15,0 0 56-15,0 0-11 0,0 0-3 0,0 0-11 16,0 0-10-16,0 0-3 0,0 0-10 16,0 0-2-16,0 0-17 0,0 0 4 0,0 0 7 15,12-1 17-15,6 1-16 0,-4 0-8 16,1 0-10-16,9 0 0 0,-4 0-11 0,6-2 19 15,-3 2-22-15,0-4-11 0,16 1-3 16,-16 1 2-16,5-1-4 0,-18 0 14 16,14 3-19-16,-4 0-1 0,2-5-3 15,-3 3 0-15,-7 2-3 0,6-2-14 16,-18 2 18-16,12-4-3 0,2 3 1 0,-14 1 3 16,0 0-4-16,0 0 2 0,16 1-3 15,-3-1 5-15,-13 0-6 0,0 0 1 0,0 0 1 16,0 0 0-16,0 0 11 0,0 0-19 15,0 0-15-15,0 0-17 0,0 0-50 0,0 0-26 16,0 0 7-16,0 0-58 0,0 0-24 16,-11-4-22-16,1 3-22 0,-9-1-37 0,4 2-17 15,-3-2-274-15,2 2-73 0</inkml:trace>
  <inkml:trace contextRef="#ctx0" brushRef="#br0" timeOffset="1466.65">9164 11144 847 0,'19'15'212'16,"-19"-15"-31"-16,0 0-17 0,0 0-20 0,0 0-44 16,0 0 27-16,0 0-3 0,0 0-3 15,0 0-10-15,0 0-1 0,7-6 4 16,4 3-13-16,-11 3-4 0,0 0-8 0,0 0 1 16,0 0 15-16,0 0 4 0,0 0-9 15,14-2-2-15,3 0-14 0,2 0-11 0,11-3-10 16,-7 1-6-16,3-2-1 0,-1-1-14 15,5 2-16-15,-2-1-2 0,3 0-4 0,1 1-2 16,-4 1 9-16,-2 1-9 16,0 0-14-16,-14 0-1 0,10-1 1 0,-1 0-4 15,-6 3 24-15,2-1-24 0,-17 2-3 16,15-4 0-16,-1 1-1 0,-14 3 1 0,0 0 28 16,0 0-23-16,14 0-8 0,0-2 2 15,-14 2 1-15,0 0-1 0,0 0-7 16,0 0-8-16,0 0-26 0,0 0-33 0,6-6-15 15,5 1-21-15,-11 5-18 0,0 0-22 16,0 0-42-16,0 0-38 0,0 0-84 0,0 0-354 16,0 0-200-16</inkml:trace>
  <inkml:trace contextRef="#ctx0" brushRef="#br0" timeOffset="3134.35">18327 9586 739 0,'18'-20'163'0,"-4"9"-29"0,1 3-25 0,-15 8-16 0,2-12 16 0,3 0-47 0,1 4-12 0,9-4-17 15,-5 9-1-15,-10 3 8 0,4-11 20 16,2 3-2-16,-6 8 16 0,0 0 12 0,0 0 10 15,10-6 10-15,0 5 16 16,-10 1 1-16,0 0 4 0,0 0-7 0,0 0-24 16,0 0-27-16,0 0 5 0,0 0-6 15,0 0-4-15,0 0-11 0,0 0 8 0,-9-10-1 16,4 1 16-16,5 9-25 0,-16-5-11 16,2-1-2-16,1 2-2 0,0-3 3 0,-4 2 16 15,3-1-19-15,-6 2-9 0,-9-5 6 16,18 5-5-16,-8-2 0 0,-9-1 22 15,16 4-28-15,-7-1-1 0,-3 4 6 0,4 0 1 16,-2 0 0-16,2 0-12 16,-12 7 13-16,21-2 6 0,-7 0-4 0,-13 9 1 15,15 1-2-15,-2-2-33 0,2 5 43 16,2-1-6-16,-3-2 9 0,5 6 6 0,1-1 2 16,3 0-38-16,-3-1 42 0,2 0-5 15,1 2-1-15,2-9-5 0,0 6 0 0,-1 15 15 16,3-23 2-16,0 11-37 0,0-1 22 15,0 2-15-15,-2 8-5 0,2-21 1 0,0 13-22 16,-2 8 7-16,1-10 6 0,-1 2 7 16,-5-3-9-16,5-10-7 0,0 9-10 15,2 1 11-15,-2-4 9 0,0 2-6 0,0-3-9 16,-4 1 4-16,6-6 3 0,0 2-13 16,2-11 10-16,-4 11-12 0,2-1 3 15,2-10-3-15,0 0 7 0,0 0-11 16,-4 10 8-16,2 2-27 0,2-12-5 0,0 0-25 15,0 0-74-15,-6 7 39 0,1 3-9 16,5-10-7-16,0 0-13 0,0 0-17 0,0 0-27 16,0 0-26-16,0 0-3 0,0 0 2 15,0 0-3-15,-8-8 7 0,1 2-22 16,7 6 33-16,-8-3-1 0,-1-3 12 0,9 6 9 16,-8-6 21-16,0 1 5 0,8 5 54 15,-12-7 5-15,0 2 22 0,12 5 41 0,0 0 10 16,-10-6-17-16,1 0 60 0,9 6 14 15,0 0 16-15,0 0 6 0,0 0 0 16,0 0-37-16,0 0 44 0,0 0 2 16,0 0-2-16,0 0-4 0,-7-7 6 0,1-1 1 15,6 8-9-15,0 0-3 0,0 0-8 16,0 0-1-16,0 0-7 0,0 0 4 16,0 0-6-16,0 0-3 0,0 0 22 0,0 0 4 15,0 0-3-15,5 12-16 0,-1-3 12 16,-4-9 3-16,2 16-14 0,-2-3-8 0,4-2 1 15,1-2 6-15,-5-9-1 0,2 15-12 16,0-2-3-16,0-4-3 0,2 3 0 0,-4-12 4 16,4 9 20-16,0 3-23 15,-4-12 1-15,6 8-1 0,0 1 0 0,-6-9-3 16,0 0 43-16,0 0-40 0,4 8-14 16,-1 1 8-16,-3-9 15 0,0 0-15 0,0 0 3 15,0 0-18-15,0 0 20 0,0 0-7 16,13 0 5-16,4-2-10 0,-8-2-32 15,1 1 13-15,3-4 11 0,-1 2-8 0,4-3-8 16,-2 0-2-16,2-1-19 0,0 3-26 16,-1-3-28-16,0 1-43 0,0-5-44 0,4-3-33 15,0 3-28-15,-11 8-53 0,6-3-10 16,2-3-38-16,-7 3-31 0,-4 1-104 0,-5 7-262 16,0 0-237-16</inkml:trace>
  <inkml:trace contextRef="#ctx0" brushRef="#br0" timeOffset="3316.78">18209 10136 1064 0,'17'8'295'0,"-17"-8"-57"0,0 0-43 0,0 0-37 0,0 0-34 0,0 0-15 0,0 0-67 0,0 0-91 0,-13-4-194 0,-2 2-316 0,5 0-69 16</inkml:trace>
  <inkml:trace contextRef="#ctx0" brushRef="#br0" timeOffset="14015.79">18575 11980 1151 0,'0'0'341'0,"0"0"-104"0,0 0-24 0,0 0 6 0,0 0-69 0,0 0 5 0,0 0-8 16,0 0 0-16,0 0-11 0,0 0 13 15,0 0-10-15,0 0-2 0,0 0 2 0,0 0-3 16,0 0-7-16,0 0-52 0,5 8 36 16,1 0-8-16,-6-8-15 0,17 3-8 0,0-1-8 15,7 0 18-15,9 3-1 0,-7-3-37 16,4 0 2-16,3 1-9 0,-1-1-14 0,2-1-12 15,2 0-36-15,0-1 30 0,5 3 7 16,2-3 8-16,-3 3-12 0,1-2-3 0,-3-1-27 16,0 2 18-16,-2-2 10 15,3 0-6-15,-8-2 3 0,-1 2 1 0,-2 0-29 16,-16 0 20-16,13 0 4 0,-1-4-8 16,-6 4-1-16,0 0 9 0,-6-3 3 15,3 3-12-15,-15 0 1 0,13 0 7 0,-1 0-2 16,-12 0-6-16,0 0 4 0,0 0-16 15,0 0-1-15,0 0-10 0,0 0-13 0,0 0-4 16,0 0-91-16,0 0 36 16,0 0-16-16,0 0-25 0,0 0-29 0,0-11-26 0,0-4-5 15,0 15-22-15,-8-7-1 16,0 1-13-16,8 6-1 0,-14-5-19 0,0-1-62 16,0 10-63-16,0 2-157 0,-2-1-24 15</inkml:trace>
  <inkml:trace contextRef="#ctx0" brushRef="#br0" timeOffset="14399">18704 12134 976 0,'0'0'214'0,"0"0"11"0,0 0-31 0,0 0-13 0,0 0-7 16,0 0-10-16,0 0 33 0,0 0-25 15,0 0-15-15,0 0 0 0,0 0-8 0,0 0-12 16,0 0 3-16,0 0-43 0,13 2-15 16,-1 1-14-16,-12-3-14 0,16 2-8 0,-2 0-24 15,4 1 17-15,-1 1-4 0,5-6-2 16,0 0-2-16,3 2 6 0,13 0-38 16,-10-3 41-16,0 3-5 0,1-4-6 0,-3 1-4 15,4 3-9-15,-1-3-32 0,-3 3 40 16,-2-4 3-16,-12 1-3 0,8 6 0 0,4-3-3 15,-7 0-38-15,3 0 48 16,-4-3-10-16,-2 3 1 0,-14 0-4 0,15 3-5 16,0-3-1-16,-15 0 6 0,0 0-18 15,0 0 0-15,0 0-6 0,0 0-21 0,0 0-45 16,12 0-40-16,3-3-58 0,-15 3-40 16,0 0-20-16,0 0-53 0,-15 3-53 0,3-3-466 15,2 7-351-15</inkml:trace>
  <inkml:trace contextRef="#ctx0" brushRef="#br0" timeOffset="22682.66">15720 6882 1080 0,'0'0'262'0,"0"0"-56"0,1 15-25 0,2 1-31 0,-7-7-8 0,0 3-9 0,0 4-17 0,0 16-14 15,2-10-60-15,0 3 43 0,0 3-6 16,-2 0-18-16,2 0-7 0,-1-1-3 0,3 1 43 16,-2-14-36-16,0 7 5 15,0 0 22-15,-3-7 47 0,1 1 45 0,4-15 26 16,-6 11-69-16,4-2-25 0,0-20-22 16,2-1-15-16,2-13-15 0,0-15-5 15,4 8-22-15,1-8-3 0,1-2-7 0,1 0-5 16,3 2-4-16,2-1-48 0,0 0 48 15,-2 5-1-15,6 2 0 0,-3 7-4 0,-3 6-9 16,0 1-34-16,-6 12 45 0,4 1 1 16,0 2 2-16,5 9 6 0,4 7 2 0,-8 4-3 15,-3 9 17-15,0 0-24 0,-1 7-2 16,0 3-3-16,-6 1 5 0,2 1-7 0,1-3 14 16,-2 4-49-16,-2-3-41 15,2-1-39-15,2-6-28 0,2-2-39 0,-6-14-6 16,2 9-55-16,3 1-12 0,-5-7-17 15,2-1-51-15,-9-6-415 0,1 1-260 16</inkml:trace>
  <inkml:trace contextRef="#ctx0" brushRef="#br0" timeOffset="22849.77">15676 7155 1187 0,'0'0'305'0,"0"0"-64"0,0 0-37 0,0 0-26 16,11-2-32-16,2-2-15 15,-13 4-50-15,6-5-10 0,4-2-25 0,10-2-28 16,11-6-34-16,-9 5-50 0,1-3-66 16,4 2-51-16,-4-7-63 0,-2 3-321 0,8 2-85 15</inkml:trace>
  <inkml:trace contextRef="#ctx0" brushRef="#br0" timeOffset="22998.98">16153 7039 1178 0,'0'0'323'0,"0"0"-130"0,0-15 29 16,0 2-36-16,0 13-32 0,0 0-32 0,4-11-30 16,0 2-12-16,-4 9-49 15,2-12-35-15,2 1-53 0,-4 11-73 0,3-11-66 16,-1-1-65-16,-2 12-298 0,6-9-69 16</inkml:trace>
  <inkml:trace contextRef="#ctx0" brushRef="#br0" timeOffset="23232.47">16343 6469 1155 0,'5'-17'325'16,"-5"28"-71"-16,2 0-9 0,-2-11 13 16,4 14-45-16,0 0-33 0,0-3-20 15,1 5-10-15,1 0-23 0,2 13-18 16,-2-6-19-16,-1 1-21 0,2 3-15 0,-3 4-9 15,-2 1-20-15,0 0-38 0,2 2-32 16,-1-1-45-16,2-4-17 0,1-1-17 0,-1 0-18 16,0-2-48-16,-3-15-16 0,-2 5-63 15,0-1-72-15,-2-4-218 0,2 0-68 0</inkml:trace>
  <inkml:trace contextRef="#ctx0" brushRef="#br0" timeOffset="23681.72">16290 6797 1080 0,'0'0'307'0,"14"-2"-60"0,-4-2-32 0,-10 4-29 0,0 0-38 16,0 0 12-16,10-5-68 16,3 1-15-16,-2 1-22 0,1 2-11 0,2-7-22 15,17-1 9-15,-8 5-75 0,0-6-39 16,5-1-31-16,-3-1-22 0,5 3 8 0,-3-3 23 16,-1 3-15-16,2-3 12 0,-3 5 16 15,-2-1 17-15,-4 3 17 0,-7 1 19 16,4 4 32-16,-2 0 21 0,-2-5 19 0,2 5 17 15,-14 0 24-15,0 0-33 0,5 5 63 16,3 0-4-16,-8-5-1 0,-8 14-6 0,3-1-9 16,1-1 35-16,-3-1-70 15,1 3-1-15,-3 1-12 0,1 0-3 0,-2-2-10 16,4 1 5-16,-4-1-21 0,4-2 0 16,0 1 2-16,6-12-14 0,-6 7-5 0,-1 3-9 15,7-10-37-15,0 0 5 0,0 0-1 16,-8-5 5-16,-3-2 6 0,9-6 13 15,0 1 1-15,0-4 5 0,0 1 5 0,-1-5 4 16,1 5 10-16,0 2 19 0,0 0 13 16,0-1 11-16,2 2 0 0,0 12-1 0,4-9 7 15,0-1 12-15,-4 10-15 0,15 4-9 16,-2 2-7-16,-2 2-5 0,9 8 0 0,-2-2 1 16,-6 2-23-16,5-1 6 15,-3-3-14-15,-3 8-18 0,-1-5-26 0,7-1-22 16,-9-7-38-16,0-2-58 0,0 4-57 15,5-8-346-15,-2 3-99 0</inkml:trace>
  <inkml:trace contextRef="#ctx0" brushRef="#br0" timeOffset="23898.92">16973 6336 1028 0,'14'-2'325'0,"-14"2"-53"0,0 0-52 0,0 0-21 0,0 0-22 0,-2 9 19 15,-2 3-59-15,8 3-21 0,0-1-12 0,-2 8-1 16,3 13-12-16,-2-9 6 16,2 5-29-16,-3 0-11 0,5 3-15 0,1-7-2 15,0 4-9-15,-1-4 15 0,1 2-27 16,1-4-37-16,2-3-21 0,-3-3-37 0,-3-9-17 16,8-1-26-16,-1 6-35 0,0-14-63 15,1 0-108-15,4-3-359 0,-3-1-213 0</inkml:trace>
  <inkml:trace contextRef="#ctx0" brushRef="#br0" timeOffset="24065.19">16993 6625 1154 0,'0'0'286'0,"0"0"-76"0,0 0-34 0,0 0-14 15,0 0-83-15,0 0 43 0,18 0-26 16,-3 0-42-16,3-7-68 0,14-4-57 0,-2 1-27 15,-1-2-80-15,3-1-131 0,2 4-182 16,2 1 59-16</inkml:trace>
  <inkml:trace contextRef="#ctx0" brushRef="#br0" timeOffset="24515.27">16417 7478 1031 0,'0'0'309'0,"0"0"-71"15,0 0-40-15,4 8 40 0,3 4-70 16,-3-4-14-16,3 1-18 0,-2 8-16 0,4 9-16 15,-2-5 11-15,-3 8-26 0,2 0-19 16,0-1-11-16,1 3-7 0,0 1-17 0,-2 3 20 16,2 3-38-16,-1-3-38 0,3 2 10 15,-5-2 4-15,3-1-40 0,-3-4-2 0,-1-3-32 16,0-4-28-16,-1-13-19 16,-2 7-24-16,2-1-55 0,-2-16-85 0,-2 13-309 15,0-1-136-15</inkml:trace>
  <inkml:trace contextRef="#ctx0" brushRef="#br0" timeOffset="24881.55">16483 7429 1119 0,'-13'0'258'0,"-2"3"-65"15,15-3-39-15,0 0 39 0,-6 7-74 0,-2 0-11 16,2 1-10-16,1 2-26 0,-6-1-10 15,1 3-11-15,2 1-69 0,-9 11 56 16,6-5-11-16,-2 1-40 0,1-5-25 0,1 2-9 16,7-8 3-16,-5 0-39 0,3 2-17 15,0-8-17-15,0 5-26 0,6-8-6 0,-16-4 41 16,4 3-7-16,10-11 7 0,2 0 15 16,2-5 46-16,8-13 37 0,0 9 48 15,2-2 1-15,-2 2 6 0,0 2 20 0,1 2 11 16,0 2 24-16,-5 6 22 0,5 1-7 15,-1-4 2-15,1 8-10 0,-2 0-1 0,3 4-5 16,1 0-68-16,0 6 65 16,1-1-18-16,-3 5-11 0,10 6-19 0,-9-3-13 15,5 0-51-15,-4 2 26 0,2 3-40 16,-2 3-75-16,-3-2-100 0,-1 2-191 0,-2 0-162 16,1 8-69-16</inkml:trace>
  <inkml:trace contextRef="#ctx0" brushRef="#br0" timeOffset="25548.95">16407 8475 1266 0,'0'0'335'0,"0"0"-46"0,0 0 3 0,0 0-48 0,0 0-35 0,-15-4-28 0,0 3-19 0,15 1-15 16,-12-2-34-16,-1 2 27 0,13 0-20 16,-15-3-17-16,-2 2-17 0,9 5-14 0,-4-2-47 15,4 5 38-15,-2 4-7 0,2 5-2 16,-1 12 3-16,7 1-3 0,-2 1-18 0,1 4 6 15,3 2-9-15,0-1-11 16,5 5-2-16,1-2-4 0,-4 2 2 0,3 1 21 16,-3-4-32-16,2 2-2 0,0-4 2 15,0 0-6-15,-4 0 4 0,2 0 48 0,-4-2-65 16,-4-5-20-16,0 0-22 0,-1-2-27 16,-1-4-20-16,-3-2-9 0,-4-5-49 15,4-2-22-15,8-4-17 0,-15-5-7 0,2 0-47 16,1-8-20-16,-15-4-66 0,14-3-364 15,-4 0-227-15</inkml:trace>
  <inkml:trace contextRef="#ctx0" brushRef="#br0" timeOffset="25848.9">15953 8981 1311 0,'-6'-5'316'0,"6"5"-91"0,0 0-20 16,5-10-30-16,-1 3-29 0,2-1-22 0,-2 1-25 15,11-5-22-15,11-7-7 16,-6 4-17-16,6 0-17 0,-1 0-25 0,7-3-23 15,0 3 5-15,-1 2-61 0,-1 2 7 16,-2-1-6-16,0 4 1 0,-3-1-3 0,-1 1 32 16,-14 4-13-16,7-1 10 0,0-1 15 15,-7 3 19-15,2 0 23 0,-12 3 20 16,13-2-14-16,-1-1 39 0,-12 3 8 16,0 0 1-16,0 0 6 0,8 8 28 15,-2-3-30-15,-6-5-7 0,1 15-12 0,-1 0-6 16,5-2-2-16,1-1 4 0,-3 0-18 15,1-1-18-15,1 2-24 0,-1 0-31 0,-1-3-31 16,2 1 4-16,-3-1-83 0,-2 4-56 16,0-14-128-16,0 0-353 0,0 0-213 0</inkml:trace>
  <inkml:trace contextRef="#ctx0" brushRef="#br0" timeOffset="25965.55">16430 8560 621 0,'7'7'123'16,"0"0"-54"-16,-7-7-142 0,7 6-146 0,0 2 52 15</inkml:trace>
  <inkml:trace contextRef="#ctx0" brushRef="#br0" timeOffset="26332.39">16795 8569 1288 0,'-2'-16'364'0,"8"6"-81"15,-6 10-19-15,0 0-15 0,0 0-23 0,0 0-31 16,0 0-42-16,0 0-5 16,-10-1-33-16,-3-1-15 0,8 9-17 0,0 1-9 15,0 4-39-15,-8 9 19 0,1-6-4 16,1 2-11-16,8-9-8 0,-3 9-6 0,0-1-3 15,-2 1 3-15,0 0-10 0,2-2-7 16,2-1-3-16,5-2 0 0,4 1-5 0,-1-6 6 16,2 4-15-16,2-4-4 0,0-1 3 15,1-1 1-15,7 1 2 0,-16-6 19 16,0 0-10-16,7 8 8 0,0 0 3 16,-7-8 14-16,0 0 9 0,0 0 27 0,-5 13-14 15,-1 2 1-15,-13-10-4 0,8 1-8 0,-11-2-7 16,4 1 41-16,-4-3-61 0,1 1-16 15,3-6-49-15,-12-8-59 0,12 2-70 0,2-2-74 16,1-6-92-16,5-1-612 0,5 9-645 16</inkml:trace>
  <inkml:trace contextRef="#ctx0" brushRef="#br0" timeOffset="27265.63">19052 5922 943 0,'-15'0'224'0,"15"0"-44"0,0 0-13 0,0 0-6 0,2 14-14 0,3-4 30 0,-5-10-67 15,1 11-16-15,4 2 6 0,-5 0-17 0,2 1-16 16,-2 1-8-16,2 2-70 0,-2 4 60 16,0 11-11-16,0-6-7 0,0-2-6 0,2 1-5 15,-4 4-56-15,2-1 55 0,0-1-23 16,-2-5-25-16,0 2-36 0,4-14-24 0,-4 5-31 16,2 1-38-16,-6-8-76 0,-1 1-329 15,7-9-76-15</inkml:trace>
  <inkml:trace contextRef="#ctx0" brushRef="#br0" timeOffset="27681.88">18967 6020 1000 0,'19'-4'242'0,"-8"0"-29"0,-3-1-40 16,-8 5-30-16,9-8-10 0,1 1-40 15,3-2 21-15,0 0-13 0,2 1-16 0,3 1-15 16,0-1-16-16,2 3 8 0,-2 1-36 15,1-1-4-15,-7 7 0 0,3 1 0 0,-6 1-8 16,-1-1 36-16,-2 7-53 0,0-3 13 16,-2 6 0-16,-4 0 5 0,-6 2-4 15,4 3 30-15,-4-5-41 0,0 2 2 16,0-1-3-16,2 0 2 0,-1-5 0 0,3 0 15 16,2-9-16-16,-4 10 2 0,-1 4 0 15,5-14 8-15,0 0 1 0,0 0 27 16,0 0-32-16,11 5-3 0,0 3 2 0,3-8-4 15,4 0-1-15,-2 2 4 0,4 2-20 16,-3-1 13-16,1 3 0 0,-6 2 2 0,0 1 1 16,-4 2 0-16,5 1-45 0,-11 1 55 15,2 0-1-15,-12 4 3 0,-3 9 15 0,1-9 1 16,-6 1-20-16,-1-2 20 0,1-3-12 16,-5 1-4-16,10-9 0 0,-3 2-6 15,-2 3 31-15,0-7-48 0,1-1-30 16,2-2-14-16,-2 1-26 0,15-1-46 0,0 0-48 15,-6-11-26-15,0 1-48 0,6 10-332 16,4-13-113-16</inkml:trace>
  <inkml:trace contextRef="#ctx0" brushRef="#br0" timeOffset="27865.51">19620 6143 1259 0,'-18'-7'287'0,"18"7"-20"0,0 0-106 0,0 0-24 0,0 0-29 0,0 0-30 16,0 0-40-16,0 0-91 0,0-11-9 15,2-1-48-15,-2 12-55 0,4-10-86 0,4 3-245 16,-8 7 44-16</inkml:trace>
  <inkml:trace contextRef="#ctx0" brushRef="#br0" timeOffset="28132.28">19938 5588 1062 0,'20'-10'326'0,"-20"10"-49"0,0 0 7 16,0 0-72-16,0 0-53 0,0 0-28 15,0 0-32-15,0 0-25 0,0 0 24 16,-2 17-50-16,2 15-12 0,-2-3 3 0,0 5-16 15,-1 6 4-15,3 0 23 0,-1 3-39 16,2 0 0-16,4-3-10 0,-1-4 6 0,2-2-6 16,1-3 4-16,1-3-37 0,-1-5-14 15,1-1-10-15,-4-11-16 0,5 2-33 0,0 1-81 16,-9-14-60-16,0 0-409 16,12-5-182-16</inkml:trace>
  <inkml:trace contextRef="#ctx0" brushRef="#br0" timeOffset="28298.58">19802 5907 1058 0,'20'2'200'0,"-20"-2"-19"0,0 0-30 16,11 4-19-16,0-2-20 0,-11-2 9 16,17 0-57-16,-1 0-9 0,4-6-22 0,18-3-31 15,-11 0-39-15,1-6-81 0,2 4-9 16,-3 0-41-16,3-2-68 0,0 0-188 0,1-2 171 15</inkml:trace>
  <inkml:trace contextRef="#ctx0" brushRef="#br0" timeOffset="28448.44">20398 5739 1103 0,'-2'15'223'0,"11"-9"-19"0,-9-6-25 0,-7 14-31 16,3-1-6-16,-4-4-10 0,2 1-15 16,-2 7-10-16,-8 8-10 0,8-6 29 15,-3 2-62-15,3 0-18 0,-1 2-8 0,-4-2-9 16,3-2-6-16,6-12 28 0,-2 6-62 15,-1 2-29-15,0-4-38 0,1 0-114 0,-6-7-118 16,3-2-331-16,1-8-170 0</inkml:trace>
  <inkml:trace contextRef="#ctx0" brushRef="#br0" timeOffset="28615.82">20178 5779 945 0,'30'34'170'15,"-13"-22"-42"-15,-6 2-2 0,-5-7-11 16,2 4-17-16,9 10-14 0,-4-5-11 0,-3-1-46 16,7 2 24-16,-1-1-21 0,-2-4-71 15,-5-3-101-15,1 2-346 0,1 0 58 16</inkml:trace>
  <inkml:trace contextRef="#ctx0" brushRef="#br0" timeOffset="28865.25">20708 5455 1120 0,'0'0'301'0,"4"12"-42"0,0 0 0 0,-2 3-54 16,1 0-16-16,-3 6-3 0,4 9-27 0,0-2-29 15,-2 4 11-15,0 2-45 0,1 4-23 16,-1 2-14-16,6 2-13 0,-3-3-8 0,0 2 13 15,0-4-27-15,4-4-2 0,-3-3-14 16,4-5-14-16,3-4-8 0,-2-3-2 16,-1-3-21-16,-3-10-33 0,5 3-31 15,-2-1-32-15,3-10-55 0,2 1-89 16,-9-11-81-16,1-1-272 0,0 0-160 0</inkml:trace>
  <inkml:trace contextRef="#ctx0" brushRef="#br0" timeOffset="29015.25">20561 5881 1172 0,'-16'10'304'16,"16"-10"-64"-16,0 0-24 0,0 0-57 15,4-8-13-15,1-1-21 0,-5 9-21 16,12-3-26-16,-2 1-21 0,12-4-85 16,14-1 1-16,-3-1-73 0,3-3-104 0,3-5-451 15,-3 5-186-15</inkml:trace>
  <inkml:trace contextRef="#ctx0" brushRef="#br0" timeOffset="29181.45">21437 5911 1579 0,'0'0'324'0,"0"0"-40"0,0 0-60 0,0 0-45 15,0 0-57-15,0 0-33 0,0 0-63 0,0 0-42 16,0 0-81-16,0 0-128 15,-9-4-515-15,-2-1-263 0</inkml:trace>
  <inkml:trace contextRef="#ctx0" brushRef="#br0" timeOffset="30481.34">19907 6715 1234 0,'0'0'275'0,"0"0"7"0,0 0-46 0,0 0-25 0,0 0-19 0,0 0-34 0,0 0-11 16,0 0-53-16,0 0-7 0,-6 12 2 16,2-1-3-16,2 8-13 0,0 13 0 15,6-4-25-15,0 1-13 0,-2 3-5 0,-4 3-7 16,4 1 0-16,2 4-13 0,2-1-9 15,-1 0-44-15,-1 0-32 0,1-5-11 0,-5 0-12 16,-5-5-10-16,3-1-12 0,4-14-20 16,-2 5-13-16,0 2-54 0,-6-12-65 15,-2 3-337-15,8-12-141 0</inkml:trace>
  <inkml:trace contextRef="#ctx0" brushRef="#br0" timeOffset="30782.02">19897 6592 1067 0,'-20'5'292'0,"20"-5"-65"16,0 0-43-16,0 0-30 0,0 0-19 15,3 13-7-15,-1 1-15 0,-16-7-21 0,3 2-60 16,2 4 37-16,1-4-10 0,1 8-14 16,-6 3-14-16,5-11-12 0,2-1 14 15,0 3-59-15,0-4 5 0,-2-1-8 16,8-6-18-16,0 0-5 0,0 0 13 15,14-13-8-15,-4 1 2 0,2-4 6 0,8-4 7 16,-5 3 8-16,-1 1 14 0,-5 1-13 16,4 2 8-16,-8 7 8 0,8-3 7 0,-2 1 12 15,2 5-6-15,-2 1 31 0,1 11 5 16,6 6-8-16,-6 0-4 0,-2 4 0 0,-6 6 21 16,3 1-47-16,2 3 8 0,-3 2-6 15,0 1-56-15,1 2-53 0,-3 1-92 16,-4 0-426-16,0 8-152 0</inkml:trace>
  <inkml:trace contextRef="#ctx0" brushRef="#br0" timeOffset="31265.39">19918 7749 1274 0,'-27'0'301'0,"27"0"-46"0,0 0-34 0,0 0-44 0,0 0-6 0,0 0-23 0,0 0 1 15,0 0-11-15,-14 8-7 0,2 1 4 16,5 6-36-16,-1 8-16 0,4 2-11 0,2 2-13 16,4 2-9-16,-2 2 20 0,2 2-36 15,2 1-11-15,1 1-4 0,-1-1-6 0,0 0 0 16,2 1 22-16,0 0-29 15,-1-2-4-15,-2 0-2 0,-6-1-3 0,-4 0-3 16,3 0-5-16,-4-3-11 0,-3 2-6 16,3-8-21-16,-3-4-27 0,-2-3-17 15,-1-1-6-15,8-10-29 0,-12 1-12 0,0 0-38 16,0-10-30-16,-11-4-57 0,9 1-90 16,2-9-226-16,9 10-109 0</inkml:trace>
  <inkml:trace contextRef="#ctx0" brushRef="#br0" timeOffset="31632.46">19627 8172 1079 0,'9'-7'290'0,"-2"-7"-68"16,-1 2-33-16,2 3-51 0,1 3-15 15,6-7-23-15,9-8-14 0,-10 4-13 0,7 0-74 16,3-2 77-16,2-3 7 0,4 6 2 16,2-3 0-16,1 1-9 0,0 5 19 15,1-2-47-15,-4 6-14 0,-1 3-5 0,-3 6-3 16,-14 0-6-16,8 6 24 0,10 5-20 15,-16 0-6-15,-6-5 1 0,3 8 2 0,-4-1 5 16,3-2 15-16,-1 2-21 0,-5-2-7 16,3 3 0-16,-7-14 8 0,0 0 1 0,3 11 27 15,1-2-24-15,-4-9-12 16,0 0-2-16,8-4-14 0,2-1-2 0,-5-6-7 16,2 4-3-16,1-7-7 0,-2 1 2 15,-6 0 11-15,3 0-2 0,-3-2-3 0,2 3-23 16,-7 2 31-16,1 1-16 0,-6 0 10 15,2 1-1-15,-8 6 0 0,3-3 0 16,-3 5 2-16,1 0-12 0,-2 3-6 0,-9 3-18 16,16-3-14-16,-4 2-78 0,1 4 43 15,13-9-16-15,-9 6-20 0,1 1-12 0,8-7-14 16,0 0-15-16,8-10-82 0,12 1-250 16,0 1 27-16</inkml:trace>
  <inkml:trace contextRef="#ctx0" brushRef="#br0" timeOffset="31898.6">20501 7694 1175 0,'25'-2'362'16,"-25"2"-71"-16,0 0-25 0,0 0-23 0,0 0-23 15,0 0-32-15,0 0-50 0,-13-2-22 16,3 2-8-16,-3 6-4 0,3 0 2 0,-1 3-24 16,-9 8 4-16,14-8-20 0,-2 1-11 15,-1 1-10-15,5-3-12 0,2 4-41 16,6-2 10-16,0-3-18 0,8 1-19 15,1 1 1-15,3-5-10 0,-2 1 4 0,4 1-5 16,-2-2 19-16,-3 1-7 0,0 2-1 0,-13-7 4 16,7 7 14-16,1-1 11 15,-8-6-10-15,-8 9-6 0,-8 5-1 0,-3-7-1 16,0 1-8-16,-4 0-20 0,13-6 4 16,-13 1-28-16,3 1-34 0,-2-1-69 0,4-2-79 15,5 0-144-15,0 2-203 0,13-3-136 16</inkml:trace>
  <inkml:trace contextRef="#ctx0" brushRef="#br0" timeOffset="32031.75">20712 7877 468 0,'-9'0'-159'0,"16"8"53"0</inkml:trace>
  <inkml:trace contextRef="#ctx0" brushRef="#br0" timeOffset="34797.73">15862 9258 985 0,'13'10'250'0,"-13"-10"-15"0,0 0-19 0,0 0-69 0,0 0 66 0,0 0-27 0,8-7-26 0,1 2-10 16,12-2-30-16,13-7-1 15,2-1-24-15,4 1-26 0,9-3-5 0,9-1-2 16,1-1-14-16,4 1 11 0,3-1-18 15,-1 1-11-15,1-2-2 0,-1 3 0 0,-2 0-1 16,-9 0 10-16,-5 5-17 0,-7 1-15 16,-5 0 0-16,-3 2 5 0,-10 2-5 0,-8 4 7 15,1-2-6-15,1 1-6 0,-6 1-9 16,-2-1-17-16,-10 4-23 0,0 0 2 16,0 0-55-16,0 0-13 0,-14 2-26 15,4 0-21-15,-4 3-24 0,-8 5-67 0,-2-3 5 16,1 2-40-16,-5-2-238 0,2 2-8 0</inkml:trace>
  <inkml:trace contextRef="#ctx0" brushRef="#br0" timeOffset="35031.58">16066 9239 794 0,'-19'10'217'0,"19"-10"-16"16,0 0-31-16,-2 12-15 0,2 3-4 16,0-15 14-16,0 0 40 0,0 0-54 15,0 0 36-15,0 0-9 0,10-3-32 0,13-9-24 16,-1 3-15-16,10-4-9 0,3-4-26 15,5 1-10-15,5-2-14 0,7-1-4 0,0-1-12 16,1 3-1-16,2-1-4 0,0-2-9 16,-4 8-4-16,-4-5-6 0,-3 5-1 15,-5 0 10-15,-10 5-13 0,1-5-7 16,-10 6-5-16,2 0-12 0,-12 4-8 0,3-1 28 16,-1 3-46-16,-12 0-34 0,0 0-30 15,0 0-35-15,0 0-65 0,-10 13-80 16,-7 8-451-16,1-7-263 0</inkml:trace>
  <inkml:trace contextRef="#ctx0" brushRef="#br0" timeOffset="35415.12">16346 9714 956 0,'4'-27'286'0,"-6"13"-36"0,0 3 11 15,6 2-92-15,2 0-5 0,0 1-21 0,-1-1-18 16,1 4-31-16,2-3-12 0,6 4-39 16,-2 1 9-16,5 6-9 0,0-1-13 0,-3 8-6 15,12 7 0-15,-12-3-42 0,-1 2 40 16,-2 4-6-16,-5-1 1 0,1 4-5 0,-4-4-1 15,0-9-36-15,-1 6 36 16,0 1 5-16,-4-4 22 0,2-1 13 0,0-12 7 0,-6 5 18 16,0 4-8-16,6-9-8 15,-14-9 5-15,0 4-7 0,9-7-10 0,0 4 16 16,0-8-35-16,-1-1-11 0,3-3-9 16,6-10-30-16,3 9-49 0,-1 0-6 15,3 1-82-15,4-2-21 0,6 3-26 0,-6 4-60 16,1-1-105-16,4 3-239 0,-8 9-142 15</inkml:trace>
  <inkml:trace contextRef="#ctx0" brushRef="#br0" timeOffset="35698.69">16763 9619 1002 0,'0'0'262'0,"0"0"-40"15,0 0-60-15,0 0-89 0,3-9 39 16,2 0-16-16,-5 9-20 0,8-9-14 0,-2-2-16 15,0 3-65-15,-1-1 57 0,-2-2-6 16,-1 0-8-16,2 0-3 0,-3-2-2 0,-1 13-18 16,-1-10 13-16,-1-2 1 0,2 12 0 15,0 0-3-15,-12 0 12 0,-3 0-18 16,4 7 34-16,1 0 2 0,5 3-4 0,-1 1-5 16,-3 0-6-16,-2 2 28 0,9-2-49 15,-2 1 10-15,6 0-6 0,0-1 1 16,7-4-9-16,-1 1 10 0,5-5-97 15,-2 4-56-15,7-11-51 0,2 1-63 0,-6-6-10 16,14-2-226-16,-7 2 59 0</inkml:trace>
  <inkml:trace contextRef="#ctx0" brushRef="#br0" timeOffset="36365.35">17066 9380 996 0,'10'17'239'0,"-10"-17"-81"0,-10 0 26 0,-1 2-8 16,0 4-15-16,1 0-8 0,-1 1-19 0,1-1-1 15,1 3-37-15,-2 2-17 0,1 0-11 16,4-1-16-16,0 2-15 0,-2 0 11 16,8-12-21-16,0 11-6 0,-2 2-6 15,2-13-5-15,0 0 0 0,14 0 17 0,-2 0-45 16,0-5 26-16,2-3-1 0,-2-3-9 16,-1 1 1-16,-3-1-2 0,3 0-22 15,-2-6 31-15,1 3-1 0,-2 2-5 0,0 3 3 16,-3 1-2-16,2 0-33 0,-7 8 36 15,5-9-5-15,0-1 4 0,-5 10-3 0,0 0 3 16,0 0-21-16,4 8 23 0,0 1-3 16,1 1 0-16,1-2-16 0,-2 0-20 15,-2 3-4-15,7-4-29 0,0 5-12 16,3-7-25-16,2 2-22 0,2-10-30 0,-4 3-24 16,7-5 37-16,7-2-8 0,-2-5 3 15,-4 0 4-15,4 1 29 0,-8 0 53 16,3 2 31-16,1-4 48 0,-4 0 27 0,-5 7 11 15,-2-6 11-15,-1-1 44 0,0 6-22 16,3 1 4-16,-11 6-11 0,0 0-3 0,0 0 9 16,-6-9-7-16,1-1 10 0,5 10-4 15,-12 4-2-15,-3-2-3 0,-2 6-9 0,-4 3-68 16,12-4 61-16,-5 1-13 0,-7 9-9 16,3-5-11-16,10-5-3 0,2 6-49 15,-2-4 49-15,8-9 2 0,-2 11-2 16,2 0-5-16,0-11-9 0,12 2-37 15,0-2 43-15,6-7-9 0,-1 1 2 0,-3-5-9 16,12-3 4-16,-10 1 26 0,-1-3-37 16,-2 1 0-16,-2-6-2 0,-5 0 0 0,-2-5 4 15,-2-1 41-15,-2 1-42 0,-4-3 8 16,-2 0 2-16,0-2 3 0,-4 4 26 0,3 1 40 16,-2 4-4-16,-2 5 13 0,1-3 2 15,6 13-10-15,-4-7-21 0,-3 4-8 16,11 10-5-16,0 0-6 0,-10 3 0 0,0-1 2 15,7 17-7-15,-4 13-9 16,7-6 0-16,4 6-9 0,-1 3-11 0,3 5-46 16,4 3-62-16,8-2-21 0,-4 3-94 15,5-3-2-15,-6 0-19 0,-5-3-149 0,-2-1-302 16,7 0-218-16</inkml:trace>
  <inkml:trace contextRef="#ctx0" brushRef="#br0" timeOffset="39947.87">19689 8490 718 0,'0'0'202'0,"0"0"-14"0,0 0-15 0,0 0-15 0,0 0-51 0,0 0 27 0,0 0 7 15,0 0 1-15,0 0 4 0,0 0 4 0,0 0 19 16,0 0-40-16,16-2-24 0,4-7-16 16,1-2-6-16,9-1-11 0,4-3 0 15,13 1-12-15,7-6-6 0,8 1 0 0,-1-1-6 16,10 3-11-16,0-2-6 0,3 0-12 15,-1 2 10-15,-4-2-1 0,-5 4-5 0,-7 1 1 16,0 3-17-16,-10 2 0 16,-5-1 7-16,-8 3-4 0,-6 0-5 0,-3 2-2 15,-13 1 6-15,6 3 7 0,0-6-17 16,-4 5-5-16,-2 2 2 0,-12 0-3 0,11-3-1 16,-1 0 10-16,-10 3-23 0,0 0-26 15,0 0-15-15,-9 4-18 0,1 0-6 0,0 3-68 16,-3-4 44-16,-4 4-27 0,-9 7-26 15,0-4-42-15,-8-1-13 0,-1 2-5 16,-4 1-74-16,-2 0-182 0,6 1 75 0</inkml:trace>
  <inkml:trace contextRef="#ctx0" brushRef="#br0" timeOffset="40314.29">19640 8591 856 0,'0'0'197'0,"0"0"-11"15,0 0-25-15,0 0-22 0,0 0-8 0,0 0 0 16,0 0 12-16,0 0-4 0,0 0-3 16,0 0 7-16,0 0 6 0,0 0-6 0,15 0-20 15,9-5 2-15,2-1-23 0,0-2-5 16,9 1-13-16,7-5-11 0,7 2-4 0,2-1 13 16,5-2-14-16,4 1-11 15,5-3-8-15,1 2-8 0,2-2-4 0,-2 0 6 16,-1-1-7-16,-1 3-4 0,-5 0 1 15,-2 1 4-15,-6 0 2 0,-7 2 26 16,-4 0-29-16,-3 0 0 0,-5 3-5 0,-2-1 2 16,-8 5-6-16,-11-1 34 0,4 0-55 15,1-1 0-15,-1 3 1 0,0 0-6 0,-15 2 0 16,10-5 22-16,3 3-33 0,-13 2-16 16,0 0-24-16,0 0-23 0,9-4-34 0,2 0-21 15,-11 4-34-15,0 0-26 0,0 0 1 16,0 0 13-16,0 0-48 0,0 0-46 15,0 0-119-15,-8 15-265 0,-10 2-182 16</inkml:trace>
  <inkml:trace contextRef="#ctx0" brushRef="#br0" timeOffset="41065.15">16135 8946 925 0</inkml:trace>
  <inkml:trace contextRef="#ctx0" brushRef="#br0" timeOffset="41431.65">20810 8816 1084 0,'17'-12'249'0,"-7"2"-49"0,-2 3-32 0,1 2-3 0,-1-1-39 0,2 0 6 0,1 1-18 0,5 1-22 0,-4 2-12 0,1 2-77 16,1 2 56-16,0 4-10 0,0-1-7 0,-1 5-13 15,0 2-8-15,-7-2 23 16,2 4-37-16,-5-1 1 0,1 2 0 0,-4-4-3 0,-2 4-1 16,2-15 31-16,-2 14-38 0,-1 3 7 15,3-17 3-15,0 0 3 0,-10 7 17 16,4-2 32-16,6-5-33 0,-7-9-3 0,0 1 10 15,5-4-7-15,2 1-4 0,2-2 23 16,3-3-38-16,0 3-10 0,1 0 1 16,2-3 2-16,5 3-1 0,-4 2 35 15,3-1-38-15,1 5-8 0,-1 2 3 0,4 0 3 16,-4 3-7-16,3 4 19 0,0 0-23 16,-5 6 0-16,3-1-10 0,-5 3-1 0,2-3 3 15,-2 2-5-15,-2 1-21 0,-2 0-9 16,2 2-35-16,-6-12-25 0,4 7-42 0,1 4-76 15,-5-11-379-15,0 0-150 0</inkml:trace>
  <inkml:trace contextRef="#ctx0" brushRef="#br0" timeOffset="41554.41">21097 8494 188 0,'3'27'-66'16</inkml:trace>
  <inkml:trace contextRef="#ctx0" brushRef="#br0" timeOffset="42181.67">20507 8833 1177 0,'-20'-7'258'0,"20"7"-63"16,0 0-23-16,0 0-19 0,9 3-4 0,0 3-20 16,-4 2-20-16,2-3 0 0,0 9-35 15,0-1-8-15,0 1-22 0,0 0-6 0,2 1-9 16,-3-1 10-16,0 3-20 0,0 2-5 15,0-4 1-15,1 1-3 0,-2-8-2 0,1 3 14 16,-6-11-30-16,4 8 22 0,4 0-6 16,-8-8-1-16,9-7-2 0,-1 2 3 0,-2-5-23 15,1 1 21-15,0-2-3 0,3-3 1 16,-6 2 12-16,0 3 3 0,2 1 1 16,2-1 0-16,-4 1-9 0,2 1-3 15,-6 7-2-15,10-5 4 0,3 0-2 16,-13 5-2-16,15 3-2 0,-2-1-5 0,-3 3-2 15,-2 1 0-15,4-2 3 0,-2 5 6 16,0-6-3-16,1 3-5 0,-11-6 1 0,11 6 2 16,0-1 38-16,-11-5-39 0,0 0-4 15,8-5 6-15,0-3-8 0,-4-3 2 0,2 2 29 16,-6-4-27-16,2-2-11 0,-2-3-8 16,2 1-1-16,-4-5-11 0,2 2 24 15,-2-2-54-15,0 3-16 0,2 2-13 16,2 2-26-16,-2 2-64 0,2-1-80 15,-2 14-398-15,2-13-187 0</inkml:trace>
  <inkml:trace contextRef="#ctx0" brushRef="#br0" timeOffset="42630.94">21466 8397 1404 0,'0'0'245'0,"0"0"-41"0,0 0-15 0,2 10-14 0,1 1-13 0,-3 4-32 0,2 3-10 0,-2 6-31 0,0 16-22 16,0-10-6-16,1 2-12 0,2 3-6 15,1-2-5-15,-1-2-13 0,7-1-10 0,0-4 5 16,3-2-11-16,-2-2 17 0,5-6 6 15,0-3-6-15,0-4-10 0,7-1 5 0,-12-6-10 16,10-2 12-16,11-6-14 0,-11 0-9 16,-4-1 0-16,4-1 8 0,-1-4-3 15,-7-1 23-15,-3 0-22 0,-2 5-6 0,-1-9-6 16,-2 2-3-16,-2-2 4 0,-1 2 23 16,-4 2-20-16,-2 1-5 0,-3 2-8 15,1 3 11-15,6 7 0 0,-16 2 26 16,5 3-24-16,-1 5-3 0,2 2-5 0,3-2 5 15,4 2 4-15,-3 1 24 0,1 2-18 16,7-1-2-16,3 2 8 0,2-7-6 0,0 2 0 16,6-5 28-16,0 1-38 0,3-2-46 15,2-2-32-15,-5-6-49 0,7 0-45 0,-4-3-38 16,2-9-108-16,-5 1-359 0,-6 9-210 16</inkml:trace>
  <inkml:trace contextRef="#ctx0" brushRef="#br0" timeOffset="42780.93">21435 8588 1085 0,'0'0'340'0,"6"-4"-62"0,4-3-24 0,-10 7 0 15,0 0-75-15,0 0-38 0,13-5-37 16,2 0-30-16,4-2-38 0,15-8-18 16,-4 4-63-16,1 2-34 0,7 1-58 15,2 1-73-15,1-2-126 0,-1 5-228 0,2-3-82 16</inkml:trace>
  <inkml:trace contextRef="#ctx0" brushRef="#br0" timeOffset="42931.77">22362 8734 1476 0,'0'0'294'16,"0"0"-27"-16,0 0 0 0,0 0-77 15,0 0-43-15,0 0-47 0,0 0-18 0,0 0-42 16,0 0-66-16,0 0-81 0,0 0-61 15,-9-8-127-15,3 1-370 0,6 7-191 0</inkml:trace>
  <inkml:trace contextRef="#ctx0" brushRef="#br0" timeOffset="45631.15">17418 9815 990 0,'3'11'255'0,"-3"-11"-33"0,0 0-51 0,2 11-19 15,3 2 41-15,-5-13-67 0,10 8-3 0,-2 0 7 0,8-3 0 0,9 9-16 16,0-3 15-16,7 4-23 16,2 0 11-16,2 3-9 0,4 1-12 0,6 3-5 15,3-2-6-15,2 1-6 0,3 0-15 16,0 4-14-16,1-1 1 0,4 1-3 0,3-2 17 15,1-3-1-15,6 4-9 0,7-7 6 16,2 0 0-16,4-3-1 0,1 1 0 0,4-6 41 16,2 0-58-16,-2-1 9 0,0-4 5 15,-3-3-2-15,1-2 10 0,2 0-24 16,-4-8 12-16,-4 0 8 0,0 0-20 0,-5-1 6 16,-1-4-10-16,-2 1 9 15,-4-2-19-15,2 2 13 0,-5-4 10 0,-3 2-9 0,-2-1 7 16,-3-1-19-16,-4 0 13 15,1 0 0-15,-5 0 1 0,-3-2 0 0,-3-1-9 16,1-1-35-16,-5 3 28 0,0-2-5 16,-4 2 7-16,-5 1 2 0,-1 0 3 0,-4 2-12 15,-1 2 16-15,-2 0-3 0,-5 0-5 16,-7 9-6-16,3-6-2 0,2 3-4 16,-5 1-11-16,1-2 13 0,-2 3-8 15,0 0-2-15,-8 5-3 0,10-8-30 0,0-1 24 16,-10 9 8-16,8-8-3 0,1-1-1 15,-9 9-2-15,8-7 0 0,1-3-15 0,-9 10 17 16,0 0-7-16,8-9-9 0,-1-1-12 16,-7 10-11-16,0 0-45 0,6-8 13 15,0 1-14-15,-6 7-12 0,0 0-12 0,0 0-26 16,0 0 12-16,0 0-105 0,0 0-49 16,-12-4-5-16,3 2 8 0,-4 1 28 0,1-2 27 15,12 3-1-15,-19 0 23 0,1-2 14 16,1-1 29-16,3 1 12 0,-2-2 52 15,0 1-5-15,6-1 20 0,-5 2 38 0,5-2 47 16,-1 2 35-16,0-3 30 0,2 2-2 16,9 3 13-16,0 0-8 0,-10-4-5 0,2 1-5 15,8 3 2-15,0 0 4 0,0 0-6 16,0 0-1-16,0 0 17 0,0 0 9 16,0 0 9-16,0 0-18 0,9 2-4 15,1 1-3-15,3-1 3 0,-1-2-2 0,3 0 21 16,4 0-44-16,2 3-4 0,-1-3-4 15,0 5 9-15,11 4 1 0,-7 1 16 16,-7 3-39-16,2 5-7 0,-6 2-8 0,-6 6-8 16,-3-1-36-16,-6 8-15 0,-7 4-72 15,-6 1-51-15,-6-1-61 0,-7 4-33 0,-4-2-38 16,-8-1-100-16,1 3-456 16,-2-4-435-16</inkml:trace>
  <inkml:trace contextRef="#ctx0" brushRef="#br0" timeOffset="47163.71">18931 9852 1048 0,'-42'14'306'0,"31"-12"-85"0,-4 1-40 0,-2 0-19 0,3 1-8 0,-4 1-12 0,6 5-62 0,-7 3 64 15,6-2-18-15,2 4-25 0,5-8-7 16,0 10 0-16,-4 9 9 0,6-18-28 16,-2 7-6-16,2 0-5 0,4 2 2 0,2-4-3 15,0 3 12-15,4-3-11 0,4 0-10 16,-2-4-5-16,9-2-5 0,0-1-8 0,2-6 23 15,3 1-36-15,0-2-10 0,2 1-2 16,-2-3-4-16,1 2 0 0,-3-3 31 16,0-1-38-16,-6 2-1 0,3-1-1 0,-6 2 2 15,0-1-1-15,-11 3-4 16,12-3-9-16,1 3-18 0,-13 0-24 0,0 0-20 16,10-5-20-16,1-1 5 0,-11 6-37 15,0 0-21-15,0 0-43 0,13-1-53 0,-1-1-94 16,-12 2-352-16,0 0-218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16:41.653"/>
    </inkml:context>
    <inkml:brush xml:id="br0">
      <inkml:brushProperty name="width" value="0.05292" units="cm"/>
      <inkml:brushProperty name="height" value="0.05292" units="cm"/>
      <inkml:brushProperty name="color" value="#FF0000"/>
    </inkml:brush>
  </inkml:definitions>
  <inkml:trace contextRef="#ctx0" brushRef="#br0">15176 10253 1275 0,'0'0'307'0,"0"0"-90"16,0 0-39-16,0 0-3 0,0 0 3 0,-4 12-27 0,1 3 1 0,2 2-19 0,-1 1 1 0,0 7-9 0,2 15-10 0,4-6-2 0,0 2-36 0,-2 7 23 15,2-1-9-15,3 3-13 0,1 1-13 16,1 0-10-16,-5 0-8 0,-2-3 0 16,0 3-13-16,-2-4-3 0,0-4-5 0,0-2 0 15,-6 1 2-15,-3-8 10 0,1 0-19 16,-1-4 0-16,3-4-6 0,-2-2-6 0,2-12-13 15,-13-1-32-15,8 2-94 16,-4-16-74-16,-8-7-51 0,10-7-69 0,-2-9-51 16,-2-8-428-16,7-4-356 0</inkml:trace>
  <inkml:trace contextRef="#ctx0" brushRef="#br0" timeOffset="150.02">15045 10101 1383 0,'2'-15'307'0,"-4"27"-68"0,0-2-47 0,2-10-7 16,0 0-76-16,0 0-32 0,0 0-35 16,6 6-44-16,0 1-85 0,6 1-94 15,0-1-13-15,-1 3-403 0,10 5-130 0</inkml:trace>
  <inkml:trace contextRef="#ctx0" brushRef="#br0" timeOffset="583.82">15554 10443 1159 0,'-3'-10'230'0,"1"1"32"16,0-7-54-16,2 1-41 0,-5 4-21 0,1-2-6 16,2-3 8-16,-3 3-22 15,0 1-30-15,-1 3 2 0,0-4-2 0,-1 4 3 16,0-1-10-16,-2 3-7 0,9 7-27 15,-12-3-6-15,-2 1-16 0,-2 9-5 0,-2 8-10 16,2 2 1-16,0-3 9 0,3 6-15 16,-2 1-2-16,0-1-2 0,7-1-1 0,0-3 14 15,4-7-18-15,-6 2-3 0,4 4-5 16,6-15 10-16,0 0-2 0,0 0 18 16,8 5-14-16,2 3-5 0,2-21 0 0,11-7 0 15,-8 5 0-15,0-1 13 0,0 3-13 16,0 0-12-16,-5-2 4 0,7 1 3 0,-8 9-2 15,-1-7 22-15,3 2-32 0,-3 5 5 16,3 3 3-16,-11 2 0 0,14 4-1 0,-1-1 35 16,-2 11-29-16,0-2-4 15,-1-1 0-15,5 8-2 0,-5-12 7 0,-3 9 19 16,2-1-24-16,-3-2-1 0,2 1-16 16,-2-2-22-16,3-2-4 0,0-5-39 15,1-3-31-15,-10-2-42 0,8-4-42 0,5-1-38 16,-4-3-44-16,-3-1-385 0,3-2-196 15</inkml:trace>
  <inkml:trace contextRef="#ctx0" brushRef="#br0" timeOffset="884.52">15724 10229 1017 0,'0'0'309'0,"10"5"-67"0,-2-3 17 0,-8-2-106 0,0 0 11 0,0 0 0 0,4 9-5 0,-2 0-31 15,4 1-20-15,2-3-15 0,4 7-16 16,-4-2-19-16,1 2-10 0,9 3-17 0,-10-9 1 16,4 4-1-16,-2 0-12 0,-1-5-2 15,4 0-1-15,-5 1-4 0,1-3 23 0,-9-5 32 16,0 0-10-16,0 0-5 0,0 0-10 16,16-3-7-16,2 1-11 0,-18 2 23 15,1-13-29-15,4-1-11 0,-3 2-4 0,0-3 2 16,0 1-13-16,0-3 4 15,0 2-51-15,-2 2-37 0,4 2-24 0,-2 0-19 16,-2 11-19-16,7-8-60 0,-3 1 43 16,-4 7-15-16,0 0-19 0,0 0-62 0,17 2-289 15,0 0-64-15</inkml:trace>
  <inkml:trace contextRef="#ctx0" brushRef="#br0" timeOffset="1250.05">16296 10236 1242 0,'-14'-29'263'0,"8"17"-59"0,1 5-23 0,-1-7-27 0,2 4-2 16,-7 2-32-16,3-4 1 0,-3 4-5 15,3 3-25-15,-6-1-18 0,2 2-2 0,2 4-52 16,-4 2 22-16,-2 7-4 16,-5 6-3-16,6-1-4 0,2 1-12 0,3 4-9 15,1 2 13-15,5-11-8 0,-3 7-2 16,1 0 14-16,4-4-2 0,0 3 29 15,2-16 5-15,4 15 6 0,-3 0-5 0,-1-15-6 16,16 2-12-16,-3 0 8 0,-5-6-20 16,5-1-7-16,-3-3-9 0,10-5-2 0,-12 7-4 15,1-6 12-15,1 1-14 0,-1 1-3 16,3 1-4-16,-1 0 2 0,0 2-4 0,-11 7 13 16,8-3-13-16,0-1 2 15,-8 4-3-15,15 4 1 0,-2 2 4 0,-4 1 24 16,-3 1-24-16,2 3-20 0,0 2-29 15,2-4-31-15,0 0-35 0,-2-1-33 16,3 1-40-16,0-1-35 0,-3-1-59 0,-8-7-114 16,0 0-201-16,0 0-130 0</inkml:trace>
  <inkml:trace contextRef="#ctx0" brushRef="#br0" timeOffset="1533.51">16627 10022 1237 0,'-44'-11'320'0,"44"11"-7"0,0 0-78 0,0 0-19 0,-15 1 6 0,-2 3-32 0,6 6-28 0,-8 4 6 16,4 2-20-16,4 2-5 0,-1 0-13 15,1 5-17-15,1 0-19 0,1 0-48 16,5 2 35-16,2-14-19 0,2 11-11 0,2 10-8 15,2-14-6-15,1-7-45 0,7-1 35 16,1 4-35-16,2-8-32 0,4-1-27 16,4-6-47-16,16-7-17 0,-13-1-63 0,4 2-25 15,0-2-30-15,-3-3-42 0,-5 1-122 16,-1 0-263-16,-1 0-206 0</inkml:trace>
  <inkml:trace contextRef="#ctx0" brushRef="#br0" timeOffset="2766.56">17421 9551 1166 0,'-3'15'307'0,"11"-24"-61"0,-2 1 4 0,-6 8-77 0,10-7-16 0,10-6-25 0,0-1-14 0,8-3-32 15,6-2 17-15,7-3-46 0,3 0-15 16,3 0-10-16,1 1 0 0,-3-1-15 0,-5 2 19 16,-3 1-43-16,-3 7-33 0,-6 0-17 15,-3 3-16-15,-13 5-22 0,-2-1-14 16,2 2-5-16,-12 3 22 0,-12 4 18 0,-13 8 14 15,3 1 14-15,-6 0-45 0,0 3 73 16,-2-3 2-16,2 0 6 0,1 2 8 0,-1-3 17 16,7 0-37-16,-3-1 64 0,8 2 16 15,-3 1 17-15,12-6-2 0,-1 5 14 0,1 0 40 16,7 2-47-16,3 12-19 16,1-6 1-16,1-1 1 0,4 2-10 0,2 2 32 15,0 2-38-15,-2 0-13 0,5-1 0 16,-4 2-12-16,-1-3-5 0,2 5 24 15,-5-3-27-15,2-1-14 0,-4 1 1 0,-2-14-12 16,0 8-21-16,0 0-32 0,4-1-51 16,-4 0-40-16,0-11-41 0,1 3-58 0,-3-11-15 15,0 0-17-15,0 0-222 0,0 0 25 16</inkml:trace>
  <inkml:trace contextRef="#ctx0" brushRef="#br0" timeOffset="3050.08">17868 9728 992 0,'-16'-13'288'0,"16"13"-28"0,0 0-40 16,6-7-32-16,0-4-23 0,-6 11-30 0,0 0-20 16,14-5-17-16,-2 0-51 0,4 3 23 15,3-1-18-15,-1 8-14 0,8 5-3 0,-6-3-11 16,-1 3 5-16,-2-3-10 0,-2 4-11 16,-7-5 0-16,4 6 1 0,-1 1-5 0,-2-2 37 15,-3 1-44-15,-2 0 2 0,-2-4 1 16,-2-8 2-16,-6 12-4 0,0-2 37 15,-4-6-38-15,-2-1 6 0,12-3 2 0,-14-2 7 16,0 1-2-16,6-5 22 0,0 0-31 16,4-3-13-16,-2 1-6 0,12-6-19 0,2-8-22 15,4 7-3-15,4 1-56 16,5-3-24-16,0 0-27 0,-2 2-33 0,1-1-26 16,0 3-38-16,4 6-212 0,1-5 79 15</inkml:trace>
  <inkml:trace contextRef="#ctx0" brushRef="#br0" timeOffset="3983.1">18412 9549 1111 0,'-4'10'242'0,"-12"-14"14"0,5-2-87 0,-2 10-24 15,2-2-15-15,11-2-3 0,-10 2-8 0,-3 2-3 16,1 1-53-16,2 2 17 0,-1 4-17 16,4 0-9-16,-5 4-11 0,0 11 9 15,6-9-41-15,0 3 21 0,4-11-6 16,-4 8-8-16,-3 1-2 0,9-4-7 0,0 0-9 15,5-4 17-15,-3 2 3 0,-2-12-7 16,6 5-1-16,0 3-5 0,2-14-2 16,5 1-1-16,0-7-8 0,-3 2 5 0,1-6 1 15,8-7-7-15,-6 7 34 0,-3-1-32 16,3 0 0-16,-7 8-5 0,-1-6 6 0,-1 0-2 16,3 6 35-16,1-2-40 0,-2 5-6 15,2-1 1-15,-8 7 0 0,0 0 4 16,11 4 37-16,0-2-34 0,-5 9-5 15,2-2 7-15,-2 3-3 0,-1 0 10 0,2-1 36 16,-1 0-40-16,0 4 0 0,3-1-6 16,-9-14 8-16,8 10 1 0,0-1 34 15,-8-9-26-15,0 0-1 0,14-2-11 0,0 2 7 16,-8-10-5-16,5-9 20 0,-4 12-18 16,1-8-2-16,7-11-2 0,-9 18-6 0,-2-8 9 15,7-11 6-15,-5 19-8 0,0-5-7 16,3 2-1-16,-8 2-2 0,4-1 11 0,-5 10 6 15,0 0-20-15,16 0 18 0,-2 0-1 16,-9 7 0-16,5 1-3 0,-2 1 16 16,1 1-31-16,-3-1 24 0,2 4-7 0,-1-4 2 15,1 0 0-15,-2-1 11 0,2-3 6 16,-8-5 0-16,0 0 19 0,4 7 19 16,2 1-7-16,-6-8-8 0,0 0 8 15,8-8-19-15,0-1-17 0,-3-2 3 0,5-7-4 16,-3 10-8-16,-1-10 14 0,1 5-14 15,3 0-7-15,-2-1-5 0,4 2 3 0,-2-1-5 16,-2 6 16-16,3 1-12 0,-11 6-1 16,13 2 4-16,-1 0-3 0,1 2 2 0,-1 0 16 15,-5 3-13-15,2 3-6 16,-1-3-2-16,-1 0 6 0,4-2 0 0,-1 2 26 16,-10-7-26-16,6 6-7 0,0 3 6 15,-6-9 3-15,0 0 2 0,11-5 9 16,-1-1-11-16,1-3-2 0,4-8-2 0,-3 3 4 15,1-1-7-15,0-4 13 0,0-3-12 16,1 6-10-16,1-6 0 0,0 5-3 0,2-5 3 16,0 5 30-16,-4 2-21 0,1-1-5 15,-7 8-7-15,1 1 6 0,1-4-4 0,-9 11 9 16,10-4 1-16,4 0-8 0,-14 4 12 16,0 0-8-16,8 5 3 0,-2 3 14 0,-6-8-17 15,8 12 19-15,1-1-13 16,-5-4-2-16,2 1 4 0,7-1 3 0,-2 2-8 15,5-4 7-15,1 1 6 0,-2 0-6 16,2-1-8-16,-2 1-3 0,4 3-6 16,-6-7-11-16,0 5-5 0,-7-2 5 0,0 3 7 15,-2-1 10-15,3 3 6 0,-14-1-3 16,3 2-4-16,-8-3 4 0,-1 0 8 0,0-6-5 16,1 4 14-16,-2-6-1 0,2 1-3 15,-6-8-2-15,7 2-12 0,7-8-14 0,-2 0 2 16,4-9-75-16,4-15-17 0,6 6-45 15,-2 0-42-15,1 2-12 0,4-5-45 16,5 2-64-16,-2-3-167 0,7-3 62 0</inkml:trace>
  <inkml:trace contextRef="#ctx0" brushRef="#br0" timeOffset="4183.07">19552 8785 1346 0,'-13'-5'226'0,"13"5"-10"0,-15-2-29 0,2 2-24 0,13 0-14 0,-12 4 6 0,4-1-43 0,-7 6 13 0,6 1-11 16,-4 4 7-16,-1 11 0 0,5-4-1 0,2 4-11 15,3-1-7-15,0 7-19 0,4-1-19 16,4 3-12-16,0-1-8 0,3 2 3 16,2-1-23-16,1-1-6 0,1-3-8 0,3 1-8 15,2-5-37-15,-6 0-11 0,4-4-57 16,0-4-25-16,0 0-25 0,0-4-16 0,-9-4-52 16,4-2-20-16,-4 1-107 15,-5-8-316-15,0 0-192 0</inkml:trace>
  <inkml:trace contextRef="#ctx0" brushRef="#br0" timeOffset="4915.93">19828 9126 1025 0,'-38'-9'302'0,"46"3"-59"0,-8 6-38 16,-4-12-35-16,-3 2-4 0,0 3-21 0,1 2 25 15,-7 1-60-15,5-1-17 16,-5 5-15-16,-2 1-6 0,3 3-4 0,-12 8 17 15,10 0-38-15,1 5-12 0,2 0-2 16,-3 1-9-16,4 4-1 0,5-4 18 16,-4 1-25-16,4 3-1 0,3-13 5 0,2 6 6 15,0 0 4-15,0-3 38 0,0 1-30 16,0-13-1-16,4 8-5 0,3 1-6 0,3-13-9 16,-1 3 15-16,2-9-18 0,2-5-5 15,-3-1-5-15,-1-2-2 0,3 1 2 0,-4 0-1 16,4-3-2-16,-6 13-3 0,0-8 6 15,5 1-7-15,-7 2 4 0,2 3-18 16,-6 9 11-16,7-8-2 0,-1 1-1 0,-6 7 8 16,0 0-7-16,7 5-3 0,1 1 3 15,-8-6 9-15,6 12-3 0,0-3-4 16,-6-9 1-16,6 9-3 0,2 1 14 16,-8-10-19-16,14 0-16 0,1 2-22 0,-2-5-26 15,-3-3-9-15,7-6-58 0,7-3 61 16,-10 2 1-16,1-5 9 0,2 0 7 0,2-3 2 15,-4-6 26-15,-4 0-3 0,-5-4 3 16,0-1 10-16,-4 0 12 0,0 2 26 0,-4 1-29 16,2 15 94-16,0-8 1 0,2 0-2 15,-6 5-18-15,-2 2-4 0,6 15-4 16,-4-7 7-16,-1 0-4 0,2 16 20 0,-5-2-4 16,6 12-8-16,-2 10 9 15,0-9-23-15,2 5-5 0,2 0 12 0,4 3 5 16,0-2 0-16,0-4 11 0,4 0-29 15,0-3 4-15,4 0-17 0,-6-11-2 0,6 1-9 16,0 2 9-16,5-9-33 0,-2-2-17 16,2-3-18-16,13-7 3 0,-16 1-9 0,3-7 14 15,-4 1-26-15,-4-5-2 0,1 1-6 16,-2-1 5-16,-2-1 15 0,-4 13 38 16,4-4-20-16,-2-5-1 0,-2 6 6 15,0 4 8-15,-2 7-2 0,0 0 45 16,0 0-28-16,0 0-3 0,-4 7 3 0,0 3 4 15,0 1 4-15,2 0 25 0,4 5-25 16,2-4 2-16,0 2-7 0,1 0 7 0,0-4-7 16,3 0 19-16,5-1-15 0,1-2-39 15,0-1-33-15,2-3-26 0,2-4-35 0,0-1-95 16,-5-6-20-16,0 1-137 0,-4-5-190 16,-1 0-95-16</inkml:trace>
  <inkml:trace contextRef="#ctx0" brushRef="#br0" timeOffset="5049.85">19946 8794 1033 0,'-13'0'326'0,"13"0"-88"0,0 0-48 0,0 0-34 0,0 0-32 0,0 0-25 0,0 0-89 0,0 0 55 0,0 0-11 16,16 0-5-16,1 0-12 0,1-3-50 0,18-6-76 16,-9-1-87-16,1-1-74 0,4 1-287 15,-1-2-33-15</inkml:trace>
  <inkml:trace contextRef="#ctx0" brushRef="#br0" timeOffset="5617.11">20534 8549 1094 0,'-24'-11'285'0,"24"11"3"0,0 0-54 0,0 0-35 15,0 0-33-15,0 0-14 0,0 0 27 16,-7 15-45-16,0-1 14 0,0 3 8 0,-2 11 16 16,4-5-16-16,1 2 13 15,4 0-70-15,0 3-17 0,0 3-17 0,2-1-19 0,-2 0-12 16,4 1-31-16,-1-2-6 15,0-12-30-15,1 0-32 0,-1 4-26 0,1-8-13 16,1 4 8-16,-5-17-58 0,8 8-23 16,-2-1-33-16,-6-7 3 0,4-7 9 0,5-1-17 15,-9-9 70-15,-2-12 26 0,-5 0 31 16,3-5 25-16,0 1 28 0,0-4-18 16,0 1 90-16,4 2 22 0,0 1 4 0,0 7 6 15,2 0 0-15,2 6-66 16,-1-1 74-16,-3 12-1 0,10-3-4 0,0 2-10 15,3 7-1-15,0 1 22 0,-1 7-52 16,10 5 13-16,-16-2 6 0,2 3 1 0,5 3-8 16,-5 1 7-16,1 12-25 0,-5-20-1 15,-4 12-3-15,2-4 2 0,-4 1 1 0,-2-1 19 16,-1-4-14-16,1 2-8 0,0-3 14 16,0 0-7-16,4-10 5 0,-11 4 6 15,1-1-8-15,10-3-6 0,-6-5-12 0,-1-2 0 16,7 7-7-16,2-15 1 0,1 2-10 15,5 4 9-15,0 2-3 0,5-2-3 0,-3 4 3 16,5 2-6-16,4 1-13 0,-3 4 19 16,0-2-11-16,-3 11-1 0,8 2 0 0,-15-5 9 15,5 6 7-15,-4 2-4 16,-7 3-12-16,-1 7 10 0,-1-17 0 0,-4 11-1 16,-5 9 10-16,-2-12-7 0,1-2-9 15,-3 0 3-15,9-7 9 0,-5 1-10 0,2 2 21 16,-1-9-21-16,-3 3-29 0,13-5-31 15,-8-6-20-15,-1 0-35 0,13-4-21 16,3 1-44-16,-1-8-39 0,7-10-54 0,-1 10-334 16,2-3-142-16</inkml:trace>
  <inkml:trace contextRef="#ctx0" brushRef="#br0" timeOffset="6366.46">20885 8635 1152 0,'5'10'263'0,"-5"-10"-59"0,0 0 1 0,0 0-2 0,-7 7-20 0,3 1 2 0,4-8-10 0,-7 16 1 15,2-3-18-15,3 0-27 0,-1 0-22 0,3 3-17 16,0-1-19-16,3-2-31 0,1 0 13 16,2-2-12-16,0 0-7 0,1-3-9 0,2 3-3 15,1-8-22-15,3 3 10 0,-1-6 0 16,1-2-27-16,-2-4-11 0,3 3-5 0,-3-7 2 16,2 0-7-16,-3-1 20 0,5-10-4 15,-9 13-1-15,-1-9 8 0,1 0 6 16,-1 2 8-16,-1-2-3 0,-2 3-4 15,2 3 3-15,-4 11-10 0,0-13 7 0,2 1 5 16,-2 12-2-16,0 0-6 0,0 0 3 16,0 17 4-16,0-2 4 0,0 4 17 15,2 12-6-15,0-8 3 0,-4 7-5 0,2 1-4 16,2 1 5-16,0 0 9 0,0 1-9 16,-1 0 4-16,-1 0-3 0,0-2-1 0,3 1-4 15,-6 1 18-15,0 1-17 0,-1-3-1 16,0-7-4-16,0-13 4 0,2 5-2 0,-2-1 15 15,-3-5-19-15,0-3-3 0,7-7-8 16,-5-7-9-16,2-1-40 0,3-13-13 16,0-15-63-16,3 4-19 0,2-4-26 0,0-5-11 15,2-5-9-15,-1-3 12 16,2 0 19-16,0-1 34 0,3-3 38 0,0 4 35 16,-3-1 29-16,4 2 7 0,2 8 29 15,-1 0 24-15,-1 2 27 0,-1 5 19 0,-2 4 17 16,-5 3-34-16,0 2 77 0,-1-1 4 15,2 15 5-15,-3-7-24 0,1 4-10 0,-3 13 1 16,-5-10-23-16,0 2 6 0,0 16 5 16,0 0 1-16,-2 11 6 0,-1 14 20 15,2-5-45-15,2 0-14 0,2 3-12 0,8 0-10 16,-2 1-5-16,0-5 27 16,4 1-49-16,2-1-6 0,-2-6-5 0,4-1-7 15,3-3-6-15,-2-5 1 0,4 0-39 0,-9-7-45 16,12-6-29-16,3 1-7 0,-4-8 1 15,11-7 29-15,-9 1-6 0,-1-1 14 16,-2-2 18-16,3-5 15 0,-6 2 9 0,-4-3 14 16,-3 0-1-16,-4 14 9 0,-1-8 8 15,4 4 5-15,-2 0 4 0,0 1 21 16,-5 12-11-16,0 0 9 0,0 0 6 0,0 0-2 16,-7 12-3-16,2-2 20 0,5 4-36 15,0-1 23-15,2 0-1 0,1 2-2 16,-1-1-12-16,3-1 10 0,3-3-27 15,0 1 20-15,7-6-38 0,-3 2-53 0,-1-6-99 16,4 1-119-16,0-9-397 0,8-5-222 16</inkml:trace>
  <inkml:trace contextRef="#ctx0" brushRef="#br0" timeOffset="6533.23">21233 8370 1389 0,'-12'6'336'0,"12"-6"-62"0,0 0-7 0,0 0-53 0,0 0-40 0,6-8-40 0,10-2-21 0,6 1-13 16,8-2-34-16,3-5-33 0,5 1-35 15,5-2-54-15,1 1-56 0,3-1-61 16,-3-3-98-16,3 2-468 0,1 6-262 16</inkml:trace>
  <inkml:trace contextRef="#ctx0" brushRef="#br0" timeOffset="6850.42">21740 8643 1642 0,'-2'-28'373'0,"2"28"-42"0,0 0-39 0,0 0-96 16,0 0-6-16,0 0-20 0,0 0-35 15,0 0-29-15,0 0-41 0,7-3-66 16,2-1-64-16,-9 4-74 0,8-9-63 15,3 1-141-15,-11 8-472 0,11-7-374 0</inkml:trace>
  <inkml:trace contextRef="#ctx0" brushRef="#br0" timeOffset="7183.21">22117 8140 1712 0,'20'8'321'16,"-20"-8"-64"-16,0 0 13 0,-3 13-47 0,-3 0-23 15,9 0-46-15,2 14 28 0,-1-6-9 16,-2 4-21-16,3 4-21 0,2 2-26 0,-1 7-59 16,1 2 27-16,-1 5-11 0,3 0-10 15,-4 1-15-15,7 2-5 0,-4 0-42 0,0 0 37 16,2-2-7-16,-4-5 0 0,4 3-4 15,-4-3-9-15,-2 3-46 0,-1-6 56 16,-6 3-5-16,1-6-2 0,-2 0-5 0,-2-5 1 16,-4-4-4-16,-4-2 29 0,-2-2-35 15,1-2-6-15,-2-7-42 0,8-7-32 0,-7-4-29 16,0 1-23-16,4-10-48 16,-9-6-42-16,5-3-45 0,4-6-113 0,0-7-454 15,4-5-420-15</inkml:trace>
  <inkml:trace contextRef="#ctx0" brushRef="#br0" timeOffset="7333.46">22053 7906 1257 0,'2'-14'301'0,"-2"14"-69"0,0 0-45 0,0 0-99 16,0 0 36-16,0 0-30 0,0 0-27 15,4 7-19-15,3 0-57 0,4 1-55 16,1-1-131-16,-5 4-422 0,13 10-150 15</inkml:trace>
  <inkml:trace contextRef="#ctx0" brushRef="#br0" timeOffset="7966.35">22451 8237 873 0,'0'-23'253'0,"-4"0"-25"0,-5 14-35 16,2-6-32-16,-6-11 4 0,3 9-13 15,7 10-7-15,-11-6-11 0,4 4-13 0,-5 2-28 16,5 2-49-16,-6 7 23 0,-4 6-12 16,2 5-15-16,2 5 0 0,3 1-15 15,0 3-16-15,0 0 17 0,7 2-8 16,-2-2-4-16,2-1-3 0,4-10-1 0,2 7 36 16,0-3-22-16,4-4 2 0,-2 0-15 15,-2-11 9-15,14 5-14 0,-1-3 31 16,0-9-32-16,6-10-7 0,-13 12 0 0,5-10 7 15,10-8-7-15,-9 3 28 0,-1 2-29 16,-4 7-5-16,1-5 2 0,9-7 6 0,-13 18 8 16,2-6 32-16,1-2-40 0,-7 13-4 15,0 0 4-15,0 0 5 0,11 8 1 0,1 0 23 16,-7 9-19-16,0 1-12 0,2-1 0 16,4 11 2-16,1-10-1 0,-7-10 24 15,3 10-21-15,3-3-2 0,-2-4 1 16,1 0-2-16,2-6-19 0,4-3-11 15,-8-9-68-15,4 5-10 0,-1-10-18 0,8-4 7 16,-8 0 12-16,-3-4-47 0,-4-1 66 16,0-5 8-16,-2-5 10 0,-2 4 14 0,0 0 14 15,2 3-16-15,-2 14 69 0,3-9 12 16,2 2-6-16,-5 17-1 0,0 0 40 0,0 0-38 16,0 0 60-16,0 0 3 0,0 0-8 15,4 12 1-15,0-3-2 0,4 8 56 16,-2-3-22-16,3 3 3 0,-1 1 14 15,-1-4 4-15,-1 1-4 0,3-4 30 16,-1 1-47-16,-4-4-2 0,-1 0 1 0,-3-8-16 16,0 0-17-16,15-3 8 0,-3 2-40 15,-6-11-11-15,1 0-5 0,-3 0-9 0,0-4-14 16,-2-3-41-16,3-11-10 0,-3 6-34 16,0 4-19-16,-1 9-11 0,-1-8-18 0,3-1-11 15,-3 20-23-15,2-15-3 0,0 2 1 16,-2 13 1-16,0 0-12 0,0 0-52 15,0 0-5-15,7 8-347 0,-1-1-119 0</inkml:trace>
  <inkml:trace contextRef="#ctx0" brushRef="#br0" timeOffset="8316.25">23084 7993 631 0,'12'-21'251'0,"-2"9"-39"0,-10 12-15 0,-3-15-17 0,3 1-60 0,-7 4 22 0,3 0 0 0,-7 3-8 0,0-3-13 15,4 6-12-15,-2-1 6 0,-6 5-22 16,-5 5-4-16,10 1-8 0,-2 5-11 0,-9 10-17 16,5-2 8-16,7 1-13 0,-2 1-10 15,5-3-12-15,4-6 3 0,0 5 19 0,-1 2 8 16,6-6-2-16,1 3 14 0,0-11-15 16,2 2-12-16,-6-7-9 0,15 0-15 15,0 3-1-15,-4-11 4 0,9-4-9 0,-11 5-4 16,2-6 6-16,-1 2-4 0,1-1-12 15,-1-1 12-15,1 1-9 0,0 1-1 16,-5 1 1-16,2 3 1 0,-8 7 12 16,0 0-9-16,0 0-12 0,14 6 7 0,0-1-1 15,-6 5-3-15,-1 2 16 0,-1 2-10 16,0 2-10-16,1-3-17 0,8 7-32 0,-9-13-43 16,8 1-89-16,8 5 6 0,-12-8-90 15,3-10-491-15,11-6-288 0</inkml:trace>
  <inkml:trace contextRef="#ctx0" brushRef="#br0" timeOffset="8432.93">23603 7969 1217 0,'0'0'248'0,"0"0"-64"16,0 0-18-16,0 0-57 0,0 0-52 16,0 0-131-16,-4-8-477 0,-2 1-59 0</inkml:trace>
  <inkml:trace contextRef="#ctx0" brushRef="#br0" timeOffset="9299.71">15360 11768 984 0,'0'12'256'0,"0"-12"-36"0,0 0 14 0,0 12-57 0,-2 1-6 0,2 4-5 0,0 16-12 0,0-7-9 0,2 5 2 0,3 4-29 16,1 6 12-16,3 5-18 0,1 5-8 16,-1 3-7-16,5 1-15 0,-2 1-11 15,0-4-10-15,-2 0-14 0,6-1-2 0,-6-3 1 16,-3-2-2-16,1-3 2 15,-2 1-16-15,-4-5 6 0,0-1-4 0,-4-4-7 16,-3-5-6-16,-2-1 10 0,-4-6-18 16,1-6-8-16,3-8-6 0,-6-1-25 0,3 2-51 15,-10-14-15-15,-7-6-77 0,6-5-20 16,2-7-26-16,-3-7-34 0,2-6-46 0,-4-12-67 16,3-2-259-16,1-2-155 0</inkml:trace>
  <inkml:trace contextRef="#ctx0" brushRef="#br0" timeOffset="9432.99">15176 11637 909 0,'0'0'205'0,"0"0"-38"15,0 0-35-15,0 0-40 0,0 0-23 0,0 0-39 16,9 10 1-16,1-3-53 0,-10-7-61 16,5 10-105-16,1-1-209 0,5 3 198 15</inkml:trace>
  <inkml:trace contextRef="#ctx0" brushRef="#br0" timeOffset="10087.03">15689 11940 1017 0,'7'-10'247'0,"-7"10"-31"15,0-11-26-15,0 0-27 0,-5-1-12 16,3 1-29-16,-2 1-18 0,-1-1-16 0,-7 2-17 15,1-3 21-15,1 0-60 0,-4 1 3 16,2 7-9-16,4 0-8 0,-5 4-2 0,0 2 34 16,5 7-52-16,-5 8 8 0,11-4-1 15,-6 3-1-15,1 6 0 0,7-1 37 16,-2 2-46-16,4-1 2 0,3 0-1 0,-3-4 3 16,0 0 1-16,4-5 55 15,0 0-45-15,5-6 3 0,1 1-3 0,-12-8-1 0,14-8-7 16,0 1 15-16,-4-6-19 15,0 0 4-15,-2-3-5 0,4-8 4 0,-5 13 2 16,-5-6 10-16,0 0-17 0,2 3 4 16,0-1-4-16,-4 3 4 0,0 0-4 0,0 12 10 15,0 0-21-15,0 0 15 0,0 0 2 16,0 0-4-16,0 0-1 0,2 14 4 0,1-1-43 16,-1 1 54-16,0-2-5 0,2 5-4 15,1-2 1-15,-1-4-1 0,0 2-57 16,2-6 45-16,2 1-17 0,-8-8-25 0,12 4-60 15,-2-1-38-15,-6-14-14 16,2 0-21-16,-4-2 23 0,3 0 27 0,-3-5 29 16,-1-1 31-16,2-3 37 0,-3 5-5 15,0-3 20-15,0 2 24 0,0 1 21 0,0 0 27 16,2 6 13-16,0 0-18 0,-2 11-8 16,7-12-7-16,-1 5 7 0,-6 7-19 0,0 0 37 15,9 7-6-15,2 0 4 0,-4 9-3 16,6 9-3-16,-3-8 14 0,0 2-20 15,2 0 16-15,1 1 7 0,0-5 10 0,-5-8 0 16,4 6-7-16,0 1-22 0,-4-7 10 16,0 3 5-16,-8-10-2 0,0 0-6 15,13-3-5-15,-1 3-39 0,-5-10 23 16,-1 0-10-16,-6-5-13 0,3-2-3 0,-6-2-22 16,3-12-28-16,-2 20-19 0,2-9-14 15,0 1-17-15,-2 3-37 0,2 0-28 0,-2 4-42 16,0-1-27-16,2 13-67 0,0 0-156 15,0 0 126-15</inkml:trace>
  <inkml:trace contextRef="#ctx0" brushRef="#br0" timeOffset="10483.03">16203 11715 862 0,'4'-10'233'0,"-4"10"-23"0,5-9-19 0,2 2-8 0,-7 7-54 0,-7-13-24 0,0 4-7 0,7 9-7 0,-8-8-10 0,0 0 40 0,8 8-78 0,0 0-3 16,-11 8-10-16,0-3 1 0,1 7-3 0,-1 1-2 15,5 3-24-15,-4 14 12 0,3-11 2 16,2-8-4-16,-1 9-3 0,2-4-2 0,-1 1-6 16,4-2 8-16,1-15 11 0,1 13 3 15,2-1 1-15,-3-12-5 0,0 0-58 16,15-3 61-16,0-3-4 0,-8-4-5 0,4 0 2 15,-2-5-4-15,0 2-46 16,-1 0 63-16,1 1-8 0,-4-3 1 0,4 2 12 16,-3 2 0-16,4-1 12 0,-10 12-11 15,4-10-9-15,2 0-1 0,-6 10-3 0,0 0 1 16,8 10 22-16,5-3-29 0,-7 10-7 16,3-5-2-16,0 5 1 0,-3-5-10 0,2 2 37 15,0 1-36-15,2-2-7 0,0 3 11 16,-2-8-15-16,1 1-28 0,4-9-18 15,-3 3-120-15,-1-6-92 0,-1-3-476 0,3-3-268 16</inkml:trace>
  <inkml:trace contextRef="#ctx0" brushRef="#br0" timeOffset="10988.44">16968 11047 883 0,'7'13'226'0,"-1"1"-28"0,-2-5-65 0,2 1 29 0,-2 1-12 0,7 12-13 16,-2-2-16-16,-1 3-16 0,1 0 26 15,3-2-64-15,-3 6-7 0,0 1-9 0,-1 0-14 16,2 2-5-16,-3-5 32 0,1-1-57 15,-3-1-4-15,-1-4-56 0,2-2-78 0,-2-8-90 16,-8 0-135-16,1-3-170 16,3-7-8-16</inkml:trace>
  <inkml:trace contextRef="#ctx0" brushRef="#br0" timeOffset="11150.06">16813 11182 1228 0,'-2'-14'268'0,"2"14"-74"0,0 0-39 15,0 0-22-15,6-9-39 0,3 1-18 16,4-1-15-16,10-4-9 0,-1 3-13 0,-2 1-9 16,4 1-8-16,1 0-35 0,-12 4-67 15,6 1-60-15,2 1-71 0,-4 0-83 16,13 6-181-16,-13 7 82 0</inkml:trace>
  <inkml:trace contextRef="#ctx0" brushRef="#br0" timeOffset="12566.11">17199 11314 1002 0,'27'-18'251'16,"-18"15"-40"-16,-9 3-42 0,6-14-79 15,3 4 62-15,-1 1-11 0,4 2-10 0,4-3-19 16,9 0-16-16,-14 7 26 0,10 1-70 16,13 2-8-16,-12 3-11 0,2 4-9 0,-3 3-3 15,-1 0 9-15,0 4-20 16,-2-1-4-16,-6 3 2 0,-1-2-5 0,-5-6 1 15,0 5 10-15,1 2-8 0,-7-2 0 16,0-1-6-16,-7-2 4 0,3-3-1 0,4-7 10 16,-12 4-13-16,-1 0 2 0,13-4-5 15,-10-5 2-15,-4-1-2 0,8-4 7 0,2-1-20 16,2-3 2-16,2 1-5 0,6-2-9 16,0 0-11-16,6-1 27 0,4-5-42 15,1 10-35-15,0-2-15 0,2 2-26 0,3 2-12 16,-4 0-36-16,4-2 26 0,-1 3 1 15,3 2 23-15,-7-1 24 0,-3 2 13 0,5 0 23 16,-2 1 60-16,-3 0 31 16,2 0 28-16,-6 1 26 0,5 1 18 0,-15 2-53 15,11-4 51-15,1 0 5 0,-12 4 4 16,0 0-3-16,0 0-17 0,0 0-33 16,-10-5 21-16,-1-1 2 0,11 6-2 0,-13 6 0 15,5-1-17-15,0 5 33 0,1-3-59 16,2 6-5-16,1-5-3 0,2 6-5 0,0-3-1 15,0 1 5-15,2 1-13 0,2 1-2 16,-2-3-1-16,0-11-3 0,4 9 4 0,0 3 2 16,-4-12-7-16,0 0 6 0,0 0 0 15,14 0 4-15,-4 0-5 0,-2-10-3 16,1 0-2-16,-3 3 2 0,1 0 6 0,1-8-5 16,-1 3-42-16,-1 1 94 0,2 1-56 15,-2-1-11-15,2 0 15 0,-8 11-4 0,4-7 5 16,0-3-9-16,-4 10 3 15,0 0 0-15,8 4 6 0,4-1 2 0,-12-3-4 16,9 10-4-16,2-2-52 0,-5 2 73 16,-2-2-1-16,3-2-9 0,1 0 3 0,-8-6 0 15,5 7-65-15,5 1 83 0,-10-8-3 16,0 0-4-16,0 0-3 0,13-7-4 0,1 2-54 16,-11-7 60-16,3 5-4 0,1-4-2 15,-1 0-5-15,-2-2 1 0,2 2-56 16,-1 1 59-16,-1-2-5 0,2 6-3 0,-2-2-4 15,-4 8 0-15,7-6 21 16,2 1-32-16,-9 5 10 0,7 3-6 0,6-1 7 16,-7 6 0-16,1 0 23 0,2-1-30 15,-1-1 1-15,-2 5-2 0,5-2 8 0,-7-1-7 16,2 1 42-16,-6-9-46 0,9 8 9 16,-2 0 11-16,-7-8 15 0,0 0 2 0,0 0 28 15,0 0-44-15,0 0-3 0,6-9-6 16,0 2 4-16,-2-6-1 0,-2 0 4 15,0 0-14-15,0 0 2 0,2-1-2 0,2 0-3 16,0 2-2-16,0 2 13 0,-2-1-15 16,2 0 2-16,-6 11 5 0,0 0-2 0,13 0 1 15,2 0 11-15,-8 8-9 16,-1 1-2-16,0-2 6 0,2 4 0 0,-3-3-1 16,6 3 6-16,-5-1-5 0,-2 0-2 15,-4-10 2-15,6 9-1 0,0-2 7 0,-6-7 11 16,0 0-23-16,0 0 15 0,11-3-6 15,0 1-3-15,-7-9 4 0,0 1-5 0,1-4-40 16,1 1 41-16,-2-6-5 0,2 1-15 16,-4-2-8-16,2-12 4 0,-1 22-51 15,2-9 63-15,-2 0 2 0,0 1-5 0,1 1 4 16,-1 8 4-16,2-2-56 0,3 5 72 16,-1 0-2-16,-7 6-2 0,0 0 0 15,10 10-1-15,0-3-58 0,-7 5 65 0,4-3 4 16,1 5 1-16,0 0 5 0,-8-5-6 15,2 4 20-15,8-3-38 0,-2-1 14 16,0-1-5-16,5 4 0 0,-13-12 2 0,9 7 18 16,-1 0-39-16,-8-7 14 0,10 4-6 15,5 0-10-15,-15-4-6 0,6 5-67 16,3 3 71-16,-9-8 5 0,5 11-3 0,-1-2 4 16,-4-9 8-16,-2 11-20 0,0 0 24 15,2-11 5-15,-14 7-1 0,4-1 9 16,10-6 6-16,0 0 25 0,-8-7-36 15,-1 1 3-15,11-7-4 0,-2 4-3 0,0-11-2 16,0-12-4-16,4 7-28 0,7-5-16 16,-1-1-6-16,2-3 3 0,-4-1 9 0,0 1 14 15,-1 2-6-15,1 0 10 0,-6-3 9 16,-1 2 14-16,-1 2 9 0,-1 4 10 16,-4 0 41-16,-1 3 20 0,0 2-3 0,4 13-3 15,-2-6 2-15,0-1 31 0,0 6-43 16,-1 2-16-16,5 8-9 0,-13 3 3 0,-1 2-3 15,11 8 27-15,1 11-34 0,2 2-8 16,2 0-9-16,7 2 4 0,-3 5-11 16,0 1 32-16,3 0-36 0,0-1-2 0,5-3-4 15,-3-1-1-15,2-1-8 0,-1-3 5 16,5-4-49-16,-4 1-21 0,0-2-26 16,-5-13-50-16,2 7-8 0,2-1-47 15,-12-13-75-15,12 4-96 0,2-1-155 0,-14-3-22 16</inkml:trace>
  <inkml:trace contextRef="#ctx0" brushRef="#br0" timeOffset="13283.08">18990 10803 964 0,'0'0'288'0,"0"0"-109"0,-8-7 35 0,-3-1-22 0,4 0-24 0,2 3-3 15,-1-1-21-15,-2 1 8 0,8 5-56 16,-16-3-19-16,2 3-20 0,0 6-6 0,2-2-11 15,3 5 15-15,1 3-25 0,-1 3-12 16,0 0-6-16,1 2 0 0,0 0 4 0,4-1 13 16,4 2-19-16,-2-4-6 0,0 1-7 15,0-4 4-15,0-1 6 0,2-10 13 16,4 12-11-16,0-3-3 0,-4-9-5 0,0 0 28 16,8-6-31-16,4 3 8 0,-5-9-11 15,0 4 3-15,-1-3-6 0,0 0 0 16,1 0-1-16,0-3 16 0,2 2-28 15,0 3 21-15,-2 1-7 0,-3 1-2 0,-4 7 5 16,0 0 0-16,11-2 10 0,3 0-5 16,-5 8-4-16,-2-1 5 0,0 4-8 0,4 1 1 15,-3 0 0-15,3-2 2 0,0-1-11 16,1 1-1-16,-4-5-10 0,4 3-12 0,-12-6-79 16,14-3 35-16,3 0-14 0,-4-8-35 15,4-9-15-15,-7 4 12 0,1-6 21 16,0-2-5-16,-5-1 13 0,0-7 19 0,-2 0 18 15,-6-4 22-15,2-2 18 0,-2 1 29 16,-2 6 42-16,0 3 27 0,0 1 17 0,-2 6 61 16,3 10-54-16,-2-4-27 15,3-1-16-15,-4 7 1 0,0 3-1 0,6 6 52 16,0 0-58-16,0 18 14 0,4-3-8 16,-2 5-4-16,4 19-6 0,-1-11 2 0,4 3-27 15,-1 2 11-15,0-3-5 0,1 0 0 16,1-3 2-16,3-3-1 0,-2 0-16 15,3-9 16-15,2-2-12 0,-8-7 0 0,5-5-8 16,12-2-16-16,-16-3-68 0,7-6 52 16,8-8-9-16,-10 0-2 0,-5 1-11 0,2-5 0 15,-5 2-10-15,-2 8-9 0,-4-8 17 16,4 2 12-16,-6-1 15 0,0 4 24 0,2 15 4 16,-2-13-8-16,0-1 10 15,2 14 9-15,-8 7 10 0,-3-2 58 0,6 5-62 16,3-1-8-16,-2 4 11 0,4 3 0 15,0-1 6-15,0 0-5 0,6-2-19 16,-1 3 20-16,3-7-1 0,0 3 5 0,-1-3-6 16,2 1-4-16,3-9-46 0,0 3 36 15,2-8-29-15,0 1-33 0,-1-3-56 0,6-7-55 16,-12 6-72-16,1-10-379 0,2 2-146 16</inkml:trace>
  <inkml:trace contextRef="#ctx0" brushRef="#br0" timeOffset="13437.87">19177 10587 1218 0,'0'0'265'16,"0"0"-66"-16,0 0-30 0,0 0-25 0,0 0-23 0,0 0-22 0,4-7-25 0,3-3-72 0,5 7 46 0,12-11-51 0,-4 0-113 0,1 2-126 0,0-1-328 0,6 1-92 0</inkml:trace>
  <inkml:trace contextRef="#ctx0" brushRef="#br0" timeOffset="13670.16">19643 10319 1147 0,'-21'0'320'15,"21"0"-43"-15,0 0-33 0,0 0-37 0,0 0-18 16,0 0-5-16,0 0-18 0,0 0-14 15,-5 13-14-15,1 5-13 0,1 1-19 0,1 13-18 16,4-11-8-16,1 7-25 0,0 1-12 16,-2-3-11-16,2 1-17 0,1 0-25 0,-1-4-25 15,4-2-53-15,-1-2-25 0,3-2-24 16,-3-8-25-16,-4 1-50 0,3 4-68 16,-5-14-163-16,0 0-161 0,0 0-134 15</inkml:trace>
  <inkml:trace contextRef="#ctx0" brushRef="#br0" timeOffset="14498.55">19587 10302 1134 0,'3'-12'206'16,"-1"2"39"-16,-2 10-32 0,4-12-17 15,0 2-26-15,-4 10-15 0,0 0-2 16,0 0-58-16,0 0-25 0,0 0-17 0,16 0-2 16,-2 2-13-16,-1 2 12 15,-3 1-29-15,3 6-6 0,0 2-6 0,-3-4 4 16,2 3-5-16,-2 0 10 0,-4 5-15 15,-2-3-4-15,2 3-4 0,-4-4 2 0,0 3 9 16,-4-6 5-16,2 1-10 0,-4 0-5 16,0-3 4-16,4-8 7 0,-4 7 11 0,-2 2 23 15,6-9-18-15,0 0 39 0,0 0-17 16,0 0-12-16,0 0-3 0,0 0-5 0,0 0 7 16,0 0-16-16,0 0-15 0,0 0 7 15,0 0-10-15,18 1 6 0,2 3 14 16,-10 4-15-16,5 1-7 0,-5 0 4 0,8 6-6 15,-4-1 2-15,-3-1 20 0,0 3-16 16,-5-9-6-16,-2 6 5 0,0 4 5 0,1-5-3 16,-1 2 24-16,-8-1-26 15,-1 1-5-15,-3-5 3 0,0-1-1 0,0-3 5 16,2 1 11-16,6-6-38 0,0 0-29 16,0 0-34-16,-16-4-19 0,0 0-27 0,16 4-47 15,0-15-10-15,0 1-30 0,-3 2-14 16,3-2 29-16,3-2 13 0,1 3 17 15,0-2-8-15,0-2-23 0,2 6 97 0,2-1 92 16,1-2 74-16,-1 3 113 0,5 4-9 16,-1-1 14-16,-12 8-5 0,13-7-6 0,-2 2-2 15,-11 5-78-15,0 0 59 0,0 0-27 16,0 0 3-16,0 0 22 0,0 0-6 16,11 2 12-16,1 1-22 0,-12 6-11 15,2 3-10-15,-1 0-18 0,2 0-17 0,2 0 2 16,-1-2-26-16,1 2-10 0,1 0-4 15,0-5-7-15,5 3-1 0,-3-8 13 16,2 3-22-16,-10-5-8 0,16-2-12 0,6-6-11 16,-10 3-7-16,-2-6 14 0,3 1-15 15,-3-2 4-15,5-5 4 0,-10 10-2 0,1-8 10 16,0 0 10-16,-2 2-8 0,0 1-1 16,-4-4 1-16,2 4 5 0,-2 12 6 0,-2-14 23 15,2 1-33-15,0 13-3 16,0 0 3-16,0 0 8 0,0 0-4 0,4 10 26 15,8 10-15-15,-8-12-7 0,2 13 2 16,8 13 0-16,-5-3 6 0,4 1-8 16,-2 8 12-16,3 2-4 0,0 0-2 0,-2 5-10 15,-5 3 4-15,4-2-6 0,-2-1 17 16,-2-5-11-16,-1-1 0 0,-4-4-4 0,-4-2 7 16,2-6-9-16,-4-1 7 0,-3-6 9 15,-1-4-8-15,-7-1 0 0,9-12 5 0,-6 5-13 16,0 0 9-16,-2-13 7 0,1 3-10 15,0-9-1-15,-6-15-23 0,13-4-48 16,-4-7-102-16,2-5 11 0,2-8-70 16,0-10-80-16,0-3-444 0,4-1-281 0</inkml:trace>
  <inkml:trace contextRef="#ctx0" brushRef="#br0" timeOffset="14883.42">20047 10026 1087 0,'0'0'303'0,"0"0"-58"0,0 0-22 0,-8 11-12 0,-3-1-13 0,7 3 23 0,0 1-26 0,2 4-33 0,2 17-4 0,4-9-27 15,0 2-21-15,2 1-7 0,5-3-29 16,1 2-18-16,4 1-10 0,4-3-10 0,2-5-7 16,-1-1 5-16,-2 2-21 0,4-5-5 15,0-8-5-15,-2-2-6 0,-10-2-19 16,11-7 2-16,14-1-20 0,-15-4-12 15,-2 0 11-15,0-5 0 0,2 1 9 0,-12 7 29 16,-1-10-17-16,4 2 2 0,-7-1 4 16,1-1-2-16,-1 1 12 0,-3 2 11 15,-2 11-4-15,0-12-7 0,-2 2 0 0,2 10 2 16,0 0 1-16,0 0 39 0,-18 6-16 16,2 2-3-16,10 0-2 0,1 3-3 0,0 0 2 15,3 2 19-15,4 3-20 0,1-1-6 16,6-6-3-16,-3 1 1 0,8-5-6 15,-1 3 7-15,6-5-41 0,2 2-61 16,1-9-53-16,14-4-60 0,-13-1-75 0,-6-4-107 16,2-3-312-16,-2 3-226 0</inkml:trace>
  <inkml:trace contextRef="#ctx0" brushRef="#br0" timeOffset="15032.95">20095 10184 1448 0,'-6'-13'315'0,"6"13"-35"16,0 0-53-16,0 0-37 0,0 0-38 0,10-7-30 16,12-1-33-16,2-2-1 0,3-1-30 15,3-1-36-15,6-1-66 0,-1-1-67 16,4-1-115-16,-5 0-229 0,2-3-171 16,2 7-157-16</inkml:trace>
  <inkml:trace contextRef="#ctx0" brushRef="#br0" timeOffset="18448.43">12271 8791 1028 0,'0'0'252'0,"0"0"1"0,0 0-31 0,0 0-14 0,0 0-17 0,0 0-14 0,0 0 3 16,0 0-35-16,0 0-23 0,0 0-18 16,-9 6-5-16,3-1-22 0,6-5 33 0,0 0-17 15,6 5 3-15,3 1-12 0,8-3-8 16,-2 1-9-16,9-2-10 0,13 2 1 16,-7-2-13-16,5-2 6 0,5 0 3 0,6 0-5 15,-2-2-8-15,3 0 38 0,-1-2-54 16,1 2-1-16,-1-2-2 0,-1 3 0 0,-3-1-1 15,1 0 22-15,-5 0-24 0,-2-1-3 16,-5 0-1-16,-1 3-2 0,-19 0 3 0,12-2 31 16,-4 2-43-16,-4 0 7 0,-1-5-2 15,-14 5-4-15,13 0 3 0,2 3-46 16,-15-3 53-16,0 0-8 0,0 0 1 16,0 0-6-16,0 0-18 0,0 0-58 0,0 0 22 15,0 0-30-15,0 0-31 0,-15 0-24 16,2 0-36-16,1-3 1 0,-3 3-64 15,-2 0 63-15,-2 0-3 0,-4 5 8 0,-13-5 9 16,11 2 4-16,-5-2 19 0,-2 0 16 16,0 0 26-16,1 0 19 0,-3 3 17 0,2-3 24 15,0 5 23-15,-1-5 5 0,4 2 25 16,-3 0 19-16,6-1 11 0,-2 1 23 0,17 0-6 16,-12 0 4-16,2 0 4 15,3-2-6-15,4 2 11 0,1-2-2 0,-2 2-34 16,15-2 34-16,-13 0-7 0,1 2-2 15,12-2 6-15,0 0 1 0,-12 1 17 16,-4 3-10-16,16-4-3 0,0 0 1 0,0 0-3 16,0 0 5-16,0 0 43 0,0 0-15 15,0 0 5-15,9 7-15 0,0 1-7 0,5-8-13 16,1 0-16-16,8-2 11 0,18 2 1 16,-9 2 2-16,-1-2-7 0,5 2-22 0,4-2-27 15,4-2 16-15,1 0 0 16,0 4-3-16,3-4-8 0,1 2-3 0,0 0-14 15,-5-3-1-15,-3 3 5 0,1 0 8 16,-6 0-14-16,-4-3 9 0,-9 2-13 0,-8 1 7 16,4 0-14-16,3 0 8 0,-10-2 11 15,0 0-11-15,-12 2 7 0,11-2-47 16,2 2 40-16,-13 0-17 0,0 0-57 0,0 0-77 16,0 0-79-16,0 0-20 0,0 0-79 15,-16 0-68-15,4 0-106 0,-4 4-338 0,-14 5-414 16</inkml:trace>
  <inkml:trace contextRef="#ctx0" brushRef="#br0" timeOffset="20265.24">8616 10281 780 0,'-7'8'256'0,"7"-8"-16"0,0 0-50 0,0 0-32 0,0 0-7 0,0 0-16 0,0 0-20 0,0 0-38 15,0 0 20-15,0 0-16 0,0 0-17 0,0 0-10 16,0 0-10-16,0 0 33 0,0 0-67 16,0 0 10-16,0 0-4 0,0 0 2 0,4-9 1 15,-1 0 16-15,-3 9-13 16,0 0-1-16,17-2 7 0,-3 2 5 0,0-1 7 0,2-2 23 15,3 2-21-15,3 1 2 16,2-4-9-16,13 2-1 0,-7-2 4 0,2 1 7 16,1 3-9-16,3-6 13 0,2 4-2 15,3-2-4-15,-1 1-3 0,4 1-6 0,-1 0 13 16,-1-1-9-16,1 1-6 0,-1 1 2 16,1 1 4-16,1 0 4 0,-4 0 21 15,3-2-22-15,-6 2-2 0,3 0-5 0,0 0 1 16,-3 2-3-16,-3-2 32 0,-5 1-40 15,1 1-5-15,0 1 0 0,-3-3-6 16,0 2 2-16,1 0 23 0,-5-2-26 16,5 0 2-16,-5 5-4 0,-12-3 1 0,10 0-2 0,-1 0-36 15,0 2 41-15,-1-1 2 16,3-3-1-16,-6 2-5 0,6 0 3 0,-4 0-37 16,2-2 42-16,-1 2-6 0,-4 0 5 15,6-1-3-15,-3-1 6 0,6 3-2 0,-7-3 8 16,5 0-5-16,-6 3-2 0,4-3 4 15,-2 0 2-15,-3 0-4 0,4 0 39 16,-2 0-48-16,-5 0-9 0,4 0 7 0,-16 0-3 16,12 0 2-16,1 0 3 0,-13 0 3 15,0 0 8-15,0 0 8 0,11-3 14 0,2 0-1 16,-13 3-26-16,0 0 4 0,0 0 4 16,0 0-9-16,0 0 1 0,0 0-14 15,0 0-6-15,0 0-19 0,0 0-18 0,0 0-42 16,0 0-35-16,0 0-19 0,0 0-24 15,0 0-4-15,-9-3-4 0,-2-1-10 16,11 4 0-16,-15-5-5 0,1-1 2 0,14 6-5 16,-22-2-16-16,4-4-27 0,-6 3-30 15,-12-1-17-15,11 4-284 0,-4 2-71 16</inkml:trace>
  <inkml:trace contextRef="#ctx0" brushRef="#br0" timeOffset="20732.52">8965 10403 866 0,'5'12'237'0,"-16"-16"-72"0,2 1-10 0,9 3-11 0,0 0-9 0,-12 3-9 0,-4-1-12 0,16-2-12 16,0 0-2-16,0 0-12 0,-14-2-10 0,2 2-4 15,12 0 31-15,0 0-51 0,0 0-8 16,0 0-4-16,0 0-14 0,0 0-4 0,0 0 50 15,0 0-17-15,14 4 12 0,1 3-5 16,2-5 3-16,11 4 0 0,-2-4 7 16,7 1-12-16,3-3 0 0,6 0 0 15,9 0-6-15,2-2-6 0,2 1-17 16,5-1 20-16,1-4-10 0,0-3-6 0,5 7-1 16,-2-3-4-16,1 0 6 0,-4 0 3 15,1-4-9-15,-3 4-3 0,-6 3-1 0,-5-4 1 16,-3 4-4-16,-7-1 15 0,-2 1-18 15,-8 2 2-15,-13-2-2 0,3 2 4 0,6-2 4 16,-11 0 54-16,3-1-60 0,-16 3 0 16,16 0 4-16,-2 0-2 0,-14 0-6 0,0 0 27 15,0 0-43-15,11-3-1 0,6 3 4 16,-17 0-2-16,0 0-2 0,0 0-43 16,0 0 47-16,0 0 1 0,0 0-1 15,12-4-3-15,1 3-8 0,-13 1-51 16,0 0 24-16,0 0-29 0,0 0-32 0,0 0-48 15,0 0-32-15,8-9-38 0,2 2-46 16,-10 7-103-16,14-8-507 0,-2 3-471 0</inkml:trace>
  <inkml:trace contextRef="#ctx0" brushRef="#br0" timeOffset="22098.36">21102 9654 1069 0,'8'-10'264'0,"-8"10"-86"0,-7-8 20 0,1 3-16 0,6 5-8 0,0 0-7 0,-5-12-10 0,2 1 36 0,3 11-44 0,0 0-15 16,0 0-23-16,0 0-29 0,0 0-17 0,0 0 16 16,0 0-5-16,-6 11 1 0,-2 1 0 15,10 10-1-15,-2 12-2 0,0-7-3 16,2-1-13-16,0 3-4 0,0 0-5 0,-2 3-6 16,2-1-9-16,2-2-44 0,-4 0 41 15,2-14-6-15,-2 7-3 0,4-1-4 0,-4-4-5 16,2 3-40-16,1-8 50 0,0 2-2 15,-3-14 4-15,3 13 8 0,-3 0 13 16,0-13-17-16,0 0 42 0,0 0-11 16,0 0-9-16,6 6-11 0,1 1-4 0,-7-7-69 15,0 0 67-15,-6-13-5 0,5-3-5 16,1 6-7-16,1-1-2 0,-2-2-16 0,-1 2 20 16,4 0-5-16,-1-1 7 0,7-2-5 15,-2 3-12-15,-1 0-2 0,3-1-18 16,-2 4 7-16,1-1 3 0,8 3 6 0,-1 2 0 15,-14 4-3-15,17-1 31 0,0 1-32 16,-2 1-3-16,1-1 2 0,-2 6-5 0,-2-2 5 16,-1 1 31-16,0 4-28 15,-5-4-11-15,2 1 0 0,-8-6 8 0,5 14-2 16,-1-2 1-16,-10-3 7 0,1-1 2 16,-5 1-4-16,-12 9 6 0,1-6-6 0,0-5-5 15,0 2 7-15,-3-4 7 0,2 3-12 16,-2-4-32-16,12 1-116 0,-6-7-95 15,-9-3-159-15,21 0-651 0,-6 0-809 0</inkml:trace>
  <inkml:trace contextRef="#ctx0" brushRef="#br0" timeOffset="28065.2">10077 9994 786 0,'7'3'153'0,"-7"-3"-24"0,0 0-17 0,0 0-16 0,0 0 2 0,0 0-27 0,0 0-19 0,0 0-6 0,0 0-7 16,0 0-7-16,0 0 7 0,0 0-21 15,0 0-1-15,0 0 0 0,0 0 0 0,0 0 8 16,0 0 9-16,0 0-6 0,0 0 0 15,0 0-2-15,0 0 2 0,0 0-6 0,0 0 2 16,0 0-6-16,0 0 1 0,0 0-3 16,0 0-2-16,0 0-7 0,0 0 21 15,0 0-29-15,0 0 7 0,0 0-3 16,0 0-1-16,0 0 6 0,0 0-14 16,0 0-37-16,0 0-91 0,0 0-168 0,0 0-162 15,0-12 102-15</inkml:trace>
  <inkml:trace contextRef="#ctx0" brushRef="#br0" timeOffset="29081.66">7778 11151 943 0,'-10'4'265'0,"10"-4"-35"0,0 0-51 0,0 0-30 0,0 0-20 0,0 0-79 0,0 0 49 16,0 0-18-16,0 0-17 0,0 0-14 0,0 0-6 16,0 0-36-16,13 0 76 0,0-2 2 15,4 2-4-15,0-2-10 0,8 2-3 0,13-5 25 16,-8 5-34-16,5-6 11 0,1 1-5 15,7 1-3-15,4-2-4 0,3-2-7 16,6 2 4-16,-1 0-7 0,2 1 1 16,3 1-6-16,3 2-2 0,5-2-16 0,-3 4 7 15,-1 0 15-15,0 0-6 0,-3 0 2 16,1 0 1-16,-8 0-3 0,-3 0 11 16,-4 3-10-16,-5-2-8 0,-2 1 2 0,-3-2-6 15,-10 0 3-15,-12 0 32 0,4 0-43 16,4 2 4-16,-9-2 2 0,4 0 3 0,-18 0-1 15,17-2 19-15,-2 2-25 0,-15 0-6 16,0 0 1-16,17-2-4 0,-5 1-2 0,-12 1-3 16,0 0-5-16,0 0 5 0,0 0-7 15,0 0 2-15,0 0 3 0,0 0-49 16,0 0 49-16,0 0-18 0,0 0-42 16,0 0-63-16,0 0-54 0,0 0-21 0,-20-3-40 15,0 3-9-15,-5 0-19 0,-13 3-25 16,6-2-77-16,-6 3-342 0,-3-2-227 15</inkml:trace>
  <inkml:trace contextRef="#ctx0" brushRef="#br0" timeOffset="29515.52">7875 11335 906 0,'-18'3'222'0,"18"-3"-19"0,-10 0-17 0,0 2-15 0,10-2-15 15,0 0-1-15,0 0-69 0,0 0 60 16,0 0-22-16,-16 0-12 0,4-2-14 0,12 2-12 16,0 0-8-16,0 0-22 0,0 0-15 15,0 0 6-15,0 0 28 0,12 4 21 0,2 1 32 16,4-2-10-16,20 1-8 0,-3-3 1 16,3-1-11-16,8-4-4 0,6 3 19 15,4-2-44-15,4-6-10 0,3 3-2 0,-2-1-6 16,5 0-6-16,4-1-29 0,2-4 56 15,-2 3-8-15,-1-3 1 0,0 3 7 0,-6-1-9 16,-1 0-17-16,-7 2 11 16,-8-1-36-16,-1 1 22 0,-6 5-14 0,-10-3-2 15,-3 1-1-15,-1 1-62 0,-16 2 59 16,7 0 10-16,0 1 0 0,-6-3-4 0,-1 1-2 16,-10 3-35-16,13-3 32 0,2 1-5 15,-15 2-5-15,0 0 0 0,9-3-3 0,1 0 12 16,-10 3-25-16,0 0 8 0,0 0-4 15,0 0-14-15,0 0-21 0,0 0-51 16,0 0-38-16,0 0-77 0,0 0-102 0,11-6-35 16,-2 1-34-16,-9 5-107 0,0 0-421 15,3-12-530-15</inkml:trace>
  <inkml:trace contextRef="#ctx0" brushRef="#br0" timeOffset="31765.27">22096 9468 1037 0,'0'0'270'0,"0"0"-65"0,0 0-31 0,-14 0-19 0,1 0-13 0,13 0-2 0,0 0 22 0,0 0-53 16,0 0-20-16,-13-4-7 0,4 0-18 0,9 4-5 16,-12 4 31-16,0 1-35 0,2 5-2 15,1-3-9-15,0 7 8 0,-5 6 4 0,1-4 23 16,5 3-27-16,-1-1-11 0,4-7 3 16,1 4-11-16,2 5 1 0,-2-8 16 15,2 4-23-15,4-3-6 0,0 2 3 16,9-8-9-16,2 3 3 0,1-8 13 15,1-2-26-15,5-4-14 0,11-7-28 0,-4-3-22 16,-1 2-20-16,-1-2 27 0,-1-3-62 16,-1 0-12-16,-3 2-37 0,0 1-60 0,-12 6-118 15,2-5-338-15,-2 0-205 0</inkml:trace>
  <inkml:trace contextRef="#ctx0" brushRef="#br0" timeOffset="37081.87">4383 10207 1046 0,'0'0'223'0,"0"0"-22"0,0 0-39 0,0 0-17 0,0 0-16 0,0 0-10 16,0 0-19-16,0 0-6 0,0 0 11 0,0 0-1 15,0 0 1-15,0 0-10 16,8 5 4-16,0 2-7 0,7-7-5 0,15 3-7 16,-2-3-10-16,1 0 14 0,7-3-31 15,4 3-6-15,2-5-11 0,3 1-9 0,4 2 0 16,-3-1 22-16,1 1-34 0,-4 2 1 16,3-6 9-16,-4 4 26 0,3 2 8 0,-5-3-27 15,-2 1 19-15,-4 2-11 0,-2-2-7 16,-17 2-8-16,8 0-4 0,0-2-33 0,-6 0 31 15,-1 2 2-15,0-3-4 0,-6 3 3 16,-10 0 2-16,15 0-2 0,-2 0 4 16,-13 0-13-16,0 0-4 0,0 0-25 15,0 0-37-15,0 0-47 0,0 0 1 16,-10-3-45-16,1-1-14 0,-6 4-7 0,1 0-21 16,-2 2-15-16,2 0-25 0,-9 1-26 15,-11-3-9-15,8 3-5 0,11-3-10 0,-12 4-159 16,-16-2 155-16</inkml:trace>
  <inkml:trace contextRef="#ctx0" brushRef="#br0" timeOffset="37364.92">4717 10245 1275 0,'-40'15'175'0,"33"-7"-37"0,-9-5-4 0,-4-1 7 16,4 2-3-16,-1 0-3 0,-1-3 38 15,3 2-55-15,4-1-10 0,-3 1 0 16,4 0-8-16,-3-3 6 0,13 0 12 16,-10 4-44-16,1 1-11 0,9-5 0 0,0 0 11 15,0 0 4-15,15 2-24 0,0 0 17 16,9-8-6-16,18 3-14 0,-9 0-7 0,7-2-6 15,3 1-3-15,-1-1 3 0,3 0-13 16,1-1-1-16,1 1-3 0,-1-1-6 0,-1 1 5 16,-3-1 24-16,0 2-31 0,-5 0-4 15,-7 0 2-15,-5-2-5 0,-8 6 0 0,4-3 33 16,-2 1-41-16,-5 0 2 0,1-1 0 16,-15 3 3-16,15-3-1 0,0 1-17 15,-15 2 23-15,0 0 0 0,11-4-15 16,-3 1-34-16,-8 3-35 0,0 0-53 0,0 0-57 15,0 0-31-15,6-8-44 0,1 1-69 16,-7 7-473-16,0 0-353 0</inkml:trace>
  <inkml:trace contextRef="#ctx0" brushRef="#br0" timeOffset="43664.18">21186 10254 734 0,'15'17'215'0,"-15"-17"-38"0,0 0-22 0,0 0-12 0,0 0-24 0,0 0-13 0,0 0-40 0,0 0 22 0,0 0-12 0,0 0-8 0,0 0 0 15,0 0-8-15,0 0-20 0,0 0 21 16,12-3-8-16,0 0-8 0,-12 3 0 0,0 0 0 16,12-1 7-16,2-5-20 15,-4 2 6-15,2 1-6 0,-1-3-5 0,0 2-6 16,6-2 18-16,13-5-28 0,-24 6 0 15,12 2 5-15,2-3-7 0,-8 1 0 0,4 1 41 16,0-2-49-16,-3 1 4 0,-2 3 2 16,1-2 2-16,-12 4-1 0,11-3 45 15,-1 0-46-15,-10 3-3 0,0 0-3 0,0 0 7 16,0 0-3-16,0 0 31 0,0 0-39 16,0 0-2-16,0 0-6 0,0 0-6 0,0 0-5 15,0 0-5-15,0 0-9 16,-10 3-1-16,-1 4-3 0,-1-2-4 0,1 1-4 15,5 0 11-15,-1-1-4 0,-4 1 4 16,3 2 7-16,-7-3 2 0,5 2 8 0,1 0-39 16,-2 1 55-16,1-6 0 0,0 3 3 15,-3-1-3-15,6-1 3 0,7-3-55 16,-10 6 67-16,-1-4-1 0,11-2-4 0,-10 7 2 16,-1-5-6-16,11-2 9 0,0 0-4 15,0 0 0-15,0 0 2 0,-11 5-2 0,3 1 1 16,8-6 4-16,0 0-7 0,0 0 7 15,0 0-2-15,0 0-3 0,0 0-1 0,0 0 16 16,0 0-17-16,0 0 6 0,0 0-4 16,0 0-1-16,0 0 13 0,0 0-67 15,0 0 71-15,0 0-1 0,0 0-7 16,0 0 8-16,0 0 2 0,0 0-53 16,0 0 76-16,0 0-3 0,0 0-9 0,0 0-1 15,0 0 12-15,0 0-27 0,0 0 21 16,10-8-9-16,3 3-4 0,-2-2-11 0,-1 2-6 15,9 1 34-15,9-6-40 0,-18 7-2 16,10-3 2-16,-3 0-7 0,-1 1-2 0,2 0 37 16,-4 0-38-16,1 0-2 0,-4 2-9 15,-1-1-39-15,-10 4-48 0,0 0-59 16,0 0-160-16,0 0-339 0,0 0-190 0</inkml:trace>
  <inkml:trace contextRef="#ctx0" brushRef="#br0" timeOffset="47331.84">16876 12689 1202 0,'-14'-9'327'0,"14"9"-60"0,-16 3-37 0,0-1-26 0,16-2-13 0,-17 4-18 0,0 2-11 0,4-1 1 0,-1 3-5 0,6 5-3 0,-7 9-5 16,4-4-7-16,1 0-24 15,5 4-6-15,5 3-13 0,2 4-6 0,-2 1-2 16,7 3 15-16,-1 3-31 0,3 2-21 15,1 1-4-15,2 3-8 0,3 1-1 0,0 3-26 16,0-5 19-16,4 1-1 0,-3 4 5 16,-2 2-11-16,-2-3 2 0,0 1-38 15,-6-2 24-15,-4 0 14 0,0-4-1 0,-4-2-10 16,0-2-5-16,-4-4-14 0,-2-4-6 16,-2-1-18-16,-2-6-80 0,-1-5-73 0,7-10-66 15,-12-1-5-15,4 1-96 16,0-12-75-16,-12-3-495 0,9-9-560 0</inkml:trace>
  <inkml:trace contextRef="#ctx0" brushRef="#br0" timeOffset="48382.42">16610 13222 1171 0,'-9'-14'304'0,"9"14"-81"0,2-12-40 0,3 0 10 16,4 3-66-16,3-11-5 0,3 5-9 15,4-4-16-15,2-1-19 0,5-2 12 16,-1-2-45-16,5 0-9 0,0 4-18 0,1 1 8 16,-3 3-4-16,2-1 17 0,-6 4-30 15,0 1-6-15,-11 9-3 0,5-3 1 0,0 3-1 16,0 3 29-16,0 1-26 16,-3 5-4-16,0 2 1 0,-5 3 1 0,5 9 8 15,-5-5 11-15,3-1-17 0,-2 3-4 16,-3 0 2-16,-5-8 5 0,5 6-7 0,0 2 22 15,-6-5-3-15,2 5 1 0,-4-6 7 16,0 0 23-16,-6-4-7 0,0 3 0 16,6-10-7-16,0 0-10 0,-15-3-8 0,3 0-1 15,5-8-5-15,1 0-3 0,5-9-6 16,-3 1 14-16,4 1-13 0,0 1-1 0,4-5 3 16,5-4-9-16,2 7-5 15,-1 3 12-15,5 3-5 0,0 4-3 0,2-1 9 0,-5 9-8 16,6-3 18-16,0-1-13 15,2 10-9-15,-3-1 0 0,1 1 8 0,2-1-4 16,-8 7 16-16,10 6-8 0,-16-10-10 16,5 3 1-16,7 4 1 0,-9-7-1 0,0-1 18 15,-1 5-15-15,-2-7-4 0,3 2 1 16,-9-6 0-16,12 0 1 0,3-2 12 16,-4-9-6-16,-1 1-12 0,1-1 9 0,3-8-7 15,-7 14 1-15,1-10 26 0,1 1-20 16,-6-1 2-16,-1-2-5 0,-7 5 2 15,3-2 3-15,-13 3 20 0,3 2-12 16,-10 7 18-16,-13 0 8 0,6 6 10 0,-1 3 4 16,0 3 36-16,-4 3-37 0,2 1-5 15,6-1-9-15,1 0-6 0,5 0-10 0,2-1 27 16,12-8-38-16,-5 4-5 0,0-1 3 16,11-7-2-16,0 0 0 0,18 0 8 15,10-2-35-15,-2-6-33 0,6-7-18 0,-4 0-12 16,5-2 12-16,4 1 26 0,-1 1-20 15,-2 0 11-15,-3 2 0 0,-3 1 12 0,-3 4 14 16,1 3 20-16,-14 3-7 0,10 4-9 16,-2 0 7-16,-6 3 9 0,0 1 6 0,-3 6 18 15,3-1-8-15,-5 2-2 16,0 0 14-16,-5 1 5 0,-1-2 7 0,0-3 4 16,3 4-17-16,-6-13 26 0,1 9 5 15,4 1 32-15,-5-10-8 0,0 0-38 0,0 0 13 16,0 0-6-16,0 0-13 0,0-19-6 15,2 4-4-15,1-2 0 0,2 3 4 16,-3-3-15-16,2-1-8 0,2 2-1 0,-3 3 2 16,7 2 1-16,0 1 9 0,0-1-12 15,1 0 2-15,4 9-8 0,3-1 0 0,-6 3-1 16,5 3 16-16,0-1-11 0,-2 1 1 16,1 5-2-16,10 3 6 0,-18-6 0 0,3 3 11 15,2 0-11-15,-5-1 0 16,1-1 1-16,-1-1 8 0,-1 2 24 0,-7-7 45 15,0 0-35-15,0 0-7 0,0 0-9 16,0 0-5-16,8-7-4 0,-1 2 22 16,-7-8-34-16,0-1-3 0,4-4-3 0,4-13-2 15,4 10 5-15,4 2 33 0,-2-2-45 16,7 6 2-16,-1-2 1 0,2 4 2 0,-3 3-1 16,-10 8 40-16,10 2-44 0,1 0 2 15,-4 7 1-15,10 3 4 0,-14 2-4 16,1 3 38-16,-4 4-57 0,-5-7-32 15,3 3-37-15,3 5-27 0,-2-14-38 0,-4 6-11 16,-1 1-56-16,4-1-41 0,-1-3-115 16,-6-9-339-16,0 0-248 0</inkml:trace>
  <inkml:trace contextRef="#ctx0" brushRef="#br0" timeOffset="48664.28">18347 12645 1407 0,'-22'0'348'0,"22"0"-43"0,0 0-31 0,0 0-43 0,0 0-32 0,0 0-3 0,0 0 8 0,14 4-15 0,12-2-29 0,1-8-31 16,11-5 22-16,6-5-73 0,9 1-8 15,10-6-13-15,5 1-10 0,11-4-13 0,-2 2 20 16,2-3-36-16,-3 0 2 0,0 0-9 15,-6 2 0-15,-6 5-6 0,-9 3 13 16,-6-2-20-16,-9 0-23 0,-7 8-48 0,-5 2-51 16,-17 3-59-16,-11 4-17 15,0 0-47-15,0 0-3 0,-21 6-9 0,-18 1-29 16,-3 0-114-16,-6 5-227 0,1-2-159 0</inkml:trace>
  <inkml:trace contextRef="#ctx0" brushRef="#br0" timeOffset="48966.39">18495 12403 992 0,'-9'-6'338'16,"9"6"-59"-16,0 0-29 0,0 0-19 0,0 0-5 15,0 0-8-15,0 0-47 0,0 0-23 16,0 0 13-16,-4 10-4 0,2 1-16 0,-4 2-52 16,-5 9 17-16,0-7-24 0,-1 2-15 15,-3 2-13-15,-2 0-12 0,0 3-41 16,-4-2 34-16,2-1-8 0,-1 0-4 15,1-4-4-15,3-1-2 0,1-1-33 0,5-7 34 16,-1 1-1-16,1 1-3 0,0-3-4 16,4 4-5-16,6-9-39 0,0 0 33 15,0 0 1-15,0 0 2 0,7 7-2 0,6 1-1 16,3-6 3-16,4 1 1 0,1-3-12 16,15 2-7-16,-9 0-15 0,7 0-41 0,0 0-37 15,2-2-34-15,-2 4-23 0,1-1-23 16,1 3-59-16,-6-3-69 0,3-3-457 0,0 2-299 15</inkml:trace>
  <inkml:trace contextRef="#ctx0" brushRef="#br0" timeOffset="49430.95">19653 11796 1352 0,'-23'0'376'0,"23"0"-51"15,0 0-27-15,0 0-49 0,0 0-66 0,0 0-8 16,-8 5-15-16,-4 1-18 0,10 9-4 16,-2 14-7-16,6-3-15 0,0 5 10 15,3-1-52-15,4 3-15 0,-4 1-12 16,4 4-10-16,0-1-5 0,-1 0 37 15,3-4-58-15,-5-1-1 0,1-3-2 0,-3-5 1 16,2-2 0-16,-4-12-31 0,4 4 59 16,-2 2 6-16,-4-16-11 0,0 0-10 0,0 0-6 15,0 0-47-15,0 0 52 0,0-18-8 16,2 1-3-16,-2 0-3 0,6-10-9 0,2 7-35 16,0 2 44-16,5 3-3 0,0 2-3 15,-5 7 0-15,7-4 2 0,0 3-45 16,4 4 53-16,0 3-2 0,-2 3 0 0,8 7-6 15,-10 1 4-15,-9-6-40 16,1 11 44-16,1 0 0 0,-8 1 0 0,-6 11 0 16,-3-8 1-16,-6 0-42 0,-3-1 43 15,-4-2-2-15,-3-3-24 0,1-1-39 0,-1-8-47 16,12-3-48-16,-8-4-118 0,3-1-46 16,0-7-143-16,2-2-408 0,10-1-464 0</inkml:trace>
  <inkml:trace contextRef="#ctx0" brushRef="#br0" timeOffset="52330.62">17226 13632 1242 0,'-4'17'297'0,"4"-17"-58"0,0 0 18 0,0 0-61 0,0 0 19 0,0 0 3 0,0 0-13 0,6 6-11 16,1 1 17-16,-1 8-57 0,-1-1-15 15,1 3 2-15,6 13-8 0,-4-4-8 0,6-2-35 16,-6 3 15-16,5 1 7 0,-2 0-22 16,1 5-22-16,-1-2-15 0,1-3-34 15,-3-4 6-15,2 0 6 0,-1-2 3 0,5-5-8 16,-2 1-6-16,-7-10-19 0,5-1-36 16,1 1-85-16,1-14-63 0,8-2-63 0,-6-3-49 15,0-5-45-15,-7 1-89 16,1-5-448-16,1 3-492 0</inkml:trace>
  <inkml:trace contextRef="#ctx0" brushRef="#br0" timeOffset="52697.75">17165 13885 1219 0,'-18'0'350'0,"10"-9"-87"16,8 9-25-16,0 0-89 0,0 0-2 15,0 0-36-15,8-5-15 0,2 0-31 0,2-3-15 16,18-4-24-16,-1 2 17 0,5-1-16 15,0-1 2-15,2 0-8 0,5 2-1 0,-1-1-28 16,0 2 25-16,-2 2-9 0,-8 1 7 16,2 2 16-16,-6 6 38 0,-4 4 34 15,-1 1 6-15,-6 4 1 0,-3 5 4 16,1 3 2-16,-6 2-2 0,-2-1-1 16,-3-10-27-16,0 9-14 0,4 10-16 0,-2-19-7 15,-3 5-7-15,4 0 16 0,4-4-27 16,-2 1-2-16,7-9-2 0,-1 4-6 0,1-12-8 15,2 3 46-15,-2-6-58 0,10-9-3 16,-10 6-1-16,3-2 0 0,-7-4 3 0,-2 12 53 16,-4-11-59-16,2 1-5 0,-8-2 6 15,-4-10 0-15,-8 8-3 0,2 2 4 16,-5-1-5-16,-2 5-17 0,-2-2-22 0,-1 3-35 16,-1 2-40-16,2-1-44 15,10 10-71-15,-5-5-43 0,0 2-80 0,16 4-514 16,-15 2-483-16</inkml:trace>
  <inkml:trace contextRef="#ctx0" brushRef="#br0" timeOffset="53231.03">18668 13594 1255 0,'-27'-4'324'0,"27"4"-81"0,0 0-15 0,0 0-10 0,0 0 0 0,0 0-6 0,0 0-38 15,0 0 21-15,0 0-9 0,0 0-11 16,0 0-23-16,0 0-11 0,12 4-37 15,18-4 32-15,2-11-20 0,12 1-17 0,11-5-4 16,7-3-15-16,6 1-11 0,0-1 3 16,8-2-28-16,0-1 18 0,-2 0-10 0,3 2 1 15,-4 4-20-15,-3-5 8 0,-6 6-26 16,-4 0 14-16,-12 3-6 0,-5 2-1 0,-5 1-8 16,-7 1-65-16,-7 0 37 0,-12 4-4 15,-12 3-52-15,0 0-70 0,0 0-62 0,0 0-29 16,0 0-45-16,-23 5-13 15,-15 0-34-15,-2 2-25 0,-10-1-40 0,2-1-366 16,-4 1-276-16</inkml:trace>
  <inkml:trace contextRef="#ctx0" brushRef="#br0" timeOffset="53514.47">18779 13334 1354 0,'0'0'298'0,"0"0"-33"15,4-8-35-15,2 1-19 0,-6 7-4 16,0 0-31-16,0 0-16 0,0 0 2 15,0 0-30-15,0 0 5 0,-8 7 6 16,1 4-10-16,-3 0-18 0,-7 10 22 16,4-6-66-16,-2 1-17 0,-3-1-7 0,0 0-11 15,-3 0-5-15,7 2 2 0,-4-2-15 16,10-9-4-16,-2 4-1 0,-3 2-6 0,6-5-3 16,-2 1 8-16,9-8-21 0,-3 7 2 15,-2 0 4-15,16 1 3 0,-1 1-2 0,7-1 45 16,16 8-51-16,-6-8-1 0,3 1 0 15,6 2-3-15,-1 0-8 0,3-1-29 16,0 2-57-16,1-2-57 0,-1-3-47 0,-1 2-38 16,-2-1-75-16,-8-3-86 0,-3 4-381 15,-3-1-330-15</inkml:trace>
  <inkml:trace contextRef="#ctx0" brushRef="#br0" timeOffset="56930.94">21286 10415 1013 0,'0'0'253'0,"0"0"-41"16,0 0-47-16,0 0-28 0,0 0-44 0,0 0 30 0,0 0 21 0,6 13-3 0,-1-2-17 15,3 0 4-15,-1-1-7 0,1 6-26 16,4 8-16-16,-2-5-6 0,-4 1-6 0,-2 4-9 15,4 0 0-15,-2 0-16 16,1 0-5-16,-1-1-9 0,-4 2-7 0,-2-2-10 16,3-11 2-16,-1 6-13 0,2 2-47 15,-2-5-12-15,-2-2-15 0,0-13-15 0,2 13-42 16,-2-2-48-16,0-11-68 0,0 0-81 16,-4-5-273-16,-2-2-134 0</inkml:trace>
  <inkml:trace contextRef="#ctx0" brushRef="#br0" timeOffset="57247.3">21279 10406 941 0,'0'0'288'0,"0"0"-41"0,0 0-43 15,0 0-40-15,0 0-31 0,0 0-9 16,0 0-14-16,0 0-10 0,-4 9-5 0,0 2-43 16,4-11 13-16,-4 11-6 0,2-1-20 15,2-10-6-15,0 13-7 0,-2 1-52 16,2-14 46-16,0 0-7 0,0 0 0 0,-2 11-3 15,2 0-6-15,0-11-52 0,0 0 62 16,0 0-1-16,0 0-6 0,0-11 1 16,0 0-2-16,2 1-48 0,2 2 57 0,-4 8 1 15,4-15-5-15,0 0 11 0,-2 4-1 16,3 1 37-16,1 0-35 0,1 2 8 16,1 3 1-16,3 1-8 0,5 6-3 0,0 0 30 15,2 3-38-15,12 3 0 0,-10 2-9 0,3-1-2 16,-3 1-3-16,0 1 23 15,1-2-69-15,-13-3-40 0,5 0-61 0,0 2-90 16,-5 0-154-16,0-1-228 0,-1 4-152 16</inkml:trace>
  <inkml:trace contextRef="#ctx0" brushRef="#br0" timeOffset="57713.33">21409 11033 1145 0,'-19'-7'338'0,"19"7"-24"0,4-5-59 0,5-2-14 16,-9 7-2-16,0 0-30 0,0 0-29 0,0 0-26 0,0 0-14 16,-13 3-14-16,2 2 0 0,2 3-5 0,3 1-4 15,-4 6-55-15,-2 7 50 0,3-5-7 16,4 4-10-16,-1 1-14 0,2 3-20 0,6-1-35 15,0 2 25-15,0-2-5 16,2 5-7-16,7 0-13 0,-2-1-3 0,-3 1-25 16,0 0 21-16,-2-5-4 0,0 0-1 0,1 0 4 15,-1-13 5-15,-4 10 6 0,-3 0-7 16,-3-6-73-16,-8 9-43 0,-1-12-27 0,6-6-26 16,-5 0-17-16,-1-1-32 15,-2-1-16-15,0 0-10 0,1-8-23 0,-12-3-25 16,8-2-26-16,-1-5-114 0,2 1-212 15,4-1-152-15</inkml:trace>
  <inkml:trace contextRef="#ctx0" brushRef="#br0" timeOffset="57963.39">21130 11312 924 0,'12'-14'212'0,"-2"9"-49"16,1-3-31-16,2 2-36 0,2-1-16 0,0-1-10 15,-3 2 7-15,3-1-18 0,-1-1-3 16,6 0-11-16,-1 3-5 0,-4-2-6 0,2 2 0 15,-3 1-17-15,2-1 1 16,-4 3 30-16,2 0 16 0,-14 2 60 0,14 2-71 16,-4 2 14-16,-1 2 9 0,-3-1-3 15,-6-5-12-15,4 13 16 0,2 0-55 16,-3-1 17-16,1 0-7 0,-1-3-13 0,1 2-4 16,-4-11 1-16,2 9-31 0,0 4 25 15,-2-13-18-15,3 9-55 0,2-2-83 0,-5-7-113 16,0 0-438-16,4-7-222 0</inkml:trace>
  <inkml:trace contextRef="#ctx0" brushRef="#br0" timeOffset="58614.15">21396 11094 1062 0,'15'-1'274'0,"-3"1"-69"0,-12 0-71 15,0 0-1-15,0 0-38 0,0 0-15 16,0 0-17-16,0 0-14 0,0 0 17 15,12 7-42-15,-4 3-6 0,2-9-30 0,1 3-36 16,-1 0-24-16,0 2-52 0,0 2 41 16,-2-1 13-16,-8-7 13 0,12 8 13 0,2-1 10 15,-14-7-25-15,8 10 50 16,0-3 19-16,-8-7 24 0,0 0 21 0,8 4 10 0,2 2-18 16,-10-6 42-16,0 0-4 15,0 0-1-15,0 0-8 0,8 6 0 0,-2-1-55 16,-6-5 76-16,0 0-10 0,11 7-4 15,-3-6-3-15,-8-1-16 0,6 8 16 16,1 0-35-16,-7-8-6 0,7 6 4 0,-1 4-7 16,-6-10 1-16,6 7 17 0,-2 1-28 15,-4-8-11-15,0 0 6 0,0 0 18 0,0 0 22 16,0 0 30-16,0 0-37 0,0 0-14 16,0 0-11-16,0 0 2 0,0 0-11 0,0 0 6 15,0 0-10-15,-12-2-9 0,1-1-5 16,11 3-9-16,0 0-2 0,4-15 21 15,1-1-41-15,5 7-22 0,6-4-8 16,-2 1-3-16,0 2-12 0,3-3-8 16,3 4-35-16,-3 2 7 0,3-3 9 0,4 3-5 15,-5-1 11-15,-12 4-21 0,11-2 56 16,0 0 12-16,-8 1 20 0,4-1 7 0,-14 6 33 16,11-4-46-16,-1 0 83 0,-10 4 4 15,0 0 6-15,0 0 7 0,0 0 6 0,0 0 36 16,-14 2-36-16,1 0-17 0,3 5-4 15,2 1 6-15,-2-1-20 0,4 2 20 16,0-1-32-16,0 3-6 0,6-11-8 0,-2 13 0 16,-4-2 0-16,14-3 8 15,-2-1-11-15,4 1-7 0,2-3-4 0,-2 0-12 16,2-2-7-16,-1 4 17 0,1-4-32 16,-5 1-4-16,4 0 1 0,-11-4 1 0,0 0 5 15,-2 11 9-15,2 2-7 0,-13-8 6 16,5 6 8-16,-5-5 6 0,0 1 0 0,-1-3 3 15,-2 0-44-15,4-3-27 0,-1 1-68 16,3-8-81-16,-1 1-138 0,4-4-173 16,0 0-39-16</inkml:trace>
  <inkml:trace contextRef="#ctx0" brushRef="#br0" timeOffset="58847.51">22072 10835 1326 0,'0'0'317'0,"0"0"-70"0,8 7-30 0,3-4-16 0,-11-3-20 0,-5 15-2 0,3-2-36 0,0 7-22 0,2-2-16 0,2 1-24 0,0-1-7 16,-2 3 13-16,3 13-46 0,-3-20-11 16,2 4-18-16,0 1-38 0,1-4-35 0,5 3 3 15,-2-7-58-15,-2 1-23 0,4-5-31 16,-2 3-54-16,-6-10-109 0,0 0-321 15,0 0-181-15</inkml:trace>
  <inkml:trace contextRef="#ctx0" brushRef="#br0" timeOffset="58980.36">21981 11111 1222 0,'-13'3'388'16,"3"-2"-86"-16,1 3-35 0,0 2-33 15,9-6-28-15,0 0-56 0,0 0-28 16,0 0-29-16,0 0-23 0,9-10-40 0,14-7-75 15,7 4-75-15,1-3-155 0,2-5-512 16,3 1-324-16</inkml:trace>
  <inkml:trace contextRef="#ctx0" brushRef="#br0" timeOffset="59530.63">22381 9871 1113 0,'0'0'225'0,"0"0"43"0,12 7-34 0,2 2-20 0,-4 0-16 0,4 8-25 0,-2-1 20 16,-7 5-37-16,2-1-5 0,1 0-9 0,1 1-18 15,-1-1-19-15,0 2 20 0,2-3-43 16,2-5-11-16,2 1-10 0,2-2-8 0,7-6-10 15,1-3 30-15,7-4-53 0,3-4-10 16,3-3-4-16,3-4-17 0,4 0-21 0,-2 0-7 16,-4 2-38-16,3-3-33 0,-3 0-20 15,-7 1-22-15,-1 0-37 0,-6 1-116 16,-16 6-63-16,0-6-351 0,-1 0-243 16</inkml:trace>
  <inkml:trace contextRef="#ctx0" brushRef="#br0" timeOffset="59914.25">22353 9841 1167 0,'7'-2'276'0,"-20"0"-61"0,13 2-20 16,0 0-27-16,0 0-22 0,0 0-24 15,0 0-24-15,0 0 51 0,0 0-33 16,-7 7-14-16,3 1-4 0,2 6-13 0,2-2-18 15,-4 4 14-15,0 0-37 0,-2 0-13 16,0 9-1-16,-1-15-8 0,4 3-5 0,-1 3 20 16,-2-7-19-16,2 3-6 0,4-12-4 15,-4 9 15-15,-3 2-3 0,7-11 14 16,0 0-25-16,0 0-7 0,-8-7-2 0,-3-1 2 16,11-6-1-16,2 2 7 0,0-8-8 15,3-8-3-15,-1 5-3 0,2 4 4 0,5-3-2 16,-9 15 19-16,3-6-14 15,2-1-5-15,3 5 3 0,-4 0 17 0,8 6 2 16,0 3 21-16,2 10-24 0,7 4-7 16,-5 0-1-16,0 1 4 0,2 2-7 0,-2 0-2 15,-1 2-12-15,3 2-59 0,2-6-58 16,2 2-48-16,-1 0-88 0,-6-4-141 16,2-1-329-16,1 1-259 0</inkml:trace>
  <inkml:trace contextRef="#ctx0" brushRef="#br0" timeOffset="60347.46">23151 10679 1012 0,'28'-57'295'0,"-26"46"-66"0,2-4-59 0,0-1-34 0,4-3-21 0,-4 0-13 0,-2-1-18 0,0 2-6 0,-2-1 4 16,0 3 10-16,-4-1 2 0,4 2-22 15,0 15-1-15,-4-13-24 0,-2 0-1 0,6 13-15 16,-12-3-1-16,0-2-25 0,-1 13 15 16,0-1-1-16,2-1-5 0,-1 2-7 15,4 3 3-15,-2-2-22 0,8 3 17 0,0-2-4 16,4 1-1-16,0 2 4 0,6-4-7 15,-2 3-17-15,10-7 24 0,10 3 3 16,-13-5-11-16,3 1 6 0,0 1-5 0,4-1-27 16,0-1 37-16,-8-1-10 0,3-2 3 15,-15 0 0-15,3 8 7 0,4 1 26 16,-7-9-38-16,-8 10-2 0,-1-3 2 0,-7 2 6 16,2 0 0-16,0-3 29 0,0 0-36 15,2-5-14-15,0 3-13 0,12-4-32 16,0 0-39-16,-17-4-30 0,5 3-90 15,12 1-75-15,0-12-273 0,-3 3-96 0</inkml:trace>
  <inkml:trace contextRef="#ctx0" brushRef="#br0" timeOffset="60613.8">23465 10405 1095 0,'0'0'305'0,"0"0"-81"15,-2-10-60-15,-2 2-20 0,4 8-32 16,0-13-22-16,0-1-15 0,4 4 7 0,-2-2-71 15,-2 0 76-15,0 0 10 0,0 0-3 16,0 0-11-16,0 12-19 0,0 0-29 16,-2-10 11-16,0-1-9 0,2 11-9 0,-13 11-2 15,3-4-8-15,-1 6 7 16,5 1-13-16,2-2-6 0,-7 12-1 0,6-17 5 16,3 10-11-16,2 0 33 0,4-3-34 15,1-1-6-15,2-5 1 0,-1 1-4 0,11-7-8 16,-1 2-7-16,2-8-74 0,11 0-30 15,-6-3-38-15,-2-4-54 0,-5 1-31 0,0-4-37 16,2 5-226-16,-2-4 8 0</inkml:trace>
  <inkml:trace contextRef="#ctx0" brushRef="#br0" timeOffset="61347.16">23693 10199 965 0,'11'6'314'15,"-22"-1"-108"-15,0 1 34 0,11-6-30 0,0 0-32 16,-8 11-19-16,0 3-23 0,5-1 21 15,3 1-70-15,0-1-21 0,0 0-14 16,3 3-10-16,-1-3-9 0,4 0 28 16,3-1-41-16,1-5-10 0,1-2-4 0,2 2-3 15,0-5-7-15,4-2 7 0,9-9-65 16,-16 6-10-16,6-4-4 0,12-5 5 0,-9 0 8 16,-1 3-49-16,-4-2 76 0,-2-2 5 15,2-3 7-15,-10 10 5 0,6-7 6 0,1 0 2 16,-7 3 20-16,0-1 7 15,-4 11 10-15,0 0 17 0,0 0 7 0,0 0 35 16,0 0-50-16,0 0-2 0,0 0 0 16,0 0-11-16,0 0-3 0,-4 10 33 15,2 1-48-15,2-11 3 0,0 9-3 0,2 5 1 16,-2-14-1-16,6 9 32 0,1-1-42 16,-7-8 4-16,15-4 0 0,-2 3-3 0,-1-2 1 15,-4-1 31-15,2-5-54 0,2 1 6 16,-4 1-1-16,2 1 4 0,-10 6 5 0,3-14 43 15,-1 1-51-15,-2 13 4 0,-5-13 5 16,1 0 0-16,-6 4 2 0,-3 2 35 16,0 2-49-16,0-3 16 0,-1 4 4 0,0 3 1 15,-5-2-3-15,5 3-5 16,2-4 3-16,1 4 6 0,11 0-12 0,0 0 5 16,-14-2 6-16,5 1-8 0,9 1-21 15,9-6-3-15,2 2-11 0,9 3-3 0,0-2 6 16,0 0-20-16,0 1 12 0,3 2 3 15,0-2 2-15,-4 4 9 0,2 0 6 0,-1 4-23 16,-2-3 44-16,-5 1 3 0,0 1 4 16,-2 4 9-16,-1-1 17 0,-6 1 26 15,2-1-8-15,-6-8 14 0,0 0 6 16,-4 9 4-16,0-2 4 0,4-7 40 16,0 0-46-16,0 0-10 0,-6-7-3 0,0 1-13 0,6 6 0 15,-5-15 23-15,3 2-45 16,2 1-1-16,2 3-4 0,5-5-10 0,-3-1 2 15,8 3 36-15,8-7-42 0,-6 10-4 16,3-1-1-16,-8 7 1 0,8-3 9 0,1 2 35 16,-1 1-43-16,2 3 2 0,-1 7-4 15,1-4 6-15,-7 4 2 0,0 2 29 16,2-1-33-16,0 1 0 0,-7 0-6 0,2 5 3 16,-5-5 5-16,-2 3 24 0,-2-12-47 15,4 9-18-15,0 2-19 0,-4-11-18 0,0 0-75 16,0 0-59-16,0 0-68 15,0 0-310-15,0 0-126 0</inkml:trace>
  <inkml:trace contextRef="#ctx0" brushRef="#br0" timeOffset="61747.71">24747 9948 1154 0,'-18'-17'248'0,"24"10"-21"0,-6 7-39 0,-6-13-32 0,2 0-24 0,-11 8-13 0,2-1-4 15,-3 4-16-15,-1 0 0 0,-7 6 8 16,-7 5-12-16,7 2 2 0,-1 4 13 16,0-3-41-16,1 5-18 0,3 2-13 0,4 1-8 15,4-3-1-15,1 0 12 16,6-10-29-16,2 7-1 0,-1-2-10 0,10-3 7 16,1 0-8-16,4-5 25 0,0-2-27 15,8-4-11-15,6-5-1 0,-4-5 8 0,5-1-7 16,-1-3 27-16,-3 1-25 0,-2-7 5 15,0 0 0-15,1-4-2 0,-4-3-3 0,-5-1 26 16,-3-5-19-16,-6 1 2 0,-2-6-7 16,0-2 7-16,-4 0 12 0,-5 6 46 15,-2 2 9-15,1 2 27 0,1 6 9 0,3 4-11 16,4 13-21-16,-4-6 12 16,2 3-39-16,4 12-3 0,0 0-4 0,-8 12 1 15,1 14-1-15,11 1 28 0,1 5-42 0,5 2 2 16,2 6-5-16,6 0-1 0,1 1-5 15,0-2 25-15,4-1-64 0,1-4-65 16,-1-5-68-16,0 2-39 0,-2-3-40 0,-1-2-68 16,-6-4-35-16,-4-5-475 0,-3-8-379 15</inkml:trace>
  <inkml:trace contextRef="#ctx0" brushRef="#br0" timeOffset="61864.3">25032 10020 875 0,'-30'9'-25'0,"18"-7"-229"16,-1-2 76-16</inkml:trace>
  <inkml:trace contextRef="#ctx0" brushRef="#br0" timeOffset="62779.64">21720 11468 1006 0,'-32'-4'367'0,"32"4"-147"0,-6 11-33 0,0-1-33 0,6-10-28 0,-13 6-14 0,5 1-9 0,-4 6-21 0,0 12-3 15,2-6-13-15,6-9-15 0,-1 9-7 0,-1 1-3 16,4-2-20-16,-1 1-5 0,3-3-2 15,3 3-7-15,1-12 2 0,0 4 2 0,-4-11-20 16,15 2 10-16,1-2 5 0,-2-7-5 16,0-3-1-16,-3-5 2 0,8-8-16 15,-12 15 17-15,3-4 0 0,7-13-1 0,-12 18 1 16,0-10 1-16,2 5-54 16,-1-2 62-16,0 3 1 0,-1 2-4 0,-1 0-4 15,-4 9-1-15,0 0-43 0,0 0 54 16,0 0 0-16,12 6-6 0,-2 0 4 0,-2 3-2 15,-5 1-54-15,4 2 61 16,-3 0-4-16,3-2-4 0,2 1 1 0,-9-11-3 0,6 8-34 16,2 0 51-16,-8-8-6 15,0 0-5-15,11-3 1 0,0 2-9 0,-5-8-31 16,-2 2 39-16,0-6-9 0,3 2 5 16,-3-3-8-16,0 3-2 0,2 1 37 0,0 1-42 15,-3-1-1-15,1 3-1 0,-4 7 7 0,0 0-6 16,7-7 38-16,1 1-36 15,-8 6 0-15,6 7 3 0,2 1-5 0,-3 1 3 16,2-1 36-16,-1-1-43 0,0 3-1 16,2 1-11-16,0-2-29 0,-1 0-8 0,-4 0-67 15,12-7-1-15,-5 0-76 0,-10-2-65 16,15-4-307-16,2 1-99 0</inkml:trace>
  <inkml:trace contextRef="#ctx0" brushRef="#br0" timeOffset="63197.12">22187 11376 1044 0,'0'0'289'0,"-12"-4"-51"0,2 4-102 0,-1 3 46 0,-1 1-28 0,6 1-22 0,-4 3-14 0,1-1-13 0,2 4 27 0,-4-3-62 0,5 1-23 0,-1 6-3 0,3-3-10 16,-1 2-11-16,4-2 30 0,1-12-48 15,0 0-2-15,1 13 3 0,4-2-7 0,-5-11 0 16,0 0 39-16,14-6-49 0,4 2-13 15,-8-1 0-15,2-4 2 0,-6 2 3 0,4-1 42 16,1-1-49-16,-3 1 10 0,-8 8 1 16,9-5 0-16,-3-1 5 0,-6 6 0 15,0 0-2-15,11 5 15 0,-1 1-6 0,-6 6 4 16,0 0 1-16,4 5 14 16,-2-2-23-16,0 7 13 0,6 10 2 0,-5-12-1 15,1 6-1-15,-3 0 8 0,1 4-12 16,-4 0 2-16,-2 2 10 0,-2-4 3 0,-2 0 1 15,-3-5 20-15,-1-1-12 0,-3 1 0 16,-1-7 8-16,6-10-3 0,-8-1 0 0,0 3 10 16,1-14-13-16,0 4-19 15,5-11-5-15,-5-14-2 0,9 3 0 0,4-5 11 16,1 0-44-16,6 0-25 0,-1 0-14 16,3-2-34-16,2-1-27 0,-1 0-70 15,3 1-8-15,-1 2-57 0,0 1-309 0,2 1-99 0</inkml:trace>
  <inkml:trace contextRef="#ctx0" brushRef="#br0" timeOffset="63547.28">22372 11104 987 0,'6'7'305'0,"-9"-18"-17"0,-2 1-94 16,5 10-5-16,0 0-10 0,0 0-12 0,5-7-25 15,1 0-10-15,-6 7-46 0,0 0-13 16,0 0 6-16,-9 7-8 0,1 0-13 0,4 3-3 15,2 1-24-15,-5 0 8 16,3 0-10-16,-1 0-15 0,0 0 4 0,5-11 13 16,-1 13-38-16,-3 4 20 0,4-17-7 15,-4 11 0-15,0 0-10 0,4-11 1 0,2 10-2 16,0 1 8-16,-2-11-2 0,2 12 4 16,0 5-2-16,2-5-3 0,0 0 8 15,1 3-9-15,-2-1 2 0,-3 1-5 0,3 0 0 16,4 0 0-16,-3 1 12 0,1-1-5 15,3-2-2-15,-2 0-5 0,-2 0 5 0,4-2 2 16,1 1 6-16,-3-4-9 0,3 1 1 16,-9-9-2-16,6 10-8 0,2 4-2 0,-8-14-17 15,7 5-18-15,2 3-26 16,-9-8-36-16,0 0-37 0,0 0-55 0,8-5-83 16,5 1-393-16,-5-6-202 0</inkml:trace>
  <inkml:trace contextRef="#ctx0" brushRef="#br0" timeOffset="63863.23">22548 11238 1141 0,'0'0'300'15,"0"0"-72"-15,0 0-28 0,-10 2-73 16,-1 5 44-16,11-7-20 0,-7 10-8 16,1-3-16-16,2 4-22 0,0-1 6 15,0 6-19-15,2-3-16 0,-2 3-19 0,1 1-6 0,6-5-18 16,-1 4-5-16,2-5 0 15,0-1-14-15,-4-10-5 0,8 9 6 0,0 0-9 16,-8-9 22-16,18-4-28 0,1 1-3 16,-9-5-3-16,1 1-5 0,-2-5 2 0,3 1 31 15,-6 1-29-15,2-2-7 0,-5 3 5 16,0-2-3-16,-6 2-3 0,0-3 19 16,3 12-27-16,-8-10 0 0,0 0-6 0,8 10 4 15,-15-3 10-15,0-1 22 0,15 4-39 16,-15 2-17-16,1 0-17 0,14-2-17 0,-8 6-29 15,-2-2-64-15,10-4-25 16,-12 3-90-16,2 2-303 0,10-5-129 0</inkml:trace>
  <inkml:trace contextRef="#ctx0" brushRef="#br0" timeOffset="64213.31">22554 11104 1062 0,'0'0'257'0,"0"0"-60"0,0 0-42 16,0 0-37-16,0 0-15 0,0 0 3 16,0 0 7-16,11-6-8 0,2-2-78 15,-2 5 63-15,1-1-12 0,2-1-16 16,0 1-16-16,-14 4-7 0,14-5-51 16,-1 3 58-16,-13 2-1 0,13 2 1 0,0 1 13 15,-7 8-2-15,0-4 12 0,-2 7 3 16,0-1 1-16,-2 3 0 0,8 8-10 0,-6-13-9 15,-3 3 7-15,6 5-15 0,-4 0-12 16,4-1-11-16,2-3-3 0,0 0-5 0,-4 0 0 16,2 0-1-16,-3-1-6 15,1-1 7-15,-1-2 2 0,0 0 0 0,-4-11 9 16,-2 17-14-16,0 1-1 0,-7-7-5 0,3-1-2 16,-4-1-6-16,-1-2-8 15,-4-4-52-15,1 2-60 0,-2-5-46 0,4 3-84 16,-5-11-156-16,2 0-342 0,15 8-277 15</inkml:trace>
  <inkml:trace contextRef="#ctx0" brushRef="#br0" timeOffset="64946.39">23840 10629 1545 0,'0'0'250'0,"0"0"-24"0,0 0-44 0,-19 4-27 0,0-2-34 0,12 8-12 15,-1-2-11-15,-2 7-7 0,-6 7-23 16,6-4-8-16,4-8-7 0,2 7-10 0,-4 1 3 15,7 0-21-15,1-1-7 16,-2-2-13-16,2 0 6 0,6-6-8 0,1-1 26 16,-7-8-21-16,12 2-15 0,4 0 2 0,-6-7 8 15,11-7-1-15,-13 4 21 16,3-3-26-16,4-2-6 0,-7-1 1 0,7-6 3 0,-8 13 8 16,1-6 29-16,1 2-30 15,-2 1-10-15,0 3-2 0,2 0 1 0,-1 0 1 16,-8 7 37-16,0 0-25 0,0 0-9 15,0 0-1-15,13 7 3 0,-3 2 8 0,-3-1 20 16,2 1-27-16,-3 4-2 0,2-2 7 16,-2-3 1-16,2 0 14 0,-8-8 39 15,10 9-18-15,-4 3 9 0,-6-12-7 0,0 0-9 16,12-6-4-16,1 2 18 0,-7-7-34 16,0 3-7-16,-1-9 1 0,10-7-4 0,-7 7 1 15,0 1-16-15,2-3 16 0,-2 4-13 16,2-1 3-16,-3 9-4 0,-3-4-1 0,2-3 32 15,3 8-33-15,-1 1 1 0,-8 5-1 16,13 2 9-16,-1 0-5 0,-6 5 22 16,4 1-14-16,-4 3-9 0,0 2 6 15,-2-3-5-15,0 0-1 0,5 1 13 16,0 0-53-16,-3-2-25 0,5 3-9 0,-11-12-17 16,14 0-29-16,2 3-61 0,-6-6-15 15,0-2-62-15,-4-3-29 0,10-5-285 0,-1 1-115 16</inkml:trace>
  <inkml:trace contextRef="#ctx0" brushRef="#br0" timeOffset="65596.24">24476 10459 1275 0,'-11'-5'276'0,"4"1"-49"0,7 4-32 0,0 0-27 0,0 0-28 0,-14 0-1 0,-2 4-17 16,4 1-23-16,1 0 3 0,-10 3-2 0,-4 5-4 15,10 0-9-15,0 0-5 0,9-7-19 16,-7 8-10-16,-8 5-15 0,12-14-7 0,3 7-14 15,0-1 2-15,6-11-4 0,-4 9-4 16,0 1-4-16,4-10 0 0,0 0-14 16,14-1-13-16,1-5 9 0,-2-2-10 15,0-2-8-15,-1 1 12 0,6-4 5 0,-10 9-16 16,4-7 17-16,1 0-5 0,-5 6 11 0,1-3-2 16,-9 8 0-16,13-4-4 15,-3 2 12-15,-10 2 3 0,8 10-8 0,1 2 10 16,-4 7-7-16,5 5-10 0,-2 0 26 15,-2-1-16-15,1 3 3 0,0 3 5 0,-3 0-7 16,2 2-5-16,-4 1 13 0,-2 1 3 16,-2-3-11-16,0-1 2 0,-2-5 5 0,2-2 19 15,2-10-10-15,-7 2-4 0,3 1 13 16,-5-4-4-16,1-4-2 0,8-7 11 16,-14-4-14-16,2 1-12 0,4-11-1 0,2 2-4 15,2-12-1-15,1-15 14 0,3 9-16 16,3-6-6-16,-1-4-13 0,4-1-10 0,4 2-2 15,4-1-7-15,4 4 4 16,2 1-16-16,-2 3 14 0,-1 1-4 0,5 2 6 16,-2 5-15-16,-2 2 33 0,-5 3 3 15,-5 11 7-15,0-6 7 0,1 1 10 0,-5 6 6 16,3-2 11-16,-7 9-11 0,0 0 13 16,0 0-5-16,-11-5 9 0,2 0 15 15,-1 8-17-15,-1 1-3 0,-1 2-14 0,-1 2-1 16,10 3 2-16,-1-4 14 0,0 7-20 15,2-4-9-15,2-10 0 0,6 13 5 0,0 0-16 16,8-8 14-16,-4 1-48 0,7-4-7 16,0 5-6-16,0-6 11 0,-1 3-4 0,-5-4 27 15,-1 4-34-15,-10-4 6 16,0 0 5-16,14 6 1 0,-2-1-1 0,-12-5-1 16,-4 14 7-16,2-3-5 0,-9-8-2 15,2 4-12-15,-1-4-18 0,1-1-16 16,-3 1-52-16,2-1-46 0,-3-4-102 0,0 2-166 15,13 0 105-15</inkml:trace>
  <inkml:trace contextRef="#ctx0" brushRef="#br0" timeOffset="65979.75">24922 10114 1108 0,'3'13'331'0,"-15"-17"-84"0,2 2 1 0,10 2-81 0,-13 2-27 0,1 2-17 0,12-4-21 0,-15 2-12 0,-1 1 4 0,5 1-30 0,1 2-18 0,1-1-3 0,0-3-13 16,9-2-9-16,-11 4 27 0,1 0-35 16,10-4-9-16,0 0-4 0,-10 7-1 0,2-2 4 15,8-5 18-15,-2 9-18 16,-2 3-7-16,4-12 3 0,2 9 3 0,0 2-4 0,3 1 24 15,0 0-23-15,0 5 3 16,0 0-8-16,-3-3 8 0,2 1-3 0,0 3 19 16,5 10-22-16,-5-18 6 0,0 8-3 15,-1 0 14-15,0 1 7 0,1-1 14 16,1-1-11-16,0-1 1 0,1-3-2 0,-2 0 3 16,2-4 1-16,0 2 1 0,1-1-1 15,1 2-1-15,-1-10-15 0,2 4-12 0,-9-6 1 16,14 1-11-16,1 2-65 0,-15-3-37 15,12-3-29-15,3-1-65 0,-7-6-88 0,2-1-412 16,-4 0-233-16</inkml:trace>
  <inkml:trace contextRef="#ctx0" brushRef="#br0" timeOffset="66180.08">25052 10229 1123 0,'8'5'292'0,"-8"-5"-62"0,0 0 7 15,0 0-71-15,-6 9-15 0,2-1-15 16,4-8-10-16,0 0 0 0,0 14 4 16,0 6-51-16,0-8-19 0,0-1-14 15,2 0-2-15,0 2-19 0,-2 0 10 0,0 2-80 16,0-6-33-16,-2 4-42 0,2-13-55 16,-2 9-93-16,2 3-414 0,0-12-210 0</inkml:trace>
  <inkml:trace contextRef="#ctx0" brushRef="#br0" timeOffset="66548.83">24968 10176 1223 0,'0'0'242'0,"0"0"-61"0,0 0-32 0,0 0-22 15,0 0-34-15,13-5-15 0,-2-2-20 16,2 4-11-16,10-7 4 0,-4 3-17 15,2 1-9-15,-1 0-7 0,-10 1-1 16,9-1-7-16,-3 0 45 0,0 1-37 16,-2-2-15-16,-3 5 7 0,0-1 16 0,-11 3 13 15,10-6 15-15,1 0-7 0,-11 6 1 16,0 0 4-16,0 0 7 0,0 0-2 0,0 0 4 16,-2 15-9-16,-3 2-14 0,4-8-2 15,-2 2-4-15,3-11 6 0,0 18 5 0,3 0-16 16,-3-4 13-16,1-1-5 0,2 5 3 15,1 8-2-15,2-7 2 0,-2-1 4 16,2 2 2-16,1 1-11 0,-2 1-6 0,0 0 2 16,0 0-14-16,-5-10 23 0,0 9 1 15,-2 7-7-15,-4-6-8 0,-2-1-3 16,-2-3-6-16,-6-2-59 0,7-8-69 16,-15-1-74-16,-14 4-87 0,5-1-625 0,-5-5-532 15</inkml:trace>
  <inkml:trace contextRef="#ctx0" brushRef="#br0" timeOffset="67749.95">20164 12979 1290 0,'-6'-11'324'0,"17"11"-54"0,-11 0-17 0,0 0-16 0,0 0-38 0,0 0-47 0,-9-2-8 0,-2-1-21 0,0 8-14 0,-10 3-3 15,3 4-1-15,0 0-8 0,4 4-20 16,-4 6 11-16,1-2-9 0,3 1-12 0,-2 6-15 16,4 0-7-16,4-2-40 15,4-1 29-15,-1-1-7 0,3-11-4 0,4 8-6 0,1 1-1 16,3-5-38-16,0 1 38 15,6-10-4-15,2 4-10 0,2-11-33 0,16 3-67 16,-9-9-51-16,5 0-85 0,-3-3-71 16,-3-2-110-16,0-1-390 0,0 2-359 0</inkml:trace>
  <inkml:trace contextRef="#ctx0" brushRef="#br0" timeOffset="67897.19">20590 13230 1731 0,'0'0'392'0,"0"0"-43"16,0 0-66-16,0 0-57 0,0 0-48 0,-12 4-65 16,4 1 2-16,8-5-80 0,0 0-115 15,0 0-84-15,-10-5-133 0,-1 1-552 16,11 4-437-16</inkml:trace>
  <inkml:trace contextRef="#ctx0" brushRef="#br0" timeOffset="72679.89">8309 12535 736 0,'3'7'234'0,"-3"-7"-59"0,0 0 8 0,0 0-20 0,0 0-36 0,0 0-16 0,0 0-20 0,0 0 5 0,0 0-37 0,0 0-11 0,0 0-6 16,0 0 0-16,11-2 25 0,-1-2 60 15,3 4-78-15,3 0 11 0,0 0-7 0,17 2-1 16,-23-2-12-16,18 2 5 0,12 0-31 16,-9 3 10-16,3-2 2 0,5-3-7 0,-1 2-4 15,-2 1 4-15,6-3-45 16,1 0 51-16,-1 3-5 0,-5 1 7 0,4-4 3 16,-5 2-1-16,0-2-3 0,-2 0 4 15,-5 0-6-15,-11 0-9 0,5 0 4 0,2 1-13 16,-8-2 34-16,3 1-38 0,-8 1-5 15,0 1 4-15,-12-2 2 0,16-2-1 0,-2 2 23 16,-14 0-22-16,0 0-3 16,0 0-6-16,0 0 7 0,12 0-6 0,4 2 33 15,-16-2-32-15,0 0 0 0,0 0-16 16,0 0-36-16,0 0-30 0,0 0-97 16,11 4-6-16,-1-2-65 0,-10-2-89 0,0 0-205 15,0 0-52-15</inkml:trace>
  <inkml:trace contextRef="#ctx0" brushRef="#br0" timeOffset="72812.36">9562 12536 720 0,'0'0'174'0,"0"0"-43"0,0 0-31 16,6-6-78-16,3 3-96 0,-9 3-237 15,0 0 295-15</inkml:trace>
  <inkml:trace contextRef="#ctx0" brushRef="#br0" timeOffset="76096.2">18279 14596 1207 0,'-11'-17'343'0,"24"10"-90"0,-13 7-3 0,0 0-19 0,-2-7 0 0,-3-3-30 15,5 10-20-15,0 0-25 0,0 0-36 16,0 0-33-16,0 0-11 0,0 0-4 0,0 17 4 16,0 1 21-16,3 1-26 0,2 14-2 15,7-11-16-15,-2 5-6 0,-5 2-8 0,3 1 18 16,-3-1-36-16,4-3 0 15,-1-2-1-15,-5 0-3 0,0-15 0 0,1 9 43 16,-2-1-37-16,2-7 22 0,0 1 20 16,2-6 20-16,1 2 40 0,-7-7 12 15,0 0-46-15,0 0-23 0,0 0-6 0,2-9-17 16,0-2-3-16,-2-2 6 0,0 2-32 16,-2-3 3-16,2 0-11 0,2 1-2 0,3 0 3 15,-1 2 1-15,0-1-16 0,5 3 8 16,1 1-2-16,2 2-4 0,1 3 3 0,2 4-1 15,5-1-36-15,-4 6 0 0,12 4 6 16,-11-1 5-16,1 5 6 0,-4-1-16 16,-8-6 22-16,-2 7 11 0,5 4 0 0,-6-6-6 15,2 3 7-15,-16 1-12 16,3-4 4-16,-9 1 12 0,-10 2 0 0,9-8-6 16,-5 1-16-16,15-2-4 0,-14-5-53 15,4 3-21-15,-2-4-31 0,2 2-35 0,7-4-45 16,-2 1-14-16,13 1-56 0,-12-4-32 15,5 0-55-15,7 4-460 0,0 0-397 0</inkml:trace>
  <inkml:trace contextRef="#ctx0" brushRef="#br0" timeOffset="76429.78">18357 15061 1191 0,'0'0'331'0,"0"0"-109"0,0 0-7 0,0 0-11 0,0 0-12 0,-10 1-7 0,0 3-25 0,10-4-28 0,0 0 8 0,0 0 7 0,0 0 13 0,0 0-5 0,14 3-55 0,3-2 28 16,4-2-22-16,12-7-20 0,-5 1-13 15,2-1-13-15,4-4-61 0,-3 3 48 16,1-3-11-16,1 1-5 0,-2 0-12 16,-4 4-25-16,-3-1-38 0,-3 1-37 15,-11 3-48-15,6-3-53 0,-4-1-25 0,1 3-8 16,-3 3-53-16,-10 2 8 0,0 0-15 16,-12 2-39-16,-11 5-33 0,3 0-174 0,2 5-3 15</inkml:trace>
  <inkml:trace contextRef="#ctx0" brushRef="#br0" timeOffset="76596.27">18404 15219 1098 0,'-19'1'338'0,"19"-1"-67"16,0 0-11-16,0 0 5 0,0 0-13 15,0 0-21-15,0 0-5 0,0 0-21 16,0 0 12-16,0 0-9 0,13-7-21 0,14-5-20 16,0 3 10-16,3-2-77 0,9 0-6 15,-1-7-16-15,-1 3-67 0,-1 0-90 0,0-3-58 16,0 1-87-16,1-1-67 0,-6 3-138 15,-7-2-509-15,-6 6-603 0</inkml:trace>
  <inkml:trace contextRef="#ctx0" brushRef="#br0" timeOffset="82728.78">21019 14794 1471 0,'0'0'358'0,"0"0"-80"0,0 0-55 0,0 0-38 0,0 0-31 0,0 0-14 0,-4 13-2 0,0 3 10 0,4 8-15 0,-2 12 5 16,2-9-16-16,0 4-10 0,2-1-14 15,2 1 1-15,-4-1-10 0,2-1 21 16,0-3-42-16,-2-4-1 0,6 4-7 16,-1-17-11-16,-3 6-8 0,-2 5 45 15,4-9-6-15,1 3 15 0,-5-14 9 0,0 0 2 16,0 0-19-16,0 0-41 0,0 0 17 15,0 0-11-15,0 0-12 0,6-14-9 0,2 3-10 16,-2-3-32-16,0 4 30 0,6-1-4 16,-2 0-6-16,3 2-4 0,-2 1-4 15,6 4-35-15,-1 1 41 0,1 3 0 0,-2 0-4 16,0 7-4-16,0-1-1 0,0 1-29 16,-1 1 33-16,-6 1 0 0,1 3 7 15,-10 0-3-15,-1 1-2 0,-12-2-1 16,-11 11-68-16,-4-12-42 0,-6-3-116 0,-1-4-99 15,1-3-98-15,-3-8-135 0,1-1-431 16,9-3-695-16</inkml:trace>
  <inkml:trace contextRef="#ctx0" brushRef="#br0" timeOffset="86079.67">22498 14373 1240 0,'-16'-6'359'0,"27"4"-64"0,2-1-41 0,-13 3-41 0,0 0-16 0,0 0-71 0,0 0 23 0,-4 11 16 0,4-1 2 0,0 11-16 0,2 11 20 15,-2-5-53-15,2 1-10 0,0 1-12 0,2 3-20 16,2 0-7-16,-2-1 10 16,1 1-36-16,2-3-3 0,-3-2-11 0,0-5-2 15,2-1-4-15,-4-9 6 0,0 3 10 16,3-2 22-16,-3-2 23 0,2-1-2 0,-4-10-5 16,0 0-19-16,0 0-28 0,2-7 11 15,2-3-11-15,-4-7-11 0,0 2-6 0,2-4 2 16,5-9-11-16,-1 6 1 0,-1 5-14 15,1 7-7-15,0-2 1 0,0-2 0 16,8 4-4-16,-4-1 15 0,2 9 6 0,1-2-2 16,4 6-13-16,-1 0-8 15,-3 3 10-15,1 2 12 0,-4 1-7 0,-2 1 3 0,1 4-10 16,-3-4-16-16,-8 3 7 16,0-2-49-16,-7-1-57 0,1-1-54 0,-4-4-54 15,4 0-24-15,-14-1-50 0,1 1-57 16,-7-6-83-16,-14 4-322 0,14 0-295 0</inkml:trace>
  <inkml:trace contextRef="#ctx0" brushRef="#br0" timeOffset="86480.2">21457 14973 1121 0,'0'0'315'0,"0"0"-77"0,0 0-33 0,0 0-14 0,0 0 24 0,0 0-54 0,11-6-21 0,2 2-34 0,4-1-23 0,-1-1-10 15,2-1 4-15,0 0-37 0,2 2-25 16,14-7-45-16,-26 9-41 0,9-5-58 0,-2 0-103 15,-2 3-182-15,-1-2-195 0,-12 7-140 16</inkml:trace>
  <inkml:trace contextRef="#ctx0" brushRef="#br0" timeOffset="86645.85">21524 15152 1159 0,'16'-4'310'0,"-16"4"-72"0,0 0-23 15,0 0-37-15,4-10-19 0,2 4-52 16,8-1 7-16,4-3-24 0,-1-1-19 0,1 2-25 16,2-4-11-16,2 3-96 15,3 0 2-15,-3 2-76 0,-3-5-101 0,1 0-416 0,-1 4-181 16</inkml:trace>
  <inkml:trace contextRef="#ctx0" brushRef="#br0" timeOffset="86878.72">21991 14843 1325 0,'11'-5'361'0,"-2"-1"-68"0,-9 6-21 0,12-3-37 15,-2-1-38-15,6-2-29 0,-4-1-36 16,9 2-23-16,11-8-23 0,-4 3-23 0,-3-1-20 15,1 0-18-15,-2-1-67 0,0 1-47 16,-11 5-40-16,2 0-70 0,-3 1-64 16,-12 5-55-16,11-4-347 0,-1 0-193 15</inkml:trace>
  <inkml:trace contextRef="#ctx0" brushRef="#br0" timeOffset="87044.89">22099 14958 1261 0,'-13'1'282'0,"13"-1"-76"0,0 0 0 15,0 0-5-15,0 0-13 0,0 0-1 0,0 0 2 16,10-1-27-16,4-1-35 0,-4-2-24 16,12-5-22-16,-14 4-16 0,11-3-11 15,9-6-71-15,-8 2-74 0,-6 9-47 16,2-5-81-16,4 1-95 0,-8-4-441 16,3 4-277-16</inkml:trace>
  <inkml:trace contextRef="#ctx0" brushRef="#br0" timeOffset="87879.16">23374 14229 1976 0,'0'0'329'0,"0"0"-80"0,0 0-72 0,0 0-38 0,0 0-25 0,3 12-22 0,-3-2-9 0,5-3-19 16,2-1-19-16,3 0-10 0,-1 1-4 0,2 0-9 15,-3 0 16-15,7 1-25 0,-3 0-15 16,2-7-8-16,2 1-5 0,-1-2-27 0,0 0 16 15,0-6-32-15,-2 1-9 0,-1-1 11 16,5-5 18-16,-11 4 7 0,-2-8 27 16,3 4-16-16,-7-2 30 0,2-1 12 0,-2 14 22 15,-2-13 22-15,-1-1 13 0,3 14-19 16,0 0-14-16,0 0-8 0,0 0 16 0,0 0 7 16,-8 12-14-16,0 17 19 0,8-3-6 15,2 5-8-15,-2 6-10 0,1 6-7 0,4 1-39 16,-1 2 36-16,3-1-9 0,0 1-26 15,-3 1-62-15,0-1-64 0,0-4-32 16,1 0-58-16,0-7-37 0,0-9-74 16,-1-6-474-16,0-9-354 0</inkml:trace>
  <inkml:trace contextRef="#ctx0" brushRef="#br0" timeOffset="88395.74">23745 14371 1407 0,'0'0'305'16,"-2"-12"-47"-16,-3-2-55 0,5 14-31 0,0 0-41 0,5-15-30 15,-1 3-29-15,4-2-7 16,8-6-16-16,-6 0-3 0,0-1-8 0,3 0-12 16,-4 0-13-16,-3 0 6 0,-2 12-7 15,-4-8 7-15,4-3 15 0,-2 9-9 0,3 0-16 16,-5 11 6-16,0 0-7 0,0 0 8 15,0 0 5-15,-13 6 4 0,2-1 14 16,0 9-12-16,-1 8-2 0,2-2-8 0,6-11-6 16,-1 8 6-16,0 3 6 15,3-5-17-15,0 0 4 0,2-2-8 0,0 3 2 16,9-11 2-16,0 3 15 0,3-12-16 16,1 2-9-16,-2-5-3 0,8-7 6 0,-3 1-4 15,-2-3 13-15,-2 1-6 0,0-2-10 16,-4 0 6-16,0-2 1 0,-4 12 7 0,-2-13 0 15,4 3-6-15,-4 2-9 0,2 2 6 16,-4 13 13-16,0-16-1 0,3 3 1 16,-3 13-7-16,0 0 6 0,0 0 13 0,0 0 5 15,0 0-4-15,0 0 8 0,0 11-11 16,1 2-13-16,-1-13 3 0,5 16-4 0,-1 1-1 16,2-7 14-16,1 2-8 0,0-4-12 15,3 2-1-15,-6 1-1 0,0-1 5 0,-1 1 11 16,2 0-11-16,-5-1-4 0,0 4 0 15,-6-3 0-15,2 2-16 0,-4-1-15 16,0 0-38-16,-1-5-30 0,2-1-9 16,7-6-36-16,-8 5-44 0,-3 0-29 15,11-5-96-15,-2-10-363 0,0-3-206 0</inkml:trace>
  <inkml:trace contextRef="#ctx0" brushRef="#br0" timeOffset="88496.61">24175 14184 1381 0,'-12'-4'246'0,"22"1"23"0,2-1-46 0,-12 4-38 0,0 0-57 0,0 0-72 0,0 0-134 0,-12 2-170 0,0 0-380 0,12-2-160 0</inkml:trace>
  <inkml:trace contextRef="#ctx0" brushRef="#br0" timeOffset="92645.09">10329 13341 787 0,'11'-2'215'15,"4"0"-35"-15,-15 2-19 0,0 0-1 0,0 0-44 0,0 0-13 0,0 0-13 0,0 0-3 0,0 0-12 0,0 0-24 16,0 0 10-16,0 0-9 0,0 0-1 0,0 0-10 15,0 0-1-15,0 0 1 0,0 0-8 16,0 0-3-16,0 0-8 0,0 0 5 0,0 0 0 16,0 0-61-16,0 0 79 0,0 0-3 15,0 0-2-15,0 0-7 0,0 0-4 0,0 0 27 16,4-11-33-16,0 4-4 0,-4 7-3 16,0 0 6-16,0 0 3 0,0 0 27 15,0 0-36-15,0 0-4 0,0 0 6 0,0 0-1 16,0 0-7-16,0 0 36 15,0 0-36-15,0 0 1 0,0 0-9 0,0 0 4 16,0 0 5-16,0 0 36 0,0 0-44 0,0 0 2 16,0 0-1-16,0 0-8 0,0 0 8 15,0 0 17-15,0 0-21 0,0 0 2 16,0 0-8-16,0 0 2 0,0 0 0 0,0 0 19 16,0 0-13-16,0 0-7 0,0 0 46 15,0 0-52-15,0 0 12 0,0 0 3 0,0 0-21 16,0 0 23-16,0 0-4 0,0 0-4 15,0 0 9-15,0 0-8 0,0 0-4 16,0 0 10-16,0 0-2 0,0 0 3 0,0 0 1 16,0 0-7-16,0 0 16 15,0 0-4-15,0 0-10 0,0 0-3 0,0 0 0 16,0 0 5-16,0 0 9 0,0 0-9 16,0 0-3-16,0 0-6 0,0 0 9 0,0 0-9 15,0 0 33-15,0 0-30 0,0 0 0 16,0 0 0-16,0 0-6 0,0 0 8 0,0 0 17 15,0 0-16-15,0 0-8 0,0 0-5 16,0 0 5-16,0 0-1 0,0 0 36 16,0 0-26-16,-4 7-11 0,0 1 1 0,4-8 10 15,0 0-2-15,0 0 24 0,2 12-27 16,0-4 1-16,-2-8 0 0,0 0-1 16,4 13-5-16,2-4 25 0,-2 2-2 15,0-2-26-15,4-1 10 0,-2-1 0 0,-6-7-8 16,4 13 14-16,2 0-6 0,0-7-8 15,-2 1 3-15,-4-7 9 0,7 14-9 0,2-4 20 16,-3 1-23-16,-2-3 19 0,3 4-11 16,-1-4 4-16,0 6 1 0,2-1-1 0,1 1 10 15,0-2-4-15,-1 5-6 0,7 7 10 16,-2-9-3-16,-1 1 1 0,-1-1 19 16,-3 0-20-16,3 1 1 0,-4-9 0 0,5 4-8 15,-2 1 5-15,-1 1 17 0,0-2-8 16,-1-2 1-16,0 2 7 0,1-2 1 0,1 0-3 15,-1 1 25-15,0 0-27 16,1-1 0-16,-2 1 4 0,3 0 1 0,4-1-6 16,-5 0 25-16,-1-1-33 0,4-1-2 15,0 6-2-15,-3-6 1 0,2 0 1 0,2 1 13 16,-4-3-16-16,0 3-4 0,1 0 3 16,-2-3-2-16,1 2 0 0,1-2-2 15,-4-1 10-15,2 2 1 0,2-1 1 0,-2-1-2 16,-1 1 1-16,-2-1-29 0,5 2 36 15,-11-6-8-15,13 6 1 0,2 0-2 0,-7-3-3 16,0 4-29-16,4-7 33 16,-2 7 0-16,-10-7-3 0,16 4-2 0,4-1-1 15,-12 1 0-15,1 0 8 0,-9-4-11 16,14 2-1-16,2 2 1 0,-4-1 0 0,-2 1-3 16,-10-4 11-16,14 3-9 0,0 2-2 15,-6-2 1-15,5-1 3 0,-13-2 0 0,16 0 32 16,-2 3-39-16,-14-3 3 0,17 0 0 15,2 0 2-15,-19 0-1 0,15 0 31 16,4-3-36-16,-19 3 1 0,17 0 0 0,-1 0 1 16,-16 0 1-16,16 0 37 15,-4-2-41-15,-12 2 1 0,15-3 0 0,0 3 5 16,-15 0 5-16,15-5-26 0,-4 2 34 0,-11 3-1 16,17-6-5-16,-3 1-1 0,-14 5-1 15,13-4-36-15,4-2 44 0,-9 3 0 16,1-1-3-16,-1 0-2 0,2 1 1 0,-10 3-33 15,14-5 47-15,-3 2 0 0,-4-4-3 16,4 2 1-16,0-1 2 0,-3 3 1 0,-8 3 0 16,11-10-9-16,-1 3 5 0,-1 1-2 15,0 0-2-15,-9 6-9 0,8-10 26 16,2 3-14-16,-10 7-2 0,9-8 0 0,2 1 4 16,-11 7 0-16,4-10 15 0,0 1-16 15,2 2 18-15,-1 0-13 0,1-1-12 0,0 1 3 16,-2-3-43-16,5 3 27 0,-2-3 24 15,1 3-13-15,-4-3 4 0,-2 1 0 16,4 1-36-16,-1 0 15 0,4-1 22 16,-1 0-3-16,-8 9-1 0,6-15-5 0,2 3-8 15,-3 2 2-15,0-1 12 0,0 3 2 16,2-1 3-16,-1-4-12 0,-1 4-7 16,-1-4-3-16,-1 2 22 0,0 0-7 0,-1 0-10 15,2-2 10-15,-3 0-6 0,2 2-5 16,-1-1-2-16,0-2 10 0,0 6-2 0,-2 8 6 15,1-16-10-15,3 1 7 0,-1 4-4 16,-1 0 7-16,-2 11-10 0,0-12 10 0,2-4-8 16,-2 16-49-16,2-16 57 0,0 0-5 15,-2 16 6-15,0-15-7 0,2 0 3 16,0 4-39-16,-2-4 31 0,1 5 10 16,2-2-1-16,-3 0-8 0,2 3 6 0,-2 9 4 15,0-15-17-15,2 0 4 0,-2 15 6 16,0-14-1-16,2 3-6 0,-2 11 16 15,0 0-19-15,1-13 6 0,3 1 0 0,-4 12 2 16,0 0 6-16,0 0 11 0,0 0-14 16,0 0 10-16,0 0 1 0,-5-12-2 0,3 1-3 15,2 11-20-15,0 0 12 16,0 0 2-16,0 0-2 0,-2-9-2 0,0 0-2 16,2 9-8-16,0 0 3 0,0 0 12 15,2-15-7-15,0 2 1 0,-2 13-1 0,0 0-3 16,-2-9 0-16,0 0 4 0,2 9-1 15,0 0-1-15,0 0 1 0,0 0 1 0,0 0-44 16,-3-15 48-16,3 1-1 0,0 14 0 16,0 0-1-16,0 0 1 0,0 0-42 15,0 0 40-15,0 0 1 0,0 0 1 0,0 0-6 16,0 0 3-16,0 0 1 0,0 0-13 16,0 0 8-16,0 0 3 0,-3 12-4 0,-3-3 8 15,6-9 4-15,-7 11-16 0,2 0 9 16,-1-1-1-16,2 0-3 0,0-2 3 0,-1 1-20 15,2-2 15-15,-1 1 6 16,-3 1 3-16,3 3-5 0,-3-4 4 0,2 0-16 16,0 1 6-16,0-2 1 0,5-7-3 15,-4 11-8-15,2-1-4 0,2-10-8 0,0 0 19 16,-6 7-25-16,0 4 19 0,6-11-3 16,0 0 0-16,0 0 6 0,0 0-35 15,0 0 29-15,0 0 27 0,0 0 0 0,0 0-9 16,0 0-2-16,0 0-14 0,0 0 1 15,0 0 19-15,4-16-11 0,0 4 15 0,0-2-4 16,0 2-36-16,3-3 23 0,1 1 11 16,1-1-2-16,-1 2 0 0,-1 4 11 0,-1-5-20 15,-2 7 11-15,-1-3 5 16,-3 10 1-16,5-10-10 0,0 3 9 0,-5 7-24 16,0 0 6-16,0 0 9 0,0 0 0 15,11-5 10-15,-2 0-12 0,-2 11 4 16,0 0-2-16,-1 2 0 0,2 1 12 0,4 3-9 15,4 7 1-15,-4-6 6 0,1 4-14 16,-2 0 4-16,-3 2 0 0,3 0-33 0,-1 3-97 16,1-4-60-16,-4 3-124 15,1 3-9-15,-2 3-80 0,-2 0-542 0,-2 4-622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39:08.337"/>
    </inkml:context>
    <inkml:brush xml:id="br0">
      <inkml:brushProperty name="width" value="0.05292" units="cm"/>
      <inkml:brushProperty name="height" value="0.05292" units="cm"/>
    </inkml:brush>
  </inkml:definitions>
  <inkml:trace contextRef="#ctx0" brushRef="#br0">21019 9286 711 0,'0'0'177'15,"2"-17"-38"-15,-1 2-19 0,-1 15-13 0,0 0-11 0,0 0-11 0,0 0 17 0,0 0-26 16,0 0 2-16,0 0 2 0,0 0 0 0,0 0-2 16,14 2-2-16,-3 0 4 0,-11-2 3 15,0 0 7-15,0 0 2 0,0 0-4 0,0 0 37 16,0 0-54-16,0 0-11 0,0 0 0 16,0 0-7-16,0 0-6 0,0 0 23 15,0 0-25-15,-2 10-10 0,0 3 1 16,2-13 9-16,-4 5-7 0,-1 5 24 15,1 1-19-15,1-1-9 0,-2 1 3 0,2 2-1 16,3 2 1-16,-2-4 7 0,2 2-10 16,0 1-7-16,0-3-1 0,2 2 0 0,4-3-5 15,-1 2-3-15,-1-4-3 0,1 4-8 16,-1-7 1-16,4 2 0 0,-2-2 0 0,-1 1-20 16,-5-6 22-16,0 0-1 0,17 0-3 15,-4 3 1-15,-13-3 0 0,14-5-20 0,-1 3 21 16,-7-3 8-16,1-1-7 0,3-2 5 15,-2 3 6-15,-2-2 11 0,1-1-1 16,-7 8 10-16,7-9-3 0,-4-2-2 16,-3 11-1-16,0-13 5 0,0 0 9 15,0 13-19-15,-1-9-1 0,1-4 2 0,-2 4-4 16,-2 2-4-16,-4-5 3 0,3 4-10 16,5 8 0-16,-7-12 2 0,1 5-1 0,6 7-9 15,-10-10 45-15,3 5-55 0,7 5-4 16,0 0 4-16,-13-6 0 0,0 4-1 0,1 4 11 15,2 0-12-15,-4 0-3 0,4 0-2 16,0 0-7-16,1 1-7 0,9-3 33 16,-13 6-49-16,-2 0-11 0,15-6-20 0,0 0-27 15,-10 2-24-15,-3 1-12 16,13-3-54-16,0 0-6 0,-7 8-38 0,1 1-30 0,-2 3-66 16,2 2-97-16,4 4-168 15,-2-1-126-15</inkml:trace>
  <inkml:trace contextRef="#ctx0" brushRef="#br0" timeOffset="1649.56">13830 3232 1520 0,'-6'10'320'0,"6"-10"-55"0,0 0-47 0,0 0-28 0,0 0-29 0,0 0 10 0,-5 16-25 0,-2-1-13 15,5 6-14-15,2 16-9 0,2-6-13 0,1 2 22 16,-1 2-57-16,2 0-11 0,3 0-10 16,-1 2-8-16,0 1-5 0,-1-4 21 15,-1 3-8-15,0-4-37 0,2-3 1 0,-4-4-1 16,1-1 2-16,-3-14-34 0,3 9 41 16,-1 1-30-16,-7-10-48 0,2-2-51 0,3-9-50 15,-14 2-63-15,-1 1-58 16,-5-15-82-16,-4-8-415 0,6 0-315 0</inkml:trace>
  <inkml:trace contextRef="#ctx0" brushRef="#br0" timeOffset="1782.92">13583 3055 1109 0,'15'0'265'0,"-15"0"-67"0,0 0-82 0,0 0-75 0,0 0-80 16,0 0-60-16,0 0-123 0,0 0-183 15,12 4 187-15</inkml:trace>
  <inkml:trace contextRef="#ctx0" brushRef="#br0" timeOffset="2417.19">14010 3232 1149 0,'0'0'251'0,"0"0"-48"15,-5-11-27-15,1 0-27 0,4 11-10 16,-4-13-17-16,1 1-3 0,3 12-4 16,-6-12-28-16,0 3-19 0,6 9-21 0,0 0-9 15,-10 2-6-15,-1 2 4 0,2 7-26 16,1 0 4-16,2 4 1 0,-7 10-6 16,9-15-6-16,2 11 8 0,-3-2-34 15,5-2 36-15,3 3-6 0,-3-8 2 0,2 2 2 16,6-4-2-16,-2-1 37 0,-6-9-38 15,15 2-4-15,0 2-3 0,-3-12 4 0,-2 2-3 16,2-5 31-16,6-8-31 0,-13 12-1 16,4-6 3-16,5-5 6 0,-7 12 13 0,-2-8 16 15,3 5-17-15,-8 9-9 0,4-13-7 16,0 1-6-16,-4 12 8 0,0 0 7 0,0 0-12 16,8 6 16-16,1 0-8 0,-7 6-1 15,0-2-3-15,3 4 7 0,1-1 2 16,-2-2-7-16,2 2-7 0,-4-4-3 15,1 2 0-15,5-5-26 0,0-1 20 16,-8-5-56-16,14-1-11 0,-2-3-12 0,-4-6-1 16,-1 1 8-16,2-7-44 0,-3 3 69 15,-2-9 5-15,0 5 9 0,-2-3 8 0,0-1 6 16,0 4-38-16,-1 0 68 0,-1 2 13 16,0 2 13-16,-1 0 0 0,-1 5-9 0,2 8 45 15,0 0-39-15,0 0 17 0,0 0-4 16,14 1-1-16,4-1-2 0,-11 9 5 15,-2 3-10-15,4 2 3 0,-3-1 0 16,4-1-1-16,-2 0 17 0,2-2 12 0,1 2 0 16,-3-4 10-16,3-1-7 0,-11-7-3 15,15 2-16-15,-1 0-4 0,-6-8 3 16,2-2-24-16,-2-1-6 0,0 0-4 0,1-7-1 16,1 3-15-16,-10-4 0 0,3-1-41 15,-1 1-29-15,0 2-12 0,-4-2-14 0,2 1-10 16,-2 1 2-16,2 2-78 0,0 13-29 15,-3-11-26-15,1 0-25 0,2 11-312 0,0 0-107 16</inkml:trace>
  <inkml:trace contextRef="#ctx0" brushRef="#br0" timeOffset="2786.15">14664 3004 899 0,'0'0'305'0,"-7"-13"3"0,5-1-114 0,2 14-13 0,0 0-14 0,-6-9-24 0,0 1-24 0,6 8-10 0,-11 3-16 16,0 2 5-16,-2 2-23 0,-1 9-2 15,4-1-11-15,1 4-14 0,-4-2 9 16,5 4-14-16,0-3-6 0,-1 2-13 0,7-11-6 16,-1 6 3-16,1 2 22 0,-1-7-29 15,2 2-2-15,1-12 0 0,0 0-3 16,11 4-1-16,-2-1 18 0,-1-10-13 15,2-2-17-15,3-4 7 0,0 2-5 0,-6-4 2 16,11-7 29-16,-6 7-29 0,-1-1 8 16,-6 8 6-16,3-1-1 0,0 0 4 0,1 3-4 15,1 0 2-15,-10 6 12 0,13 0-6 16,2 1 1-16,-6 7-7 0,2 0 1 0,-5 3 10 16,2-1-13-16,0 3-10 0,2 3-2 15,0-7-5-15,-2 3-31 0,1-5-7 16,1 0-54-16,-1-3-25 0,-1 0-34 0,-8-4-71 15,0 0-90-15,9-1-416 16,1-3-256-16</inkml:trace>
  <inkml:trace contextRef="#ctx0" brushRef="#br0" timeOffset="3666.4">15583 2415 1415 0,'24'11'299'0,"-24"-11"-68"0,0 0-4 0,-6 7-63 0,1 0 4 0,5 5-24 0,0 10-19 0,4-12-12 0,-4 13 1 16,0 12-25-16,0-7-21 0,1-4-12 0,5 1-11 16,-2 2-11-16,0 2-14 15,-2-5 6-15,2 0-16 0,0-4-29 0,0-8-35 16,0 2-36-16,1 1-10 0,2-5-76 15,-3 2 25-15,-4-12-74 0,0 0-104 0,0 0-314 16,0 0-172-16</inkml:trace>
  <inkml:trace contextRef="#ctx0" brushRef="#br0" timeOffset="3817.87">15500 2400 1279 0,'0'0'292'0,"0"0"-16"0,0 0-102 16,0 0-28-16,0 0-24 0,11-9-24 0,-1 1-22 15,7 1-5-15,13-4-27 16,-21 9-25-16,15-3-41 0,13-2-71 0,-12 1-64 0,3 0-93 16,-5 1-349-16,5 5-131 15</inkml:trace>
  <inkml:trace contextRef="#ctx0" brushRef="#br0" timeOffset="5033.53">15854 2636 1037 0,'24'-9'314'0,"-24"9"-66"0,0 0-47 0,2-13-21 16,1-1-25-16,4 8-23 0,-1-1-12 0,8-3 21 15,-4 3-64-15,2-4-18 16,1 4-16-16,4 1-10 0,-2 2-7 0,2 4 32 16,-2 0-42-16,-1 4-15 0,2 1 7 15,-4 3 2-15,-1-1-9 0,-5 3 26 16,2 1-22-16,-8 2-5 0,2-1 0 0,-7 1-3 15,0-2 2-15,-3 1 24 0,-1 0-11 16,-1-4 0-16,-1 4 5 0,-2-8 12 0,3 0-5 16,10-4 12-16,-13-4-19 0,0 2 14 15,13 2-16-15,-4-15-10 0,0 1-3 0,14 1-23 16,8-8-34-16,-6 2 10 16,8 4-8-16,2-4-10 0,6 2-12 0,-3-1-19 15,5 3-1-15,-3 0-18 0,-1 2-8 16,2-1-7-16,-10 1 11 0,6 4 18 0,-3-1 31 15,-11 8 5-15,6-5 27 0,-2 2 34 16,-14 5 28-16,8-2 11 0,3-3 23 16,-11 5 0-16,0 0 18 0,0 0 6 0,-15 5 9 15,5-3-5-15,0 5 37 0,0-2-48 16,-2 1-17-16,2 1-8 0,-1 3-3 0,0 1-11 16,-2 1 21-16,5-2-32 0,1 4-8 15,2 0 2-15,-2-4-2 0,2 0-7 0,5-10 25 16,2 15-32-16,1-3 1 0,-3-12 0 15,0 0-2-15,11 5-7 0,-1-2 22 16,1-9-35-16,1 1 21 0,-1-4-9 0,0 1 6 16,-3-6-11-16,4 3 11 0,-2-1-21 15,0-1 23-15,-2 1-7 0,1 1 7 16,-3 0-4-16,3-1-1 0,-5 5-17 16,2-1 17-16,-6 8 3 0,0 0 1 0,9-5-2 15,-1 5-2-15,-8 0 32 0,10 9-38 16,0 0 2-16,-4 1 2 0,0-1 2 0,-1 0 3 15,5 4 25-15,-4-4-22 0,1 2-4 16,-7-11 4-16,6 10 3 0,0-3 11 0,-6-7 41 16,0 0-26-16,0 0-18 0,0 0 3 15,6-5-10-15,3-1-1 0,-3-5 4 16,-2 1-17-16,1-3 17 0,1 1-16 16,-1-1 0-16,-1 0 1 0,0 0-2 0,0 4 2 15,-4 9 2-15,4-11-14 0,4 2 2 16,-8 9 7-16,0 0-2 0,11 3 8 15,2 1-4-15,-7 4 3 0,1-1 1 0,3 3 1 16,-1 0-9-16,0-1 30 0,-3 3-26 16,0-3-4-16,2-1 10 0,1 0 1 0,-2-3 0 15,-7-5 46-15,0 0-13 0,0 0-14 16,0 0-9-16,0 0-3 0,10-3-2 16,-2 1 24-16,-8 2-25 0,7-18-9 0,-1 3 0 15,-2 0 0-15,0 2-2 0,1-2 8 16,1-1-2-16,1 3-11 0,-3 0 6 15,2 2-1-15,0 4-6 0,1 4 8 0,6-1 8 16,-13 4-6-16,12 1-10 0,3 2 9 16,-6 2-7-16,-1 2 8 0,1 2 6 15,1 0-3-15,-2-2-6 0,2 1-3 0,-4-1 3 16,2 1 0-16,-8-8 28 0,6 8-18 16,2 2 9-16,-8-10-5 0,0 0 0 0,0 0-5 15,13-7 8-15,-2 0-6 0,-11 7-7 16,5-13-2-16,7-10-13 0,-8 16-4 0,0-13 18 15,0 3-23-15,0 0 0 16,4 0-11-16,-4 0 5 0,2 2 5 0,-2 1 14 16,0 2-18-16,-4 12 20 0,8-8-7 15,-1-3 3-15,-7 11 4 0,0 0 9 0,11 8-6 16,-1 0 4-16,-5 0 1 0,1 1-4 16,-2 1 7-16,0 1-8 0,0-2 7 15,3 1 2-15,2-1-9 0,-3 1 4 0,-6-10-2 16,6 10 12-16,2-1 24 15,-8-9-34-15,9 4-5 0,0 4 7 0,-9-8-4 0,0 0 7 16,8-8 27-16,0 2-31 16,-8 6-8-16,0 0 4 0,7-7 6 0,-1-3 1 0,-6 10 11 15,0 0 0-15,0 0-12 16,-5-10 3-16,4-1-9 0,1 11 2 0,0 0 8 0,0 0-31 16,0 0 14-16,-11-2-17 15,-1 0-16-15,3 6-20 0,0 2-27 0,1-1-74 16,2 2-13-16,-7 0-103 0,2 0-406 15,-1 1-216-15</inkml:trace>
  <inkml:trace contextRef="#ctx0" brushRef="#br0" timeOffset="5317.19">17077 1621 1144 0,'0'25'265'0,"-7"-15"-49"0,-4-2-26 0,11 6-11 0,0 1 4 0,3 6-51 0,1 16-11 0,0-8-19 0,3 8-9 0,6 1-19 0,-1-2 12 16,0 4-29-16,1 2-25 0,2-1 4 15,-2-4-11-15,-3 0-8 0,6-5 31 16,-2 0-31-16,-2 0-17 0,1-6-2 0,-2-6-4 15,-3-1-21-15,-3-9-17 16,-1 4-33-16,2 1-32 0,0-6-50 0,1-1-78 0,-7-8-70 16,0 0-283-16,0 0-123 15</inkml:trace>
  <inkml:trace contextRef="#ctx0" brushRef="#br0" timeOffset="6049.78">17537 2085 1150 0,'-6'-8'302'0,"0"-1"-60"16,-2 4-33-16,-1-1-54 0,9 6 36 16,-9-6-38-16,3 1-24 0,6 5-29 0,-17-6-16 15,5 2 20-15,12 4-51 0,-18 2-10 16,0 0-17-16,8 4 4 0,-6 8-10 0,5 1 22 16,1 2-26-16,4 3-15 15,0-1 3-15,-5 1 9 0,8-11-9 0,3 10 28 16,0-2-29-16,2 0-7 0,3 0 2 15,-5-17 3-15,5 14 12 0,1-2 0 16,-6-12-4-16,12 3-5 0,1-1-2 0,-4-7-3 16,1-2 9-16,-1-3-7 0,3-1-14 15,-2-4 20-15,0 3-9 0,-4-5 1 0,-2 2 6 16,2 2-1-16,2-2 8 0,-3 4-8 16,-1 1-15-16,-4 10 3 0,7-10-1 0,-1 3 7 15,-6 7 21-15,0 0-24 16,6 11 2-16,5 1 0 0,-3 0-6 0,-2 1 1 15,1 0 30-15,0 0-25 0,-1 1-5 16,2-1 7-16,2-4-5 0,-1 1 11 0,2-5 17 16,-1 1-36-16,-10-6-15 0,19-2-24 15,8-3-21-15,-10-9 1 0,1 2 8 16,-6-5-6-16,1-1 10 0,0-3 7 0,-5-4 9 16,-1-1 2-16,1-8 41 0,-4 1-42 15,-2-4 12-15,-4-1 16 0,-4 2 16 0,0 1 21 16,4 4 26-16,2 2-13 0,0 16 26 15,-2-8-8-15,-1 1-7 0,-1 7-4 16,-3 0-6-16,7 13 2 0,0 0 8 16,0 0-9-16,-10 10 7 0,4 9-6 0,6 3-2 15,0 7 15-15,4 0-20 0,-1 2 7 16,3 1-1-16,2-1 1 0,3-2 0 0,1 3 30 16,4-6-33-16,-2-2-10 0,3-2 1 15,2-5-5-15,-2-2-7 0,5-6 21 16,-4-1-49-16,-8-4-16 0,12-8-22 0,6-4-12 15,-7-1 8-15,-3-3 18 0,0-1-14 16,-6-3 5-16,-1-3 4 0,-3 2 3 0,-4 7 14 16,-1-7 9-16,1 0-9 0,-4 5 20 15,0-2-2-15,-4 6 11 0,-1 0 8 0,5 8-6 16,0 0 20-16,-10 5 7 16,-3 0-7-16,9 9 2 0,-2-3-4 0,6 4-6 15,0 1 4-15,2-1 5 0,2 2-10 16,0-4-4-16,9 10-7 0,-5-18-29 0,4 5-2 15,4 0-86-15,0-6-44 0,0 1-72 16,-4-9-116-16,5 3-330 0,-4-5-202 16</inkml:trace>
  <inkml:trace contextRef="#ctx0" brushRef="#br0" timeOffset="6233.9">17751 1888 1136 0,'-12'1'266'0,"-1"-1"-54"0,13 0 10 0,0 0-100 0,0 0-22 0,11-4-16 0,1 3-22 0,4-2-31 0,11-4-34 0,-2-3-59 15,2 1-41-15,-1-4-46 0,0-1-40 0,-1 3-91 16,3-2-153-16,1 0 163 0</inkml:trace>
  <inkml:trace contextRef="#ctx0" brushRef="#br0" timeOffset="7500.51">18198 1649 1369 0,'11'-3'282'0,"-20"-1"-59"0,9 4-30 16,0 0-3-16,-6 7 1 0,0 3 17 16,-1 4-40-16,3 1-1 0,0 6 1 0,2 11-3 15,0-3-16-15,4-1-65 0,0 2 28 16,2 1-25-16,0 1-15 0,1-1-16 0,1 1-11 16,-2-3-49-16,3-5 32 0,-5-10-15 15,2 3-36-15,0 2 10 0,-1-3-8 0,3-1-4 16,-6-15-12-16,0 0-26 0,0 0-22 15,0 0 6-15,0-11-16 0,0-2 7 0,0-9 5 16,2-15 6-16,-4 3 4 0,0 0 6 16,-2-2 15-16,1-1 8 0,-3 3 43 15,4 2-24-15,0 6 3 0,2 0 13 0,0 14 3 16,0-8 0-16,2 3 31 16,0 4-21-16,-2 0-6 0,0 13 10 0,0 0 6 15,11 3-9-15,-1-1 23 0,-4 10-13 16,0-1 2-16,2 4 7 0,-2 2 2 0,0 0 10 15,0 2-9-15,-4 1 3 0,0 1 13 16,-2-3-1-16,1 2-4 0,-4-3 2 0,1-2-1 16,-2-2 6-16,2 1-3 0,0-5-1 15,0 1 0-15,2-10-9 0,0 0-5 0,0 0 17 16,0 0-30-16,0 0-6 0,0 0-6 16,0 0-9-16,0 0-13 0,0 0 16 15,0 0-23-15,10-6-4 0,3 1-8 16,0 2 2-16,-1 3-8 0,1 0 30 15,-1 3-38-15,1 4-2 0,-3-1 11 0,3 1-2 16,1 2 15-16,-11 3 18 0,4 0-6 16,-5 3-3-16,-1 0 13 0,-2-2-5 0,-1 0 9 15,-2 1 0-15,-2-1-1 0,1-2 11 16,-1-1 0-16,-3-3-3 0,1 0 6 0,8-7-10 16,0 0-13-16,0 0-28 0,0 0-29 15,0 0-15-15,-2-14-12 0,0 1-25 0,6-2 10 16,0 0-28-16,3-3-4 0,5-10 16 15,-5 6 24-15,1 4 23 0,3-1 36 16,-7 11-5-16,6-3 37 0,1-1 28 16,-4 2 31-16,-1 1 17 0,-6 9 12 15,10-2 21-15,3-1-4 0,-13 3-1 0,9 5-3 16,-1 4 2-16,-4-1 12 0,3 1-29 16,1 3-11-16,-2-2-1 0,0 1-13 0,1 0-6 15,0-1 21-15,-1 0-26 0,0-2-16 16,0 1-4-16,-6-9-1 0,12 2-6 0,4 0 3 15,-5-6-19-15,1-2-18 0,1-1 1 16,-2-3-7-16,1-2 6 0,-2 1 26 0,2-4-24 16,-4 0 17-16,-3 1 0 0,5-3-2 15,-6 4 4-15,0-3 20 0,0 8-6 16,1-1 4-16,-5 9-11 0,0 0-32 16,3-11 51-16,2 4 1 0,-5 7 11 15,3 13 5-15,-1-1-11 0,2 5 8 0,6 11-7 16,-4-3-2-16,-2 3 13 0,2 7-24 15,-2 4-11-15,0 0 2 0,-4 1 4 0,2 2-2 16,0-1 3-16,-2 4-18 0,0-1 2 16,-2-7 3-16,-4-2-6 0,-2-3 3 0,6-3 30 15,-4-3-25-15,0-1 3 0,2-15 9 16,-6 3-3-16,-1-2-4 0,11-11 8 16,-11 4 0-16,0 2-10 0,5-16-14 15,-4-11-21-15,-1-1-13 0,6-7-21 0,5-6-48 16,-3-6 18-16,3-3 4 0,5-4-10 15,1-2 7-15,0-3 18 0,2-1 0 16,-3 2 11-16,6 3 22 0,-2-3 17 0,1 6 25 16,1 3 14-16,-4 2 24 0,1 7 11 15,-2 1 27-15,2 3 8 0,-2 4 17 0,-2 11 17 16,-4-3 16-16,2-1-21 0,-2 8-29 16,0-4-15-16,0 15-9 0,0 0 7 0,0 0 30 15,-8 8-25-15,0 1 0 0,6 11-5 16,0 14-9-16,4-7-5 0,4 1 25 15,2 4-49-15,0-6-1 0,5-1-7 16,2 1-2-16,4 1-6 0,1-8-26 0,0 1-2 16,1-8-15-16,0-2-13 0,2 0-14 15,0-6-22-15,6-4-20 0,-7-4-48 16,4-4 6-16,-3 0 1 0,-3-4 10 0,-4 2 5 16,1-6 27-16,-2-1 9 0,-4-3 13 15,-5 2 8-15,-2 9 14 0,-2-12 13 0,0-1 29 16,-4 9 20-16,2 0-7 0,0 13 1 15,-8-8 26-15,2-1 22 0,6 9 5 0,-11 8-32 16,-2-3 38-16,7 6-10 16,0 1-5-16,1 3-11 0,3 3-3 0,4-3 28 15,-2 2-38-15,9 0-12 0,-1-2 8 16,5-1-12-16,-2-2-10 0,3-4 14 16,2 1-97-16,-2-6-74 0,3-1-120 0,-2-7-420 15,-2-2-231-15</inkml:trace>
  <inkml:trace contextRef="#ctx0" brushRef="#br0" timeOffset="7650">18927 1702 1363 0,'0'0'344'0,"0"0"-46"0,-6-5-40 0,0-3-34 0,6 8-84 0,6-5-30 15,0-1-45-15,8-5-54 0,12-7-59 16,-3 3-71-16,1-2-133 0,6 3-456 15,3-1-232-15</inkml:trace>
  <inkml:trace contextRef="#ctx0" brushRef="#br0" timeOffset="9717.12">20145 1552 1202 0,'-9'-5'321'0,"9"5"-63"0,2-12-19 0,2 3-38 0,-4 9-24 0,0 0 10 0,0 0-81 0,0 0-29 0,0 0-7 16,11-3-16-16,0 0-16 0,4 9 27 15,12 1-37-15,-4 0-8 0,-2 5-9 16,0 0 4-16,-2 3-2 0,5 0 0 15,-7 3-2-15,0-3-16 0,-3 0 8 0,-7-10-6 16,0 9 9-16,-1-1 13 0,-2-3-31 16,0-1 21-16,-4-9-5 0,0 0 0 0,0 0 2 15,-12 2 7-15,1 0 18 0,4-14-22 16,3 3-6-16,0-6 2 0,6-10-15 0,6 6-24 16,4 0-2-16,0-2-16 0,7 4-8 15,0 0 3-15,2 0-1 0,1 1-5 0,1 1 31 16,2 0-54-16,3 2 8 0,-3 3-2 15,3 2 1-15,-5 3 13 0,-2-1-30 16,-10 2 57-16,3-1 15 0,2 0 21 0,-16 5 18 16,12-2 14-16,1 1-9 15,-13 1 29-15,0 0 4 0,0 0-2 0,0 0 10 16,0 0-2-16,-17-2 29 0,2 2-36 16,2 3 4-16,1 2-4 0,1 1-9 0,-2 1-2 15,5 1 26-15,-3 1-40 0,3 6-13 16,0-2 0-16,1-1-6 0,0 0-1 0,7-1 11 15,-2 2-2-15,2-13-7 0,2 14-4 16,0-1 4-16,-2-13-5 0,0 0 21 0,12 4-31 16,-2-1 17-16,-10-3-3 0,12-5-7 15,3-1 2-15,-4-3-2 0,0 0 10 16,1-3-5-16,-2 0-9 0,-2 1 10 0,0 2-5 16,0 0 2-16,3 1 19 15,-7 1-24-15,2 0-13 0,-6 7 9 0,11-4-3 16,-2 2-1-16,-9 2 27 0,10 3-13 15,-2 1-6-15,-1 4-2 0,2-3-4 0,-3 6 1 16,4 0 23-16,-6-1-15 0,3-1 3 16,-3 0-4-16,3 2 4 0,-7-11 10 0,4 7-5 15,2 0 20-15,-6-7 11 0,0 0 2 16,0 0-5-16,0 0-12 0,0 0-14 0,3-9 5 16,7-1 1-16,-6 0-6 15,0-1-3-15,-1-2 1 0,2 2-7 0,-1 0 13 16,4-2-17-16,-5 4-5 0,4 0 4 15,-1 3-1-15,2 0-6 0,-8 6 11 16,0 0-1-16,16 0-7 0,-4 0-3 0,-1 6 1 16,-3 2 3-16,0-1 14 0,-1 1-7 15,0 1-4-15,-1 1 1 0,2-4-4 0,-2 1 5 16,-6-7 18-16,4 10-17 0,3-1 5 16,-7-9 16-16,0 0 2 0,0 0-5 0,0 0 13 15,0 0-23-15,7-8-4 0,-1 3 4 16,-4-7-4-16,0 3-4 0,4-4-14 15,-1 1 18-15,-1-1-4 0,0 2 2 0,2 1-7 16,1 1-2-16,-3 0 4 0,3 2-9 16,-7 7 11-16,10-4-1 0,-1-1-5 15,-9 5 6-15,10 3-6 0,1 3 14 16,-5 0-11-16,2-1-1 0,-2 2-1 0,1 0 3 16,-7-7-1-16,9 8 16 0,-1-1-9 15,-8-7-3-15,0 0 3 0,6 6 4 0,3 1 5 16,-9-7 16-16,0 0-24 0,0 0-7 15,0 0-1-15,4-9 0 0,2 0 0 0,-6 9 15 16,1-14-19-16,4 2-10 0,-1 1-2 16,0 2 3-16,0-3-9 0,-1 3 2 15,-3 9 10-15,5-10-6 0,0 0 3 16,-5 10-5-16,0 0 7 0,0 0 1 0,16 2-7 16,-3 0 9-16,-7 4-6 0,3-1 0 15,-3 4-2-15,0-1 0 0,6-3 16 16,-2 2-13-16,-2-3-8 0,2 0-9 0,-10-4-11 15,13 4-18-15,0-1 20 0,-13-3-63 16,13-3 17-16,-3-1 16 0,-2-4 2 0,4 3 8 16,-6-5 5-16,4 3 22 0,-4-5 7 15,1 2 1-15,-3-4 7 0,3 2 12 0,-5 0-21 16,0 2 38-16,-4-2 14 0,2 2-4 16,0 10 0-16,0 0-5 0,0 0 34 15,-2-11-48-15,2 0 7 0,0 11 4 16,0 0 2-16,4 9-3 0,0 2 9 15,-4-11-6-15,7 13 9 0,-3 0 0 0,3-2 6 16,2-4 4-16,1 1 5 0,-4-2-7 16,4-1-7-16,0 4-4 0,-10-9-8 0,14-3-4 15,-3 1 11-15,5-4-31 0,-2 0 23 16,-3 1-4-16,4-3 3 0,-9-1-7 0,3-3-2 16,-2 0 7-16,1 1 8 0,-4-2-7 15,2 1-1-15,-4 2 10 0,1-2 18 0,-3 12 16 16,0 0-21-16,0-14-10 0,0 1-15 15,0 13 0-15,0 0 6 0,0 0 13 16,-3 12-18-16,3-1-8 0,0 5 1 16,3 16 6-16,-3-6-7 0,0 3 35 15,0 1-33-15,2 5-4 0,0 5 2 0,-2 1 1 16,0 1-1-16,4 0 20 0,-2-3-16 16,0 0-8-16,-2-5 3 0,-2-1 8 0,-2-6 2 15,2-3 0-15,-2-5 5 0,-1-9-4 16,-3 0-5-16,1 1 5 0,-6-11-2 0,1 2-6 15,2-13-28-15,-1-11-2 0,4-2-20 16,5-7-20-16,0-1-7 0,2-2-17 0,4-4-65 16,9-1 59-16,0 1 1 0,6 2-7 15,-2 0 6-15,6 1 22 0,-1 5 10 16,2-5 16-16,-2 7 19 0,-3 2 22 16,-2 1 25-16,2 4 21 0,-7 2 20 15,1 2 25-15,0 0 10 0,-9 9 0 0,-1-3-10 16,3-1-13-16,-6 12-9 0,0 0 6 15,-2-13-8-15,-2-1-12 0,4 14 0 0,-10 4 1 16,0 0 18-16,3 4-23 0,-3 0-12 16,2 0 1-16,2 4-5 0,2 0-12 0,2-1 29 15,-3-2-28-15,3 2-7 0,2-11-5 16,5 13 2-16,-3-2-4 0,-2-11 31 16,0 0-29-16,0 0-6 0,10 4-5 0,0 2-7 15,0-12-13-15,-3 0 14 16,2-3-27-16,1 1-1 0,1 1-8 0,6-9 4 15,-8 12-5-15,1-3 1 0,-2-1-6 16,-8 8 7-16,14-4 3 0,-2 2-3 0,-12 2-11 16,15 4-19-16,1 0-35 0,-5-2-27 15,2 2-37-15,-13-4-80 0,15 7-276 0,-2-1-29 16</inkml:trace>
  <inkml:trace contextRef="#ctx0" brushRef="#br0" timeOffset="10686.12">22995 870 1191 0,'-14'-13'317'0,"0"11"-81"0,0 0-51 0,-3 2-13 0,0-2-38 0,4 4-17 0,-3 2-19 0,0-2-11 0,2 2-12 0,-3 3 13 16,1 0-42-16,-2 6 17 0,-6 6-15 15,5-5 0-15,9-6-13 0,-1 8-5 0,0-1-9 16,5-2 1-16,-3 2-12 16,8-4-5-16,-1 1 2 0,2-12 4 0,3 10-2 15,6 1 4-15,-9-11-15 0,19-4 0 16,11-5-8-16,-8-2-10 0,-4-3 36 15,3-3-31-15,1-2-1 0,-4-1-3 0,-2-4 9 16,0-2-2-16,-3-4 39 0,-4 1-37 16,-3 0 2-16,0-4 3 0,-4 1 13 0,0 0 5 15,-4 1 35-15,2 18 4 0,-4-8 7 16,2 0-3-16,-4 4-13 0,-1 2-11 0,7 15-3 16,0 0-4-16,0 0-10 15,-13 5-5-15,-7 11 2 0,11 8-2 0,4 7-6 16,1 1-4-16,2 4 11 0,4-1-6 15,2-1 1-15,6-3-1 0,2 1 5 0,0-5 9 16,6-5-12-16,-2-1-7 0,3-6-3 16,1-3-6-16,-8-6-25 0,9-5-4 15,15-4-21-15,-11-6-10 0,2-1 6 0,-7-4 2 16,3-1 5-16,-5-2 47 0,-2-5-29 16,-2 2-3-16,-6-1 11 0,-2 9 7 0,-6-9 3 15,2 1 41-15,-4 5-39 0,2-1-5 16,0 16 11-16,-8-11-4 0,2 0 8 0,6 11 48 15,-14 5-26-15,4-1-9 16,4 9 1-16,-3-2-4 0,7 5 0 0,-2-1 21 16,6 2-20-16,-2 3 1 0,6-3-8 15,1 0 9-15,1-2-7 0,0-1-11 16,6-3-28-16,-2-2-11 0,3-2-16 0,-2 2-33 16,1-8-24-16,1 1-60 0,0-12 32 15,0 3 10-15,-3-4 22 0,4 0 28 0,-6-3 24 16,5 0-6-16,-7-1 58 0,3 0 13 15,-7-2 9-15,3 0 16 0,-3 2 17 0,0-1 14 16,-4 16 15-16,3-15-4 0,4 0-14 16,-7 15-13-16,0 0 10 0,0 0-4 15,0 0 4-15,0 0-2 0,0 0-11 16,7 12-2-16,-1 4-3 0,-3-2 5 16,1 1-2-16,-1-4 14 0,2 1 11 0,3-2 1 15,-1-1 0-15,-7-9 0 0,8 9-16 16,1 2 6-16,-9-11 9 0,0 0-17 0,0 0 1 15,0 0 3-15,0 0-38 0,13-5 17 16,1-2-14-16,-14 7 0 0,4-17 2 0,3 0-3 16,0 1-8-16,-1 1 5 0,2 0-4 15,0 0-5-15,-1 3-2 0,-1-2-2 0,3 7 2 16,-1 0 8-16,-8 7-7 0,0 0-7 16,0 0 5-16,15-3-3 0,2 3 35 15,-17 0-34-15,7 12-5 0,1 1 11 16,-6-2-7-16,2 2 5 0,-1-1 42 15,2 0-47-15,0-1-3 0,-1 1-16 0,-4-12-23 16,0 0-30-16,2 13-85 0,2 2-45 16,-4-15-129-16,0 0-231 0,0 0-99 0</inkml:trace>
  <inkml:trace contextRef="#ctx0" brushRef="#br0" timeOffset="10823.3">23588 442 1114 0,'0'0'300'0,"0"0"-90"0,0 0-53 0,0 0-35 0,0 0-39 0,0 0-38 0,0 0-100 0,0 0-25 0,-6 14-162 0,5-1-244 0,-1-2 64 0</inkml:trace>
  <inkml:trace contextRef="#ctx0" brushRef="#br0" timeOffset="11483.37">20250 1870 1340 0,'-31'11'288'0,"20"-3"-45"0,11-8-24 0,-9 9-4 0,0-2-29 0,9-7-22 0,-8 5-11 0,0 3 2 0,8-8-1 0,0 0 48 16,0 0-34-16,0 0 3 15,18 0-9-15,13-2-13 0,9-9-5 0,11-3-26 16,13-7-39-16,11-1 1 0,12-5-9 16,9-5-21-16,6-1 6 0,11 1-10 0,4-3-2 15,4 2-29-15,3 4 14 0,-4-2-12 16,-4 2-4-16,-8 2 1 0,-10 5-11 15,-11 1-8-15,-12 6 11 0,-9 0-2 0,-11 3-30 16,-12 3-2-16,-7 1-86 16,-4 3 6-16,-22 3-35 0,7-2-33 0,-2-1-45 0,-15 5-8 15,0 0 25-15,-14 16-52 16,-8 3-22-16,-4-8-41 0,-1 9-470 0,-5 4-327 16</inkml:trace>
  <inkml:trace contextRef="#ctx0" brushRef="#br0" timeOffset="12049.82">20629 2457 1225 0,'-4'-7'289'0,"17"5"-44"0,-13 2-47 0,-2-13-18 0,-3 4-8 0,5 9-29 0,-10-5-25 0,-1 2-2 0,-1 0-45 0,-1 3-15 16,-4 4-10-16,3 3-2 0,-2 0-1 0,-7 8 30 16,11-2-37-16,-4 4-4 15,2 1-5-15,4-5-11 0,3-4 5 0,0 4 16 16,1 2-23-16,3 1-14 0,2-2 7 16,1-14 5-16,1 9-7 0,4-2 10 15,6-9-8-15,0 0-7 0,5-7 3 0,8-4-4 16,-5-1 5-16,-2-1 1 0,-2 2-14 15,-1-1 20-15,-8 7-12 0,6-7 7 0,-4 3-1 16,0 0-1-16,1-1 7 16,-3 5-12-16,0-1-11 0,-6 8 1 0,0 0 6 0,0 0 1 15,0 0 5-15,13 0-2 16,-2 2-4-16,-5 6-1 0,-2 3 1 0,4-3 7 16,2 4 21-16,-2-4-20 0,-2 2-6 15,2-2 0-15,1-1-3 0,-1-3-13 0,3 0-4 16,-11-4-54-16,13-2-30 0,-1 0-29 15,0-3-36-15,-2-1-29 0,-5-5-50 16,5-1-29-16,-7-3-293 0,2 1-95 0</inkml:trace>
  <inkml:trace contextRef="#ctx0" brushRef="#br0" timeOffset="12216.27">20909 2317 941 0,'17'11'250'0,"-17"-11"-33"0,0 0-24 15,0 0-49-15,0 0-18 0,4 9-17 0,2 0-19 16,-6-9-15-16,6 10 27 0,2-1-79 16,-8-9 6-16,6 12-34 0,2-2-42 0,-4-3-51 15,2 1-80-15,-6-8-30 0,0 0-307 16,5 9 13-16</inkml:trace>
  <inkml:trace contextRef="#ctx0" brushRef="#br0" timeOffset="13082.57">21065 2280 1047 0,'0'0'300'0,"0"0"-59"0,0 0-38 0,0 0-76 16,0 0 39-16,0-13-22 15,-3 2-5-15,3 11-16 0,0 0-10 0,0 0-24 16,0 0 18-16,0 0-44 0,0 0-16 16,0 0-10-16,0 0 3 0,0 0-12 0,0 0 13 15,0 0-18-15,0 0 2 0,0 0-5 16,0 0 5-16,0 0 6 0,0 0 21 15,0 0-20-15,0 0 2 0,0 0-4 0,0 0-8 16,0 0 0-16,0 0 13 0,0 0-10 16,0 0-6-16,0 0 0 0,0 0-2 0,0 0 3 15,0 0-20-15,0 0 24 0,0 0-5 16,0 0-2-16,0 0 1 0,0 0 1 16,0 0 2-16,0 0-4 0,0 0 5 15,0 0-2-15,0 0 3 0,0 0-4 0,0 0-3 16,0 0 7-16,0 0-9 0,0 0-5 15,0 0-3-15,0 0 1 0,0 0-4 0,0 0 24 16,0 0-28-16,0 0 1 0,0 0-1 16,0 0 1-16,0 0-2 0,0 0 35 15,0 0-40-15,-9-4-3 0,-1 1 1 0,10 3 0 16,0 0 0-16,-9-5 29 0,-3 0-29 16,12 5-7-16,-16 0 3 0,2 3 3 15,3-1 1-15,0 1 0 0,-1 6 5 16,4-2-3-16,-4 1 1 0,2-1 5 0,2 3-4 15,-3-1-21-15,4 3 31 0,2-4-3 16,0 3-2-16,-2-2 0 0,7-9 1 0,-4 14 1 16,2-2-6-16,2-12 10 0,0 0-9 15,0 0 1-15,0 0 4 0,0 0-3 0,2 9 12 16,0-1-12-16,-2-8 2 0,0 0-3 16,11-7 0-16,-3-1 0 0,-8 8 18 15,5-9-14-15,0-2-6 0,-5 11 3 0,8-11 2 16,-2-1-2-16,-6 12 25 0,0 0-25 15,2-12-3-15,0 3 3 0,-2 9 2 0,0 0 0 16,0 0 27-16,0 0-33 0,0 0 0 16,0 0 3-16,0 0-1 0,0 0-2 15,0 0-16-15,0 0 27 0,0 0-5 16,0 0-1-16,0 0 3 0,0 0-2 0,0 0-23 16,0 0 37-16,0 0-5 0,0 0-2 15,0 0 4-15,0 0-2 0,0 0 1 0,0 0-2 16,0 0 2-16,0 0 2 0,0 0 0 15,0 0 4-15,0 0 8 0,0 0 15 16,0 0-7-16,0 0-1 0,4-10 1 0,3 3-7 16,-7 7 5-16,0 0 37 15,0 0-55-15,0 0-7 0,0 0-5 0,0 0 2 16,0 0-5-16,0 0 41 0,11 4-49 16,1 1 2-16,-4 4 6 0,3 1 0 0,-4 2-1 15,-1 1 16-15,0 2-14 0,3 3 1 16,-3-3-2-16,-1 2-1 0,-2 0 1 0,2-1-33 15,-3-1 21-15,2-1-29 0,-4-14-26 16,3 10-34-16,-1 0-39 0,-2-10-41 16,0 0-62-16,12-3-13 0,-3 3-39 0,-9 0-60 15,3-11-370-15,-1 2-253 0</inkml:trace>
  <inkml:trace contextRef="#ctx0" brushRef="#br0" timeOffset="13749.67">20750 2355 1121 0,'-19'8'304'0,"19"-8"-47"16,0 0-98-16,0 0 53 0,0 0-23 0,0 0-18 0,0 0-24 0,9-3-35 0,-1-1-12 0,-8 4-14 15,0 0-21-15,8-5-10 0,4 0-17 0,-12 5-3 16,13-1 20-16,7 1-38 0,-7 1-6 16,0 4 0-16,1-4-4 0,4 3-5 0,-8 3 27 15,2-5-27-15,-3 6-7 0,2-1 7 16,-3-4 1-16,3 1-8 0,-11-4 25 16,6 7-18-16,0 1-2 0,-6-8-6 15,0 0 1-15,0 0 4 0,-4 9 14 16,0 3-12-16,4-12 3 0,-12 5 3 0,7 2 6 15,5-7 1-15,0 0 11 0,-10 5 8 16,-2-1 19-16,12-4-5 0,0 0-14 0,0 0-6 16,0-11-5-16,3-3-3 0,6-1-40 15,6-9-49-15,1 4-33 0,-2 1-32 0,6 2-25 16,1 0-18-16,-2-1-17 0,-2 3-56 16,-9 8-103-16,4-4-230 0,-4 2-119 0</inkml:trace>
  <inkml:trace contextRef="#ctx0" brushRef="#br0" timeOffset="14549.24">21257 2351 1064 0,'27'0'255'0,"-21"-12"-42"0,3 1-34 0,-9 11-7 0,0-11 1 0,0-4-17 0,4 8-1 0,-2 0-13 0,-2 7-22 0,0-17-7 0,-2 2 8 16,-2 5-57-16,0 0 9 0,-3 2-23 16,1 1-14-16,-3 1-1 0,-1 3-6 0,10 3 2 15,-10 5-12-15,-4 1-10 0,2 5 8 16,-2 2-1-16,9 3-10 0,-6 9 19 15,9-18-20-15,-2 10 1 0,1 1-7 0,3-5 0 16,0 2 0-16,3-6 29 0,-1 4-21 16,-2-13-6-16,8 7 1 0,-1 2-8 0,3-13-5 15,3 1 23-15,-1-6-34 0,2 1 0 16,-4-6 8-16,5 2 4 0,-5-3 2 0,3-9 20 16,-6 16-14-16,3-3-5 0,-2-1-8 15,-5 0 2-15,6 4 8 0,-9 8 1 16,6-4 1-16,2-1 3 0,-4 14-3 15,0-1 0-15,-2 12 3 0,5 13 36 0,-3-7-42 16,0 3 18-16,1 5 4 0,-1 2-6 16,-2 3 5-16,0 4-2 0,0 6 5 15,-4 3-12-15,-2 1 1 0,-2 4 0 0,-1-6 4 16,0-3-6-16,-3-2-2 0,0-4 7 16,-1-9 8-16,-2-7-4 0,1-7 7 0,7-10 0 15,-7-2 11-15,-3-2-11 0,4-14-8 16,-1-14-1-16,6-8-3 0,4-5-6 0,-2-6 6 15,4-4-29-15,0-4-11 16,4-6-11-16,6-2 6 0,2 2 1 0,-1 1 21 16,6 1-15-16,2 4-4 0,3 1 3 15,-6 3 0-15,0 3 4 0,2 8 25 16,1 2-13-16,-4 5 0 0,-4 3 5 0,-1 4 10 16,-8 12 24-16,2-6 14 0,0 2-43 15,-2 3 20-15,3 0-12 0,-5 10 5 0,0 0-3 16,0 0 6-16,-13 2 7 0,1-1-8 15,12-1-7-15,-4 9 0 0,-3-1-1 16,7-8-5-16,2 9 16 0,3 2-11 0,-5-11-10 16,12 6-24-16,0-1-10 0,3-3-26 15,2 0 32-15,2-2-40 0,1 2 3 16,-4 2 2-16,3 1 7 0,-8-3 1 0,2 5 54 16,-3-4-42-16,1 2 14 0,-9 2 2 15,5 0 5-15,-7-7-7 0,-2 15-26 16,2 1 13-16,-7-8-6 0,1-1-5 0,-5-1-13 15,3 1-23-15,8-7-82 0,-20-3-12 16,1 1-347-16,19 2-32 0</inkml:trace>
  <inkml:trace contextRef="#ctx0" brushRef="#br0" timeOffset="14916.08">21855 1823 948 0,'0'0'311'0,"-8"-8"-34"0,-3 1-52 0,11 7-33 0,-12-4 11 0,1 2-64 0,11 2-16 0,-18 4 0 16,7-1-26-16,-2-1-3 0,0 2 2 16,0 2-32-16,6-1-19 0,-6 2-1 0,6 0-11 15,-5 3-7-15,3-3-1 0,5 5-2 16,-1 0-12-16,2 1-2 0,3 2 1 0,0 0-3 15,5 12 14-15,2-7-17 0,-1 1 16 16,6 1-3-16,-3 2 1 0,2 1 5 0,-1 0-5 16,-1 1 15-16,-1 1-13 15,1-1-1-15,-3 0-9 0,2-2-2 0,-1-2 4 16,-4-2 7-16,3-8-7 0,-2 5-11 16,2 2 5-16,0-4-8 0,1 0-8 0,0-6 10 15,-2 1-47-15,6-6-28 0,-3 1-20 16,-8-5-26-16,14 0-29 0,0 2-57 15,-1-9-42-15,1 2-66 0,-4-9-297 0,4-10-145 16</inkml:trace>
  <inkml:trace contextRef="#ctx0" brushRef="#br0" timeOffset="15216.78">22059 1959 1352 0,'-12'-8'303'0,"12"8"-27"0,0 0-52 15,0 0-33-15,-12 3-18 0,3 2-9 0,4 4-6 16,-3 2-32-16,3 4-21 0,-1 0-11 15,0 5-1-15,1 11-8 0,0-11-4 16,2 3-27-16,3-12-11 0,0 8-6 0,0 3-7 16,3-8-5-16,0 1 9 0,-1-1-14 15,0-2-4-15,-2-12-4 0,13 3-5 0,-2 3-5 16,-2-12 15-16,0 1-31 0,1-5-3 16,-2 0-3-16,0-5 2 0,3 0 8 0,-7-2 17 15,0-1-26-15,-8 0-10 16,0-10-4-16,-3 6 1 0,-2 3-5 0,4 0 12 15,1 11-18-15,-7-5-23 0,4 0-20 16,-1 3-12-16,2 1-10 0,-3 4-33 16,-1 0 22-16,10 5-12 0,0 0-24 0,-7-3-50 15,-1-2-49-15,8 5-343 0,0 0-129 16</inkml:trace>
  <inkml:trace contextRef="#ctx0" brushRef="#br0" timeOffset="15516.92">22077 1697 1114 0,'0'0'306'16,"0"0"-71"-16,9-9-30 0,0 1-97 15,-9 8 44-15,12-4-22 0,-2 2-16 0,-10 2-21 16,19-1-7-16,-3 1-22 0,-1 3 16 16,0 1-16-16,-2 5 7 0,7 7 9 0,-4-4-1 15,-4 2 16-15,1 3-8 0,0 2-8 16,-5 1-2-16,5 1-2 0,-3-1 2 0,-3 2 23 15,2 0-36-15,-3 0-9 16,4 0-3-16,-5 3 1 0,5 0-5 0,-1-1 1 16,-3 0-16-16,-1 0-4 0,5-2-2 0,-6 2-6 15,0-3-1-15,-1 0-43 16,0-9 43-16,-3 5-5 0,2-1-1 0,-4-1-2 0,-1 0-3 16,0-1-49-16,1-1 7 15,-6-5-29-15,0 0-52 0,8-8-55 0,-11 3-57 16,-3 2-85-16,14-5-598 0,-12-3-550 15</inkml:trace>
  <inkml:trace contextRef="#ctx0" brushRef="#br0" timeOffset="16332.69">23622 1414 928 0,'-29'-7'360'0,"24"0"-53"0,-1-1-59 0,6 8-32 0,0 0-42 0,-13 0 10 0,-2 2-65 0,3 2-17 0,3 1-23 15,-4 6 0-15,-6 4-6 0,6 0 13 16,-1 1-32-16,-1 6-26 0,0-5 0 16,2 2-12-16,3-2 5 0,4 0-3 15,1-7 1-15,1 1-8 0,-1 2 0 0,1-3-9 16,-1-3 2-16,5-7 6 0,0 0-17 15,0 0 19-15,16-2-13 0,-2-3 4 0,-1-8-10 16,8-6 8-16,-5 2 3 0,-2 1-6 16,-1 1-6-16,-2-2 4 0,1 3 5 0,-3 6-2 15,2-2 3-15,1-2-6 0,-3 5 1 16,-1-3-3-16,-8 10-3 0,10-4 0 0,-1-1 34 16,-9 5-27-16,11 7-1 15,0-1-1-15,0 3 3 0,-2 0 0 0,0 1 12 16,-3 2-13-16,3-5-4 0,-2 3 4 15,2-3 5-15,2 1 8 0,-11-8 17 16,9 9-20-16,1-2-5 0,-10-7-1 0,11-4 0 16,2 1 5-16,-6-6 12 0,5 1-17 15,-4-1-7-15,0 0 4 0,4-4-5 0,2-9 2 16,-10 15 7-16,4-6 0 0,3-1-15 16,-2 4 11-16,1 1-2 0,-1-1-10 0,1 3 11 15,-10 7-16-15,14-4 14 0,-2 2-2 16,-12 2-3-16,12 6 1 0,-1 1 7 0,0 1-6 15,1 1-7-15,-3 1 0 0,1 2-7 16,-1-3-3-16,0 2-23 0,-2-3-65 16,2 2 44-16,-3-2-23 0,1-1-41 15,-7-7-85-15,0 0-56 0,0 0-345 16,8-5-150-16</inkml:trace>
  <inkml:trace contextRef="#ctx0" brushRef="#br0" timeOffset="17032.75">24111 1252 1064 0,'0'0'302'0,"-13"1"-59"0,1 1-46 0,12-2 26 0,0 0-72 0,-11 8-8 0,-2-1-5 0,5 3-6 16,-2-1-22-16,-1 5 25 0,-8 10-37 16,8-7-14-16,2-9-19 0,6 8-14 0,-2-1-2 15,-2-4 3-15,2 2-21 0,4-1-12 16,1 0-3-16,0-12-2 0,0 0 0 0,8 5-2 15,2-1-1-15,-2-10-10 0,4 1-6 16,-1-3-1-16,6-6 1 0,-8 9 22 0,3-3-29 16,0-3 9-16,0 1-3 0,2 1 2 15,-5 1 2-15,1 3 0 0,-10 5 9 16,9-7-10-16,0-2-10 0,-9 9 4 0,10 6 8 16,2 1-5-16,-8 4 18 0,2 1-12 15,0 5-7-15,4 14 0 0,-2-6 3 16,1 6 5-16,-4 4 19 0,1 3-17 15,-4 7-1-15,0-4 1 0,0 1-2 0,-2-1 0 16,-4-2 22-16,-1-1-11 0,1-4-6 16,-2-3 5-16,-1-5 2 0,-1-5 0 0,-2-3 27 15,-4-3-28-15,10-10 5 0,-8 0 5 16,-3-3 3-16,4-9 1 0,-8-10-20 16,9-4 11-16,2-7-8 0,3-7-12 0,0-4-17 15,7-3-15-15,4-1-7 0,0 0-7 16,4-1-8-16,5 0 2 0,0 3 8 0,2 0-1 15,1 3 13-15,4 3-3 0,-1 2 12 16,-2 2-2-16,0 6 14 0,-7-1-4 0,4 6 26 16,-6 2 26-16,-4 8 9 15,1-3 7-15,2 1-10 0,-5 2-6 0,0 1-5 16,-4 9 4-16,0 0-16 0,0 0-10 16,-8-3 11-16,-1-3-3 0,9 6 4 0,-11 9 1 15,1 0 3-15,4-2-15 0,0 1 4 16,6-8-4-16,-2 13-4 0,-2-2 15 15,4-11-13-15,6 14-17 0,0-1-12 0,4-8-24 16,1 2-15-16,4-2 26 0,-3-1-34 16,5 0 1-16,-2 0-2 0,-4 1 12 0,1 1 10 15,-1 1 39-15,0-1-31 16,-5 1 6-16,2 1 7 0,-8-8 4 0,2 14 7 16,-2-1 17-16,-6-7-17 0,0 1-5 15,-3 3-17-15,0 2-8 0,3-5-19 0,0-1-17 16,-2-1-60-16,-2-1-43 0,2-8-49 15,-2 3-346-15,4-9-113 0</inkml:trace>
  <inkml:trace contextRef="#ctx0" brushRef="#br0" timeOffset="17465.98">24676 1003 1162 0,'-4'-13'370'0,"-8"8"-42"0,0-1-77 0,12 6-58 0,-14-2-30 0,2 2-24 0,1-4-29 15,-3 2 18-15,14 2-46 0,-18 0-4 16,-1 0-16-16,2 0-4 0,2 0-1 0,15 0-20 16,-15 0-1-16,3 2-10 0,12-2-6 15,0 0-1-15,-15 2-6 0,2 0-2 16,13-2 8-16,-9 8-11 0,1 0 1 0,6 0 0 15,-2 4-5-15,6 2 20 0,0-1-29 16,0 3 13-16,2 2-5 0,0 1 2 0,5 14 14 16,0-13 2-16,-3 3 18 15,0 0-8-15,-1 2 0 0,1 0-1 0,2 0 0 16,-1 1-1-16,-3-1 12 0,-2 1-8 16,0-2-2-16,5 0-1 0,-1-2 0 0,-2 0 0 15,-3-12 29-15,2 8-39 0,1 2 0 16,-1-9-2-16,3 0-1 0,1-3-6 0,-1 1 33 15,-6-9-52-15,10 7-28 0,1-2-36 16,2-9-41-16,0 0-50 0,-1-3 13 16,0 1-78-16,2-3-33 0,2-1-47 0,-7-5-146 15,3-6-204-15,-1 6-186 16</inkml:trace>
  <inkml:trace contextRef="#ctx0" brushRef="#br0" timeOffset="17666.06">24789 1154 1252 0,'0'0'375'16,"0"0"-88"-16,0 0-44 0,0 0-43 0,0 0-35 16,0 0-46-16,0 0-1 0,0 0-18 15,0 0 12-15,-9 10-20 0,3-1-11 0,4 3-12 16,2-1-12-16,-3 4 0 0,3-2-19 16,-2 1-13-16,2 1-18 0,-2-1-42 0,2 0-18 15,2-2-41-15,-2 1-8 16,2-3-22-16,1 1-27 0,-3-11-31 0,0 0-84 15,-5 10-440-15,3-1-232 0</inkml:trace>
  <inkml:trace contextRef="#ctx0" brushRef="#br0" timeOffset="18082.7">24806 960 1238 0,'0'0'326'0,"0"0"-73"15,0 0-41-15,0 0-38 0,0 0-78 16,0 0 21-16,0 0-22 0,0 0-23 16,8-9-16-16,2-2-9 0,0 9 21 15,2-3-47-15,5-5-8 0,0 5 4 0,1-4-46 16,1 1 46-16,-1 1 27 0,1-3-38 16,-6 3 0-16,3 2-2 0,-5-1 0 0,2 3 4 15,-13 3 43-15,0 0-41 0,0 0-9 16,0 0 5-16,13 2 17 0,1-1 16 0,-14-1 24 15,-2 16-24-15,2 1-11 16,-2-2 10-16,2 1 8 0,0 2-4 0,2 1 7 16,0 2-7-16,0 1-9 0,0 0-5 0,2 12 0 15,4-9 1-15,-4-2-20 0,2 0 14 16,-2-2-1-16,-2-10 4 0,-2 12 20 16,0 0 8-16,-2-3-36 0,-4 9 35 15,2-17-4-15,-6 3-9 0,-4 12-6 0,4-12-6 16,-3 0-1-16,-4-2 1 0,10-6-14 15,-9 1-2-15,0 1-12 0,3-6-24 0,3 3-26 16,-5-8-21-16,0 2-57 0,7-5-52 16,0 1-38-16,8 4-78 0,-14-7-98 0,3-1-377 15,11 8-294-15</inkml:trace>
  <inkml:trace contextRef="#ctx0" brushRef="#br0" timeOffset="18249.75">25295 1235 1752 0,'-13'-7'310'0,"13"7"-90"0,0 0-93 0,0 0-112 0,0 0-126 0,0 0-128 0,0 0-359 0,0 0-132 0</inkml:trace>
  <inkml:trace contextRef="#ctx0" brushRef="#br0" timeOffset="20765.93">20835 3384 1171 0,'0'0'302'0,"0"0"-71"0,0 0-33 0,0 0-35 0,0 0-37 0,0 0-13 16,0 0-21-16,0 0 1 0,0 12 2 0,0 2-13 15,2 8 3-15,3 14-4 0,4-6-20 16,1 0 6-16,0 0-17 0,-2 3-14 0,1 0-8 16,4 0-1-16,-3-1 6 0,1-1-13 15,-1-1-7-15,-4-1-3 0,1-6-10 0,2 0-18 16,-1-5-7-16,-4-10-8 0,2 7-16 16,1-3-19-16,-3-4-34 0,1 3-46 0,-5-11-28 15,0 0-81-15,0 0-74 0,-7-13-236 16,0 2-90-16</inkml:trace>
  <inkml:trace contextRef="#ctx0" brushRef="#br0" timeOffset="21416.32">20805 3313 946 0,'0'0'297'0,"3"-10"-33"0,1 1-50 0,-4 9 15 16,0 0-89-16,0 0-19 0,0 0-14 15,9-6-5-15,7 2-9 0,4-2 0 16,13-4-29-16,-1 2-11 0,8-1-9 0,9-2-3 15,5-4 3-15,8 0 11 0,6-3-13 16,4-3-1-16,5 1 1 0,0-4-1 0,8 0 4 16,4 1 12-16,0-4-21 0,2 2 8 15,3-1-6-15,-5 1-9 0,-2 0-6 16,-4 4-6-16,-2 3-4 0,-4 0 2 16,-5 3-7-16,-5 2 2 0,-4 1-6 0,-5 3 0 15,-9 0 10-15,-7-1-12 0,-6 2-9 16,-5 4 6-16,-3 1 13 0,-15 3 11 0,4-4 14 15,2 2-15-15,-7 0 3 0,0 0 4 16,-12 2 4-16,16 0 2 0,-1 0 32 16,-15 0-38-16,0 0-3 0,0 0-5 0,9 4-4 15,1-2 0-15,-10-2 44 0,0 0-46 16,0 13 1-16,2 0-2 0,-4 2-1 0,2 3 1 16,2 3-33-16,1 17 39 0,1-12-6 15,0 5-1-15,2 4-4 0,2 2 0 16,0 4-36-16,-2-2 39 0,2 1-1 15,-2-2-1-15,3 4-2 0,4-3 0 0,-7-5-39 16,0 0 44-16,-2-5-5 0,3-3-1 16,-3-1 2-16,-3-12 3 0,-2 6-1 0,1 0 9 15,-2-3-13-15,-2 1 1 0,-3-6-3 16,-1 2-2-16,-3 0 3 0,-12 1 8 16,1-4-16-16,-3-1 0 0,-2-1 2 0,-4 1 0 15,-10 2-2-15,-5-2 40 0,-12 2-48 16,-9 2-47-16,-6 2 58 0,-14 2-2 0,-10 1-2 15,-8 0 40-15,-10 4-42 16,-2-3 1-16,0 3 9 0,3 0 6 0,3-3 17 0,2 2 42 16,8-3-47-16,12 0-4 15,6-3-4-15,9 0-4 0,6-3-1 0,11-1-43 16,6-1 47-16,8-3 2 0,9 1-3 16,3-2-6-16,5-2-20 0,16-3-59 15,-8 4 16-15,-2-4-31 0,4-1-24 0,7 0-36 16,9 0-17-16,0 0 0 0,0 0-37 15,0 0-36-15,0-14-35 0,2 2-55 0,-2 12-402 16,4-10-254-16</inkml:trace>
  <inkml:trace contextRef="#ctx0" brushRef="#br0" timeOffset="21882.7">20996 3679 857 0,'4'-15'266'0,"0"3"-35"0,-4 12-23 0,0 0-34 0,2-10 32 0,1 1-85 0,-3 9 0 0,6-9-14 16,1-2-24-16,-7 11-20 0,10-4-5 0,-1-1-12 15,3 10-5-15,0-2-12 0,4 3-5 16,6 7-5-16,-13-7 0 0,2 5-57 16,2 0 60-16,-1-2-4 0,2 3-2 0,-4-3-4 15,0 3-1-15,-4-4 9 0,3 3-9 16,-9-11 2-16,0 12 3 0,2-2 5 0,-10-3 12 15,-1-1 42-15,9-6-29 16,-14 0 1-16,-1 1 4 0,15-1-10 0,-7-11-8 16,-3 1 26-16,6 0-37 0,2 1-22 15,4-4-11-15,6-9-25 0,2 8-6 0,3 0-4 16,0-1-37-16,-6 8-11 0,7-3-15 16,1 2-15-16,-2-1-31 0,-1 1-76 15,-6 1 6-15,4-2-90 0,-10 9-192 0,10-3 29 16</inkml:trace>
  <inkml:trace contextRef="#ctx0" brushRef="#br0" timeOffset="22117.34">21284 3197 1286 0,'2'-12'293'0,"-2"12"-51"0,0 0-28 15,0 0-45-15,0 0-15 0,0 0-55 16,0 0 12-16,0 0-23 0,4 20-3 0,3 7-9 15,-3 1-6-15,0 6 3 0,0 0-9 16,3 4-20-16,-3 4-1 0,2 2-9 0,0-1-11 16,1 1 8-16,0 0-27 0,-3-3-25 15,2-2-16-15,2-3-6 0,-2-3-19 0,1-5 13 16,-3 0-73-16,3-6-16 0,-5-12-31 16,-2 4-59-16,0 0-119 0,4-4-226 15,5-2-95-15</inkml:trace>
  <inkml:trace contextRef="#ctx0" brushRef="#br0" timeOffset="22519.18">21555 3493 1232 0,'-19'-25'290'0,"17"14"-63"0,-7 6-29 15,1-2-32-15,8 7 6 0,0 0-68 16,0 0-12-16,0 0-11 0,-15 2-6 0,-3 3-6 15,11 8 18-15,-9 7-37 16,6 0-16-16,0-3-3 0,6-8-9 0,-3 8 5 0,0 1 15 16,3-1-27-16,-1 0-13 15,4-4 10-15,-1 0-12 0,-5-5 10 0,3 2 29 16,4-10-36-16,0 0-9 0,11 4 0 16,1 0 10-16,0-12-9 0,6-5 24 15,-3-1-19-15,-2 1-6 0,1-2-1 16,-1 0 9-16,-2-1-5 0,-5 8 21 0,5-5-17 15,-1 2-9-15,-1-1 6 0,0 5-10 16,-9 7 2-16,6-7 37 0,-2-1-46 0,-4 8 22 16,11 8-5-16,-3-1 9 0,-4 3-10 0,0 1 8 15,3 2 5-15,0-1-1 0,-1 1-14 16,2 1 0-16,0-3-5 0,-1 0-15 0,2-1-54 16,-3-1 4-16,-6-9-22 15,8 10-56-15,-2-3-83 0,-6-7-128 0,0 0-226 16,7-7-121-16</inkml:trace>
  <inkml:trace contextRef="#ctx0" brushRef="#br0" timeOffset="22782.11">21629 2992 1078 0,'-17'-7'397'15,"22"-1"-137"-15,-5 8-40 0,0 0-45 16,0 0-39-16,0 0-23 0,0 0 38 15,8 14-40-15,0 11-16 0,-4-4 8 0,2 5 8 16,2 7-6-16,-2 2 35 0,0 7-44 16,0 2-21-16,1 2-11 0,-3 5-14 0,0-1-8 15,0 2-6-15,1-1-3 0,-3-1-9 16,2-7-6-16,0-1-2 0,1-6-7 0,1-3-15 16,-2-3-31-16,0-6-47 0,-1-10-27 15,4 2-22-15,3 0-18 0,-7-4-30 16,2-3-38-16,-5-9-45 0,0 0-72 0,0 0-283 15,10-11-152-15</inkml:trace>
  <inkml:trace contextRef="#ctx0" brushRef="#br0" timeOffset="23282.54">21873 3343 1255 0,'8'-8'311'0,"-8"8"-70"0,0 0-33 0,0 0-86 15,0 0 33-15,-6 10-17 0,0 0-14 16,6 2-26-16,-3 5-10 0,1-1 21 15,0 16-28-15,0-9-24 0,0 0-9 0,2-1-5 16,2-9-6-16,-2 8 8 16,0 0-24-16,0-1-7 0,0-3-5 0,0-5 1 0,0 1-2 15,0-13 16-15,2 9-17 0,0 3-8 16,-2-12 0-16,0 0-1 0,2-13-8 16,3 0 36-16,-5-1-30 0,2 3-5 15,-2-8-12-15,-2-8 2 0,2 16-2 0,2-9 3 16,0 3-1-16,-1 4-7 0,2 0 4 15,-1 3 9-15,0 0 5 0,-2 10 14 0,0 0-31 16,15 3 27-16,-3-1-12 0,-5 5 3 16,0 2 4-16,1 1 2 0,-2 1-15 15,0 0 25-15,3 3-8 0,-7-4 5 0,3 0-1 16,-5-10 1-16,4 9 7 0,2 3 17 16,-6-12 0-16,0 0 5 0,0 0-15 0,0 0 3 15,0 0 4-15,0 0-11 16,4-10-9-16,3 0-7 0,-7-1-2 0,2 1 2 15,0-2 23-15,-1 2-26 0,4 0-6 16,-1 1 2-16,5 1 0 0,-2 0 1 0,-7 8 31 16,12-3-24-16,-2 1-7 0,-10 2-3 15,16 5 8-15,0 1-6 0,-9 4 20 16,1-3-25-16,-2 2-12 0,1 2-6 0,-1-4-6 16,2 3-5-16,-8-10-6 0,9 7-33 15,-3 0-14-15,-6-7-24 0,0 0-41 0,0 0-55 16,0 0-41-16,0 0-40 0,0 0-244 15,4-17-35-15</inkml:trace>
  <inkml:trace contextRef="#ctx0" brushRef="#br0" timeOffset="23499.63">22203 2991 996 0,'-4'-10'313'0,"4"10"-52"0,0 0-42 0,0 0-12 0,0 0-36 0,0 0-39 0,0 0-21 0,0 0-58 0,0 0 33 16,0 0-15-16,-2 21-14 0,2 14-5 0,4-9 0 15,-2 5 30-15,0 2-35 0,2 4-9 16,-2 4-13-16,0 0-4 0,2-1 4 0,-2 0 14 16,2 0-28-16,0-4-5 0,0-1 2 15,-2-9-17-15,4-1-10 0,-2-13 14 16,-2 5-67-16,2 0-7 0,1-3-24 16,-3 1-57-16,-2-15-60 0,0 0-40 15,0 0-105-15,0 0-156 0,0 0-3 0</inkml:trace>
  <inkml:trace contextRef="#ctx0" brushRef="#br0" timeOffset="23965.59">22330 3275 1074 0,'0'0'344'0,"0"0"-81"0,2 17-41 15,-2 0 7-15,2-3-79 0,0 1-21 16,-2 2-24-16,1 2-14 0,2-4-19 15,2 2 14-15,-5 2-35 0,0 2-11 16,2-5-3-16,2-2-7 0,1-2-12 0,1 0 19 16,-6-12-21-16,5 7-20 0,6 3-16 15,-1-14-13-15,2 1-8 0,-4-5 12 0,5 4-23 16,-3-9 29-16,2 4 9 0,-4-4 2 16,-2 0 1-16,3-5 1 0,-3 3-42 15,-4 0 55-15,2 0 1 0,-2 4 2 0,0-3 7 16,-2 14 1-16,2-12-35 0,2 1 38 15,-4 11 4-15,0 0 6 0,0 0 0 0,0 0-8 16,0 19 37-16,3 0-38 0,-1 0-2 16,1 15-8-16,-3-7 9 0,0 1-6 15,2 5 21-15,0-1-25 0,0 3-5 16,-2 4-1-16,-2-6 4 0,0 3 10 0,2-4 34 16,-2-1-22-16,2-2-8 0,-5-2-3 15,2-16 2-15,2 8 6 0,1-1 28 16,-9-3-21-16,3-4-11 0,-5-5 8 0,1 1 3 15,10-7-8-15,-13-10 24 0,0 1-35 16,9-8-12-16,-4-12-29 0,6 5-25 0,4-5-34 16,2 1-14-16,0-1-44 15,3-3-18-15,1-3-45 0,-1 3-87 0,-2-2-386 16,8 1-210-16</inkml:trace>
  <inkml:trace contextRef="#ctx0" brushRef="#br0" timeOffset="24232.6">22571 2716 1416 0,'-19'-10'384'0,"19"10"-59"0,0 0-57 0,0 0-72 0,0 0-55 0,0 0-18 0,-2 12-7 0,2 1 4 0,2 8 3 16,0 16-11-16,1-3-10 0,3 5-14 15,0 1-16-15,1 6-11 0,-1 4 9 16,1 2-31-16,1-1-8 0,-4 0-7 15,3 2-8-15,6-5-14 0,-9-2 15 16,2-4-48-16,2 1-16 0,1-11-17 0,-3-3-28 16,-2-6-13-16,3-2 6 0,-5-10-55 15,2 2-6-15,3 2-34 0,-7-15-24 0,0 0-38 16,-3 9-34-16,1 2-329 0,2-11-152 16</inkml:trace>
  <inkml:trace contextRef="#ctx0" brushRef="#br0" timeOffset="24599.03">22799 3319 1097 0,'8'-9'308'0,"-10"0"-58"15,-3-3-12-15,5 12-24 0,3-11-23 16,-1 0-3-16,-2 11-21 0,-6-9-33 0,-2-1-17 16,8 10-13-16,-8-6-17 0,0 2-12 15,-5 8-1-15,5 2-1 0,-7 5-22 0,-6 5 7 16,11 1-5-16,-4 0-11 0,4 2-8 15,8-12-5-15,-7 10-5 0,5-2 7 16,0 2-16-16,-2-3-5 0,5-4 0 0,-1 1 3 16,2-11-2-16,6 6 8 0,1 1-12 15,-7-7 0-15,15-7-6 0,-3 1-1 0,2-5-3 16,-5 1 16-16,4-4-16 0,-2 4-3 16,-2-4 0-16,8-7 1 0,-11 16 0 15,0-6 26-15,0 2-50 0,-6 9 17 16,9-8-2-16,0 1 3 0,-9 7 1 0,0 0 29 15,8 10-27-15,0 0-7 0,-2-1-8 16,1-2-12-16,-1 3-17 0,1 1 7 16,-1 0-47-16,5 1-20 0,-3-2-9 0,0-1-17 15,2-1-39-15,-4 3-65 0,-6-11-66 16,14 0-372-16,-1 2-207 0</inkml:trace>
  <inkml:trace contextRef="#ctx0" brushRef="#br0" timeOffset="24749.39">23261 3273 1373 0,'0'0'328'15,"0"0"-62"-15,0 0-53 0,-12-5-45 0,4 3-39 16,8 2-22-16,0 0-89 0,0 0-48 16,0 0-55-16,0 0-77 0,0 0-134 0,0 0-287 15,-5 9-117-15</inkml:trace>
  <inkml:trace contextRef="#ctx0" brushRef="#br0" timeOffset="26016.57">20902 3025 842 0,'0'0'253'0,"0"0"-22"0,0 0-18 0,0 0-41 0,0 0-14 0,0 0-16 0,0 0-12 0,0 0-21 16,0 0-72-16,0 0 59 0,0 0-17 16,0 0-12-16,0 0-15 0,0 0-15 0,0 0 33 15,-10 3-38-15,1 3 0 0,9-6 0 16,2 18-1-16,-2 1 3 0,0-2 21 15,3 13-37-15,1-6-5 0,1 0-7 0,0 1 9 16,2 0-10-16,-4 1 29 0,5-1-29 16,-2 0-3-16,-2-3 0 0,2-1-7 0,-1-9 4 15,-1 5 24-15,-1 3-35 16,-1-8-10-16,0 4-11 0,-2-16-15 0,4 11-9 0,2 3-12 16,-6-14-39-16,0 0-36 15,0 0-36-15,0 0-21 0,0 0-17 0,0 0-38 16,-10-7-235-16,3-2 55 0</inkml:trace>
  <inkml:trace contextRef="#ctx0" brushRef="#br0" timeOffset="26299.4">20845 3391 960 0,'0'0'197'0,"0"0"-17"16,0 0-29-16,0 0-35 0,0 0-2 0,0 0-12 15,0 0-11-15,0 0-15 16,0 0-10-16,0 0 0 0,0 0 21 0,6 7-35 15,4-1-4-15,-10-6-9 0,0 0-2 16,8 6-1-16,4 1-16 0,-12-7 9 16,11 4-18-16,2 2 13 0,-13-6-2 0,10 3 0 15,3 4 6-15,-13-7-58 0,0 0 116 16,0 0-41-16,13 1 0 0,-2 0 1 16,-11-1-16-16,8-5 6 0,0 1-7 15,-4-7-4-15,0 4-16 0,6-5-5 0,0 3 11 16,-6-6-81-16,9-9-40 0,-5 6-90 15,1-2-157-15,-5 11-286 0,1-8-169 16</inkml:trace>
  <inkml:trace contextRef="#ctx0" brushRef="#br0" timeOffset="26765.95">20770 2771 1027 0,'6'6'201'0,"-6"-6"-24"0,-10 4-35 0,0 1-20 0,10-5-16 0,-5 10-20 0,2 0-13 0,3-10-15 15,-6 9-11-15,-3 3-3 0,9-12-5 0,3 12 4 16,-3 1-14-16,0-13 1 0,2 13-3 16,-2 0-3-16,0-13-2 0,8 4 0 15,0 2-1-15,-8-6-1 0,14 0-3 16,-2 0-4-16,-1-6 14 0,3 0 4 15,-1-1 2-15,-2 0 19 0,-3-1 2 0,2-2 13 16,-3 3 3-16,0-3 3 0,-7 10 2 16,0-12-24-16,1-1-7 0,-1 13-5 0,-5-9-10 15,-1 0 28-15,6 9-34 0,-10-7-19 16,0 1 2-16,10 6-13 0,-13-2-26 0,0 2 7 16,13 0-69-16,-14 4-20 0,4 2-36 15,10-6-56-15,-7 7-72 0,-1 5-86 16,8-12-171-16,0 0-29 0</inkml:trace>
  <inkml:trace contextRef="#ctx0" brushRef="#br0" timeOffset="26932.76">21103 2968 1074 0,'0'0'361'16,"0"0"-96"-16,0 0-50 0,0 0-52 15,0 0-35-15,0 0-51 0,0 0-46 0,0 0-77 16,0 0-118-16,0 0-87 0,-6-10-286 16,0 0-33-16</inkml:trace>
  <inkml:trace contextRef="#ctx0" brushRef="#br0" timeOffset="28817.03">22243 2271 626 0,'15'0'203'0,"-15"0"-37"16,0 0-15-16,0 0-19 0,0 0-5 0,0 0 5 0,0 0-34 0,0 0 0 0,0 0-1 0,0 0 2 16,0 0-3-16,0 0-25 0,0 0 29 15,0 0-7-15,0 0-5 0,0 0-2 0,0 0-3 16,0 0 22-16,0 0-45 0,0 0-9 15,0 0-1-15,0 0-8 0,0 0-6 0,0 0 30 16,0 0-40-16,0 0-4 0,0 0-7 16,0 0 0-16,0 0-4 0,0 0 30 15,0 0-34-15,0 0-4 0,0 0-2 0,0 0 10 16,0 0-11-16,0 0 19 0,0 0-9 16,0 0-11-16,0 0 4 0,0 0-1 0,0 0 2 15,0 0 9-15,0 0-31 16,0 0 21-16,0 0-5 0,0 0 5 0,0 0 1 15,0 0-5-15,0 0 2 0,0 0 2 16,0 0-4-16,0 0 0 0,0 0 6 0,0 0-6 16,0 0 10-16,0 0-3 0,0 0-5 15,0 0-2-15,0 0 2 0,0 0 7 0,0 0 20 16,0 0-22-16,0 0-5 0,0 0 1 16,0 0 6-16,0 0 6 0,0 0 11 15,0 0-13-15,0 0-12 0,0 0 7 0,0 0-8 16,0 0 5-16,0 0 23 0,0 0-27 15,0 0-6-15,0 0 6 0,0 0-4 16,0 0 6-16,0 0 14 0,0 0-14 0,0 0-10 16,0 0 1-16,0 0 5 0,0 0 3 15,0 0-3-15,0 0 5 0,0 0-3 16,0 0-1-16,0 0-6 0,0 0 3 0,0 0 4 16,0 0-13-16,0 0 17 0,0 0-5 15,0 0-2-15,0 0 5 0,0 0 6 0,0 0 4 16,0 0-12-16,0 0-1 15,0 0-6-15,0 0 4 0,0 0-1 0,0 0 16 16,0 0-12-16,0 0 0 0,0 0-4 0,0 0-1 16,0 0 1-16,0 0 21 0,0 0-14 15,0 0-4-15,0 0-1 0,0 0 2 0,0 0-3 16,0 0 16-16,0 0-10 16,0 0-8-16,0 0-2 0,0 0 1 0,0 0-1 15,0 0 31-15,0 0-29 0,0 0 4 16,0 0-6-16,0 0 8 0,0 0-5 0,0 0 29 15,0 0-27-15,0 0-7 0,0 0 9 16,0 0-9-16,0 0 1 0,0 0 7 16,0 0 4-16,0 0-4 0,0 0 2 0,0 0-4 15,0 0 3-15,0 0 5 0,0 0-16 16,0 0 20-16,0 0-16 0,0 0 2 0,0 0 5 16,0 0 3-16,0 0 2 0,0 0-5 15,0 0-5-15,0 0 7 0,0 0-2 16,0 0 2-16,0 0 7 0,0 0-7 15,0 0-8-15,0 0-1 0,0 0 6 0,0 0 1 16,0 0 15-16,0 0-17 0,0 0-6 16,0 0 10-16,0 0-4 0,0 0-4 0,0 0 21 15,0 0-19-15,0 0-1 0,0 0 5 16,0 0-7-16,0 0 8 0,0 0 14 16,0 0-17-16,0 0-4 0,0 0 1 0,0 0 0 15,0 0 7-15,0 0 15 0,0 0-15 16,0 0-13-16,0 0-15 0,0 0-17 0,0 0-19 15,0 0-32-15,0 0-63 16,0 0-64-16,0 0-119 0,0 0-353 0,0 0-221 0</inkml:trace>
  <inkml:trace contextRef="#ctx0" brushRef="#br0" timeOffset="29732.44">21022 4150 1044 0,'0'0'252'0,"0"0"26"0,0 0-54 0,0 0-28 0,0 0-29 0,0 0-7 0,0 0 18 16,0 0-33-16,0 0-28 0,12-4-8 0,-3 4-7 0,7-7-16 16,8-2-13-16,-1 1-1 0,-2 0-16 15,4-1-15-15,-1-3-6 0,3 4-10 16,-1 1 10-16,-2 0-27 0,-6-1 11 16,-7 4-12-16,2 1-6 0,1-1-15 0,-3-1 10 15,-1 3 8-15,-10 2-12 0,0 0-5 16,0 0 5-16,0 0-6 0,-6 5 8 0,0 2 15 15,-11-1-7-15,-7 4-6 0,4 1-5 16,-4 0 1-16,4 1 7 0,-2-1 20 16,-3 3-14-16,2 0 3 0,1-4 12 0,13-3 10 15,-8 1 1-15,3 2 19 0,-2-4-25 16,4 2-1-16,0-7 9 0,3 5 6 0,9-6 2 16,0 0-26-16,0 0 23 0,0 0-6 15,17-6-6-15,11-5-7 0,-5 4-2 16,-2-3-35-16,4-2 36 0,1 2-4 15,-3-1-3-15,-2 2-4 0,2 0-4 0,-1 1-40 16,-12 4 21-16,5-1-11 0,0-2-23 16,-4 2-15-16,3 1-14 0,-7 0-37 0,4 2-85 15,-11 2 36-15,0 0-25 0,0 0-31 16,0 0-51-16,-5-11-106 0,-1 3-212 16,6 8-120-16</inkml:trace>
  <inkml:trace contextRef="#ctx0" brushRef="#br0" timeOffset="31305.75">15243 6600 1276 0,'-8'-15'311'0,"8"15"-47"0,0-10-25 0,2-2 4 0,-10 6-51 0,2 0-29 0,-2 0-12 0,-1 3-2 0,9 3-19 0,-11-6 10 16,-1-1-46-16,12 7-18 0,-11 5-3 0,-1-2-6 15,0 9 8-15,-6 5-37 0,8 7 57 16,1 0-5-16,0 7-1 0,5 3-17 0,2 5-6 16,2 2-43-16,0 3 35 0,3 2-16 15,4-3-1-15,2 3-9 0,0 0-6 0,-3-2-10 16,2 2 38-16,2-3-45 0,-2-1-2 16,0-2 6-16,-3-3-6 0,-2 0 2 0,-3-4 21 15,2-1-39-15,-4-4-29 0,-2-3-33 16,0-1-34-16,-6-7-33 0,4-8-26 15,-6-4-68-15,2 5-28 0,10-10-37 0,-22-2-51 16,-3-6-113-16,17 5-226 16,-3-11-217-16</inkml:trace>
  <inkml:trace contextRef="#ctx0" brushRef="#br0" timeOffset="32281.56">14901 6928 1072 0,'-6'-11'391'16,"9"0"-149"-16,2 0-32 0,0 6-41 0,3-3-25 15,4-3-20-15,9-6 6 0,-1 4-52 16,3-3-9-16,2 1-15 0,1 2-13 0,2 2-8 16,0 3-2-16,3 1-27 15,1 5 20-15,-4-3-3 0,-14 5-5 0,7 5-8 0,13 4 1 16,-13 2 8-16,-4-1-9 16,-4 3 2-16,-3 2 5 0,0 3 9 0,-4-11 0 15,-4 12 22-15,0 0-9 0,-4-2-3 16,0 3-1-16,-4-6 2 0,2 3-8 0,0-5 23 15,-2 0-7-15,4-3 4 0,-2 0 9 16,4-9-2-16,0 0-23 0,0 0-11 16,0 0 0-16,-2-16-13 0,0 0-12 0,6-4-17 15,2-13-12-15,2 6 2 0,2 4-3 16,0 3 5-16,2-1-1 0,1 0 15 16,0 4-8-16,-7 9 9 0,5-1-6 0,10-9 15 15,-12 14 3-15,1 6-6 0,0 2 8 16,6 5 2-16,-4 0 11 0,-1 6-10 15,2 9-9-15,-5-17 0 0,-1 8 8 0,3 11-7 16,-5-19 32-16,6 6-30 0,-2-1-4 16,-2-2 7-16,1-1-5 0,1-3 7 0,-1 0 6 15,-8-6-38-15,15-2-13 0,0 0 3 16,-9-9 0-16,4 0 13 0,-1-2 7 16,2 2 3-16,-5-2 2 0,-2 0 2 0,-2-3 1 15,0 1 10-15,-4-2 21 0,2 2-9 16,-6 3-3-16,0 1 16 0,-5 1 10 0,0 3-7 15,-3 1 12-15,-1 4-26 0,-4 2 26 16,4 2-3-16,-4 5-9 0,0-1 2 16,7 2-12-16,-2-1 16 0,4 0-14 15,0 4-13-15,10-11 5 0,-1 9-7 0,-3-1 5 16,4-8 13-16,13 0-24 0,10-6-26 16,-14 2-21-16,5-8-7 0,18-6-8 0,-9 6 40 15,3-1-32-15,0 2 9 0,-1 1 3 16,0 0 5-16,-2 4 14 0,-9 3 38 15,6 3-40-15,12 5 4 0,-23-1 11 0,4 6 1 16,12 4 3-16,-15 1 31 16,1 0-5-16,-7-8 1 0,2 8 9 0,-2 3 4 15,-4-7 10-15,0 2 1 0,3-2-4 0,1-1 7 16,-4-10 25-16,0 0-7 0,0 0-12 16,0 0 2-16,0 0-30 0,0 0 0 15,0 0-10-15,-7-10-1 0,1-2-13 0,8-5-12 16,2 0 5-16,1-3-14 0,3-8-9 15,-3 20-4-15,3-7 7 0,4 2 2 0,0 1 37 16,-2 3-30-16,4 3-1 0,3 2-8 16,-4 6 12-16,4 0 0 0,-2 5 21 15,6 7-13-15,-7-1-9 0,0 2 13 0,-6 1-5 16,3-2-2-16,-4-7 33 0,1 9-26 16,0-4-4-16,-3 2 23 0,-1-3 16 0,-4-11 19 15,4 7 15-15,0 4-29 16,-4-11-12-16,0 0-4 0,0 0-5 0,0-17 3 15,2 5-8-15,-2-2 4 0,2 2-4 16,0-8-4-16,2 3-1 0,1 1-5 0,2 3-4 16,-2 1 13-16,4 1-13 0,0 2-6 15,1 1 3-15,2 4 5 0,2 0-2 0,-4 6 14 16,2 0-12-16,0 6-3 0,-2 1-6 16,1 1-15-16,1-1-12 0,-3 3 10 15,-1 0-70-15,-1-1-31 0,-1 0-54 0,-6-11-41 16,0 13-80-16,0 2-371 0,0-15-207 15</inkml:trace>
  <inkml:trace contextRef="#ctx0" brushRef="#br0" timeOffset="32782.49">16563 6610 1141 0,'0'0'362'0,"0"0"-73"0,0 0-2 0,0 0-16 0,-12 0-19 0,1 2-72 0,11-2-21 0,0 0 15 0,0 0 7 0,2 12-6 0,0-5-56 16,17-7 22-16,13-4-23 15,-2-2-17-15,6-1-19 0,5 0-17 0,1-3-51 0,-1-2 36 16,4 2-10-16,1-2-4 16,-3 2-12-16,-1 1-2 0,-7 1-10 0,-2 1 28 15,-3 0-34-15,-9 2 3 0,-8 3-6 16,1-2 4-16,2 0 2 0,-4 2 14 15,-1-1-22-15,-11 3-12 0,0 0-7 0,0 0-4 16,0 0 7-16,-15-2 53 0,0-4-58 16,3 6 6-16,-5-3 0 0,4 2 6 0,-2-1-1 15,-2 0 10-15,0-1-7 0,1-1 16 16,-4 1 12-16,8 1 6 0,-2 2 2 0,14 0-43 16,-10-5 37-16,0 2-9 0,10 3 2 15,0 0-1-15,0 0-9 0,0 0-22 16,0 0 32-16,12 0-4 0,1 1-8 15,6 1 5-15,13 3-5 0,-5-5-10 0,-1 0 33 16,2 5-14-16,1-1 6 0,-1-1-12 16,-14-1-3-16,6 6-6 0,9 1 7 15,-18-5-20-15,-1 4-1 0,1 1 5 0,-9 2 6 16,2 1 2-16,-14 3 25 0,-5 8-37 16,0-10-26-16,-2-1-22 0,-3 1-32 0,12-7-43 15,-7 1-33-15,4 1-55 0,11-8-29 16,-14 4-30-16,1-1-49 0,13-3-104 0,-10 0-303 15,0-5-263-15</inkml:trace>
  <inkml:trace contextRef="#ctx0" brushRef="#br0" timeOffset="33118.85">17464 6395 1474 0,'0'0'364'0,"0"0"-16"0,0 0-18 0,-16 1-49 0,4-1-80 0,12 0-9 0,0 0-39 0,0 0-33 0,0 0-20 0,0 0-21 0,19 0-13 0,-2 3-17 15,0 0-13-15,8 6-4 0,-4-2-6 16,-1 0-7-16,-2 3-3 0,-2 1 7 16,-8-5-16-16,3 8-3 0,8 6 1 0,-13-12 17 15,-4 5 14-15,0 2 62 0,-6 0-41 16,0-1 19-16,-3-2 15 0,1-1 23 0,-7-6 10 15,3 1 22-15,10-6-24 0,-18-2-12 16,2-2-18-16,8-5-20 0,-1-2-10 0,7-6-41 16,2-10 21-16,9 6-12 0,-1-2-29 15,8-3-24-15,6 1-35 0,1 1-26 16,1 6-53-16,3-3-66 0,-2 0-75 0,3 4-83 16,-3 2-65-16,-5 3-185 0,-12 7-284 15,9-2-524-15</inkml:trace>
  <inkml:trace contextRef="#ctx0" brushRef="#br0" timeOffset="33916.29">15702 7461 1275 0,'0'0'347'16,"0"0"-53"-16,0 0-37 0,0 0-49 0,0 0-40 0,0 0-33 0,0 0 10 0,4 12-16 0,6 10-19 0,2 0-14 16,-4 2 3-16,-2 3-14 15,-2 4-7-15,2-1-14 0,4 5-10 0,-3-1-9 16,0-4 22-16,-1 3-38 0,1-1-8 16,-1-4-6-16,1 0-3 0,2-6-1 0,1-1 9 15,0-2-61-15,-6-14-37 0,3 6-39 16,7 0-54-16,-3-15-47 0,2 2-121 15,-7-3-122-15,4 1-228 0,-1-8-215 0</inkml:trace>
  <inkml:trace contextRef="#ctx0" brushRef="#br0" timeOffset="34281.4">15678 7774 1224 0,'0'0'353'0,"0"0"-66"0,0 0-23 0,0 0-23 16,0 0-50-16,0 0-60 0,7-10-35 15,-1 1-11-15,9 0-27 0,17-5 11 16,-8 4-45-16,3-1-18 0,3 3-11 0,-1-1-9 16,1 1 3-16,0 3 33 0,-4 1-37 15,-10 1 0-15,5 6 10 0,2-1-4 0,-6 4 6 16,-3 1 52-16,-2 8-13 0,-4 0-7 16,-2 0 5-16,-2 1 7 0,-4 1 6 0,2 1-4 15,1-2-7-15,-1 1-4 16,-1-2-8-16,4-7 2 0,-1 4 1 0,-3-3-10 15,9-3 16-15,-4 0-12 0,5-6-4 16,1-2-5-16,4-3-8 0,-4-1 0 0,1-5-12 16,-1 1 5-16,-1-4-7 0,0 1 10 15,-5 0-4-15,2 0-2 0,-10-2 16 16,2 1-17-16,-6 0 1 0,0 3 1 0,-3 0-6 16,-2 1-4-16,-8 6 10 0,4-1-41 15,-2 2-26-15,-1 3-30 0,-4 6-13 0,-9 5-26 16,23-9-54-16,-10 5-31 0,6 1-96 15,1 1-325-15,0-2-177 0</inkml:trace>
  <inkml:trace contextRef="#ctx0" brushRef="#br0" timeOffset="34848.61">16661 7604 1571 0,'-30'4'385'0,"22"4"5"0,8-8-27 0,0 0-21 0,0 0-86 0,0 0-28 0,0 0-24 0,0 0-25 0,0 0-10 16,15 2-24-16,15-9-37 0,-4-1-4 15,9-2-30-15,-1-1-3 0,8-4-21 0,5 1-8 16,3-6-15-16,5 6-5 0,3-3 1 16,-3 0-4-16,4-1 4 0,-7 3-13 15,-2 0-3-15,-9 3-1 0,-5 2 11 0,-3 3-3 16,-5-2 2-16,-9 3-15 0,-5 2 8 16,-1 3 5-16,-2-4-2 0,-11 5-4 0,0 0-5 15,0 0-1-15,-11-1-45 16,-2-3 50-16,-4 4 8 0,3 0-6 0,-6-1 0 15,1 1-3-15,-2-3-46 0,2 3 48 16,-1-4 5-16,2 0-1 0,3 0-1 0,0 3 5 16,2-3 25-16,1 0-11 0,12 4 4 15,-12-4 3-15,0 0 1 0,12 4 3 0,0 0 0 16,0 0-5-16,0 0-10 0,0 0-11 16,0 0 1-16,0 0-3 0,0 0-32 15,16-3 37-15,0 1-6 0,8 5-3 0,9 3-2 16,-7-2-1-16,4 4-19 0,-2-3 22 15,1 3-5-15,-2 0-1 0,-5-1 1 16,-2 1-4-16,-11-5 5 0,4 9-10 0,-1-2 22 16,-12 5-9-16,-6 4-8 0,-6-2-31 15,-12 2-59-15,-7 0-89 0,-3 0-106 16,-9-3-122-16,-5-1-125 0,1 0-586 0,5-2-864 16</inkml:trace>
  <inkml:trace contextRef="#ctx0" brushRef="#br0" timeOffset="37181.9">17896 7315 1129 0,'17'-9'311'0,"-17"9"-75"0,-3-16-16 0,1 3-27 0,0 1-11 0,2 5-11 16,-2-6-4-16,0 1-33 0,-2 4 15 16,0-1 3-16,-3 2-19 0,3-3-14 0,-9 6 2 15,3-1-36-15,-6 5-10 16,2 0-1-16,-6 7 4 0,-11 6 3 0,15 1 22 15,-4 5-38-15,5-2-11 0,0 4-6 0,1 0-2 16,4 1-12-16,5 1 30 0,1-13-47 16,2 7 1-16,0 2-1 0,4-4 3 15,2-1-3-15,6-7-48 0,3 1 52 16,6-13 1-16,10-3-6 0,-5-4-3 0,1-3-8 16,1-8-36-16,0-2 42 0,-2-5-4 15,-2-7-2-15,-3 0-2 0,-2-4 1 0,-4-2-44 16,-5-1 48-16,-6-2-6 0,-2-1 9 15,-4-3 19-15,0 4 3 0,-4 0 20 0,-2 9 20 16,0 2 59-16,0 3-7 0,3 7-21 16,3 2-20-16,2 14-25 0,-2-3-20 15,-2 2 18-15,6 10-6 0,4 14-5 0,2 15-8 16,0-1-8-16,-2 6 3 0,5 7-8 16,1 2-10-16,1 3 1 0,0 4-4 0,1-1-3 15,1-1-24-15,-2-1-25 16,1 0-49-16,5-1-4 0,-6-3-15 0,-2-8-50 15,-4-2-68-15,4-4-13 0,-1-4-52 16,-4-14-16-16,-1 4-45 0,2 2-134 0,-10-7-393 16,2 1-495-16</inkml:trace>
  <inkml:trace contextRef="#ctx0" brushRef="#br0" timeOffset="44064.68">9787 11705 733 0,'0'0'211'0,"0"0"-19"0,0 0-6 0,0 0-21 15,0 0-18-15,0 0-10 0,0 0-67 0,0 0 68 0,0 0-6 16,0 0-18-16,0 0-12 0,0 0-13 0,4-7 2 15,2 2-26-15,-6 5-12 0,0 0-12 16,0 0-9-16,0 0-3 0,0 0 8 16,0 0-22-16,0 0-2 0,8-8-6 0,4 2 3 15,-12 6-1-15,10-6-3 0,-2 1-29 16,-8 5 35-16,13-1-4 0,0-2 0 0,-13 3 0 16,13-2-4-16,-3-1-33 0,-10 3 38 15,15-2-5-15,2 2 4 0,-17 0-5 16,10 2 3-16,1 1 30 0,1-1-40 15,2 2 4-15,-6 0-3 0,2 0-1 0,-10-4 4 16,14 7 35-16,-2 3-43 0,-6-1 2 16,3-1-1-16,-2-1 8 0,1 1-1 0,-2 2 16 15,-2-1-21-15,1 1 0 0,-3 1 3 16,2-1 2-16,-2 0 2 0,-2-10 5 16,-2 15-10-16,2-1 4 0,0-14-2 0,-4 12 1 15,0 2-1-15,-1-7 5 0,1 3-16 16,4-10 14-16,0 0-1 0,-15 3 5 0,2 1 1 15,13-4-4-15,0 0 4 16,0 0 15-16,-12-2-5 0,-3 2-2 0,15 0 9 16,-11-9-7-16,1-1 32 0,5 0-36 15,4 0 0-15,-2-1-1 0,1 0 4 0,2-5-3 16,2 4 16-16,1-6-20 0,1 2 1 16,2-1 4-16,8-7-6 0,-4 16 2 0,-2-6 36 15,0 0-33-15,5 2 0 0,-2-1 4 16,-3 2 7-16,-2-2 11 0,5 1-10 15,-1 3 15-15,-1-1-1 0,0 4 4 0,-9 6 4 16,6-7 3-16,0-1-30 0,-6 8 32 16,0 0-6-16,0 0-9 0,0 0-4 15,8-7-5-15,1 1-2 0,-9 6 1 16,0 0-13-16,0 0-5 0,0 0 1 0,0 0-3 16,0 0-2-16,0 0 30 0,0 0-38 15,0 0-2-15,0 0 5 0,0 0-3 0,0 0 0 16,0 0 23-16,0 0-46 0,0 0-31 15,0 0-29-15,0 0-40 0,0 0-38 0,0 0 4 16,0 0-72-16,0 0-28 0,0 0-63 16,0 0-424-16,0 0-273 0</inkml:trace>
  <inkml:trace contextRef="#ctx0" brushRef="#br0" timeOffset="44297.91">10393 11751 1295 0,'4'-11'309'0,"-4"11"-40"0,0 0 19 0,0 0-66 0,-6 8-27 0,0-1-49 0,6-7-31 0,0 0-26 0,0 0-11 16,0 0-72-16,0 0-67 0,0 0-68 15,0 0-164-15,0 0-460 0,0 0-277 16</inkml:trace>
  <inkml:trace contextRef="#ctx0" brushRef="#br0" timeOffset="52231.28">7946 13655 892 0,'-33'2'244'0,"33"-2"-28"0,0 0-13 16,0 0-57-16,0 0-10 0,0 0-15 0,0 0-5 0,0 0-17 0,0 0-63 15,0 0 66-15,0 0-16 0,0 0-10 16,4-8-12-16,5 0-6 0,-9 8 24 16,0 0-49-16,0 0-10 0,4-7-1 0,2 2-4 15,-6 5 0-15,10-10 31 0,2 3-45 16,-12 7-5-16,10-7 5 0,2 2-7 0,-5 1 0 16,1-2 35-16,-8 6-36 0,15-2 1 15,-3 2 0-15,-12 0-1 0,15 0 5 0,3 2 12 16,-8 4-15-16,0 1 0 0,2-1 0 15,0 1 3-15,-3-1-2 0,-1 4 16 16,2-1-15-16,2 1 0 0,-4 1 0 16,2 2-3-16,-6-4 5 0,5 4 4 0,-4-2-25 15,-1 0 27-15,-4 3 1 0,2-2 0 16,-4-1 5-16,0 2-1 0,-3 0-10 16,0 1 22-16,-1-2-9 0,2-3 11 0,-4 2 9 15,2-2 1-15,-5 1 26 0,2-1-22 16,1-1 0-16,-1-1 11 0,9-7-3 15,-10 7 3-15,-1 0 15 0,11-7-23 16,-13 2 0-16,3 2-9 0,10-4-2 0,-12-9-6 0,0-2 13 16,7 4-30-16,2-3-4 15,1-5-1-15,2 1-1 0,0-3-1 0,2 0-8 16,1 1 8-16,9-13-3 0,-5 10 1 16,3 0-1-16,-4 2 4 0,2-2-23 15,-3 11 31-15,4-7 4 0,1-5 7 0,-1 7 5 16,-3 2 7-16,0 2 9 0,3-3 1 15,-3 5-3-15,3-4 2 0,-3 6 6 0,2-2 1 16,-8 7 0-16,4-8 17 0,3 1-28 16,-7 7-6-16,0 0 0 0,0 0-8 0,9-8 0 15,-1 2 26-15,-8 6-37 0,0 0-9 16,0 0 2-16,0 0 0 0,0 0-2 0,0 0-3 16,0 0 1-16,0 0-2 0,0 0 1 15,0 0 0-15,0 0-4 0,0 0-43 16,0 0 53-16,0 0-6 0,0 0-1 15,0 0 3-15,0 0 0 0,0 0-36 16,0 0 35-16,0 0-4 0,0 0-22 0,0 0-17 16,0 0-23-16,0 0-47 0,0 0-2 15,0 0-37-15,0 0-44 0,0 0 1 0,0 0-9 16,0 0-37-16,0 0-44 0,0 0-117 16,0 0-313-16,0 0-238 0</inkml:trace>
  <inkml:trace contextRef="#ctx0" brushRef="#br0" timeOffset="53151.09">7968 12373 715 0,'8'-22'151'0,"-8"22"-38"0,0 0-23 0,0 0-49 0,0 0 24 0,0 0-13 0,0 0-10 0,0 0-7 16,0 0-16-16,0 0-43 0,-5 10-69 15,2 0-257-15,3-10 240 0</inkml:trace>
  <inkml:trace contextRef="#ctx0" brushRef="#br0" timeOffset="53629.54">9838 12438 688 0,'11'5'129'0,"-11"-5"-70"0,-10-4-91 0,4-1-220 0,6 5 75 0</inkml:trace>
  <inkml:trace contextRef="#ctx0" brushRef="#br0" timeOffset="55780.61">9708 11523 985 0,'0'0'265'0,"0"0"-31"16,0 0-107-16,0 0 58 0,0 0-31 15,0 0-16-15,0 0-26 0,-8-4-17 0,-2 2 17 16,10 2-53-16,0 0-6 16,-12-7-7-16,2-1-9 0,4 3 2 0,0-1 7 15,-7-2-18-15,-2 3 2 0,-2-1-9 16,-13-4-1-16,9 4 9 0,-7 1 10 0,0-3-29 15,-5 1 29-15,-3 1-6 0,-4-2-1 16,-2 0-4-16,-1 1 4 0,-1 1 3 16,-3-2-12-16,1 1 1 0,-1 1-4 0,3 1 19 15,1-1-7-15,-1 1 17 0,1 0-12 16,3 0 0-16,-2-2 3 0,3 4-4 0,6-3-5 16,-1 3 10-16,0-2-7 0,2 0-9 15,5-2-1-15,-3 1-8 0,2 0-1 16,-1 1 13-16,-1 0-25 0,-4 2-4 15,3-1 5-15,-1-2-3 0,-4 2 0 0,-2 2-2 16,1 0 4-16,-2-4-5 0,-1 5-1 16,-1-1 0-16,-1 0 3 0,2 2-11 15,-3 0 16-15,-1-2-5 0,-3 2 3 0,-1 0-2 16,1 2 1-16,-3-2 1 0,-4 4-4 16,1-4 9-16,-2 1-3 0,-2-1 2 0,4 4-3 15,0-2 3-15,-2 2 9 0,-4 0-8 16,1-2-8-16,3 2-2 0,1-1 3 0,-6-2-6 15,3 2 22-15,0 2-19 0,-5 0-3 16,3 1 5-16,-2 0-4 0,-3 1-2 16,1-2 27-16,-4 5-30 0,4 0-1 15,0-1 6-15,-1 1-1 0,0 1-1 0,4 1-6 16,4-1 12-16,-1 3-5 0,0-4 3 16,4 5 4-16,2-4 17 0,4 0-21 15,1 0 15-15,2-3-1 0,1 2-3 0,3 1-4 16,2-4-1-16,-2 3 1 0,3-1 7 15,4-1-11-15,-1 0-3 0,2 1 5 0,1 1-3 16,-1-3-4-16,0 3 8 0,-2 0-5 16,5-4-2-16,1 5 2 0,-1-3 0 15,5 1 1-15,2-2 13 0,2 1-13 16,11-6 4-16,-8 5 1 0,2-3-1 0,1 1-2 16,0 0 26-16,6-1-28 0,0 0-5 15,8-4-3-15,0 0 3 0,-13 4 1 0,0-2-17 16,13-2 21-16,0 0-3 0,0 0 2 15,-8 3 3-15,-1 1-2 0,9-4-20 0,-8 5 21 16,-1 1 1-16,9-6 2 0,0 0-3 16,-6 6 0-16,-1 2 1 0,7-8 8 15,0 0-12-15,-4 5-3 0,-2 2 3 0,6-7 1 16,0 0-2-16,0 0 17 0,-8 8-17 16,2 4-1-16,6-12 4 0,0 0-3 0,0 0 0 15,0 0 24-15,-9 4-27 0,2 1 1 16,7-5 1-16,0 0 4 0,0 0-4 15,0 0 29-15,0 0-27 0,0 0-1 16,0 0 3-16,0 0-3 0,0 0 3 0,0 0-2 16,0 0-5-16,0 0-17 0,0 0-24 15,0 0-19-15,0 0-16 0,0 0-6 0,4-11-47 16,1 0 8-16,-5 11-4 0,9-12-1 16,1 3 4-16,-2-5 8 0,9-7-5 15,-7 7-6-15,-3 6 13 0,0-6 18 0,1 1 20 16,0 0 27-16,1 0 8 0,-4 4 23 15,1-2 29-15,-6 11 23 0,4-13 13 16,-2 2 21-16,-2 11 6 0,0 0-1 16,4-11 4-16,-2 4-4 0,-2 7 7 0,0 0-7 15,0 0-48-15,0 0 43 0,0 0-7 16,0 0-3-16,0 0-6 0,0 0 2 0,0 0 21 16,0 0-34-16,0 0-6 0,0 0-9 15,0 0-8-15,0 0-1 0,0 0 22 16,0 0-28-16,0 0-9 0,0 0 2 0,0 0 1 15,0 0-3-15,0 0 28 16,0 0-27-16,-6 7 4 0,-2 5 5 0,-1-2 1 0,0 0-5 16,-1 1 12-16,-5 8-2 15,3-3-6-15,0-4-9 0,0 2 8 0,0 1-5 16,-1 1 4-16,-1 2-15 0,3 3 15 16,-2-3-3-16,0-2 3 0,6-6 2 0,-1 5 3 15,-2 1 2-15,4-3-2 0,-4-2-13 16,4-5 0-16,2 2 9 0,4-8-1 0,0 0 25 15,-6 10-31-15,2 5 4 0,4-15 3 16,0 0 1-16,0 0 9 0,0 0 14 16,0 0-13-16,0 0-14 0,0 0 7 0,0 0-3 15,0 0-5-15,0 0 26 0,-5 7-31 16,1 0 5-16,4-7-6 0,0 0 0 0,0 0 8 16,13 6-1-16,-1-2 3 0,2-2 0 15,-2-2-4-15,0 3 4 0,6 0-2 16,-3-1 0-16,3 0 11 0,2 1-7 15,-2 1-8-15,2-4-3 0,3 3 8 0,-4-3-6 16,4 0 15-16,-3 0-13 0,2 0-3 16,-4 0-2-16,3 0 1 0,-7-3-1 0,4 3 21 15,-18 0-19-15,16-2-5 0,-1 2 1 16,-15 0 6-16,0 0-5 0,13-2 26 16,1 2-33-16,-14 0-9 0,0 0-22 0,0 0-18 15,10-5-8-15,2 3-20 0,-12 2-39 16,0 0 0-16,0 0-25 0,8-6-60 0,5 2-90 15,-13 4-323-15,0 0-155 16</inkml:trace>
  <inkml:trace contextRef="#ctx0" brushRef="#br0" timeOffset="58748.76">8419 13704 1108 0,'0'0'276'0,"0"0"-39"0,0 0-28 0,0 0-16 0,0 0-9 0,0 0-25 0,0 0 11 0,0 0-26 15,0 0-23-15,0 0-6 0,0 0 4 0,0 0 15 16,0 0-14-16,0 0-8 0,10 2-5 16,2 4-13-16,-12-6-6 0,18 0 29 15,1 0-54-15,-6-4-4 0,2 2-2 0,-1 0-10 16,6-1-6-16,-6 1 39 0,1-5-53 16,0 6 1-16,0-3-3 0,-3 1-2 0,4 3 2 15,-16 0-48-15,10-5 57 16,0 3 1-16,-10 2-5 0,0 0 3 0,14-2-1 15,-2 2-24-15,-12 0 24 0,0 0 16 16,0 0-15-16,0 0 0 0,0 0-9 0,0 0-18 16,0 0-33-16,0 0-4 0,0 0-23 15,0 0-35-15,0 0-49 0,0 0-35 0,0 0-21 16,0 0-39-16,0 0-14 0,0 0-37 16,0 0-33-16,0 0-82 0,-12-5-317 15,0 2-243-15</inkml:trace>
  <inkml:trace contextRef="#ctx0" brushRef="#br0" timeOffset="59252.86">8476 13830 871 0,'-7'7'273'0,"3"2"-29"0,4-9-45 0,0 0-57 0,0 0 16 0,0 0-15 0,0 0-15 0,0 0-12 0,0 0 4 16,0 0 33-16,0 0-48 0,0 0-7 15,0 0-5-15,0 0-8 0,0 0-12 0,0 0 35 16,0 10-11-16,0 0 7 0,0-10 0 16,0 0 1-16,9 5-8 0,0 0-24 15,-9-5 12-15,16-5-13 0,1 5-13 0,-4-5-9 16,2 3-6-16,1-4-35 0,4 4 51 16,-3-5-9-16,-1 1-6 0,2 2-2 15,-5 1 1-15,1 3-14 0,-1-4 17 16,-13 4-15-16,13-2 4 0,-3 0-2 0,-10 2 27 15,0 0-7-15,0 0-22 0,0 0 3 16,0 0-7-16,13-2-6 0,0 1 2 0,-13 1-8 16,0 0-13-16,0 0-15 0,0 0-11 15,0 0-31-15,0 0-35 0,0 0-29 0,0 0-27 16,0 0-17-16,0 0-33 0,0 0-8 16,0 0-4-16,8-3-8 0,0-2-68 15,-8 5-32-15,-4-9-483 0,2-1-342 0</inkml:trace>
  <inkml:trace contextRef="#ctx0" brushRef="#br0" timeOffset="59648.57">8859 13675 1001 0,'-2'4'324'0,"13"1"-63"0,-11-5-40 0,0 0-18 0,0 0-10 0,0 0-15 0,0 0 24 16,0 0-60-16,0 0-9 0,0 0-2 16,0 0-2-16,0 0-1 0,0 0 33 15,0 0-49-15,0 0-10 0,13 0-12 0,-1 3-6 16,-12-3-7-16,17-3-50 0,1 3 44 15,-2-5-14-15,-1 3-7 0,4 0-8 0,-2-1-12 16,-3 1-44-16,3-1 42 0,-2 0-11 16,0 1 0-16,-2 0-5 0,0 0-3 0,-13 2-35 15,0 0 44-15,12 0-7 0,1 0-11 16,-13 0-24-16,0 0-19 0,0 0-18 0,0 0-17 16,0 0-37-16,0 0-43 15,0 0-21-15,0 0-16 0,0 0-7 0,0 0-8 16,0 0-54-16,-17 0-66 0,0 2-367 15,0 2-222-15</inkml:trace>
  <inkml:trace contextRef="#ctx0" brushRef="#br0" timeOffset="59948.76">8843 13801 879 0,'20'0'301'16,"-8"7"-28"-16,-12-7-94 0,0 0 43 15,0 0-12-15,0 0-7 0,14 0-24 16,1 0-14-16,-15 0-2 0,10 0-27 16,6 0-24-16,-4 0-7 0,0-3-7 0,4-1-8 15,-2 4 20-15,1-1-42 0,1-1-3 16,2 0 1-16,-3-3-6 0,2 2-5 0,0-1-38 16,-3 0 41-16,2 3-12 0,-4-3-8 15,-2 0-11-15,-10 4-4 0,14-2-40 0,-2 0 39 16,-12 2-24-16,0 0-43 0,0 0-43 15,6-5-55-15,1-1-48 0,-7 6-74 16,0 0-50-16,0 0-168 0,-11-2-233 16,-1 2-243-16</inkml:trace>
  <inkml:trace contextRef="#ctx0" brushRef="#br0" timeOffset="60431.25">8267 13193 1356 0,'0'0'294'0,"0"0"-38"0,0 0-29 0,0 0-23 0,0 0-44 0,0 0-37 16,0 0-24-16,0 0-19 0,0 0 15 16,2 12-2-16,2 2-25 0,-4-14-11 0,4 13-14 15,0 2-2-15,-3-1-7 0,2-4-44 16,-1 6-34-16,1-3-35 0,-1 3-25 0,-1 1-36 15,2 0-66-15,-1 2-24 0,-7-1-91 16,-1 13-284-16,1-9-140 0</inkml:trace>
  <inkml:trace contextRef="#ctx0" brushRef="#br0" timeOffset="60797.55">7684 13367 915 0,'0'0'301'0,"0"0"-67"16,0 0-43-16,0 0-12 0,0 0-21 0,0 0-21 16,0 0 2-16,0 0-69 0,0 0-5 15,0 0-10-15,0 0-11 0,0 0-10 0,0 0 35 16,-4 12-68-16,3-2-6 0,1 5-18 15,0-3-55-15,1 5-39 0,3 0-42 16,-9-1-66-16,3 11-347 0,2-2-95 0</inkml:trace>
  <inkml:trace contextRef="#ctx0" brushRef="#br0" timeOffset="64647.07">9283 13182 1199 0,'0'0'335'0,"0"0"-58"0,0 0-61 0,0 0-26 0,0 0-23 0,0 0 0 0,0 0-29 0,-4 11-13 0,-1 1-18 0,5-12-6 15,0 14-19-15,-2 3-16 0,4-8-6 0,0 4-10 16,1 0-1-16,-1 3-21 0,0 3-19 16,1-4-30-16,0 5-35 0,4 11-43 0,-6-3-90 15,2 2 18-15,-1 1-43 0,-2-1-79 16,2 1-390-16,-2 1-211 0</inkml:trace>
  <inkml:trace contextRef="#ctx0" brushRef="#br0" timeOffset="65214.47">9501 13658 1206 0,'0'0'345'16,"0"0"-122"-16,0 0-5 16,0 0-12-16,0 0-20 0,-7-7-12 0,3-1-17 15,4 8-26-15,0 0-16 0,0 0-26 16,0-14-17-16,2 1-9 0,-2 13-21 0,12-7 5 16,-2 1-13-16,-10 6-8 0,12 0-10 15,3 0-3-15,0 2-3 0,-3 2 13 16,-3 3-10-16,1-1-10 0,4 4 1 0,-4 1-2 15,-2-1 7-15,1 1 8 0,-4 2-13 16,-1 2-4-16,-3-1 5 0,2-1-2 0,-3-2 6 16,2-1 34-16,-8 4-17 0,2-1 10 15,-3-7 7-15,0 1 2 0,7-7 9 0,-8 2-21 16,-2 4 25-16,10-6-3 0,-11-8-6 16,-1 1-6-16,7-4-7 0,0 1-45 0,4-7 38 15,-1 1-8-15,2-4-6 16,3-11-2-16,4 12-9 0,-4-1 6 0,6 0 3 15,2-1-20-15,-1 1-13 0,1 3-20 16,3-3-17-16,-2 2-23 0,-1 1-12 16,-1 0-38-16,1 2-29 0,-5 8-13 0,5-5-9 15,-1 4-39-15,-6-1-30 0,2 2-141 16,-6 7-279-16,0 0-197 0</inkml:trace>
  <inkml:trace contextRef="#ctx0" brushRef="#br0" timeOffset="65496.82">9805 13147 1511 0,'-10'-5'332'0,"10"5"-22"0,0 0-25 0,0 0-40 0,0 0-47 0,0 0-34 0,0 0-21 15,-6 10-39-15,0 0-15 0,6-10-4 0,4 11-3 16,-2 0-12-16,-2 2 9 16,2 0-38-16,0 7-6 0,0-3-9 0,4 2-14 0,4 13-33 15,-6-11-16-15,-2-11-56 16,2 9-52-16,0 2-26 0,-1-3-29 0,2-1-63 16,-5-5-68-16,0 2-430 0,0-14-282 15</inkml:trace>
  <inkml:trace contextRef="#ctx0" brushRef="#br0" timeOffset="67214.33">8902 14177 1070 0,'0'0'338'0,"0"0"-92"0,0 0-53 0,0 0-98 0,0 0 54 0,0 0-9 15,-4 9-16-15,-1-1-2 0,5-8-6 0,5 10-8 0,-1 0-10 0,-1-2-18 0,0 4-11 16,4-3-18-16,3 5-1 0,-3-1 5 16,1 1-23-16,0-1-7 0,-1 2-4 15,8-9-12-15,-3 4 0 0,-1-8 30 0,-1 5-33 16,2-6-6-16,4-1 0 0,-4-5 1 0,4 1-7 16,-2-7 23-16,7-5-32 15,-5 5 0-15,-8 4 5 0,0-5-4 0,0 0 2 16,-1-1 24-16,2 2-9 0,-7 0-13 15,2 0 12-15,-8 2 18 0,2-2 23 0,-2 3-1 16,-1 1 22-16,5 7 3 0,-9-6-5 16,3-1-9-16,6 7-6 0,0 0 2 0,0 0 17 15,-6 7-10-15,2 0 7 0,4 13 17 16,2 9 5-16,0-3-2 0,2 1 10 16,0 3-35-16,2 1-5 0,1-1-7 0,-2 2-10 15,-1-1 4-15,2-1-57 16,0-1 52-16,1-4 6 0,-3-1-5 0,-1-13-16 15,0 6-9-15,-1 5-70 0,0-9 7 16,0 0-27-16,-2-13-32 0,1 10-37 0,3 2-37 16,-4-12-19-16,0 0-49 0,0 0-23 15,6-9-39-15,3 4-84 0,-9 5-327 0,4-13-251 16</inkml:trace>
  <inkml:trace contextRef="#ctx0" brushRef="#br0" timeOffset="67781.83">9348 14243 1123 0,'0'0'310'0,"0"0"-70"0,0 0-19 0,0 0-50 0,0 0 21 0,0 0-22 0,5-11-13 0,-1 1-33 0,2 2-23 0,3 1-13 16,-1-5-18-16,1 5-25 0,-5-6-8 15,2 2-7-15,2-2-4 0,2 2 10 16,-6 2 11-16,-2-2-1 0,-2 11 8 0,0 0-10 15,0 0-6-15,-6-8-1 16,2-3-16-16,-8 15-3 0,4 5 5 0,0 2 11 16,-7 4 1-16,6 3 20 0,1 1-23 0,1 1 0 15,3 2 2-15,-1-1 0 0,4-12-2 16,1 12-17-16,-2-2 17 0,4-4-8 16,2 0-1-16,2-4-3 0,-2-1 0 0,7-5-37 15,0 2 36-15,2-11-6 0,-1 1-2 16,1-9-9-16,10-3-16 0,-8-1-38 0,0-2 30 15,0 2 3-15,-3-3-2 0,2 2 1 16,0-1 1-16,-6-1 8 0,3 3 10 16,-7 6-7-16,3-5 1 0,1 0 1 0,-4 3 0 15,3 3 4-15,-7 9 12 0,1-13-7 16,4 4-3-16,-5 9 0 0,0 0 2 0,0 0-3 16,0 0 25-16,0 0-15 0,0 0 2 15,2 12 3-15,0 0-5 0,-2-12 1 16,4 13 30-16,2-2-38 0,4-1 0 15,-2 2 0-15,0-9 0 0,2 1 1 0,2 0-25 16,-2-1 25-16,-10-3-9 0,13 4-12 16,-3 0-4-16,-10-4-4 0,0 0-12 15,6 6 24-15,6 0-3 0,-12-6 3 0,0 0 6 16,-9 9-1-16,4 4 7 0,-5-6-4 16,1 4 4-16,-1-4-2 0,0 1 4 0,10-8-4 15,-12 5-24-15,2 3-23 0,10-8-70 16,0 0-41-16,0 0-37 0,-10-6-92 0,-4 1-157 15,14 5-242-15,3-14-218 16</inkml:trace>
  <inkml:trace contextRef="#ctx0" brushRef="#br0" timeOffset="67980.08">9935 14139 1612 0,'-17'-5'479'0,"17"5"-26"0,1 10-125 0,2 0-49 0,-3-10-49 0,0 0-49 0,0 0-67 0,0 0-55 15,0 0-136-15,0 0-127 0,-3-14-156 16,2 3-544-16,1 11-540 0</inkml:trace>
  <inkml:trace contextRef="#ctx0" brushRef="#br0" timeOffset="70566.14">11420 13341 1084 0,'4'-15'247'0,"-4"15"-28"0,0 0-42 0,0 0-7 0,0 0-11 0,0 0-11 0,0 0-12 16,6 7-4-16,2-3 5 0,-8-4-14 15,0 0 1-15,0 0 2 0,0 0 0 0,0 0 0 16,-10 4 21-16,2 1-25 0,8-5-6 16,0 0-7-16,0 0-5 0,0 0-5 0,0 0-16 15,0 0-2-15,0 0-5 0,0 0-1 16,0 0-13-16,0 0-7 0,0 0-8 15,0 0 7-15,12 2 10 0,4-2-7 16,0-2-14-16,12-7-9 0,-9 3-13 0,5-1-7 16,0-1 7-16,2-2-5 0,3 1-11 15,1-1 1-15,0 1 3 0,-1-1 1 16,-1 0-18-16,2 3 11 0,-3-1-5 0,-12 4 11 16,2-1-5-16,1-1-32 0,0 3 22 15,-3-3 15-15,-5 2 10 0,3-1-3 0,-13 5 5 16,11-2-55-16,-3-3 62 0,-8 5 4 15,0 0 1-15,0 0-4 0,0 0 0 16,8-3 7-16,4-1-24 0,-12 4-3 16,0 0 0-16,0 0-1 0,0 0-11 0,0 0 4 15,0 0-27-15,0 0-8 0,0 0-2 0,0 0-10 16,0 0-7-16,0 0-13 16,0 0-19-16,-14-3-10 0,4 0-1 0,10 3-8 15,0 0-8-15,-17 0-28 0,0 0 13 16,17 0-14-16,-15 3-18 0,2 0 4 0,-2-3-5 15,5 1 0-15,-2 3 8 0,-4-2-30 16,4 0-3-16,-1 1-19 0,1-1-30 0,-2 3-17 16,0 2-56-16,-12 7-186 0,18-11 52 15</inkml:trace>
  <inkml:trace contextRef="#ctx0" brushRef="#br0" timeOffset="71113.57">11422 13426 1011 0,'-28'14'247'16,"28"-14"-44"-16,0 0-44 0,0 0-10 0,0 0-2 0,-4 10-1 0,-1-3 24 0,5-7-45 0,0 0-9 16,0 0 0-16,0 0-18 0,0 0-3 0,0 0 20 15,0 0-6-15,0 0-7 0,0 0 2 16,0 0 0-16,0 0-8 0,0 0 18 16,-10 2-30-16,0 1-10 0,10-3-8 0,0 0-4 15,0 0-4-15,0 0-44 0,0 0 48 16,0 0-9-16,0 0 5 0,0 0 1 0,0 0 9 15,0 0-14-15,0 0 25 0,10 6-11 16,0 0 10-16,-10-6-6 0,18 0-17 0,-1 0-2 16,1-2-70-16,12-6 51 15,-6 5 15-15,1-1-15 0,1-3-1 0,-1 0-2 16,2 1-33-16,3-3 22 0,-1 2 11 16,1 1 2-16,-2 0-4 0,-5 1 2 0,3-1 18 15,-7 0-14-15,-9 3 8 0,10 1 2 16,-6-3 1-16,0-1-1 0,2 5-2 15,-16 1 0-15,12-3-10 0,1 3-3 0,-13 0-5 16,0 0 1-16,11-5-27 16,0-1 30-16,-11 6-4 0,0 0-9 0,0 0 3 15,0 0-8-15,0 0-7 0,0 0 12 16,0 0-7-16,8-2-2 0,0-3-6 0,-8 5 0 16,0 0-1-16,0 0-8 0,0 0 16 15,0 0-2-15,0 0-5 0,0 0 1 0,0 0 0 16,0 0-7-16,0 0 9 0,0 0-5 15,0 0-6-15,0 0-3 0,0 0-9 0,0 0-18 16,0 0 2-16,0 0-14 0,0 0-17 16,0 0-14-16,0 0-23 0,0 0-78 15,0 0 9-15,0 0-38 0,0 0-66 0,0 0-30 16,0 0-2-16,0 0-75 0,0 0-45 16,0 0-422-16,0 0-442 0</inkml:trace>
  <inkml:trace contextRef="#ctx0" brushRef="#br0" timeOffset="76996.24">18452 7243 1017 0,'16'-3'266'0,"-16"3"-24"16,0 0-39-16,0 0-17 0,0 0-19 0,0 0-21 0,0 0-8 0,0 0-19 0,0 0-6 0,0 0-28 0,0 0-6 15,-14 5 25-15,0-2-17 0,4 7-5 16,-6 9 6-16,4-4-10 0,-1 1-3 0,-4 7 25 16,-4-1-37-16,1 2-6 0,-4-2-2 15,-1 3-3-15,-1 1-1 0,0-1 17 16,1-2-24-16,-1 0-6 0,3-3-6 0,0 2-4 15,1-6-4-15,3 1-32 0,3-2 30 16,7-8-7-16,-2 4-4 0,-1-3-2 16,4 1-7-16,-1 2-38 0,9-11 27 15,-7 3-11-15,-2 4-18 0,9-7-35 0,0 0-70 16,0 0-42-16,0 0-42 0,14-10-55 16,-3 1-52-16,-1-2-439 0,11-6-299 0</inkml:trace>
  <inkml:trace contextRef="#ctx0" brushRef="#br0" timeOffset="77280.46">18628 7294 1136 0,'20'5'278'0,"-20"-5"-1"0,0 0-99 16,0 0-10-16,0 0-22 0,0 0-15 15,0 0 4-15,0 0 11 0,-10 7 4 16,4 0-11-16,-3 4-11 0,-1 8-13 15,2-1-12-15,-5 0-6 0,-8 3 2 16,-3 4-18-16,0 2-11 0,-2-1-3 0,-1 3 6 16,-1 0 3-16,-2 2 40 0,0-3-59 15,3-1-7-15,1-3-3 0,1 1-11 0,0 0-8 16,2-1 18-16,1-7-28 0,4 1-6 16,0-3-2-16,1 0-8 0,9-7-12 0,-2 0 2 15,-2 1-71-15,6 1-47 0,-2-3-65 16,8-7-44-16,0 0-52 0,-10 6-108 15,-1 0-454-15,11-6-440 0</inkml:trace>
  <inkml:trace contextRef="#ctx0" brushRef="#br0" timeOffset="86263.71">8245 14913 1059 0,'0'0'273'0,"0"0"-41"0,0 0-33 0,0 0-24 0,0 0-18 0,0 0-10 0,0 0-47 16,0 0 4-16,0 0-17 0,7-5-17 15,1-1-17-15,-8 6-9 0,0 0-29 16,7-11 26-16,1 0-15 0,-8 11 5 0,6-10-11 16,3 2 5-16,-3 3 26 0,1 1-44 15,5-2 3-15,-1 0-10 0,-4 5 3 0,4-3 3 16,1 2 27-16,0 2-32 0,-12 0-7 15,15 2 3-15,0 2 6 0,-5-1 2 0,1 3 28 16,-7 2-37-16,4 3-3 0,-4 1 5 16,2-1 5-16,-4 2 3 0,-1 1 26 15,-1-2-15-15,-1 3-5 0,-4-1 11 0,2 0 9 16,-1-4-6-16,2-2 18 0,2-8 12 16,-6 11 4-16,2-2-2 0,4-9-7 0,0 0-3 15,0 0-10-15,0 0-11 0,-8-9-4 16,-3-2-2-16,13-1-7 0,-1 0-5 0,2-3-4 15,2 0 14-15,-1-2-18 16,2-1-4-16,2 3-2 0,6-11-4 0,-10 18 0 16,4-5 6-16,-2-1-28 0,-2 0-7 15,3 3-8-15,-7 11-8 0,6-9-12 0,1-4 21 16,-7 13-36-16,6-6-15 0,2-1-4 16,-8 7-9-16,0 0-30 0,0 0-46 15,0 0-1-15,0 0-23 0,0 0-61 0,0 0-287 16,0 0-69-16</inkml:trace>
  <inkml:trace contextRef="#ctx0" brushRef="#br0" timeOffset="86512.52">8497 14522 1140 0,'0'0'268'0,"0"0"-48"0,0 0-32 0,0 0-23 0,0 0-35 0,0 0 19 0,0 0-75 0,9-6-13 15,-3-1-10-15,-6 7-5 0,0 0-12 0,4 15 36 16,2-6-64-16,-6-9 1 0,5 13-31 16,0 0-28-16,-1 0-32 0,2 2-87 15,-6-4 8-15,0 11-74 0,-2-12-308 0,-2 10-42 16</inkml:trace>
  <inkml:trace contextRef="#ctx0" brushRef="#br0" timeOffset="86879.91">8037 14676 1058 0,'0'0'273'0,"0"0"-48"0,0 0-69 16,0 0-18-16,-5 10-5 0,4 0-32 15,1-10-9-15,4 8-18 0,-2 2-14 0,-2-10-12 16,4 11-8-16,4 3-64 0,-6-2 50 16,2 3-33-16,0-2-41 0,-2 2-59 0,4 0-72 15,-2 2-137-15,-2 4-193 0,5 15 21 16</inkml:trace>
  <inkml:trace contextRef="#ctx0" brushRef="#br0" timeOffset="88595.82">8898 14821 991 0,'-20'5'256'0,"20"-5"0"0,0 0-50 0,0 0-14 0,0 0-30 0,0 0-26 0,7-7-2 16,1 0-29-16,-8 7-11 0,11-11-22 15,-1 4-11-15,-2-1-7 0,5 1 4 0,2-6-38 16,9-2 17-16,-5 6-13 0,-13 6-6 15,10-7-7-15,2 1 3 0,-3 1-15 16,2 3 1-16,-2-3-21 0,-3 2-13 0,-1 2-32 16,2 4-41-16,-13 0-23 0,0 0-67 15,0 0-52-15,0 0-90 0,0 0-174 0,-4 10 15 16</inkml:trace>
  <inkml:trace contextRef="#ctx0" brushRef="#br0" timeOffset="88846.61">8942 14910 1126 0,'0'0'255'0,"0"0"-59"15,0 0-33-15,0 0-13 0,0 0-14 16,0 0-11-16,0 0-7 0,13-2-13 0,4-2 31 16,-7 2-56-16,-1-3-21 0,1 3-5 15,3-2-9-15,2 0-2 0,-1-1 18 16,2-2-40-16,3-1-7 0,-5 2-6 0,6-2 3 15,-6 0-7-15,1 3 24 0,0-3-47 16,-2-1-16-16,-3 7-20 0,3 0-10 0,-13 2-36 16,0 0-79-16,15-4 32 15,-3 4-29-15,-12 0-43 0,0 0-96 0,0 0-161 16,0 0 78-16</inkml:trace>
  <inkml:trace contextRef="#ctx0" brushRef="#br0" timeOffset="89129.68">9448 14693 1342 0,'0'0'266'0,"0"0"-27"0,0 0 17 16,0 0-58-16,4-10-17 0,1 1-20 0,3 5-24 15,1-2-30-15,-9 6 0 0,8-3-36 16,2-1-17-16,-10 4-12 0,16-6-10 0,-2 0-3 16,-9 3 8-16,6-1-21 0,-11 4-20 15,14-5-27-15,1 2-18 0,-15 3-14 0,10-4-16 16,0-2-43-16,-10 6-26 0,0 0-31 16,0 0-63-16,0 0-74 0,0 0-272 15,0 0-120-15</inkml:trace>
  <inkml:trace contextRef="#ctx0" brushRef="#br0" timeOffset="89345.46">9492 14797 1113 0,'0'0'275'0,"0"0"-45"0,0 0-20 15,0 0-19-15,0 0-2 0,16 3-32 16,-4-2-20-16,-12-1-21 0,12-4-24 0,2-1-19 15,0-1 8-15,-1-1-47 0,1-1 6 16,2 1-19-16,-6 1-15 0,3-1-35 0,-2 2-19 16,0 1-83-16,-11 4 35 15,14-1-43-15,-2-1-63 0,-12 2-78 0,0 0-307 0,0 0-120 16</inkml:trace>
  <inkml:trace contextRef="#ctx0" brushRef="#br0" timeOffset="91528.54">10088 14532 1094 0,'6'-23'283'0,"-6"23"-60"0,2-14-35 0,0 1-17 0,-2 13-7 0,-2-10-39 0,-2 1-6 0,4 9-18 16,0-12-12-16,2 0-14 0,-2 12 13 0,0-11-32 16,0-2 21-16,0 13-2 0,0 0-12 15,-4-10-5-15,-2-2-16 0,6 12 4 16,0 0-19-16,-20 3-12 0,-3 6 2 0,12-6 10 16,1 9 2-16,-7 9 26 0,7-5-15 15,-4 3-2-15,6 0 4 0,2 0 0 0,0 0 0 16,-1 2 15-16,1-3-27 0,4-6-6 15,-3 4 5-15,3 2-4 0,4-6 0 0,1 1 33 16,-3-13-36-16,2 16 1 16,0-1 6-16,-2-15-2 0,0 0 0 0,13-2-43 15,-1 2 41-15,-2-10-4 0,2 3-6 16,-4-8-3-16,6-9-1 0,-3 8-37 16,0 3 43-16,-1-7-4 0,-3 1-3 0,1 3 3 15,-4 6 0-15,5-4-31 0,0 3 44 16,-5-1 0-16,2 3 0 0,-6 9-8 0,6-6-4 15,2-1 9-15,-8 7 13 16,0 0-7-16,10 5-4 0,0 3-2 0,-4-1-5 16,-1 1-3-16,3-1 6 0,-2 4-19 0,0-3 3 15,1 4-1-15,0-4-5 0,-3-1-14 16,-4-7 19-16,6 8-75 0,0-1-28 16,-6-7-28-16,0 0-21 0,10 6-25 0,1-4 35 15,-11-2-61-15,0 0 9 0,0 0-31 16,0 0-25-16,0 0-58 0,0 0-58 15,0 0-213-15,0 0-102 0</inkml:trace>
  <inkml:trace contextRef="#ctx0" brushRef="#br0" timeOffset="91829.34">9761 14221 945 0,'7'-7'305'0,"-7"7"-65"0,0 0-42 0,0 0-10 0,0 0-27 0,0 0-20 0,0 0-10 0,0 0-31 15,0 0 22-15,0 0-24 0,0 12-19 0,0 0-14 16,4-3-18-16,3-1-2 0,-3-1-10 15,2 1-11-15,-4 4-21 0,2-3-17 0,-1 2-22 16,2 1-8-16,3 2-48 0,0 1-18 16,1-6-45-16,1-2-43 0,-9 5-72 15,4-3-308-15,0 4-106 0</inkml:trace>
  <inkml:trace contextRef="#ctx0" brushRef="#br0" timeOffset="92079.51">10204 14134 1331 0,'0'0'296'0,"0"0"-54"0,0 0-41 0,0 0-36 16,0 0-24-16,0 0-34 0,0 0-5 15,15 5-32-15,-4 0-6 0,-11-5-30 0,6 15-31 16,-2-1-4-16,0-1-77 0,0 1-60 16,-4 0-80-16,0 1-146 0,0 5-200 0,5 15-83 15</inkml:trace>
  <inkml:trace contextRef="#ctx0" brushRef="#br0" timeOffset="93446.51">8538 15338 922 0,'-11'0'189'0,"20"-7"-50"0,-9 7-22 0,0 0-18 0,0 0-16 0,0 0-9 0,0 0 0 16,0 0-16-16,0 0-8 0,0 0-13 15,0 0-5-15,0 0 1 0,0 0 2 16,10-4-21-16,-2-1 0 0,-8 5-5 0,0 0-12 15,0 0-17-15,0 0-1 0,0 0-46 16,0 0-38-16,0 0-47 0,0 0-116 0,0 0-129 16,0 0 197-16</inkml:trace>
  <inkml:trace contextRef="#ctx0" brushRef="#br0" timeOffset="94579.57">8508 15384 883 0,'4'11'252'0,"-4"-11"-14"0,0 0-71 0,0 0-24 0,0 0-15 0,0 0-7 0,0 0-12 0,0 0-46 16,0 0 55-16,0 0-7 0,10-7-2 15,2 2-7-15,-12 5-10 0,12-6 24 16,0 0-27-16,4 1-9 0,-2-1 5 0,2-3-4 15,19-5 0-15,-3 0-7 0,8 2-4 16,9-4-15-16,8-3-3 0,4-2-6 0,11-1-1 16,4-4-29-16,8 3 20 0,0 1-10 15,3-3-4-15,-3 3-3 0,-1-4-3 0,1 6-23 16,-3-3 18-16,-2-1 6 0,-7 4-10 16,-8 4-1-16,-3-1-1 0,-1 4 1 15,-12 0 4-15,-6 0-8 0,-8 6-5 0,-5 0 3 16,-1-1 4-16,-15 7 21 0,3-4 27 15,4 2-18-15,-20 3-7 0,0 0-4 16,0 0-7-16,0 0-3 0,0 0 19 16,-11 9-33-16,2-1-13 0,-11-4-21 0,3-1-9 15,-7 4-23-15,-10 1 15 0,7-1-39 16,-1 4 0-16,-4-4-5 0,1 3 6 0,-1 3 17 16,-6 1 39-16,-7 1-25 0,1 4 13 15,-5 1 13-15,-3 0 1 0,-4 3 12 0,-3 4 20 16,0-3-12-16,-5 5 5 0,3-1 10 15,-8 0 11-15,4 1 3 0,4-3 22 16,3 2-14-16,4-2 23 0,5-2-7 16,3-6 1-16,9 2 4 0,3-5 15 0,3-5 18 15,9 1-13-15,4-6-1 0,8 1 3 16,10-6 9-16,0 0 5 0,0 0 5 16,20-4-23-16,16-3-1 0,0-3-13 0,9-3-5 15,0-4-2-15,13-3 44 0,1-2-66 16,5-2 1-16,4-2 8 0,0 0 2 0,-1-1-4 15,5-2-6-15,-2 3-1 0,0-4-7 16,-4 4 0-16,-1-1-1 0,-4 5-6 16,-1-1-45-16,-5 5 51 0,-8-2 4 15,-3 1-5-15,-1 6 5 0,-7 2-2 0,-11 0-30 16,0 2 28-16,-6 1 1 0,-8 4 26 16,6 1-10-16,-2-1 0 0,-2-3-14 0,-3 7 8 15,-10 0-17-15,0 0 7 0,7-7-4 16,5 5-11-16,-12 2-17 0,0 0-11 15,0 0-48-15,0 0-18 0,0 0-27 0,11-7-30 16,4 1-39-16,-15 6-60 0,0 0 4 16,0 0-31-16,0 0-70 0,0 0-498 0,0 0-436 15</inkml:trace>
  <inkml:trace contextRef="#ctx0" brushRef="#br0" timeOffset="101078.92">8296 14902 1013 0,'16'2'214'0,"-16"-2"-12"0,0 0-39 0,0 0-8 0,0 0-10 0,0 0-16 0,0 0-1 16,0 0 7-16,0 0 0 0,0 0 4 0,0 0-19 16,-9-5 2-16,2-1-38 0,7 6-14 15,0 0 2-15,0-11-11 0,2-3 6 16,-2 14 13-16,0 0-20 0,0-13-11 15,0-1-2-15,0 14-6 0,4-9-8 0,1-2 7 16,-5 11-15-16,4-9-12 0,2 2 1 16,-6 7-5-16,9-5 0 0,-2-1-17 15,-7 6 21-15,0 0-4 0,15 3 1 0,3 1-5 16,-11 4 3-16,1 0-17 0,0 4 17 16,1-1 4-16,-4 2-1 0,7 9-4 0,-10-11-2 15,0 7 3-15,0 1 12 0,-2 3-8 16,0 9-1-16,-2-19 0 0,0 9 3 0,-2 10 0 15,2-22 17-15,-3 11-19 16,1-6-1-16,0 3 0 0,-1-2 1 0,3-6 5 16,0 2 31-16,2-11-14 0,-2 11 18 15,2 2 12-15,0-13-16 0,0 0-9 0,0 0 10 16,0 0-30-16,0 0-6 0,2-15 0 16,0-2-5-16,-2-1-1 0,2 4-40 15,3-5 45-15,0-16 0 0,3 13-7 0,-4-3 3 16,0 0-5-16,0 1-36 0,0 0 43 15,2 0 0-15,-1 2-2 0,4 2-1 0,-1-1-6 16,-4-1 6-16,-2 15 9 0,2-10-12 16,0 2 5-16,3 4 4 0,0-1 5 15,-7 12 1-15,2-11 24 0,2-3-28 16,-4 14 4-16,0 0-3 0,0 0 0 0,0 0 6 16,2-9 28-16,2 1-29 0,-4 8 7 15,0 0-10-15,0 0 2 0,0 0 3 0,0 0-17 16,0 0 3-16,0 0 18 0,0 0-7 15,-6 10 1-15,0 1-4 0,3-1 0 16,-1 0-17-16,0 0 15 0,-1 4-3 0,3-1 6 16,0 2-4-16,0 3-8 0,0-1 14 15,2 0-3-15,0 0 4 0,0 3 2 0,0-6-3 16,2 5-2-16,0-4-55 0,4-1 56 16,1-1 2-16,0 1-3 0,-1-2-3 0,4-5 2 15,1 3 18-15,-3-9-25 0,3 3 5 16,2-4-1-16,-1 2-2 0,1-6-2 15,2 1 14-15,0-9-23 0,-3 2 1 16,3-3 4-16,5-4-5 0,-3 4 2 0,-1-2-20 16,-3-1 18-16,-5 8 6 0,3-1-6 15,4-3 1-15,-9 4 2 0,2-2-19 16,-1 2 22-16,0 2-1 0,-7 6-3 0,0 0-3 16,8-8 4-16,-2 3 1 0,-6 5-14 15,0 0 7-15,0 0 5 0,0 0 0 0,0 0-2 16,0 0 1-16,6-6-38 0,1 0 41 15,-7 6 4-15,0 0-1 0,0 0-4 16,0 0-1-16,0 0 20 0,0 0-28 0,0 0 5 16,0 0-4-16,0 0 5 0,0 0 1 15,0 0 10-15,0 0-14 0,0 0-2 0,0 0 1 16,0 0 6-16,-4 8-1 0,-3-2-22 16,7-6 23-16,0 0-1 0,0 0 0 15,-6 7 0-15,2 1 3 0,4-8-18 16,-8 6 18-16,0 1-4 0,8-7 5 0,-8 7-1 15,4 0 0-15,4-7-5 0,0 0-37 16,-8 5 41-16,1 3 7 0,7-8-5 0,0 0-1 16,0 0 1-16,-11 4-35 15,3-1 37-15,8-3-2 0,0 0 1 0,0 0-5 16,-8 6-1-16,-1-2 18 0,9-4-29 16,-12 4 11-16,3-2-4 0,9-2 3 0,-11 5 2 15,3 0 8-15,8-5-19 0,0 0 5 16,-12 5 1-16,-2 0-8 0,14-5-16 0,0 0-12 15,-6 7-17-15,0 0-18 0,6-7-46 16,0 0-64-16,0 0-82 0,0 0-36 0,0 0-48 16,-13 0-126-16,-1 0-458 0,14 0-598 15</inkml:trace>
  <inkml:trace contextRef="#ctx0" brushRef="#br0" timeOffset="102912.42">9888 14544 1046 0,'0'0'286'0,"-10"2"-49"0,0 4-26 0,10-6-21 0,0 0-6 0,0 0-7 0,0 0 18 0,0 0-37 0,0 0-20 15,0 0-2-15,0 0 0 0,0 0-3 0,0 0 33 16,0 0-56-16,0 0-15 0,0 0-14 15,-3-11-11-15,1 2-6 0,2 9-44 16,0 0 35-16,5-15-4 0,1 2-7 16,-6 13-9-16,4-9-5 0,2-1-40 15,-1 5 37-15,4-1 0 0,1-2-6 0,-2 3-2 16,5 1 1-16,0 1-3 0,-1 0-4 16,-1 3-5-16,3 0 1 0,4 3 0 0,-4 0-2 15,4-3-6-15,-6 6 22 0,1-5-25 16,-1 5 0-16,2 0 2 0,-2-2 3 0,-2-1 1 15,1 3 50-15,0 0-55 0,-5 1 6 16,2 0-1-16,-1 1 7 0,-2 4-4 0,4-2-6 16,0 3 4-16,-4 0 3 15,-1 1 1-15,-2 1 5 0,2-2 3 0,-7 2-3 16,2 3-1-16,-1-7-1 0,0 2 3 16,0-1 8-16,0 1-10 0,-5-3-38 15,0 2 53-15,7-12 26 0,-10 7-13 0,1 0 6 16,9-7-4-16,-10 6-8 0,2 0 1 15,8-6-7-15,-14-6 2 0,4 0 6 0,2 1-4 16,2-3-8-16,-3 0-50 0,2-1 46 16,5-4 7-16,-2-1-11 0,2-3-2 0,0 2-3 15,2-1-49-15,2-12 47 0,0 15 8 16,0-7-6-16,5-6 1 0,1 9-7 16,3-2 18-16,-3-2-14 0,0 2 4 0,1 1 8 15,-2 1-2-15,3 3 2 0,-6 6 20 16,5-6-13-16,-3 1 8 0,-2 5-5 15,0 1 3-15,-4 7-8 0,2-13-30 16,3-2 40-16,-5 15-9 0,0 0-4 0,2-11-2 16,3 4-3-16,-5 7-14 0,0 0 17 15,2-10-7-15,2 1-9 0,-4 9-1 0,0 0 4 16,0 0-4-16,0 0-6 0,3-9 13 16,2-3-7-16,-5 12-2 0,0 0-5 0,0 0 2 15,0 0-5-15,0 0 14 0,2-10-7 16,4 5-1-16,-6 5 0 0,0 0-1 0,0 0-3 15,4-10 7-15,-1 1-5 16,-3 9 1-16,0 0 0 0,0 0-4 0,0 0-1 16,0 0 5-16,0 0-2 0,0 0-6 15,0 0-1-15,0 0-3 0,0 0-40 16,0 0 29-16,0 0-19 0,0 0-17 0,0 0-17 16,0 0-24-16,0 0-18 0,0 0-64 15,0 0-29-15,0 0-62 0,0 0-20 0,-5 11 1 16,-1-2 4-16,6-9-17 0,-6 10-29 15,0-1-85-15,2 5-289 0,-5 13-234 0</inkml:trace>
  <inkml:trace contextRef="#ctx0" brushRef="#br0" timeOffset="103661.16">9865 14587 1017 0,'-23'-7'230'0,"23"7"-39"0,0 0-17 0,0 0-32 0,0 0-10 0,0 0-7 0,4-8-8 0,-1 1-2 0,-3 7 26 16,0 0-51-16,8-6-1 15,3-1-20-15,-11 7 1 0,0 0 5 0,0 0 17 16,0 0-13-16,11 0-1 0,2 0 0 16,-13 0 9-16,0 0-1 0,16 2 29 15,-2-2-35-15,-3 4-5 0,0-3-1 0,4 3-5 16,-3 0-12-16,3-1-43 0,2-1 36 16,-3 3-4-16,6-2-8 0,-5 4-8 0,1-4-1 15,0 3-43-15,-2-1 42 0,-2 1 5 16,4 0-4-16,-4 1 0 0,0 1-10 0,2 0 7 15,1 1 3-15,-7 1-6 16,2 1-3-16,0 0-6 0,-2 1 1 0,-3 2-2 16,4-3 16-16,-8 4-20 0,5-2-2 15,-4 2-3-15,-2-3 5 0,-2-1-2 0,0 3 47 16,-2-3-59-16,4 3 6 0,0-14 6 16,-7 11 10-16,-1 0 9 0,8-11-23 15,-8 10 28-15,-2 0 1 0,10-10 11 0,-10-3 13 16,-2 2-10-16,1-9-13 0,2 3-11 15,-1-8 0-15,-5-10 4 0,13 17-8 0,0-13-11 16,-4-11 3-16,4 22-6 0,2-15 1 16,2-11-1-16,6 10 7 0,0 0-6 15,-1 2-4-15,-1-1 3 0,2 1-11 16,1-2 7-16,0 4 13 0,-4-3-9 0,2 4 12 16,1 0-31-16,1 1 41 0,-4 12 14 15,1-8-6-15,-1 1 4 0,-2 0-9 0,1 1 13 16,-2 2-13-16,-1-2 4 0,-1 14-1 15,6-13-3-15,-4 1-4 0,-2 12 4 16,0 0-12-16,2-12-5 0,0 3-27 0,-2 9 27 16,0 0-4-16,0 0 4 0,0 0-14 15,0 0 1-15,0 0-4 0,0 0-1 0,0 0-9 16,0 0-28-16,0 0 6 0,0 0-3 16,0 0-9-16,0 0-20 0,0 0-24 0,-4-10-69 15,-4 5 7-15,8 5-46 16,0 0-51-16,0 0-34 0,0 0-26 0,0 0-131 15,0 0-447-15,-11 2-512 0</inkml:trace>
  <inkml:trace contextRef="#ctx0" brushRef="#br0" timeOffset="108978.41">10710 14544 1264 0,'0'0'293'0,"0"0"-68"0,0 0-29 0,0 0-47 0,0 0 37 0,0 0-16 0,0 0-2 0,0 0-16 0,0 0-10 16,4 14 15-16,1-2-14 0,3-3-7 15,1-1-13-15,4 1-2 0,-3 0-8 0,2 1-4 16,14 3-10-16,-18-8-3 0,12 4-11 16,7 4-4-16,-6-6-1 0,2 3-1 15,3-3 2-15,-1 1-2 0,3 1-11 16,-2-1-15-16,1 0 0 0,5 0-19 15,2-3 7-15,-4 1 7 0,7 2-4 0,3-5-1 16,-1-1-10-16,1-2-10 0,0 0 18 16,5 0-6-16,3-3-9 0,-3-4 4 0,1-2 5 15,3-2 18-15,0-4-11 0,1-2 2 16,1-4-5-16,1-2-5 0,-2 0-4 0,1-5-5 16,-2 0-19-16,-3 1 16 0,1-7-1 15,-3 6-3-15,-1-1 1 0,-1 1 2 0,-4-5-9 16,-2 3 14-16,-2-2-2 0,2 1 0 15,-2-1-4-15,0-1-6 0,-5-1-12 16,-3 4 16-16,2-3-11 0,-4-1 1 16,2 0-2-16,-3-1 1 0,1 3-23 15,-3 0 24-15,2 0-5 0,-2-3 3 0,1 0-3 16,-4 4 2-16,2-1 17 0,-4 1-13 16,-1 2-6-16,3 2 3 0,-8 0 3 0,2 3-5 15,2-2 29-15,-4 4-35 0,-2-2 4 16,3 5-2-16,0-3 2 0,-5 3 1 0,-1 1 1 15,1 9-3-15,-2-6 7 0,2 0-5 16,0 2 0-16,2-3 0 0,-2 3-1 16,-2 2-2-16,0 2 54 0,0-3-61 15,0 2 3-15,-2 0-1 0,-2 10 0 0,0-13 5 16,0 0 50-16,0 13-64 0,0-12 4 16,2 4 4-16,-2 8-1 0,0 0 3 15,0 0 35-15,0-12-41 0,0-2-2 0,0 14 5 16,0 0 2-16,0 0 47 0,0 0-55 15,0 0 3-15,0 0 1 0,0 0 0 0,0 0 2 16,0 0 38-16,0 0-44 0,0 0 6 16,0 0-5-16,-2-7 2 0,0-3 0 0,2 10 5 15,0 0-12-15,0 0 6 0,0 0-5 16,0 0 0-16,0 0-3 0,0 0-4 0,0 0-27 16,0 0 9-16,0 0-22 0,0 0-13 15,0 0-22-15,0 0-13 0,0 0-25 16,-12 8 12-16,-2 1-14 0,2-7 3 15,4 2 6-15,-5 2-4 0,2-2 40 16,-4-1-15-16,5 4 19 0,-2-7 17 0,-3 5 14 16,5-3 11-16,3-1-12 0,7-1 41 15,-18 3 15-15,6-1 10 0,12-2 13 16,-11 2 7-16,3 1-29 0,8-3 51 0,0 0 3 16,0 0-2-16,0 0-4 0,0 0 1 0,0 0-64 15,0 0 80-15,0 0-8 0,0 0-3 16,0 0 11-16,0 0 1 0,0 0 4 0,0 0-72 15,0 0 56-15,12-3 6 0,2 1-8 16,2-6-4-16,-2 3-7 0,-1-7 16 16,11-2-26-16,-10 3 5 0,-5 7-10 15,6-7 2-15,0 1 1 0,-3 2 13 16,4-1-13-16,-4 3-1 0,1 1 0 0,-7-1-4 16,3 1-1-16,-1-1 7 0,3 2-8 15,-11 4-2-15,0 0 3 0,0 0-7 0,6-7 7 16,4 2-18-16,-10 5 20 0,0 0 9 15,0 0 4-15,0 0-12 0,7 14 1 16,0-3-18-16,-7 6 3 0,-2 16 2 16,-3-2-37-16,-4 8-41 0,-5 2-49 0,-5 7-84 15,-5 4-92-15,-4 3-111 0,-3 4-65 16,-5 2-162-16,-3 5-319 0,4 2-624 0</inkml:trace>
  <inkml:trace contextRef="#ctx0" brushRef="#br0" timeOffset="111328.2">12843 14183 1593 0,'-9'-6'339'16,"9"-5"-32"-16,4 3-23 0,1-1-64 0,-3-1-24 0,2 2-17 0,2-3-28 0,1 3-22 0,1-3 11 0,1 3-46 15,3 0-12-15,2 2-16 0,0 3-15 0,1-3-7 16,2 6 37-16,-2-2-60 0,-3 6 0 15,4 1-5-15,-6 6-3 0,0-3-1 0,-3 6 42 16,6 9-51-16,-13-10 7 0,0 0 12 16,0 1 6-16,-5 3 7 0,1 0-47 15,-1-2 60-15,-1-1 14 0,2-3 6 0,2-1 9 16,2-10 3-16,0 0-22 0,0 0-5 16,0 0-24-16,-4-10 3 0,0 1-9 0,8-8-2 15,0-12-3-15,2 6-40 0,1 0 28 16,8-1 6-16,-3-2-2 0,-3 4-7 15,1-2 2-15,3 7-7 0,-6 6 4 16,-2-4 10-16,4 0-3 0,-5 3 17 0,2 2-3 16,-6 10 22-16,5-15-20 0,1 4-3 15,-6 11 2-15,0 0 3 0,0 0-2 0,0 0 17 16,-15 2-7-16,3 2-2 0,6 9 6 16,-8 11 3-16,10-17-1 0,2 14-32 15,2-1 34-15,0 4-14 0,6 13 4 0,-3-28-15 16,0 13 3-16,5 10-23 0,0-14 19 15,0-1-21-15,-2-10-22 0,8 4-20 0,-2-1-34 16,-1-10-25-16,3 0-38 16,4-5-98-16,4-5-66 0,-2 0-48 0,-5-1-39 0,-10 5-96 15,9-3-444-15,5-6-595 16</inkml:trace>
  <inkml:trace contextRef="#ctx0" brushRef="#br0" timeOffset="111470.54">13714 14151 1992 0,'-13'20'243'0,"13"-20"-100"0,0 0-119 0,-18 2-158 0,6 0-531 0,-3-2-192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20:45.110"/>
    </inkml:context>
    <inkml:brush xml:id="br0">
      <inkml:brushProperty name="width" value="0.05292" units="cm"/>
      <inkml:brushProperty name="height" value="0.05292" units="cm"/>
      <inkml:brushProperty name="color" value="#FF0000"/>
    </inkml:brush>
  </inkml:definitions>
  <inkml:trace contextRef="#ctx0" brushRef="#br0">1263 7443 1080 0,'-10'-4'293'0,"10"4"-52"0,0 0-23 0,0 0-24 0,0 0-20 0,0 0-22 0,0 0-20 0,-8 11-12 0,5-1-25 0,3-10-12 16,0 0 13-16,0 0-30 0,-7 7-15 16,3 4 11-16,4-11 12 0,0 0 8 0,4 7 13 15,3 3-9-15,6-7 1 0,-1 1-1 16,10-4-9-16,18 0-10 0,-7-4-39 0,8-2 29 16,7 0 2-16,4 1-5 0,7-5-6 15,0 3-8-15,3-3-2 0,-1 1 33 16,-2 1-55-16,1-2-2 0,-1 3-1 0,-4 1 2 15,-9 0 0-15,0 2 35 0,-3-1-48 16,-9 1 2-16,-2 2-4 0,-17 0-2 16,6 0 4-16,2 1-43 0,-8 1 57 15,2-2-3-15,-17 2-3 0,17-3 1 0,0 3-7 16,-17 0-49-16,0 0 52 0,0 0-44 16,13 0-32-16,0 0-39 0,-13 0-35 0,0 0-48 15,10-1-15-15,1-3-33 0,-11 4-29 16,14 1-42-16,-1 2-110 0,-13-3-228 0,17 0-177 15</inkml:trace>
  <inkml:trace contextRef="#ctx0" brushRef="#br0" timeOffset="647.79">3061 7449 1037 0,'0'0'265'0,"0"0"-47"0,0 0-30 0,0 0-25 0,0 0-15 0,0 0-19 0,0 0 27 15,0 0-68-15,0 0-8 0,0 0 2 16,0 0 12-16,0 0-1 0,15 0 26 16,-1 0-26-16,4-3-18 0,9 3-13 0,1-3-4 15,2-3-13-15,10 1-12 0,4-5-6 16,5 0 9-16,-1 1-16 0,5-3 6 0,-2 3-3 16,0-3-4-16,-3 3-1 0,0-1-7 15,-7 2-4-15,-2 1 0 0,-3-1-9 0,-6 3 5 16,-8 1 14-16,-10 1-21 15,4 0-13-15,1-2 9 0,-17 5-3 0,0 0-16 16,0 0 2-16,0 0-16 0,-6 11-16 16,2-3 7-16,-15-4-12 0,-7 3-10 0,5-2 2 15,-4 5-14-15,-3-1-3 0,-3 3 1 16,-6-3 8-16,0 3 14 0,0 1 41 0,-5-4-21 16,1 6 9-16,4-4 19 0,1-2 10 15,4 0 9-15,2 1 15 0,3-3-62 16,3 1 69-16,12-4 10 0,-6 1-1 0,2 0 2 15,1-2-6-15,1 1 18 0,14-4 11 16,0 0 10-16,0 0-4 0,0 0-4 0,10 8-7 16,-2 1 10-16,11-11-22 15,13-1-12-15,-6-5-13 0,3 3-6 0,3-3 1 16,2 0 33-16,2 0-40 0,1-1 3 16,2 0-9-16,-1 1 0 0,-2-2 8 0,-1 3-2 15,2 0-22-15,-6-1 11 0,-1-1-20 16,-4 2-25-16,-3 2-17 0,-13 2-26 0,10 0-75 15,1 1-6-15,-11-4-92 0,3 5-420 16,-13 1-215-16</inkml:trace>
  <inkml:trace contextRef="#ctx0" brushRef="#br0" timeOffset="3281.57">2066 9233 982 0,'0'0'211'0,"0"0"-14"0,0 0 0 0,0 0-40 16,3 11-5-16,2 1-10 0,4-7-8 0,1-5-6 0,7 4 2 0,-2 0-21 16,6-2 4-16,15 0-17 0,-11-2-7 15,7 0-15-15,0-2-8 0,2 0 11 16,-3 2-26-16,3-1-12 0,-1-3-6 0,-1 1-5 16,-1 0-6-16,-18 1 11 0,10 2-14 15,-1-2-8-15,-6 0-5 0,1 0-3 0,-2 1-22 16,2 1-5-16,-7-2-43 15,1-2-22-15,-11 4-23 0,15 0-19 0,0-2-42 16,2 0-95-16,-5-2-78 0,5 2-251 16,-3 1-130-16</inkml:trace>
  <inkml:trace contextRef="#ctx0" brushRef="#br0" timeOffset="4364.34">4050 9283 1263 0,'0'0'255'0,"0"0"-42"0,0 0-22 0,0 0-19 0,0 0-20 0,0 0-12 0,0 0 2 0,10-2-18 15,2-3-16-15,-12 5-3 0,18-3-3 0,2 3-15 16,-4 0 10-16,3-2-14 15,3 2-9-15,-3 2-6 0,10-6-7 0,13 3-1 16,-9 1 29-16,0 0-35 0,5-4 11 16,5 1 4-16,3 0-10 0,5 1-7 0,5-2-37 15,0 1 26-15,8-2 1 0,4 0-1 16,1-1 2-16,6 3 1 0,1-1-42 0,1-4 41 16,1 3-3-16,3-2-2 0,3 2-4 15,-2 1-5-15,-1-2-2 0,-2 1 13 16,0 3-17-16,2-4-2 0,2 4-1 0,-3-3-4 15,-1-1 1-15,1 1 18 0,2 0-29 16,-3-1-3-16,-1 2 5 0,-3 1-5 0,-3-1 6 16,4 0-29-16,-8-2 30 15,1 1 2-15,-3 1 4 0,-5 2-9 0,-2 0 7 16,-1-2-8-16,-7 3 3 0,-3-2 9 16,-5 2-3-16,-5 1-6 0,-3 0-5 0,-4 0 2 15,-1-2-46-15,-4 2 33 0,-12 2 3 16,8-1 24-16,4-1-10 0,-9 3 5 0,2-2-53 15,0 2 37-15,1-2 22 0,-2 1-12 16,1 0 1-16,-2-2-10 0,2 2-11 16,3-4 10-16,1 2 5 0,2 0 3 15,16 2-1-15,-12 0-1 0,3-2 3 16,-2 0-19-16,4 0 23 0,1 0-2 0,5 0-9 16,1 0-4-16,-1 2 3 0,2-2-27 15,3 1 18-15,-3 1 12 0,3-2 1 0,-1 3-2 16,1-3 12-16,-3 1-48 0,0 1 34 15,1 0 19-15,-3-2-11 0,-2 2 6 0,1 0-5 16,0 0-5-16,-1-2-6 0,0-2 21 16,-1 4 2-16,1 0 3 0,-4 1-13 0,-1-1-4 15,-1 1 4-15,0-2 8 0,-5 1-4 16,5 0-6-16,-2 1 3 0,-5-1-16 0,1 1 13 16,-2 1-18-16,-10-2 17 0,7-2 3 15,5 3-3-15,-8-1 2 0,4 0-54 16,-3-2 55-16,0 0 14 0,-1 0-2 15,-1 2-8-15,-1-2-7 0,-2 4 11 16,-1-4-18-16,2 0 4 0,-15 0-1 0,11 0-1 16,1 2 5-16,-12-2-2 0,0 0-7 15,11 2 5-15,1 1-2 0,-12-3-5 0,0 0-15 16,0 0-28-16,0 0-41 0,0 0-51 16,0 0-77-16,0 0-88 0,0 0-53 0,-15-3-101 15,5-1-502-15,0 8-641 0</inkml:trace>
  <inkml:trace contextRef="#ctx0" brushRef="#br0" timeOffset="5064.14">11325 9114 1440 0,'-3'9'315'0,"3"-9"-28"0,0 0-38 0,0 0-12 0,0 0-21 0,0 0-18 15,0 0-14-15,0 0-48 0,0 0 33 16,0 0-6-16,13 2-6 0,13 1-8 0,-2 3-17 15,9 2 1-15,7-1-40 0,7-4 34 16,13-2-6-16,7 3-26 0,4 1-24 16,10 0-23-16,6-1 5 0,1-3-7 15,3 3-2-15,0-2 1 0,-4 0 4 0,0 0-11 16,-3 0 4-16,-2-2-19 0,-6 4 12 16,-9-1 1-16,-2-3-4 0,-7 2-12 0,-5-2-29 15,-6 0 28-15,-7 4-2 0,-4-4-3 16,-21 0-3-16,11 0-3 0,-6 0-22 0,0 0 9 15,-4 0 8-15,0-2-22 0,-2 0-23 16,-14 2-22-16,9 2-24 0,3 0-53 16,-12-2-86-16,0 0-89 0,10-4-41 15,4 2-41-15,-14 2-143 0,0 0-348 16,0 0-510-16</inkml:trace>
  <inkml:trace contextRef="#ctx0" brushRef="#br0" timeOffset="5181.04">13614 9188 1033 0,'12'0'243'15,"-12"0"-208"-15,0 0-421 0,-10-4 207 0</inkml:trace>
  <inkml:trace contextRef="#ctx0" brushRef="#br0" timeOffset="11264.21">13903 8669 1320 0,'0'0'298'0,"0"0"-58"0,0 0-38 0,0 0-54 0,0 0 41 0,0 0-8 0,0 0-27 0,0 0-28 0,0 0-16 0,0 0 13 0,0 0 0 0,2 12-2 16,3 0 0-16,-1-3-2 0,1-1 5 0,-3 3 41 15,2 0-66-15,-2 3-12 0,0-1-8 16,0 2-9-16,-2-2-6 0,2 1 3 16,0 1-14-16,1-3 25 0,-1-1 10 0,-2-11-6 15,0 0-11-15,15-6-24 0,14-20-9 16,5-20-41-16,9-13-63 0,9-11-133 15,14-17-142-15,11-7-125 0,13-6-605 16,5-3-824-16</inkml:trace>
  <inkml:trace contextRef="#ctx0" brushRef="#br0" timeOffset="20514.27">1013 8479 796 0,'7'-8'265'0,"-1"2"-42"0,-6 6-38 0,0 0-31 0,-6-9-6 0,-1 2-79 0,7 7 48 0,-6-13-14 0,-3 2-10 16,5 0-3-16,2 4-9 0,-4-7-5 15,2 4-6-15,-4 1 1 0,-2 1-14 0,0-1-8 16,-3-2-4-16,-2 3-1 0,-8-8-42 15,4 7 32-15,-2 2-5 0,-5 1-9 0,-1 2-7 16,0 0 7-16,-1 4-22 0,-2 0 21 16,2 4-9-16,-3-2 5 0,1 3-7 0,3 3 7 15,-5 1 26-15,0 2-29 16,2 0-12-16,0 2 4 0,-1 0 9 0,1 5-4 16,6 1 28-16,-4 3-25 0,2 0 5 15,1 0-1-15,1 4 5 0,2 0 10 0,0 4 9 16,-1 3 2-16,4-4-1 0,2 5-6 15,4 0-3-15,2 2 0 0,1-2 4 0,0 2 10 16,5-3-8-16,3 2-1 0,0-2-5 16,2 2-7-16,2-3 0 0,2 1 17 15,-1-1-4-15,7-1-2 0,0-7 2 0,-1 6 5 16,8-5-2-16,2 0 44 0,2-2-48 16,2-4 1-16,5 0 5 0,6-2-5 0,0-2 3 15,1-4-42-15,2-1 43 0,-2-3-2 16,5-2-8-16,3-2-1 0,0-4-8 15,-3-3-3-15,3-4 27 0,-1-4-34 16,-2 1 2-16,1 0-2 0,-1-2-1 0,-3 0 2 16,-3-5 32-16,-2 1-43 0,-3-4 8 15,1 2-1-15,-4-2 0 0,1 1-5 0,-5-2 14 16,0 1-13-16,-1-2 5 0,-3 0-27 16,-1 3 31-16,-2-2 7 0,-5 0-6 15,0-2-6-15,0 2 12 0,-6-1-16 0,-2-4 5 16,-2 1 2-16,-2-2 1 0,-2 1-49 15,-1-4 30-15,-2-1 22 0,-3 4-8 0,0-5 4 16,-3 2-3-16,-1 1-45 0,-2 0 28 16,-1 3 11-16,-1 1 0 0,-1 0 3 0,-5 2 5 15,1 2-74-15,-1 2 59 16,-2 3 25-16,-3 1-14 0,-1 0-7 0,-2 5 12 16,-3 4-6-16,-3 2-11 0,-2 1-53 15,-3 5-50-15,1 2-50 0,-1 0-60 0,5-1-37 16,0 4-79-16,4-1 41 0,-1-1-97 15,-2-1-443-15,5 7-408 0</inkml:trace>
  <inkml:trace contextRef="#ctx0" brushRef="#br0" timeOffset="31362.42">7740 10999 1131 0,'0'0'268'0,"0"0"-50"0,-7-3-33 0,-5 0-11 0,12 3-70 0,0 0 55 0,0 0-15 0,0 0-19 16,0 0-14-16,0 0-6 0,0 0 4 15,0 0-9-15,0 0-5 0,0 0 24 0,0 0 4 16,18 3-2-16,-1-2 33 0,7-2-43 15,16-3-6-15,-1-2-3 0,8 0-14 0,5-2-5 16,4-1 18-16,5 0-41 0,6 1-3 16,-2-2 1-16,9 2-3 0,-2 1 7 0,2 0-32 15,1-1 13-15,-3 1 14 0,-2 2-4 16,6 0-10-16,-9 1-14 0,3-1-12 0,-9 2 20 16,1 3-25-16,-5-2 28 0,-6-1-12 15,-7 0 2-15,-1-2-1 0,-5 3-63 16,-6-2 60-16,-5 2 0 0,-14 2-9 0,6-3 1 15,1 3-2-15,-7-2 9 16,0 2-25-16,-13 0 3 0,13-2-7 0,0 2-20 16,-13 0-2-16,0 0-55 0,0 0-20 15,0 0-24-15,0 0-40 0,-13 2-26 0,0-2-21 16,-1 0 12-16,-4 0-35 0,-3 2 6 16,-16 3-22-16,7 2 3 0,-4 0 2 0,-6-2-49 15,-4 3 31-15,1 0-20 0,0-1-237 16,-1-1-3-16</inkml:trace>
  <inkml:trace contextRef="#ctx0" brushRef="#br0" timeOffset="31663.34">8320 11054 1044 0,'-33'5'211'0,"27"3"-27"16,0-3-41-16,6-5-7 0,0 0-6 0,0 0-11 16,0 0 8-16,0 0-15 0,0 0-3 15,0 0-5-15,0 0-4 0,0 0 16 0,0 0 25 16,0 0-3-16,17-5-8 0,17-3-1 15,-4 5-3-15,7 1-10 0,3-4 31 16,10 1-57-16,1-3-10 0,8-1-1 0,-1 4 1 16,9-3-1-16,-6 1-45 15,3-2 43-15,-2 1 0 0,-2-1-9 0,-2 1-8 0,-3 3-14 16,-5-2-24-16,-2-1 21 16,-1 2-11-16,-6-2-5 0,-3 2 16 0,-6 0-20 15,-9 5 7-15,-10-3-25 0,6 2 6 16,-1-3-15-16,-4 5-41 0,0-3-29 0,-14 3-32 15,0 0-34-15,0 0-74 0,0 0-33 16,0 0-24-16,-8-5-44 0,-14-1-50 0,-3 6-89 16,-5 4-233-16,-2 6-213 0</inkml:trace>
  <inkml:trace contextRef="#ctx0" brushRef="#br0" timeOffset="42146.65">13747 12891 1273 0,'-17'9'315'0,"17"-9"-63"0,0 0-55 0,0 0-28 0,0 0-22 0,0 0-16 0,0 0-13 15,0 0-3-15,0 0-20 0,0 0-5 16,0 0-9-16,-13-6-9 0,3 5-6 0,10 1-2 16,0 0-17-16,0 0 7 0,-13 0-13 15,0 1-6-15,13-1-10 0,-12 6-1 0,-1 2 13 16,0 0-18-16,-7 5-2 0,1 0-1 16,1 6-4-16,4 0-2 0,-10 2 18 15,1 2-12-15,-3 6-5 0,5-3 5 0,-2 1 4 16,1 0 0-16,-5-2 27 0,3 3-35 15,2-1 1-15,-5-3 1 0,9-3-1 0,-2 1-1 16,2-4 33-16,1 0-36 16,2-1-4-16,0-4-5 0,9-5 2 0,-4 1-2 15,-4 3-15-15,6-3 18 0,0 3-7 16,2-4-18-16,-1 1-17 0,-2-1-28 0,1 1-13 16,8-9-6-16,-4 13-22 0,0 3 8 15,4-16-2-15,-7 11 0 0,1 0 2 0,6-11-4 16,-6 10-3-16,-1-3 0 0,7-7-3 15,0 0-13-15,0 0 4 0,0 0-5 16,-15-2 2-16,2-1 5 0,13 3 12 0,-5-14 9 16,-2 1-18-16,0 2 49 15,1-1 7-15,0-1-4 0,2 1 1 0,-2-2 29 16,1-3-8-16,3 2 53 0,-2 1 16 16,2 2 15-16,2 0 7 0,2 4 4 0,-1-4-23 15,-1 12 41-15,0 0 9 0,3-10 4 16,-1-1 10-16,-2 11 1 0,0 0 55 15,0 0-60-15,0 0 0 0,0 0 3 0,5 13-8 16,1-2 6-16,-6-11-7 0,4 12-19 16,0 2 37-16,-4-14-3 0,0 12 6 0,2 5 2 15,-2-7-8-15,0 4 6 16,-2-5-21-16,0 2-6 0,2-11-10 0,0 14-10 16,2-2-5-16,-2-12 15 0,0 0-36 15,4 8-5-15,0 4-10 0,10-10-13 0,-2-2-25 16,5-3-6-16,17-8-79 0,-2 3-42 15,0-4-35-15,1 0-42 0,2-1-74 0,4-5-138 16,3 3-290-16,1-3-251 0</inkml:trace>
  <inkml:trace contextRef="#ctx0" brushRef="#br0" timeOffset="49112.29">5119 15148 985 0,'0'0'197'0,"0"0"28"0,0 0-42 0,0 0-24 0,0 0-11 0,0 0-10 0,0 0 39 0,0 0-59 0,0 0-1 15,0 0-7-15,0 0-16 0,0 0-7 16,0 0 8-16,0 0-36 0,0 0-18 0,-9 4-10 15,4 2-8-15,-12 1-2 0,-5 5 8 16,2 1-6-16,-2 2-6 0,-2 0 6 16,-1 1 13-16,-2 3 6 0,-1-2 20 0,-2 2-38 15,-1 4 12-15,-1-3-10 0,0 3-2 16,2-5 6-16,4-1-9 0,-4 0 17 16,0 3-15-16,5-2-2 0,-1 0-8 0,6-3 2 15,4-2-6-15,-3-2 9 0,1 1-10 16,6-8-6-16,0 5 0 0,-3-1-1 0,7-2 0 15,-2 1 13-15,10-7-19 0,-8 8-21 16,0-1-10-16,8-7-11 0,0 0-6 0,0 0 15 16,0 0-39-16,0 0-22 0,0 0-3 15,0 0-2-15,0 0-8 0,0 0 8 16,0 0-20-16,0 0-1 0,0 0-10 16,0 0-19-16,-10-7-55 0,2-1 16 15,8 8-62-15,0 0-209 0,-8-5 106 0</inkml:trace>
  <inkml:trace contextRef="#ctx0" brushRef="#br0" timeOffset="49478.79">4474 15325 858 0,'23'4'265'0,"-23"-4"-32"16,0 0-57-16,0 0-31 0,0 0-12 0,0 0-14 15,0 0-5-15,0 0 0 0,0 0-21 16,0 12 2-16,0-2-9 0,0-10-8 15,-5 11-3-15,3-2 20 0,2-9-44 16,0 13-6-16,0 3-4 0,-2-4 1 0,0 5-14 16,2-2 31-16,0 2-32 0,-2 0-10 15,2 2 0-15,-4-4-4 0,0 1-8 0,4-3 27 16,0-2-30-16,0 0 0 16,0 3 1-16,0-14 0 0,0 0-10 0,0 0 22 15,0 11-17-15,2 0-6 0,-2-11 1 0,0 0 9 16,0 0-14-16,0 0 23 0,0 0-22 15,0 0 21-15,0 0-8 0,0 0-2 0,12 6-1 16,1-2-2-16,-13-4 7 0,17-1-3 16,1-2-16-16,-1 3-16 0,-4 0-7 15,7 0-6-15,-1 3 23 0,-2-6-45 16,0 3 2-16,0 0-18 0,-1 3-25 0,2-3-44 16,1-3-51-16,-19 3-87 0,12 6-273 15,6-2-80-15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33:52.902"/>
    </inkml:context>
    <inkml:brush xml:id="br0">
      <inkml:brushProperty name="width" value="0.05292" units="cm"/>
      <inkml:brushProperty name="height" value="0.05292" units="cm"/>
    </inkml:brush>
  </inkml:definitions>
  <inkml:trace contextRef="#ctx0" brushRef="#br0">1390 11906 702 0,'0'0'220'0,"0"0"-37"0,0 0 0 0,0 0-7 0,0 0-39 0,0 0-10 0,0 0-12 0,0 0-14 0,0 0-6 16,0 0-1-16,0 0-28 0,0 0-2 15,0 0 6-15,0 0 6 0,0 0 2 0,0 0-35 16,15 0 28-16,-2 0-7 0,-13 0-13 16,15-2-8-16,3 2 5 0,-3 0 29 15,2 2-31-15,6-2-2 0,15 2-3 0,-6-4-2 16,3 0-7-16,3-1 5 15,0 0-9-15,2 1-13 0,3-5 4 0,-1 3-8 16,0 0 8-16,5 0 0 0,0 0-5 16,-1-1-10-16,1 1 4 0,-1 2 9 0,-1 0-6 0,1-1 0 15,1 1 17-15,-1 2-12 16,1 0-1-16,-1-2-8 0,3 0 5 0,-3 0-5 16,-1 0 15-16,-3 4-15 0,3-2 8 15,-6 0-16-15,5-2 1 0,0 2 7 0,-4-1 17 16,3-2-13-16,1 3-9 0,-1-3 4 15,-1 3-3-15,2-1 1 0,-1 1 22 16,1 0-20-16,1-6-4 0,-1 3 5 0,1 3-2 16,-3 0 7-16,5 0-20 0,-5-1 23 15,3-2-7-15,-3 3-2 0,0 0 2 16,1 0-4-16,-1 0-10 0,-2 0 11 16,-2 0 6-16,-1 3-6 0,4-6 2 0,-5 3-2 15,1 0-4-15,-1 0 17 0,-1 3-15 16,0-3-4-16,2 0 3 0,0-3-1 0,-3 3 2 15,-3 0 11-15,3 0-14 0,-2-4-3 16,2 2 2-16,-3 2 0 0,3 0 2 0,-4 0 20 16,-2 0-21-16,2 0-4 0,-1-2 0 15,-15 2 4-15,10 2-1 0,17 0-9 16,-12-1 13-16,-2 2 0 0,-2-3-2 0,-9 3-2 16,7-2 1-16,0 0-18 0,0 1 26 15,1-2-4-15,-1 3-3 0,11 0 1 0,-10-2 2 16,-12 2 1-16,9 1 8 15,13 2-10-15,-24-4-6 0,16 0 2 0,12-2 2 16,-11 0 2-16,-2 1 9 0,2 1-9 16,-15 0-8-16,13-2 2 0,17 0 1 0,-12-2 1 15,-17 2 24-15,13 0-28 0,12-2 3 16,-26 1 1-16,12 1-4 0,14-2 5 0,-25 2 25 16,12 0-27-16,12-2-3 0,-23-2 0 15,11 4-1-15,13 0 1 0,-15 0-5 16,-9-2 13-16,10 2-3 0,2-1-1 15,-5-2 2-15,3 3-3 0,-6 0-17 0,4 0 23 16,-5 0 1-16,0 0-3 0,-2 0 1 16,-3 0-1-16,-12 0 4 0,13 0 4 15,2 3-9-15,-15-3-3 0,0 0-1 0,12 1 3 16,1-1 2-16,-13 0 15 0,0 0-16 16,0 0-3-16,0 0 2 0,0 0 0 0,0 0 0 15,0 0 27-15,0 0-30 0,0 0-1 16,0 0 4-16,0 0-2 0,0 0 2 0,0 0-9 15,0 0-33-15,0 0-45 0,0 0-49 16,0 0-39-16,8-4-99 0,2 0-604 16,-10 4-496-16</inkml:trace>
  <inkml:trace contextRef="#ctx0" brushRef="#br0" timeOffset="884.6">6395 11925 956 0,'-11'5'256'0,"11"-5"-22"0,-9 6-38 0,1-2 0 0,8-4-32 0,0 0 1 0,0 0-11 0,0 0-9 0,0 0-18 16,0 0 9-16,0 0-38 0,0 0-17 15,0 0-7-15,0 0-12 0,0 0-11 0,0 0 10 16,0 0-23-16,0 0-14 0,0 0-7 15,0 0 18-15,0 0 19 0,0 0 12 16,8 7-1-16,1 3-4 0,2-10-8 0,6 5-3 16,1-3-5-16,1 1-30 0,5-3 35 15,14 0-4-15,-13-3-10 0,5 3 0 0,0 0-4 16,-1-2-1-16,1 0-5 0,-2-1-8 16,-2 3-2-16,1-3-4 0,-11 3-1 0,8-2 0 15,-4 0 10-15,0 2-13 16,1 0 0-16,-2-3-1 0,0 0 1 0,-7 1-6 15,2 2 39-15,-14 0-44 0,16-4 2 16,-1 2-2-16,-15 2 1 0,15-3 0 0,2 0 33 16,-17 3-37-16,12-1 2 0,4-1 0 15,-16 2-3-15,0 0 5 0,14-2-36 16,1 0 39-16,-15 2 3 0,0 0 0 0,0 0-7 16,0 0 2-16,0 0-34 0,0 0 36 15,11-2-21-15,4 0-12 0,-15 2-13 16,0 0-13-16,0 0-14 0,0 0-19 0,0 0-13 15,0 0-23-15,0 0-4 0,-13 4 4 16,0-4-4-16,13 0-44 0,-9 7 10 16,3 1-22-16,6-8-47 0,-18 4-25 0,2-2-38 15,0 1-220-15,-1 2 6 0</inkml:trace>
  <inkml:trace contextRef="#ctx0" brushRef="#br0" timeOffset="1317.05">6516 12108 865 0,'12'11'197'0,"-12"-11"-9"0,-5 7-10 0,-2 0-29 0,7-7-10 0,0 0-15 0,0 0 12 0,0 0-8 0,0 0-7 16,0 0-13-16,0 0-6 0,0 0 28 15,0 0-54-15,0 0-7 0,0 0-7 0,0 0-6 16,0 0 3-16,9-4 37 0,0-2-25 15,-9 6-5-15,17 0-12 0,2 0 2 0,-2-2-9 16,4-2 15-16,3 2-18 0,13-1-5 16,-5-1 2-16,0 0-2 0,0 0-6 0,3-2-21 15,2 3 24-15,-1-5 14 0,-2 3 3 16,4 0-3-16,-2 0-6 0,-5-3 0 0,2 4 2 16,-8 1-15-16,0-2-3 0,-3 4-3 15,-11-3-4-15,7 2-1 0,2 0 29 16,-8 0-30-16,0 1 5 0,-12 1-1 15,0 0 0-15,14-2 5 0,-2 0 15 16,-12 2-32-16,0 0 3 0,0 0-7 0,0 0 3 16,0 0-5-16,13-4 33 0,-3 2-76 15,-10 2-28-15,0 0-24 0,0 0-33 0,0 0-23 16,0 0-13-16,7-7-20 0,-1 3-4 16,-6 4-8-16,0 0-46 0,0 0-42 0,0 0-129 15,0 0-229-15,0 0-170 16</inkml:trace>
  <inkml:trace contextRef="#ctx0" brushRef="#br0" timeOffset="4649.96">16133 6469 886 0,'0'0'259'0,"0"0"-33"0,0 0-44 0,0 0-35 0,0 0 2 0,0 0-61 0,0 0-17 0,0 0 2 0,0 0-6 0,-1 10 9 16,-1-1 31-16,2-9-59 0,0 15-9 16,2 0 3-16,2 1-8 0,-2-1-5 0,-2 0-1 15,2 4-65-15,-2-2 70 0,3 12-4 16,2-8-5-16,-2-11-7 0,3 9-3 0,0 1-47 15,3-6 68-15,-1 1 9 0,1-5 3 16,9 5 12-16,-8-11 6 0,2 0 1 16,1-3-9-16,4-2-14 0,0-3-4 0,-1-6 1 15,10-3 3-15,-11 0 24 0,0-5-12 16,-3 3-1-16,-1 0-7 0,-1-5-9 16,-7 12-8-16,0-13 13 0,-3 0-27 15,-4 1-3-15,-6-12-8 0,2 13-2 0,-3 2-2 16,-4 2 20-16,-2 1-23 0,1 2-4 15,-4 1-13-15,-1 4-14 0,10 3-19 0,-10 0-12 16,5 2-18-16,-4 4-18 0,3 2-11 16,-2 3-14-16,1 1-31 0,8 1-56 15,-2 3-37-15,-1 0-85 0,3-3-238 0,10-9-94 16</inkml:trace>
  <inkml:trace contextRef="#ctx0" brushRef="#br0" timeOffset="5217.01">16310 6459 1007 0,'6'7'204'0,"0"1"-38"15,-6-8-21-15,0 0-6 0,4 7-22 16,0 0-19-16,1 3-5 0,1-1-13 0,1 2-17 16,-1 3 32-16,0 1-49 0,1 1-16 15,0-1-5-15,3-1-6 0,1 1-5 16,-1-2 41-16,-1-2-48 0,5-4-3 15,-3 1 9-15,-1-1-2 0,-10-7-6 0,16 0 47 16,4 0-56-16,-10-8 0 0,5-2 1 16,-4-4 2-16,3-7 1 0,-2 4 42 0,0-2-53 15,-6 2 2-15,-1 7-3 0,-1-7 6 16,1 0 4-16,1 2 46 0,2 1-54 16,-6 6-1-16,4-2 1 0,-6 10-25 0,4-10 27 15,1 3 50-15,-5 7-49 0,0 0-3 16,11 6 2-16,-1-1 3 0,-8 4 1 0,3-1 43 15,3 4-41-15,0-1-8 0,-3 1 3 16,1-1 3-16,1-2 2 0,-1 1 44 0,4-3-50 16,-3 1-3-16,-7-8-5 0,15 2-5 15,-5-2-14-15,5-7-8 0,-2-1 0 16,0-6 5-16,5-4 10 0,-6 2 2 16,-2-3 8-16,-5 0 12 0,2-4-5 15,-5 0 13-15,0-1 16 0,1-4 13 0,-6 6 20 16,6-2 56-16,-1 15-42 0,0-11 25 15,-2 5 2-15,0 1-13 0,2 0-10 0,-2 14-7 16,0 0-30-16,-2-12 4 0,2 0-11 16,0 12-6-16,-2 12 2 0,2 0-2 0,2 2 5 15,0 3-8-15,0 2-7 0,3 14-4 16,-2-9 6-16,4 0-7 0,2 0 8 16,-1-3-6-16,2-1-14 0,0-2-20 0,-2 2-37 15,2-7-14-15,5 2-36 16,-9-7-25-16,5-3-34 0,0 3-98 0,1-10-60 15,1 2-218-15,-13 0-54 0</inkml:trace>
  <inkml:trace contextRef="#ctx0" brushRef="#br0" timeOffset="5801.45">16674 6400 1018 0,'0'0'243'0,"0"0"-28"0,0 0-53 0,0 0-34 0,0 0-16 0,0 0-84 0,0 0 60 0,20-4-17 15,10-1-25-15,-2-2-37 0,-1-1-14 16,3-2-53-16,4-1 52 0,5-3 1 16,-2 1-1-16,1 0-5 0,0-2 1 0,-1-1-34 15,1 1 38-15,-4 2 6 0,-7-1 17 16,-1 4 19-16,-16 5 14 0,7-2-48 16,0-1 66-16,-9 2-4 0,3 0-4 0,-11 6 8 15,0 0 18-15,0 0 44 0,0 0-56 16,0 0-9-16,-2 17 2 0,2-2-4 0,-7 2 10 15,3 1 14-15,2 7-20 0,2 11-12 16,0-7-8-16,0-1-10 0,2 5-4 0,5-3 19 16,3 5-30-16,-1-1-9 0,-1-2 1 15,-1 0-3-15,1 1-3 0,2-2-9 16,0-3-11-16,-2-5-10 0,-2-3-13 16,-2-9-9-16,-2 5 9 0,0 2 20 0,-2-18-32 15,0 0 14-15,0 0-12 0,0 0-7 16,0 0 10-16,-10-8-1 0,-8-11-41 15,8-2 56-15,0-10-5 0,4-3-5 0,-7-4 9 16,-2-2 4-16,4-1-57 0,7 3 71 16,-2 1 1-16,2 3 8 0,-6 1-1 0,6 6 12 15,6 17-60-15,0-14 65 0,1 2-1 16,1 5 2-16,1 1-5 0,1 5 0 0,0 0 19 16,7 4-33-16,0 1 12 0,2 9-5 15,-3-3 1-15,-3 3-3 0,4 4 39 16,-3 0-56-16,-2 0 14 0,-4 5 0 15,2 0 1-15,-7-2-1 0,1 4 44 16,-11-3-57-16,5 1 8 0,-4-3-9 0,-8 8-14 16,8-12-19-16,4 2-74 0,1 0 6 15,5-7-46-15,0 0-31 0,-6-5-9 0,-1-3-313 16,14-3 8-16</inkml:trace>
  <inkml:trace contextRef="#ctx0" brushRef="#br0" timeOffset="6316.55">17429 6140 792 0,'9'13'264'0,"-11"-2"-36"0,2 1-15 0,0-12-49 0,-2 15-22 0,0-2-3 0,-2 0-21 0,2-1-15 0,2 0-26 0,2 1-22 16,-1 2 4-16,2-2-13 0,-1 0-12 0,4-4-3 16,0 2-62-16,1-4 60 0,-1-1 1 15,3 2-5-15,-9-8-3 0,14-6-13 0,2 4-67 16,-4-7 60-16,1 2-8 0,-1-5-4 15,6-6-4-15,-8 3-8 0,-4 8-4 16,0-11-2-16,1 1 5 0,-2 2 4 0,-3-2 1 16,2 3 15-16,0 3-1 0,-4 11-12 15,2-11 3-15,2-1 5 0,-4 12 0 0,0 0 13 16,0 0-6-16,0 0-4 0,5 12 1 16,-1-3 4-16,0 1-2 0,-2 0 11 15,4-1-4-15,-1 2-6 0,1-3 12 16,1 1 15-16,0-5 7 0,2 1 52 0,5-5-71 15,0 0 5-15,-1-5-9 0,12-5 2 16,-9-1-5-16,4-4 4 0,-5-2-6 16,0 0-10-16,-3-4 4 0,-5 1 1 0,-1-8 0 15,1 0 11-15,-1-3-16 0,-4-3 4 16,2 2-3-16,-6 1 6 0,2 4 18 16,2 3 24-16,-2 10-1 0,0-5 19 0,0-1-7 15,-4 8-17-15,2-2 2 0,2 14-3 0,0 0 3 16,-11 4 4-16,-4 8-11 15,7 5-13-15,-1 4-6 0,7 4 9 0,-2 3 20 16,4-1-28-16,2 1-13 0,2 0 1 16,7 0 1-16,0-2-2 0,-1 1 25 15,3-4-21-15,1-3-1 0,2-3-6 0,0-1 2 16,4-5-36-16,-12-7-1 0,7 3-92 16,4-4-38-16,0-6-68 0,2-2-109 0,-8-4-295 15,7-6-167-15</inkml:trace>
  <inkml:trace contextRef="#ctx0" brushRef="#br0" timeOffset="6484.32">17760 5949 951 0,'0'0'304'0,"0"0"-52"0,0 0-50 0,0 0-20 0,0 0 13 0,0 0-31 0,0 0-27 0,19-5-26 0,12-3-29 0,-3 1-21 0,4-4-4 16,4 2-49-16,1-2-39 0,-2 1-48 15,1-2-64-15,-2 1-60 0,-2 0-47 16,-5-1-326-16,-1 7-102 0</inkml:trace>
  <inkml:trace contextRef="#ctx0" brushRef="#br0" timeOffset="6901.59">16278 6903 1099 0,'0'0'342'0,"0"0"-67"0,0 0-37 15,0 0-22-15,0 0 6 0,0 0-23 16,12-6-11-16,12-3-19 0,1-1-18 0,7-3-21 16,8-3-16-16,7-6-11 0,9-1-23 15,7 1-14-15,2-7-7 0,7 0-11 0,7-1-6 16,2 3 7-16,8-2-17 0,1 3-6 16,3 1-4-16,-2 1-2 0,-6 3-2 0,0-3 29 15,-8 4-39-15,0 1 0 16,-5 1-5-16,-11 2-1 0,-2-1 3 0,-10 5 41 15,-5 0-49-15,-5-1-1 0,-7 6-5 16,-4-1-28-16,-10 2-27 0,-5 2-26 16,2-2-74-16,0-1-21 0,-15 7-18 0,0 0-11 15,0 0-16-15,-19 0-51 0,-19 4-13 16,-3 4-73-16,-3 3-178 0,-1 2-46 0</inkml:trace>
  <inkml:trace contextRef="#ctx0" brushRef="#br0" timeOffset="7149.89">16801 6817 903 0,'-40'10'319'0,"25"-5"-13"0,-11 8-108 16,18-9 44-16,8-4-32 0,-18 3-28 16,2 3-14-16,16-6-18 0,-8 5-3 15,1-1-30-15,7-4-8 0,0 0 23 0,0 0 17 0,0 0-10 16,17-2 20-16,17-7-60 16,0-10-20-16,7-4-13 0,9 0-9 0,9-2-6 15,9-3 30-15,6-1-56 0,6-1-7 16,7-1-4-16,0 1-5 0,2 2-1 0,-3 1 56 15,0 0-70-15,-8 2 3 0,-6 4-8 16,-8 5-11-16,-11 1-21 0,-5 2-31 16,-8 0-35-16,-3 4-39 0,-8-2-29 0,-6 2-32 15,-2 4-53-15,-11 2-119 0,-2-6-436 16,0 1-376-16</inkml:trace>
  <inkml:trace contextRef="#ctx0" brushRef="#br0" timeOffset="7849.65">17896 6568 1146 0,'6'-9'236'0,"-8"18"-52"0,-2 1 14 0,4-10-7 0,4 9 2 0,0 1-56 0,-4 0 16 0,2 3-9 0,-6 7-19 0,4 13 0 0,0-7-3 0,2 5-26 16,0 1-1-16,5 1-18 0,3-3-5 0,5-1 5 16,0-3-3-16,2 0 17 0,8-5-8 15,5-8-8-15,7-4-14 0,4-2-9 16,1-10-8-16,3-5 2 0,3-3-15 15,4-2-2-15,3-6-7 0,2-3 0 0,4 0-5 16,1-2 39-16,-1 0-48 0,1 0-2 16,-3 0-1-16,0 4 1 0,-7-1-1 0,-2 2 15 15,-6 3-17-15,-6 3-3 0,-6 2 3 16,-6 2 2-16,-4-2-5 0,-8 7 41 16,-2-1-80-16,5 3-42 0,-9-8-51 0,1 1-25 15,-9 9-24-15,0 0 10 16,-2-12-39-16,-1 2-2 0,-5 3-26 0,2 2-35 15,-9-3-67-15,3 1-282 0,0-1-152 16</inkml:trace>
  <inkml:trace contextRef="#ctx0" brushRef="#br0" timeOffset="8433.44">18230 5636 715 0,'32'-13'240'0,"-20"10"-29"0,4-5 2 0,-2-1-51 0,-6 1-21 0,2 1-1 0,-10 7 3 0,12-10-6 0,-4 0-70 0,-8 10 59 0,7-8-17 15,-1 2-16-15,-6 6-18 0,0 0-18 16,0 0 23-16,0 0-50 0,0 0-9 15,-8 5-1-15,2 0 6 0,-8 2-7 0,-4 10 32 16,5-2-33-16,-2-1-3 0,-2 1-5 16,7 4-10-16,-4 1 4 0,0-1 30 15,4 3-30-15,-1 0-11 0,4-2 3 0,5-9 7 16,2 8-7-16,0-1 35 0,7 1-33 16,6 6-4-16,-1-10 7 0,8-2-6 0,-2-3-1 15,3 0 16-15,-4 1-18 0,0-1-9 16,-9-7-3-16,8 5 4 0,-4 2 6 15,-4 0 13-15,-1 1-11 0,-9 2-2 16,0 0 6-16,-14 1 1 0,-7 7-2 0,1-6 16 16,-3 0-31-16,1-3 23 0,-2-2-3 15,-1-1 3-15,-1-4-4 0,20-3 3 0,-10 0-26 16,0 0 4-16,10-8-43 0,-3 3-54 16,4-11-44-16,3-12-54 0,10 3-58 15,3-6-302-15,4-3-103 0</inkml:trace>
  <inkml:trace contextRef="#ctx0" brushRef="#br0" timeOffset="9133.27">18470 5344 929 0,'19'7'267'0,"-19"-7"-54"0,0 0-41 16,0 0-57-16,0 0 1 0,0 0 7 0,4 13 13 15,0-2-8-15,-2 3 28 0,2 1-49 16,-4 8-15-16,2 13-13 0,-2-7-21 0,0 4-13 15,-2 1 29-15,0 2-46 0,0 1-15 16,2-3 3-16,-2-5 1 0,0 0-8 0,4-6 35 16,-2-10-44-16,2 6 3 0,0 1 2 15,-2-9 0-15,0 0-2 0,0-11 36 16,6 9-27-16,1 2-10 0,2-19 3 0,-1 0-2 16,3-4-3-16,10-10 21 15,-9 3-16-15,3-3-3 0,-4-2 6 0,-2 2-6 0,-3 0-7 16,4 1 16-16,-3 2-23 15,-2 11 16-15,1-6-10 0,0 0 4 0,-3 3-9 16,2 2-2-16,-5 9 1 0,0 0 16 16,0 0-12-16,0 0 8 0,-8 9-3 0,-1-1-4 15,-2 5 4-15,-3 10 8 0,10-16-5 16,-3 7-2-16,3-1-7 0,2-4 4 0,2 4 35 16,0-13-39-16,2 12-4 0,0 0 7 15,7-7 4-15,1 1-7 0,-10-6 35 16,14 2-38-16,3 2-2 0,-8-2 4 15,3 1 2-15,-1-1-2 0,0 2 30 16,-11-4-32-16,11 10-1 0,3-2 5 0,-14-8 4 16,6 9-4-16,1 1 37 0,-7-10-40 15,7 9 1-15,-3 0 8 0,-4-9 2 0,0 0-6 16,0 0 26-16,0 0-20 0,12-3-1 16,1-1-8-16,-2-6 9 0,4-8-9 0,-1 8 14 15,0-8-4-15,-4 3-3 0,-2 0-3 16,3-4 2-16,-7 0 2 0,-2 9 12 0,0-9-26 15,3 2 16-15,-5 4-3 0,0-4 0 16,-7 8-5-16,2 1 5 0,5 8-33 16,-10-10 35-16,2 4 3 0,8 6-7 15,-10 6 5-15,-4 1 5 0,6 4-12 0,0-2 19 16,4 2 4-16,1 3-7 0,3-3 0 16,3 2-4-16,3-3 39 0,0 3-35 15,6-5-13-15,4-1 2 0,2-5 3 0,4 2-2 16,0-10 26-16,15 1-52 0,-9-3-29 15,-1-1-15-15,-3-2-16 0,1-4-51 0,-4 1-33 16,-2-6-20-16,-6-1-23 0,-9-1-25 16,1 1-53-16,-5-2-160 0,-7 2 128 15</inkml:trace>
  <inkml:trace contextRef="#ctx0" brushRef="#br0" timeOffset="9249.69">18514 5381 909 0,'-25'11'256'0,"16"-14"-42"0,9 3-31 0,0 0-27 0,0 0-23 0,0 0 16 0,0 0-64 0,0 0-23 0,0 0-11 0,6-4-13 0,13-6-50 0,9 3-91 0,8-2-29 16,2-4-91-16,5 6-293 0,8-3 12 15</inkml:trace>
  <inkml:trace contextRef="#ctx0" brushRef="#br0" timeOffset="10116.29">19365 5543 933 0,'0'0'235'0,"0"0"-45"0,0 0-40 15,0 0-30-15,0 0-14 0,-6-10-4 0,-2 2 0 16,-1-1 23-16,2-2-63 0,-2 2-11 16,4-5-10-16,-5 2-12 0,-2 4-8 0,2-4 35 15,2 3-53-15,-3 4 4 0,0 2-6 16,-8 5 5-16,3 4 0 0,-3 1 50 15,-5 8-56-15,7 1 16 0,-2 1-2 0,2-2 2 16,2 4-6-16,9-11 51 0,-2 5-62 16,1 0 3-16,3-2 12 0,1 0 25 0,3-11-5 15,7 5 4-15,0 0-14 0,7-10-4 16,10-7-7-16,-5 1-1 0,0-3-4 0,0 0 11 16,1-3-35-16,-2-3 25 15,1 1-5-15,-5 5 4 0,0-1 0 0,0 2-7 16,-8 7-50-16,6-1 57 0,-4-1-4 15,-8 8 2-15,7-7-3 0,4 2 3 0,-11 5-51 16,0 0 59-16,14 5-6 0,-2 2 1 16,-12-7-5-16,4 14 4 0,5-1 26 15,-3-4-37-15,0 4 2 0,1-6 0 0,2 2 0 16,-9-9 5-16,10 6 29 0,2 0-43 16,-12-6 5-16,16-4-7 0,0 0-12 0,-3-4-2 15,4-7 38-15,-6-2-58 16,1 2 21-16,-1 0 0 0,2 2-4 0,-7 5 11 15,-1-4-63-15,5-1 75 0,-4 2 0 16,-2-1 2-16,-4 12-1 0,9-10 1 0,0 3-64 16,-9 7 74-16,0 0 1 0,8 7 1 15,2 3 2-15,-2 3-2 0,-1 1-62 16,-2 0 84-16,-1 3 3 0,0 1 8 0,2-3-5 16,-2 0-2-16,1-2 33 0,-1-1-51 15,0-2 7-15,-4-10 7 0,4 9 21 0,3 3-6 16,-7-12 22-16,0 0-42 15,0 0-9-15,3-15-11 0,3-1 5 0,-2-1-3 16,0 0 21-16,0-2-24 0,0-1-2 16,2 3-3-16,0-1-4 0,4 3 6 0,-4 0 7 15,2 3-15-15,1 0-1 0,-1 7 5 16,1-1-1-16,-9 6 0 0,13 4 5 0,1 0-21 16,-5 5 23-16,4 1 0 0,-7 0-30 15,2 5 30-15,0-1 0 0,1 3-7 16,-2-2 12-16,-1-1-3 0,-4-2 1 0,2-1-3 15,-4-11 9-15,5 9 34 0,3 1-1 16,-8-10-24-16,0 0-2 0,0 0-5 0,0 0 5 16,-2-15 20-16,2 0-26 15,2 2-14-15,0-3-1 0,0-3 5 0,-1 2 0 0,4 0 14 16,-1 0-26-16,4 3-5 16,-2 1-1-16,0 4 10 0,2-3-3 0,5 10 32 15,0 1-35-15,-1 2-4 0,3 3 5 16,0 4 5-16,-2-2-12 0,1 3-10 15,2 2-48-15,-8 4-38 0,9 12-59 0,-13-17-66 16,-4 11-108-16,0 11-269 0,-6-9-146 16</inkml:trace>
  <inkml:trace contextRef="#ctx0" brushRef="#br0" timeOffset="10683.01">19475 6256 1250 0,'0'0'316'0,"0"0"-128"0,0 0-43 0,0 0-25 0,0 0-18 0,1 10-6 0,2 1-1 0,4-1-34 0,0-2 3 16,-3 4-2-16,2 3-12 0,0-1-2 0,4 8-13 0,-2-14-47 15,0 10 38-15,0-3 1 16,-2-3-3-16,2-2-8 0,-1-3 3 0,2 0-32 16,-9-7 37-16,13-2-10 0,1 0-7 15,-6-8-1-15,4 0-2 0,-5-2 26 16,6-11-35-16,-8 13-1 0,-3-6 2 0,0-2-3 15,0 1 1-15,0-3 34 0,0 5-44 16,3 1 6-16,-5 14-2 0,0-14-1 0,2 1 2 16,-2 13 35-16,0 0-38 0,0 0 5 15,8 3-1-15,3 4 2 0,-5 4 4 0,0-2 4 16,-2 2-12-16,4 1 3 16,0 0 0-16,-2 1 2 0,0-2 2 0,0-3 10 15,1-3-14-15,1 4 20 0,-8-9-5 16,0 0 4-16,11 0 0 0,0 0 2 0,-5-7-20 15,0 0 15-15,-2-5 1 0,2 3 2 16,-9-6-3-16,2 2-3 0,-1-5-45 16,0 1 49-16,-2 4 1 0,2-3 1 0,-4 5-1 15,2-1-5-15,4 12-61 0,-7-9 18 16,5-3-44-16,2 12-59 0,0 0-39 0,0 0-3 16,-2-8-5-16,0-4-58 0,2 12-232 15,0 0 75-15</inkml:trace>
  <inkml:trace contextRef="#ctx0" brushRef="#br0" timeOffset="11033.3">19895 6113 1067 0,'0'5'223'0,"12"-2"-36"0,-12-3-31 0,6 7-18 0,3 1-34 0,-9-8 11 0,11 9-22 0,-3 0-12 0,3-1-14 0,-3 1-15 0,0 4-24 15,2-2 11-15,-6 0-11 0,2 3-1 16,0-5-12-16,2 3 3 0,-6-4 6 15,1 3-24-15,-3-11 10 0,-3 9-4 16,-1 2 6-16,4-11-1 0,-10 2-41 16,-1 4 82-16,11-6-11 0,-8-8-12 0,-1 3-4 15,5-4-4-15,0-1 26 0,4-4-47 16,0 4 5-16,4-5-8 0,0 2-7 0,2 0-9 16,8-7 39-16,2 8-52 0,2 0 13 15,0 3 9-15,3 1-9 0,-7 6-7 0,4 2-49 16,2 0 65-16,-6 0 4 0,4 2 2 15,-2 6 3-15,-2 1-3 0,-5 3-52 16,3 0 62-16,-6-4 2 0,0 4-5 0,-2-3 0 16,-1 3 4-16,-3-12-21 0,5 13 10 15,0-2-29-15,-5-11-70 0,0 0-96 16,0 0-127-16,0 0-189 0,8-9 11 16</inkml:trace>
  <inkml:trace contextRef="#ctx0" brushRef="#br0" timeOffset="11183.72">20069 5782 693 0,'0'20'108'0,"0"-20"-56"0,0 0-57 0,0 0-121 16,14 4-86-16,-2 3 47 15</inkml:trace>
  <inkml:trace contextRef="#ctx0" brushRef="#br0" timeOffset="11649.68">20329 5795 1006 0,'0'0'248'0,"2"11"42"0,2 1-99 15,-4 0-1-15,0 3-14 0,0-1-17 0,2 3-25 16,3 7-17-16,1 12-37 15,0-9-10-15,0 2-14 0,1 0-12 0,-2 3-9 16,1-4-11-16,-2-4-40 0,2 1 11 16,0-4-23-16,-4-10-21 0,0 6-31 0,3 3-13 15,-3-9-11-15,0 2-71 0,-2-13-23 16,0 0 1-16,0 0 30 0,-11-3 37 0,1 0 54 16,2-8-10-16,-1 4 42 0,0-6 14 15,-7-2 19-15,9 6 28 0,-3-2 32 16,-1 2-2-16,2-1 18 0,-1 3 19 0,2-2 16 15,-1 2-20-15,9 7 34 0,-9-8-21 16,1 1-4-16,8 7-14 0,0 0-12 0,0 0 41 16,2-13-63-16,2 2-11 0,7 7-3 15,6-7 8-15,-7 9-1 0,6-5 17 0,-2 2-31 16,3-1 24-16,1 4-2 0,-4-2 6 16,1 2-8-16,2 2-5 0,0 2-17 15,-3 2 10-15,2-2-1 0,-8 1-11 16,2 5 2-16,1-1-1 0,0 0-21 15,-6 0 16-15,4 1-1 0,-9-8-5 0,9 7-8 16,-1 5-13-16,-8-12 9 0,0 0-64 16,9 7-21-16,0 0-57 0,-9-7-63 0,0 0-52 15,0 0-19-15,-4-16-247 0,3 1-15 16</inkml:trace>
  <inkml:trace contextRef="#ctx0" brushRef="#br0" timeOffset="11785.54">20485 5736 804 0,'0'0'172'0,"5"7"-35"0,4 0-28 0,-5 0-21 0,0 3-17 0,-1 1-14 0,4-2-15 0,4 3-19 0,-3 2-57 0,-8 1-94 0,2 2-99 16,5-1-94-16,4 14 274 0</inkml:trace>
  <inkml:trace contextRef="#ctx0" brushRef="#br0" timeOffset="12533.04">20663 6018 1167 0,'0'0'257'0,"0"0"-65"16,0 0 8-16,0 0-84 0,0 0 0 16,0 0-18-16,0 0-1 0,8 7-19 0,0 3 6 15,-8-10-26-15,6 9-8 0,0 0-11 16,-6-9-7-16,8 10-7 0,-1 0 1 0,-7-10-18 16,0 0 5-16,8 8 2 0,-1-3 3 15,-7-5-10-15,0 0-5 0,6-9-60 16,-2-1 60-16,3-4-5 0,1 3 0 0,-3-2-8 15,2 0-3-15,1-1-67 0,-2 1 63 16,2-1 6-16,0 2 1 0,1 2-2 0,2 1 9 16,-1 1 9-16,-1 1-20 0,3 2 2 15,-2 3 4-15,-10 2 3 0,16 0 13 0,0 2-8 16,-3 3-10-16,0 2 6 0,2-6 3 16,-1 6-1-16,4-7 46 0,-2 2-50 15,2-6 5-15,-4-1-12 0,3 0 6 16,7-7-4-16,-6 1 43 0,2-2-40 15,-6 0-8-15,-1-1 8 0,0-1 2 0,-4 0 1 16,1-3 42-16,-7 10-54 0,4-6 6 16,-4 0-2-16,0 3 3 0,-3 0 2 0,0 11 40 15,-4-9-57-15,-2 2 18 16,-4 10-3-16,1 4 5 0,-6 3-1 0,-6 7 46 16,9-2-52-16,-2 2 5 0,0 0-3 0,4 2 8 15,3-12-4-15,3 8 43 0,-1-1-56 16,1-2 25-16,2-1 2 0,2-11 3 15,8 6-5-15,-1-1-9 0,4-10-11 16,1 1 4-16,3-4-3 0,8-6 7 0,-8 4-1 16,-2-4-4-16,0 1 21 0,-6 5-4 15,2-8 1-15,9-4 3 0,-12 12 0 0,0-5-60 16,0-1 83-16,-1 4 14 0,1-2 3 16,-6 12-5-16,2-14-9 0,0 3-3 15,-2 11-14-15,0 0 0 0,0 0-2 0,0 0-4 16,0 0 1-16,-2 11 4 15,-2 0-10-15,4 9-2 0,2 10 1 0,0-5 5 16,3 4 10-16,-1 5 19 0,4 0-26 16,3 5 14-16,-1 0-5 0,4 5 3 0,-4 2-8 15,0 2 1-15,1 0-15 0,-7-2 10 16,3 2-3-16,-5-6-6 0,-2-4 0 0,-2-2 16 16,-1-7 10-16,-1-2 29 0,0-5 13 15,-5 0 17-15,3-15-6 0,-4 5-10 0,2-3 2 16,8-9-5-16,-22-4-14 0,3 2-13 15,12-14-9-15,-8-12-9 0,3-1 10 16,4-3-36-16,-2-3-42 0,2-7-33 0,4 1-15 16,6-5-14-16,0 3-7 0,1 1-76 15,7 3-29-15,-1-4-48 0,1 5-104 0,3 3-322 16,4 4-216-16</inkml:trace>
  <inkml:trace contextRef="#ctx0" brushRef="#br0" timeOffset="12700.01">21615 5778 1147 0,'4'7'324'0,"-4"-7"-90"0,0 0-47 0,0 0-43 0,0 0-60 0,0 0-51 0,0 0-33 0,0 0-41 0,0 0-56 15,-9 8-86-15,0 1-349 0,7 2-22 16</inkml:trace>
  <inkml:trace contextRef="#ctx0" brushRef="#br0" timeOffset="13269.63">20081 6513 1074 0,'0'0'352'0,"-10"-6"-85"0,3 2-45 0,7 4 24 0,0 0-74 0,11-3-23 0,1 3-19 16,8-9-22-16,15-1-8 0,-3 0 29 15,3 0-31-15,13-1-14 0,5-4-4 0,4 0-7 16,4-1-12-16,0-3 0 0,4 6-18 16,-4-4-12-16,-2 1-4 0,-2 1-10 0,0 0 2 15,-8 1-5-15,-7 6-6 0,-1-4-1 16,-9 0-7-16,-1 5 3 0,-5 3-8 15,-5-2-23-15,-10 2-17 0,5 1-37 16,2-4-26-16,-10 2-14 0,4 3-13 0,-12 2 16 16,0 0-52-16,0 0-12 0,-10 7-39 15,-8 7-21-15,-8-6-35 0,-4 4-255 16,-5-1-22-16</inkml:trace>
  <inkml:trace contextRef="#ctx0" brushRef="#br0" timeOffset="13466.31">20051 6711 951 0,'-17'13'314'0,"17"-13"-38"0,0 0-40 16,0 0-64-16,0 0 35 0,9-9-18 16,-1 2-27-16,8-2-29 0,10-6-30 0,0 4 19 15,10-2-39-15,7-2-27 0,5-5 5 16,13-1-16-16,6 0-5 0,2 1 14 16,5-1-32-16,5-1-18 0,2-2-32 0,-8 2-32 15,-2 2-37-15,-2 1 1 0,-7 4-81 16,-5 1-85-16,-11-3-173 0,-6 4-164 0,-8 5-131 15</inkml:trace>
  <inkml:trace contextRef="#ctx0" brushRef="#br0" timeOffset="32199.04">20663 7488 949 0,'0'0'234'0,"0"0"-85"0,0 0 16 0,4 10-3 0,3-2-19 0,-4 1-16 0,1 3-17 0,0 1-27 15,-2 3 12-15,4 2-9 0,0-1-10 0,-4 0-5 16,0 4-14-16,3-5 21 0,-3-1-49 15,2-4 1-15,-2 3 2 0,0-7 9 0,3 3 21 16,-5-10 24-16,0 0-38 0,0 0-16 16,0 0-8-16,0 0-1 0,0-16-12 0,0 4 25 15,2-5-31-15,2 5-14 0,-2-4 0 16,3-2 5-16,3 3 1 0,-2 1 22 16,2 4-25-16,0 1-2 0,0 2-6 15,-2-1 6-15,5 6-1 0,0-3 29 16,1 12-27-16,-2-2-2 0,3 5 4 0,4 3 5 15,-9-7-5-15,1 7 25 0,8 8-25 16,-13-13-3-16,5 3 1 0,-1-1 7 16,-2-3 0-16,3-2 18 0,-9-5-14 0,8 7 10 15,1-2-6-15,-9-5-3 0,11-9 4 0,1 1 10 16,-2-5-29-16,6-6 18 0,-8 3-4 16,0 11-7-16,1-7-1 0,-2-1 14 0,1 2-30 15,1 1 17-15,-5 3-11 0,4 1-1 16,-8 6 2-16,0 0 7 0,11 0-8 15,2 3 15-15,-5 4-1 0,-2 1 1 16,0 2-5-16,-1 1 4 0,3-3-12 16,3 4 14-16,-3-7-1 0,1 2-4 0,1 0 1 15,-3-3 1-15,10-4-5 0,-1-4 12 16,1-3-17-16,13-2-4 0,-16-6-2 0,2 2 4 16,3-4 29-16,-6 0-35 0,-3-2-2 15,-8 11 3-15,3-7 7 0,1-2-1 0,-6 3 38 16,2 3-41-16,-2 11 0 15,-2-13 2-15,0 2 3 0,2 11 1 0,0 0 42 16,-17 0-47-16,2 3 5 0,4 7 5 16,1-1-1-16,1 2-2 0,-2 2 36 15,7 1-38-15,0 0 4 0,2-3-1 0,0 0 3 16,6-3 2-16,0 2 27 0,8-3-32 16,-4-3-5-16,4-4-26 0,1 1-22 0,4-3-24 15,10-5-27-15,-7 1 26 0,2-4 8 16,0-1 8-16,-3 0 14 0,-2-2 13 0,-4 1-35 15,0-3 59-15,-6 8 13 0,3-5 14 16,-2-1 19-16,-4 3 17 0,2-2-39 16,-1 3 76-16,-1 1-6 0,-4 8-15 0,0 0-14 15,0 0-3-15,0 0 42 16,0 0-49-16,0 0 1 0,0 0-5 0,2 12-5 16,0 0-2-16,-2 1 28 0,2 0-34 15,2 1-2-15,-2 0-5 0,2-6 0 0,1 4-1 16,0-4 23-16,-1 1-29 0,-4-9-10 15,4 9 12-15,2 0 6 0,-6-9 0 0,0 0 24 16,0 0-31-16,10-6-9 0,2-2 8 16,-8-4 0-16,2 0-3 0,0-2 15 15,3 0-23-15,-3-1-5 0,2 2 7 0,-1-1-9 16,-1 1 1-16,3 4 24 0,-1-1-18 16,0 5-3-16,-1 0-5 0,-7 5 10 0,15 5 2 15,-3-4 4-15,-3 5-31 16,-4 2 32-16,3-1-2 0,0 3-8 0,-6-1-1 15,5 1 20-15,-7-10-32 0,5 11 28 16,2-3-5-16,-7-8 3 0,0 0 6 0,0 0 2 16,0 0 8-16,0 0-9 0,0 0-15 15,0 0 9-15,3-8-9 0,4 1 7 0,-7-7 6 16,3 2-11-16,2 1-2 0,-3 0-1 16,1-2-2-16,4 2 2 0,-1 2 2 15,0 1-5-15,-6 8-7 0,11-5 3 0,2-1 9 16,-2 8-7-16,1 0 4 15,-2 4 8-15,2 2-6 0,-4 0 1 0,2 0-7 16,1 3 8-16,2-2 23 0,-5 2-27 16,5-4 0-16,-7 2-1 0,2-1-13 0,2-3-21 15,-2 1 25-15,-8-6-54 0,0 0-49 16,14-4-16-16,2 4-18 0,-6-7-30 0,3 0-3 16,-5-3-9-16,2-2-11 0,-1-3 6 15,-2-3 7-15,-1 1-19 0,-2-2 27 16,0 1 68-16,0 1 98 0,5 6 75 0,-2 0 34 15,-1 4 26-15,-2 1 25 0,-4 6-35 16,0 0-29-16,0 0 9 0,0 0 23 0,0 0 13 16,4 7-14-16,-1 1-12 15,-3 5 6-15,0 1-3 0,-1 3 4 0,-1 0-3 16,4 1-19-16,-2 2 11 0,1-1-6 16,2-1-2-16,2-1-18 0,1 1-3 0,0-4-6 15,3 0-11-15,0-7-19 0,3-2 2 16,0-3-8-16,2-2-9 0,-2-6 9 15,1-2-12-15,-5-3-5 0,3 2-6 0,-10-6-6 16,5-3-22-16,-9-3-12 0,-1-6-16 16,-5 7-12-16,-3 3 3 0,-1 1 2 0,7 11 10 15,-9-6-54-15,0 5 59 0,1 3-13 16,-2-2-18-16,2 7-21 0,-2 1-17 16,7 0-5-16,-3 2-21 0,12-5-20 0,-9 6-25 15,0 2-26-15,9-8-251 0,0 0 105 16</inkml:trace>
  <inkml:trace contextRef="#ctx0" brushRef="#br0" timeOffset="32816.37">22154 7323 934 0,'17'-16'210'0,"-15"8"-11"0,0-5-19 0,-2 13-30 0,7-7-25 0,-3-1-9 0,-4 8-4 0,7-7-11 0,3 1-10 0,-2 1-19 0,4 2-11 0,2 3 36 15,3 0-77-15,-2 3 14 0,2 4-12 0,-3 0-2 16,0 1-7-16,-2 2 36 0,2 1-49 15,-3 0 10-15,0 1-4 0,-6-3 2 16,5 3 4-16,-6-5 35 0,2-1-41 16,-6-6 13-16,0 0 4 0,0 0-3 0,0 0-4 15,-4 8 29-15,-2 0-43 0,6-8 2 16,-10-8-3-16,5 0-1 0,3-7-5 0,2 1 1 16,0-3-21-16,2 2-1 0,2-2 0 15,8-8 4-15,-7 15 5 0,5-1 14 16,-1-2-16-16,2 6 9 0,-1-3-6 0,0 8 12 15,2 0-2-15,-4 4 2 0,2 4-2 16,-1 3 5-16,-1 4 0 0,-4 0-3 0,0 2 2 16,4-3-1-16,-4 4-6 15,0-1-5-15,2-3 17 0,-2-1 4 0,2-2-5 16,1-3 6-16,0 0-19 0,-7-6-12 16,12 0 4-16,3-2-7 0,-5-9 3 0,1 3 51 15,0-8-48-15,4-6 3 0,-5 5 2 16,-1-2 4-16,-5-2 0 0,-2 0 45 15,2 8-59-15,-8-5 17 0,4-1 18 0,0 2 22 16,0 1 1-16,0 3 8 0,0 2-23 16,0 11 3-16,0 0 0 0,0 0-2 0,-8 7 4 15,1 1 21-15,2 10-37 0,0 16 22 16,2-5-10-16,-1 8 1 0,2 1 2 16,6 6 6-16,0 3-27 0,4 5 23 0,0 5-8 15,-2 0 1-15,-2 2 0 0,4 3-4 16,-1-4-14-16,-1-3 22 0,-4-5 16 15,-4-2 32-15,-3-5 17 0,1-10 20 0,-4-3 5 16,0-3-27-16,2-16-14 0,-9-3-11 16,2-1-11-16,0-16-13 0,-8-9 4 15,6-9-19-15,1-6-9 0,0-5-39 0,4-3-43 16,2-7-31-16,1 0 19 0,5-2-112 16,-1 4 2-16,6 7 6 0,-1 0-33 0,1 3-71 15,1 4-409-15,2 6-225 0</inkml:trace>
  <inkml:trace contextRef="#ctx0" brushRef="#br0" timeOffset="33848.51">21121 8028 1067 0,'0'0'300'0,"0"0"-11"0,0 0-107 0,0 0-28 0,0 0-29 0,0 0-21 0,0 0-22 0,0 0 0 0,-11 7-17 0,3-2 13 0,-3 11-10 0,-3 11-5 0,-1-4-8 0,8 3 2 0,-1 1-14 16,2 5 5-16,4 1-9 0,-1 5-12 0,1-2 3 16,2 4-18-16,5-4 8 0,-3 2 1 15,0-1-8-15,2-4-5 0,0 2 6 0,0-3-10 16,0-1 8-16,-2 1-4 0,-4-3 0 16,-2-3-5-16,-4 0-12 0,4-2-38 15,-3-1-70-15,-4-2 23 0,1 0-15 16,-7-4-41-16,-2-3-37 0,10-9-29 0,-9-1-20 15,-2 2-318-15,0-8-62 0</inkml:trace>
  <inkml:trace contextRef="#ctx0" brushRef="#br0" timeOffset="34216.37">20788 8560 979 0,'22'-18'208'0,"-16"8"-37"0,-2 1-27 15,5-3-22-15,3 2-6 0,9-6 6 16,-4 6-19-16,3-3-7 0,1 4-8 0,1-1-18 15,2 0-12-15,2 4-12 0,-1 1-5 16,-10 3-7-16,6 2-9 0,1 0-3 0,-2 2-6 16,12 3-53-16,-23 1 54 0,5 2-1 15,2 0 0-15,-6-1 8 0,5 1 2 16,-7 1-63-16,3 0 69 0,-5-1-9 16,1 3 0-16,-7-11-9 0,8 9 1 0,0 0-68 15,-8-9 70-15,0 0-9 0,12 7-15 16,-4 1 6-16,-8-8-23 0,0 0-48 15,0 0-12-15,6-8-25 0,8-7-16 0,-7 8-18 16,-9-12-10-16,0-13 24 0,2 22-14 16,-5-13 3-16,5-14 7 0,-2 12 39 0,0-1 23 15,-2 3 33-15,2 12 47 0,0-6 24 16,2 0 27-16,2 1 23 0,2 3-30 0,-4 13 48 16,2-16-38-16,-2 4-16 15,0 12-8-15,0 0-8 0,0 0-39 16,0 0 30-16,0 0-24 0,0 0-42 0,0 0-55 15,0 0-97-15,0 0-183 0,0 0 213 16</inkml:trace>
  <inkml:trace contextRef="#ctx0" brushRef="#br0" timeOffset="34916.73">21324 8029 827 0,'9'0'297'0,"-9"0"-34"0,0 0-59 16,0 0-50-16,0 0 9 0,0 0-77 15,0 0 14-15,0 18 4 0,9 6-11 0,-3-5-5 16,0 4-5-16,-2 3-29 0,4 2-8 16,-1 6-10-16,1 0-6 0,-1 1-6 0,1-2 7 15,3 2-16-15,-4-3-4 0,5-4-2 16,-3-4-4-16,-5-10 0 0,0 3 7 0,4 0-24 16,0-8-7-16,1 2-12 0,-9-11 4 15,16-2-1-15,6 0 12 0,-7-9-19 16,6-8-3-16,-6 4 8 0,-4-4 4 0,-3-2 4 15,5 1 36-15,-7-3-36 0,-2 16 0 16,1-12 1-16,-1 5 9 0,-4-1 4 0,0 2 37 16,0 13-49-16,0 0 13 15,-7-7 6-15,1 1 20 0,-4 14 10 0,-3 1 6 16,5 6-9-16,-6 14 11 0,8-9-6 16,2 3-6-16,0-1-2 0,4 2 4 15,2-2-18-15,4-1 7 0,2-3 2 0,2-2-1 16,-4-9-1-16,11 1 12 0,-1-2-27 15,8-6 11-15,12-6-8 0,-7-3 4 0,-1-4-6 16,2-5 0-16,2 1-15 0,-1-4 12 16,-3-4-1-16,-3 2-2 0,-6 0 3 0,0 0-2 15,-4 1-48-15,-2-2 57 0,-3 0 1 16,-4 14-5-16,-1-7 2 0,-1 2-4 0,-1 4-51 16,-1-2 62-16,-2 13-4 15,0 0 0-15,-11-4 2 0,2 0 0 0,3 12-45 16,0 0 53-16,0 2 0 0,1 1-8 15,1 3 2-15,-1-1-1 0,5-1-41 16,0 1 41-16,7-4 4 0,-2 1 35 0,3-1-46 16,2-2-2-16,10-7-20 0,-4 0-31 15,5-2-18-15,9-3-2 0,-6-2 0 0,3-3-23 16,1 1-12-16,-4 0 18 0,2-2-18 16,-5-1 22-16,-1-2 21 0,-4 3 38 0,-8 5 21 15,4-1 17-15,0-1 5 16,-12 8-3-16,0 0 13 0,0 0-9 0,0 0 52 15,0 0-1-15,-4 12 4 0,0-3 1 16,-2 4-12-16,0 2-4 0,-2 3-24 16,-2 8-1-16,4-8-3 0,-3 1-7 0,3-1-8 0,2-8-5 15,-1 6-41-15,-1 2-76 16,2-6-81-16,-1 1-154 0,-8-10-225 0,6 4-79 16</inkml:trace>
  <inkml:trace contextRef="#ctx0" brushRef="#br0" timeOffset="35931.94">21305 8824 1202 0,'4'-10'253'0,"-8"24"-76"16,-2-2-8-16,6-12-11 0,0 20 4 0,0 10-10 0,-2-2-12 0,4 3 14 0,0 3-55 0,0 9-20 0,0 0-5 0,2 5-19 0,3 0-11 15,1 5 22-15,0 0-32 0,2 4-14 0,0 0-53 16,2-2-32-16,-3-3 9 0,-1-2 10 16,-1-8-55-16,-1-7 16 0,-2-5-31 15,1-19-49-15,-4-2-19 0,2 4-3 16,-10-22-7-16,1 1-11 0,0-14-13 0,-8-18 12 15,4 1 41-15,-4-7 91 0,-3-7 20 16,6-1 68-16,1 2 57 0,3 6 17 0,1 6-3 16,2 0 39-16,1 4-32 0,3 4 1 15,0 3-17-15,5 4 4 0,1 4-7 0,-4 13 8 16,7-6 1-16,1-1-3 16,2 9-5-16,2-2-13 0,2 8-2 0,2 0-12 15,-4 8-22-15,5-1-1 0,-8 7-3 16,-2-3-5-16,-3 4 26 0,2 1-28 15,-8-1-5-15,2 2-1 0,-12 1 0 0,-3 6-2 16,0-9 44-16,7-8-54 0,-9 5 3 16,-7 2-2-16,14-11 7 0,-2 1-4 0,2 0 37 15,-1-8-58-15,0-2-5 0,5-1-13 16,2-4-12-16,6-1-22 0,0 0-45 16,6-3 57-16,6-8 11 0,-1 6 11 0,2 2 6 15,2 1 8-15,2 1-40 16,-12 8 80-16,6-2 21 0,5 2 9 0,-10 1-5 15,6 4 7-15,-4 2-38 0,1 0 72 16,-2 3 4-16,-1 2 1 0,-4 3 4 0,4 2-11 16,-4 2 42-16,2 1-84 0,-2 0-7 15,1 1-4-15,-1-3-10 0,0-2-13 0,-6-11 2 16,5 11-79-16,1 3-42 0,-6-14-65 16,0 0-119-16,0 0-275 0,9-7-102 15</inkml:trace>
  <inkml:trace contextRef="#ctx0" brushRef="#br0" timeOffset="36055.99">21548 8868 820 0,'0'0'211'0,"7"7"-41"0,2-1-39 0,-9-6-50 0,4 8-58 0,-2-1-70 0,-2-7-97 0,6 11-219 0,0 1 227 0</inkml:trace>
  <inkml:trace contextRef="#ctx0" brushRef="#br0" timeOffset="36833.76">21829 8993 1083 0,'0'0'249'16,"0"0"-48"-16,0 12-10 0,0 1-16 15,6 0-5-15,-2 0-11 0,4 8-2 0,3 16 1 16,-3-7-17-16,1 7-40 0,-1 0-22 15,3 6-11-15,19 59 36 0,-16-46-71 16,-1 1-109-16,-2-1-25 0,-7 2 1 16,2-5 17-16,3-9 17 0,-4-4 27 15,-2-8-44-15,-1-16-49 0,-2-3-19 0,2 4-4 16,-2-17-8-16,-10-11 22 0,-5-8 8 16,7-8 16-16,-1-7 22 0,-2-8 17 15,-1-6 44-15,-1-7 7 0,2 1 80 16,1-2-18-16,1 1 5 0,3 2 40 0,3 7 8 0,2 2 13 15,1 3-20-15,1 7-12 16,4 2 10-16,1 5 2 0,7 2 60 16,0 3-75-16,2 7-1 0,3 3-18 0,0 5-4 15,-8 0-4-15,7 6-5 0,3 1-19 16,-8 3 3-16,1 4-2 0,-2 4 5 0,-3 2-7 16,-8 4-1-16,0 12-17 0,0-18 13 15,-6 4-3-15,2 2 0 0,-1-4-6 0,0 1 11 16,-1-6-13-16,2-1 8 0,4-7 0 15,0 0-3-15,0 0 6 0,-8-7-6 0,2 1-5 16,12-5-2-16,10-7-7 0,-4 0-7 16,-1 2-4-16,9-2 3 0,-5-2 9 15,1 3-12-15,-1 0 4 0,0-2 5 16,-5 0 3-16,3 2 52 0,-6 7-64 16,-3-4 31-16,0 1-3 0,-2 2 16 0,1-1 1 15,-3 12 20-15,-7-9-3 0,3 1 8 16,-7 12 4-16,0 0 7 0,4 8-4 0,-5-3 7 15,1 4-44-15,4 0 18 0,1 4-16 16,1 1 6-16,5-3-8 0,0 3 24 0,7-8-44 16,1 4 17-16,4-4-14 0,2-3 4 15,0-5-1-15,1 3 10 0,3-12-3 16,12-3-1-16,-8-1-9 0,-3-2-5 0,-2-2 0 16,2-3-4-16,-6 2 4 15,2-6 4-15,-3 3-5 0,-9 12 5 0,5-12 0 16,-2 0 0-16,-1 3-5 0,-1 3 7 15,0 4-10-15,-2-2 3 0,-2 11 3 0,0 0 20 16,0 0 11-16,-2 11 18 0,2-2 2 16,-4 8 13-16,2 0-4 0,4 4-7 0,0 11 3 15,0-10-13-15,6-1-11 0,-2-1-7 16,4 2-5-16,4-3 0 0,-5-1 7 16,1 0-15-16,-6-7-26 0,4 2-36 0,-1 1-36 15,-4-3-33-15,1 1 3 16,-15-1-97-16,-10 10-67 0,-6-3-108 0,-3 0-286 15,-4 3-206-15</inkml:trace>
  <inkml:trace contextRef="#ctx0" brushRef="#br0" timeOffset="37282.4">21447 9994 1103 0,'-4'-29'352'0,"8"20"-69"0,-7-5-23 0,3 3-32 16,0 11-18-16,-3-9-3 0,-1-3-41 0,4 12-26 0,-9-4-29 0,-2 0-25 0,11 4-14 0,-13 5-3 0,-7 7-14 0,4 0-20 0,0 1-5 0,0 0-7 0,12-5-6 0,-6 9-2 16,0-2 0-16,3 2-4 0,3 0-5 15,6 0-1-15,-2 1-6 0,6-5 10 16,1 0-5-16,7-4-10 0,0 1-4 0,4-3-4 16,4 0-13-16,-3-3 17 0,-1-1-21 15,-4 0-5-15,-2 0-5 0,-2-1 3 0,1 2 11 16,-11-4 24-16,0 0-17 0,-4 12-2 15,-3-4 1-15,-9 2 5 0,-8 4 4 0,3-7 37 16,2 1-36-16,8-3-2 0,-3 1-32 16,1 2-19-16,0-6-22 0,-1 3-20 15,14-5-71-15,0 0-32 0,0 0-40 0,4-10-39 16,4-10-276-16,4 5-80 0</inkml:trace>
  <inkml:trace contextRef="#ctx0" brushRef="#br0" timeOffset="37565.37">21651 9992 1078 0,'-14'13'270'0,"2"-2"-50"0,12-11-34 16,-6 10-11-16,-1 1-16 0,7 0-22 0,0 1-18 15,-2 0-18-15,2 1 1 0,2 0-36 16,3-1-16-16,-1 1-6 0,2-1-13 0,0-3-4 16,2 0 14-16,4-6-17 0,-2-2-5 15,3-1-12-15,1-1 1 0,-1-8 3 0,9-2 7 16,-15 6-11-16,6-5-5 0,0-1-5 15,-9-3-4-15,3 3 6 0,-5-2 7 16,0 1-11-16,-10 2-4 0,5 0-9 0,-9 1-2 16,4 2-6-16,-6 3 3 15,1 0-12-15,-1 6-4 0,-2 0-19 0,4 2-25 16,0-2-35-16,12-2-40 0,-6 5 1 16,0 1-37-16,6-6-63 0,0 0-239 0,6 8 41 15</inkml:trace>
  <inkml:trace contextRef="#ctx0" brushRef="#br0" timeOffset="37932.33">21999 9902 969 0,'-29'2'307'0,"29"-2"-12"0,0 0-126 0,0 0-22 16,-10-4-24-16,-1-2-23 0,11 6-9 16,-13 6 3-16,3-2-17 0,4 5 11 15,-1 4-3-15,0 0-12 0,1-1-16 0,2 5 8 16,0 0-26-16,6 0-5 0,-2 3-6 15,6-5-10-15,0 1-4 0,5-3 16 0,10 2-33 16,-13-11 5-16,12 0-16 0,16-3-25 16,-12-6-14-16,5-1-15 0,-2-5-5 15,1-4-7-15,2-1 6 0,-5-3 15 0,0-2 12 16,-2-2 30-16,-3-3-13 0,-4 0 15 16,-3-6 15-16,-4 3 9 0,-5-2 9 0,-2-1 43 15,2 3-1-15,-4 3 29 16,0 11 19-16,-2-3 11 0,0 0-7 0,0 5-13 15,-2 3-11-15,4 10-20 0,-11 4 3 16,-4 10 2-16,7 1-5 0,2 4-26 16,0 3 14-16,0 4-10 0,4-4-13 0,0 5-2 15,2-1-8-15,0-14-34 0,0 8-10 16,2 2-57-16,6-7-35 0,-4 3-34 0,2-5-37 16,0-1-59-16,-6-12-28 0,0 0-136 15,0 0-211-15,17-5-150 0</inkml:trace>
  <inkml:trace contextRef="#ctx0" brushRef="#br0" timeOffset="38398.07">22461 9619 1227 0,'0'0'323'0,"0"0"-82"16,0 0-41-16,-10 5-66 0,2 0-1 16,-4 7-14-16,-11 9-14 0,6-4 0 0,1 3-14 15,-3 2-3-15,-1 0-7 0,2-2-23 16,-4 1-4-16,3-2-19 0,6-2-7 0,7-9 3 15,-5 3-3-15,1 2-19 0,4-4 4 16,-2-2-16-16,8-7 4 0,0 0-3 16,0 0 2-16,0 0-4 0,12-4 1 0,0 1-5 15,1 0 1-15,0-1 7 16,-13 4 3-16,17 2-10 0,0 0 6 0,-17-2 1 0,17 6 0 16,-4 1 6-16,-2 0-6 15,1 2-9-15,-6-2 6 0,3 1-3 0,1 0 3 16,0-3 29-16,0 2-37 0,0-3-4 15,2-4-11-15,1 3-18 0,-2-10-9 0,4 7 28 16,-1-12-36-16,10-4 10 0,-8 3 16 16,-2-2 1-16,-4-1 9 0,3-1 41 15,-3-1-43-15,-1 1 10 0,-5 8 3 0,-4-8 9 16,2 0 9-16,0 5 38 0,-2-3-33 16,0 15 4-16,-2-7 1 0,-2-3 3 0,4 10 7 15,-11 4 40-15,1 2-30 0,1 7-2 16,1 3-4-16,4-3 4 0,0 2-15 15,-1 0 43-15,2 3-47 0,3 1-10 16,0 0 1-16,8-7-19 0,-2 1-19 0,6-9-15 16,-1 5-28-16,4-9-30 0,-2 0-41 15,6-6-67-15,2 1-69 0,-5-7-35 16,8-8-210-16,-5 4-14 0</inkml:trace>
  <inkml:trace contextRef="#ctx0" brushRef="#br0" timeOffset="38816.75">22759 9326 1185 0,'-25'5'299'0,"25"-5"-75"0,0 0-25 0,-2 10-23 0,-1 0-16 0,3 6-3 0,0 14-16 0,3-7-24 0,-6 5-7 0,2 5-8 0,-1 1 1 0,2 6-20 0,2-2-4 0,-1 0-26 0,2-1-3 0,-1-3-15 0,-2-2-3 15,7-3-10-15,-1-6 10 0,5-3-21 16,-10-13 3-16,10 3-13 0,-2-1-21 0,3-11-2 15,10-6-31-15,-5-3 18 0,0-9-5 16,-2 1-14-16,-5-1 1 0,5-4 2 0,2 0-21 16,-3-1 13-16,2 2 10 15,-4 3 9-15,-3 10 4 0,-4-6 10 0,4 1-13 16,-2 4 15-16,0-2 8 0,-7 13 4 0,0 0 12 16,0 0 9-16,0 0-51 15,0 0 66-15,2 13-4 0,3 0-4 0,-6 0 0 16,1 3 3-16,0-1-42 0,0 2 44 15,1-2-4-15,4 1 1 0,-3-1-7 0,0 2 4 16,2-6-38-16,2 2 35 0,2-3-3 16,-2 0 3-16,-4 1-7 0,2-3-1 0,-4-8-28 15,0 11 36-15,4 0-1 0,-4-11-8 16,-10 9-13-16,1 4-12 0,-5-9-70 16,3 1 33-16,-4-3-51 0,-2 3-77 0,-2-10-90 15,-11-2-320-15,7-2-129 0</inkml:trace>
  <inkml:trace contextRef="#ctx0" brushRef="#br0" timeOffset="38981.42">22803 9515 960 0,'40'0'313'0,"-40"0"-93"0,6-12-68 15,-2 3-27-15,13 4-27 0,7-3-17 0,-2 2-20 16,4 0-66-16,1 2-64 0,1-1-75 15,-5 0-131-15,3 2-175 0,-2 8 129 16</inkml:trace>
  <inkml:trace contextRef="#ctx0" brushRef="#br0" timeOffset="39107.96">23317 9734 1532 0,'-7'9'304'0,"7"-9"-71"0,0 0-19 15,0 0-98-15,5-9-65 0,-1 1-80 0,-4 8-167 16,0 0-454-16,0 0-179 0</inkml:trace>
  <inkml:trace contextRef="#ctx0" brushRef="#br0" timeOffset="42614.47">15293 13046 1017 0,'-13'0'290'0,"5"12"-40"0,8-12-34 16,0 0 22-16,0 0-55 0,0 0-12 0,0 0 9 0,0 0-15 0,0 0-8 0,0 0 33 0,0 0-36 0,0 0-4 0,0 0 0 0,0 0-7 0,-5 8-11 0,1-1 14 15,4-7-52-15,0 0-14 0,0 0 27 16,0 0 20-16,9 9-10 0,-1 0 19 16,7-5-38-16,10 5-4 0,1-5-5 0,4 0-9 15,7-4-11-15,4 0-40 0,3 0 28 16,7-4-11-16,5 2-4 0,-2-3 2 0,11 1-7 16,3-1-23-16,5-3 18 0,-4 3-5 15,4-1-8-15,-4-1 1 0,-3 1-4 0,1 3-12 16,-5-1 17-16,-5-3-3 0,-4 4-7 15,-6 0 0-15,-5 1-1 0,-6-5-23 0,-2 7 11 16,-19-2 19-16,9 2-6 0,-4 0 5 16,-2-3-1-16,-4 3 4 0,-1 0-14 15,0-2 10-15,-13 2-9 0,15 0 0 16,-2 0-2-16,-13 0-3 0,0 0-31 16,0 0-9-16,0 0-16 0,0 0-23 0,-13-2-25 15,-2-2-8-15,2 4-16 0,0 0-128 16,-1-2-44-16,-4 2-35 0,2-2-10 0,-4-1-39 15,-3 3-44-15,-13-4-452 0,11 4-492 16</inkml:trace>
  <inkml:trace contextRef="#ctx0" brushRef="#br0" timeOffset="43018.33">15518 13222 1002 0,'-20'12'302'15,"20"-12"-48"-15,0 0-26 0,-12-2-10 0,-1 2 2 16,13 0 4-16,0 0-12 0,0 0-16 16,0 0-7-16,0 0-16 0,-8 4-1 15,-3-3-28-15,11-1-13 0,0 0-17 0,0 0-5 16,0 0 26-16,0 0-8 0,13 4 6 16,-1 0 3-16,-1 0-11 0,3 1-19 0,3-5-8 15,13 0 7-15,-2 0-12 16,6 0-4-16,8 0-13 0,7-5-7 0,6 1-8 15,8-4-20-15,7 3 16 0,7-2-13 16,3-1-6-16,1-1-18 0,-2-2 14 0,0 4-15 16,0-1 12-16,-5 1-6 0,-5-3 0 15,0 3-4-15,-10-1-2 0,-5 5-18 16,-7-4 17-16,-5 4-9 0,-8-1 0 0,-4 1-1 16,-5 0 1-16,-11 1 16 0,2 0-16 15,6 0-9-15,-10 2 2 0,1-2-1 0,-13 2-1 16,0 0 20-16,14-3-40 0,0 3-15 15,-14 0-30-15,0 0-32 0,0 0-25 0,0 0-27 16,0 0-10-16,0 0-88 0,8-4-48 16,2 0-43-16,-10 4-9 0,0 0-12 0,0 0-30 15,-8-5-81-15,0 1-315 16,8 4-318-16</inkml:trace>
  <inkml:trace contextRef="#ctx0" brushRef="#br0" timeOffset="46865.05">20374 12392 1354 0,'0'13'252'15,"6"4"-42"-15,4 10 10 0,-4-10-60 0,1 4-16 0,-5 0-21 0,5 0-10 0,-1 5-29 0,-2-2 15 0,-2 5-43 0,2 0-11 0,1-2-16 0,1 2-5 0,0-5 1 0,-4 3 17 16,0-16-45-16,2 10-33 15,1 0-24-15,0-2-22 0,-1-1-17 0,-4-7-57 16,4 1-43-16,-4-12-64 0,0 0-338 16,-4-7-134-16</inkml:trace>
  <inkml:trace contextRef="#ctx0" brushRef="#br0" timeOffset="47017.73">20409 12331 832 0,'28'-29'248'16,"-18"25"-36"-16,1 0-32 0,-2 1-71 15,3 1 13-15,3-4-19 0,0 4-23 0,4-1-12 16,2-2-24-16,0 5-17 0,3 0-85 16,-1 0-37-16,-2 0-43 0,-4 5-101 0,-1-2-205 15,-4 3 139-15</inkml:trace>
  <inkml:trace contextRef="#ctx0" brushRef="#br0" timeOffset="47169.16">20467 12647 999 0,'12'2'191'0,"-1"0"-15"0,2 0-50 0,-13-2-29 15,14-4-21-15,3 0-34 0,-1 0-68 16,4 2-12-16,0-3-66 0,9-4-154 16,-8 5-117-16,2-4 215 0</inkml:trace>
  <inkml:trace contextRef="#ctx0" brushRef="#br0" timeOffset="47348.99">20821 12618 1170 0,'-16'14'284'0,"16"-14"-20"15,0 0-99-15,5 15-7 0,-1 2-16 0,0-8-20 16,-2 1-7-16,2 4-9 0,3-2-26 16,-1 8-27-16,-2-3-7 0,2-4-10 0,1 3-16 15,-2-4-22-15,1 1-59 16,-2-2-33-16,4 2-63 0,-8-13-99 0,0 0-381 15,0 0-171-15</inkml:trace>
  <inkml:trace contextRef="#ctx0" brushRef="#br0" timeOffset="47481.39">20872 12357 1042 0,'0'0'177'0,"7"6"-20"0,-1 4-39 0,-6-10-25 15,7 7-28-15,0 1-50 0,-7-8-54 16,2 9-97-16,2-1-308 0,2 3 142 0</inkml:trace>
  <inkml:trace contextRef="#ctx0" brushRef="#br0" timeOffset="47932.52">21053 12285 1150 0,'-12'-19'325'0,"12"19"-55"15,0 0-15-15,0 0-52 0,0 0-45 0,0 0-35 16,0 0-29-16,0 0-25 0,0 0 14 16,6 13-13-16,6 10 0 0,-9 0-18 0,2 6 0 15,0 2-16-15,2 2 4 0,-3 2-23 16,4 1 14-16,-2-2-15 0,3-2 2 15,-3-1-1-15,1-2 14 0,1-5-34 16,1-3 11-16,3-1 2 0,-8-13-6 0,7 1 1 16,-2 1 4-16,7-11-6 0,-1 2-3 15,3-7-17-15,6-8 3 0,-8 6 0 0,0-7 14 16,2 0-3-16,-4-1-5 0,-1 0 3 16,-7 9-7-16,-2-9 8 0,0 2 0 0,-1 2 15 15,2 1-10-15,-5 12-2 16,-2-11-8-16,-1 3 13 0,3 8 16 0,-13 8 20 15,-8 5 5-15,11 3-10 0,-1 1 0 16,2-1-2-16,1 3-8 0,6-11 8 16,-2 11-15-16,2-1-7 0,2-2-2 0,2 2-1 15,4-7-3-15,2 3-14 0,5-9-55 16,2 2-57-16,0-4-38 0,0 1-33 0,2-8-74 16,12-6-140-16,-5 5-249 0,-1-3-185 15</inkml:trace>
  <inkml:trace contextRef="#ctx0" brushRef="#br0" timeOffset="48081.85">21615 12630 1121 0,'18'-5'365'15,"-26"-3"-84"-15,0-1-54 0,8 9-30 0,0 0-36 16,0 0-1-16,0 0-69 0,0 0-35 16,0 0-43-16,0 0-38 0,0 0-33 0,0 0-22 15,0 0-55-15,0 0-57 0,4 7-93 16,4 0-264-16,2 1-53 0</inkml:trace>
  <inkml:trace contextRef="#ctx0" brushRef="#br0" timeOffset="48897.67">22006 12508 1068 0,'-7'-24'264'0,"-3"12"-43"0,-7-5-38 0,11 11-11 15,-2-4-13-15,-1 1-21 0,-2 1-12 16,-1 0-12-16,-1 5-17 0,-2-3-25 0,-2 6 8 16,5 0-29-16,-6 7-10 0,-8 10-6 15,7-5-7-15,1 4 4 0,5 0-2 16,0 3-9-16,3-1-4 0,6-7-12 0,-2 4 2 16,-1 1 3-16,10-3 14 0,-3-2-15 15,7-1-7-15,0 0 0 0,-7-10-3 0,21-5 7 16,11 0 12-16,-12-5-17 15,2-1-2-15,0-4 0 0,-4-6 1 0,1-2-1 16,-1-2 16-16,0-3-36 0,-2-3 18 16,-6-3-6-16,-2-4 6 0,-3 1 12 0,-1-4 10 15,-6-1-9-15,0 1 26 0,-5 4 29 16,1 2 33-16,2 6 11 0,0 4-28 0,2 13 28 16,-3-7-23-16,1-1-26 0,4 20-12 15,0 0-4-15,0 0-7 0,0 0-12 16,-5 16 0-16,-1 10-4 0,6 5-5 0,4 1-2 15,0 6 0-15,1-4 7 0,2 3-16 16,1-3 0-16,4 0 0 0,3 1 0 0,-2-5-9 16,-2-1-31-16,1-6-50 15,-1-3-32-15,0-2-26 0,-7-9-9 0,6 3-15 16,2 2-46-16,0-6 45 0,1 1-31 16,-1-6-42-16,2 1 5 0,-14-4 35 0,16-7 29 15,0 5 42-15,-5-5 9 0,2 2 15 16,0-1 35-16,1-2 39 0,0 5 75 15,-2-1 34-15,2-4 27 0,-1 1 26 0,-6-3 18 16,1 0 45-16,1-3-54 0,-1 2 7 16,-8-2 1-16,1 4-15 0,-4-5 2 15,1 2 14-15,-4 7-14 0,-3-3-20 16,1 2-22-16,-1 1-14 0,9 5-5 0,-19 2-22 16,-7 7 26-16,14 2-2 0,-5 3-3 15,4 3-13-15,0 2-8 0,0 3-42 16,6-2 32-16,-2 1-10 0,6-12-5 0,-3 9-6 15,1 1-3-15,5-6-35 0,-1 0 38 16,1-13-6-16,6 10-2 0,0 2-4 0,-6-12-19 16,16-6-43-16,0 3 27 0,-3-10 4 15,7-8 5-15,-6 8-2 0,2-1 3 0,-4-1-19 16,0-2 27-16,1 1 0 0,-9 8-3 16,5-6 1-16,-1 2 3 0,1 5-23 0,-3-1 19 15,-6 8 9-15,0 0 1 16,11 0 1-16,2 3 0 0,-7 4-18 0,0 4 18 15,-1 0 7-15,3 1-8 0,-2 0-7 16,3 1-30-16,-3-2-6 0,5-1-31 16,-3-3-10-16,2 3-18 0,2-10-45 0,-1 4-24 15,2-11-108-15,-1 0-63 0,-4-3-349 16,9-12-220-16</inkml:trace>
  <inkml:trace contextRef="#ctx0" brushRef="#br0" timeOffset="49081.77">22536 11868 1224 0,'0'0'291'0,"-4"9"-64"0,-1-1-26 0,2 8-30 15,-1-1-33-15,4 5-4 0,0 11-18 0,0-1-12 0,-2 5-13 0,4 1-20 0,0 4-7 0,3 0-12 0,0 1-11 0,-3-2-29 0,2-3-39 0,0-2-41 0,4-1-77 0,1-7-17 0,-5-12-55 0,-4 1-105 16,0 2-253-16,0-17-100 0</inkml:trace>
  <inkml:trace contextRef="#ctx0" brushRef="#br0" timeOffset="49235.99">22383 12191 1264 0,'-16'-2'306'16,"16"2"-46"-16,0 0-52 0,8-9-48 15,-2 1-28-15,4 3-26 0,4 1-59 16,6-1 27-16,12-5-31 0,-5 5-34 0,1 1-22 15,4 4-44-15,2-3-46 0,-1 3-61 16,4 3-75-16,1-1-345 0,2 0-119 0</inkml:trace>
  <inkml:trace contextRef="#ctx0" brushRef="#br0" timeOffset="49580.75">23039 12196 1269 0,'-2'-20'281'0,"-12"5"-63"0,8 9-32 0,-2-3-47 0,2 2 11 15,-2-1-12-15,-2 0-12 0,-5 0-22 0,4 5-18 16,11 3-35-16,-17 0 29 0,2 2-4 16,2 7-5-16,-7 9 2 0,6-1-15 0,4-3 1 15,-3 5-21-15,3 1-13 0,3-3 1 16,3-8-4-16,2 6-2 0,0 0 8 16,2-15-17-16,2 16-5 0,2-1-1 0,-4-15-1 15,13-1 0-15,2 1 12 0,-3-10-11 16,10-4-9-16,-6 1-1 0,2 0 6 0,-4-2-6 15,-2-1 18-15,2 1-14 0,1 1-1 16,-9 7-6-16,6-4 8 0,4 0-3 16,-6 3 12-16,3 1-16 0,-13 7-2 0,14 7 3 15,7 4 10-15,-14-5-7 0,-1 11 17 16,6 12-15-16,-4-9 3 0,-4 2-27 16,6 2-33-16,3-3-37 0,-3 1-77 15,1-2 16-15,-2-11-72 0,-5 3-170 0,2-2-254 16,2 0-182-16</inkml:trace>
  <inkml:trace contextRef="#ctx0" brushRef="#br0" timeOffset="50097.59">20128 11964 1053 0,'0'0'225'0,"0"0"2"0,-5 16-24 0,1 1 36 0,8 5-60 0,2 15-7 0,-1 1-3 0,-1 7-4 15,3 5-15-15,3 8 24 0,3 7-36 0,1 1-17 0,2 2-15 0,-2 7-14 0,3 1-11 0,0 3 10 0,0 4-40 0,0 0-14 16,-2-3-6-16,2-5-7 0,0-6-22 0,0-5-5 16,-1-6-1-16,0-9-50 0,-4-8-25 15,-1-7-20-15,2-12-36 0,-5-10-19 16,3-4-40-16,1 1-54 0,-7-18-82 0,3 1-389 15,-3-12-246-15</inkml:trace>
  <inkml:trace contextRef="#ctx0" brushRef="#br0" timeOffset="50718.29">20214 11999 1216 0,'9'-13'276'0,"-12"3"-60"16,2 1-35-16,16-1 12 0,6-3-68 15,2 5 1-15,4-5-15 0,5-1-2 0,9-6-16 16,3-1 22-16,9 0-37 0,10-3-6 16,5 1-2-16,13-2-10 0,10 1-15 0,8 2 26 15,10-2-42-15,11 8-6 0,9-6 0 16,10 2-6-16,11 3-5 0,-5 0 26 16,3 5-29-16,3 3 1 0,-3-5-1 0,-2 3-6 15,-6 4 2-15,-2-3 19 16,-7 3-5-16,-11 2 9 0,-7-3 6 0,-14 4 10 15,-8-3-1-15,-12 3-9 0,-9 0 16 16,-13 3 2-16,-6-3 13 0,-7 2 11 0,-8 0-2 16,-4 2-55-16,-5-5 51 0,-16 2-15 15,8 3-11-15,2 3-6 0,-8-3-13 0,2 0-39 16,-7 5 53-16,0-1-2 0,0 7-5 16,-2-2-4-16,0 8-1 0,1 5-44 15,1-1 45-15,0 4-7 0,3 3 0 0,-3 6-6 16,5 5 1-16,1 3-41 0,-2 7 45 15,0 3-36-15,-2 5 38 0,-1 0-8 0,0 0 3 16,-2-3-34-16,5-1 30 0,-4 1-4 16,-2-6 4-16,0-2 0 0,4-2 3 0,-2-3-34 15,-2-4 35-15,0-1-7 16,1-3 4-16,-3-4 0 0,-2-1-1 0,0-5-27 16,1-10 33-16,-8 8 2 0,-4 11-2 15,-3-11-7-15,-10-2 10 0,-7-1-11 0,-7 1 16 16,-11-5-36-16,-11 3 14 0,-11 0-12 15,-9 1 5-15,-13 0 2 0,-10 0-22 16,-8 3 21-16,-11 4 16 0,-9 4 4 0,-11-1-5 16,-15 3 10-16,-8 4-28 15,-6 2 11-15,-7 0 22 0,-4 7 7 0,-3 2 10 0,1 0 10 16,-2 3-42-16,4-3 23 16,9 0 4-16,7-2-1 0,12-1-19 0,11-5-2 0,11-4-11 15,16-5-59-15,8 0-36 16,11-4-71-16,14-7-99 0,9-5-78 0,5-3-104 15,10-3-69-15,5-2-413 0,14-1-571 16</inkml:trace>
  <inkml:trace contextRef="#ctx0" brushRef="#br0" timeOffset="56831.15">3904 14122 852 0,'0'0'249'0,"-8"5"-19"0,-3 2-20 0,11-7-19 0,0 0-13 0,0 0-27 0,0 0-3 0,0 0-15 0,0 0-12 0,0 0-6 0,0 0-14 0,0 0-11 0,0 0-14 0,0 0-6 0,0 0-10 0,0 0-2 16,0 0 15-16,0 0-38 0,0 0-7 16,0 0-10-16,0 0 7 0,0 0 7 0,0 0 49 15,0 0-17-15,0 0-2 0,7 12-9 16,-5-2 0-16,-2-10 10 0,10 3-30 16,0 4 38-16,-10-7-1 0,15 0-4 0,1 0-7 15,0 0-10-15,-6 0-40 0,4 0 38 16,-3-2 3-16,7 4-2 0,-3-2-8 15,6 0-5-15,-5 0-3 0,6 0 29 16,0 0-25-16,-1 3-4 0,15-1-5 0,-9 0 0 16,1-2 20-16,2 0-12 0,1 0 16 15,5 0 3-15,0 0-8 0,0 0-8 0,7-2-3 16,-1 0 2-16,0-1-23 0,1-2 5 16,1 3 3-16,-1-1-14 0,-2-2 6 0,2 3-17 15,-2-3 5-15,-2 3 5 16,-3 0 3-16,2 1-8 0,-1 1-1 0,-3-5-7 15,-1 5 0-15,1 0 22 0,0 0-4 16,-4 0 7-16,-3 0 0 0,7 0-8 0,-4 0-43 16,1 5 44-16,-1-5 1 0,-18 0 0 15,14 0 0-15,13 0-3 0,-15-2-36 16,-8-1 38-16,7 3 1 0,0-1-6 0,-5 1 6 16,5-2-2-16,-3-2 6 0,2 4-27 15,-1-2 18-15,11-1-9 0,-20 1 6 0,6 0 3 16,3-2 11-16,0 2-26 0,0 2 7 15,-2-2 4-15,2-3 0 0,-2 5-4 0,3 0-9 16,-4-4 9-16,2 1 4 0,1 1-1 16,-2 2 2-16,-2-5-6 0,-3 5-10 15,4-3 4-15,0 0 3 0,-1 1 8 16,1 2-2-16,-4 0 5 0,0-2-4 0,2 0-36 16,1 0 32-16,-2 2 6 0,0-1 1 15,-15 1-1-15,14-2-1 0,4 0 11 16,-18 2-21-16,14 0 4 0,-1 0 4 0,-13 0-4 15,0 0 0-15,0 0 15 0,13 0-14 16,4 0 0-16,-17 0 0 0,0 0 9 0,0 0 4 16,10 0 18-16,1-2-7 15,-11 2-3-15,0 0 1 0,0 0-2 0,17 0-5 0,-4 2-18 16,-13-2 19-16,0 0-2 0,0 0 3 16,14-2-3-16,-1 2-7 0,-13 0-15 15,0 0 10-15,0 0 14 0,0 0-3 16,0 0 1-16,0 0 1 0,0 0 10 0,0 0-15 15,0 0 19-15,0 0-5 0,0 0-1 16,13 0-7-16,-1 0 4 0,-12 0-2 16,0 0 1-16,0 0-8 0,0 0 0 0,0 0-1 15,0 0-5-15,0 0-8 0,0 0 18 16,0 0-9-16,0 0-14 0,0 0-23 0,0 0-36 16,0 0-60-16,0 0-23 0,0 0-76 15,0 0-76-15,0 0-100 0,0 0-68 0,0 0-597 16,2-13-820-16</inkml:trace>
  <inkml:trace contextRef="#ctx0" brushRef="#br0" timeOffset="58031.04">20934 13830 1202 0,'7'-8'276'0,"-7"8"-51"0,0 0-14 0,4-7-3 0,1-5-5 0,-5 12-12 0,0 0 3 0,0 0-21 0,0 0-10 0,0 0-11 0,0 0-6 0,0 0-26 0,0 0-11 0,0 0-18 0,0 0-6 16,0 0 16-16,6 5-3 0,4 4 17 16,-6 2-36-16,0-2-4 0,3 8-14 0,0 0-9 15,-5 1-13-15,4 12 29 0,-6-18-36 16,4 9 10-16,2 9-22 0,-3-18-3 0,-3 5 5 15,2 2-6-15,0-3-13 16,0 0 6-16,2-2-3 0,-1 1-25 0,-6-5-56 16,1 1-16-16,2-11-40 0,0 0-35 15,0 0-31-15,-2 8-20 0,0 3-28 0,2-11-32 16,0 0-75-16,0 0-485 0,0 0-414 16</inkml:trace>
  <inkml:trace contextRef="#ctx0" brushRef="#br0" timeOffset="58248.04">21178 14009 1098 0,'-6'-5'372'0,"14"1"-150"16,3-2 3-16,-11 6-19 0,0 0-13 0,10-7-27 15,1 2-15-15,-11 5-67 0,0 0 5 16,0 0-21-16,4-7-17 0,1-3-39 0,-5 10-27 15,0 0-61-15,0 0-48 0,0 0-70 16,0 0-99-16,0 0-361 0,0 0-181 16</inkml:trace>
  <inkml:trace contextRef="#ctx0" brushRef="#br0" timeOffset="58518.79">21360 13782 1042 0,'-4'-7'356'0,"14"-1"-26"0,-2 0-63 15,-8 8-13-15,0 0 10 0,0 0-22 0,0 0-24 16,0 0 5-16,0 0-35 0,0 0 9 16,14 0-4-16,-4 3-16 0,-1 6-3 0,-2 0-33 15,2 2-31-15,5 11-9 0,-4-3-23 16,-3 0-14-16,3 1-6 0,-3 0-11 15,-5-11-18-15,2 10-6 0,2 14-18 0,-5-10-34 16,2-14-43-16,-3 11-15 0,0-2-107 16,0-2-51-16,2 1-29 0,-4-4-26 0,2-2-93 15,-6-1-102-15,2-1-305 16,-2-2-346-16</inkml:trace>
  <inkml:trace contextRef="#ctx0" brushRef="#br0" timeOffset="60680.81">5384 15308 1145 0,'0'0'306'0,"0"0"-73"0,0 0-26 0,0 0-17 0,0 0-12 0,0 0 43 0,0 0-42 0,0 0-13 0,11 4 3 0,2 0-6 0,-3-2-14 0,0 3-37 0,10-5 42 0,1 4-15 0,1-4-15 0,19 0-9 16,-4-2-13-16,-4 0-20 0,7-3 24 0,1 3-20 15,1 0 27-15,5-4-12 0,1-3 1 16,5-2-14-16,-2 5-45 0,-2-6 26 16,-2 3 5-16,-1 1-6 0,-3 0-6 0,-5 1-8 15,-7 2 4-15,-4-2-16 0,-2 6-4 16,-3-5-4-16,-11 3 5 0,1 3-4 0,2-3-2 15,-14 3 12-15,14 0-10 0,2-2-7 16,-16 2-3-16,0 0-25 0,0 0 0 16,0 0 20-16,0 0-9 0,10-2-21 15,4 0-28-15,-14 2-36 0,0 0-36 16,0 0-25-16,7-3-58 0,3-1-63 0,-10 4-63 16,0 0-40-16,0 0-30 0,0 0-75 15,0 0-466-15,0 0-590 0</inkml:trace>
  <inkml:trace contextRef="#ctx0" brushRef="#br0" timeOffset="62031.59">21142 14638 1289 0,'14'-10'307'0,"-14"10"-70"0,0 0-30 0,0 0-14 16,0 0 8-16,-4 12-18 0,0-2-31 0,4-10-2 0,0 16-14 0,0 1-16 0,-2-5-1 0,2 1-25 0,0 1-10 0,0-2-11 0,0 0-12 0,2 0-10 0,-2-12 17 15,0 15-33-15,2-2-5 0,-2-13 4 16,0 0 0-16,0 0-1 0,2 9 38 15,2 3-25-15,-4-12 0 0,0 0-9 16,14-2-5-16,-2-2-5 0,-3 0 40 16,1 1-60-16,1-3-3 0,2 2 1 0,3-1-2 15,2 1-1-15,0 2 43 0,4 2-50 16,-1 0-4-16,3 0 3 0,-6 4-1 0,1-1 4 16,-2 5 43-16,2-1-54 0,-6 3 7 15,0 0-3-15,-9 1 7 0,2 3-2 0,-8-1 47 16,0 1-55-16,-8-1-4 0,-8 8-11 15,0-6-14-15,-4-3-9 0,3-2 14 16,-1 2-44-16,-2-4-21 0,1-1-22 0,10-5-21 16,-2 2-17-16,-1-2 29 0,-2 1-59 15,4 1-5-15,12-4-24 0,-17-1-40 16,0-2-85-16,6-2-276 0,-1-1-154 16</inkml:trace>
  <inkml:trace contextRef="#ctx0" brushRef="#br0" timeOffset="62548.85">21110 14650 1150 0,'-8'-8'376'0,"1"-1"-70"0,7 9-43 15,0 0-8-15,0 0-43 0,0 0-55 16,0 0-20-16,0 0-16 0,0 0-29 16,13-5 1-16,11-7-32 0,-4 5-17 15,1-1-9-15,7-1-12 0,6-3-22 0,0 2 0 16,2-1-23-16,3 0-3 0,1-2-13 15,-1 2 4-15,2-1-10 0,-5 2 5 16,-2 1 17-16,-4 1-10 0,-18 6 10 0,9-1 0 16,1-1 7-16,-6 4 4 0,2 0 28 15,-12 6 5-15,4-1 23 0,-6 5 6 0,-1 0 14 16,-6 3 18-16,1 0-12 0,-4 2-5 16,2 2 1-16,2-3 0 0,0 1-5 0,0-2 2 15,-2 2-20-15,-3-4-7 0,6 3-6 16,2-4-5-16,4 1-3 0,-5-11 7 15,0 9-11-15,2 3-1 0,-2-12-4 16,10 2-5-16,2 2 6 0,-12-4 3 16,17-4-17-16,1 0 1 0,-2-1 1 0,2-1-3 15,-5 2 0-15,5 0 9 0,-3 2-10 16,0 0-4-16,-1 0 1 0,2 2-2 0,-4 2 2 16,1 2 12-16,-5 2-12 0,2 2 4 15,-3-1 11-15,2 3 18 0,-5 2 18 0,0-1 19 16,-4-11-16-16,0 17 6 0,0 1 8 15,-4-9-7-15,0 4 16 0,-5-4-68 16,2 3 37-16,0-3 16 0,-4 1-20 0,-4-3-4 16,3 1-19-16,-4-6-64 15,4 3-17-15,-3-5-55 0,2 2-43 0,0-7-46 16,3-1-44-16,2-5-60 0,-1 2-35 16,-2-3-95-16,2-2-342 0,6-3-320 0</inkml:trace>
  <inkml:trace contextRef="#ctx0" brushRef="#br0" timeOffset="62781.08">21695 14447 1564 0,'-19'2'426'0,"19"-2"-54"0,0 0-39 0,0 0-62 0,0 0-10 0,8 5-23 0,3-2-42 0,2-6 7 0,11-8-56 0,2 4-3 0,6-4-37 0,7 1-16 0,1-4-11 0,6 1-43 16,3 0-3-16,2 2 2 0,0-1-7 15,-1 0-9-15,-3 2 13 0,-3 3-64 16,-6 0 16-16,-6 1-29 0,-3 0-25 0,-3 1-29 16,-16 3-32-16,6-4-22 0,-2-1-53 15,-5 5-36-15,-2-3-39 0,-7 5-104 0,0 0-488 16,0 0-483-16</inkml:trace>
  <inkml:trace contextRef="#ctx0" brushRef="#br0" timeOffset="64063.7">4933 16308 879 0,'0'0'215'0,"0"0"-15"0,0 0-25 0,0 0-40 0,0 0 5 0,0 0 12 0,0 0-54 0,15 7 74 0,0-2-4 0,8-3 7 16,15 3-16-16,-2-3-21 0,9-2 19 15,5 2-23-15,5-4-19 0,6 0-17 0,1 2-6 16,6-1-10-16,2 1 23 0,4-4-43 16,-4 4-7-16,2-2 1 0,2-2 0 0,-7 3-6 15,-1 1-16-15,-8-4 16 0,-6 1-3 16,-5 2-3-16,-5 1-11 0,-4 0 2 0,-8-2-33 15,-15 2 45-15,7 0 8 0,-2 2-4 16,-3-4 0-16,0 2 2 0,-17 0 4 16,13 0-17-16,2 0 12 0,-15 0-18 15,0 0-2-15,0 0-5 0,0 0-10 0,15 0-28 16,-1 0-86-16,-14 0-59 0,0 0-67 16,0 0-54-16,0 0-41 0,7-10-126 15,0 5-462-15,7 1-545 0</inkml:trace>
  <inkml:trace contextRef="#ctx0" brushRef="#br0" timeOffset="64964.34">21295 15100 1304 0,'0'0'363'0,"0"0"-71"0,0 0-1 0,0 0-79 0,0 0 4 0,0 0-3 0,0 0 2 0,-5 9-9 0,1 2-9 0,4 6-7 0,0-2-23 0,2 3-14 0,0 16 2 0,0-22-29 16,1 12-33-16,1 10-60 0,0-7 38 15,0-1 1-15,1-2-19 0,1 4-10 0,-2-5-8 16,0-13-64-16,0 12 48 0,2-3 13 16,2-4-24-16,-2-1-20 0,2-9-62 0,0 3-57 15,5-10-57-15,0-1-56 0,4-5-35 16,2 1-31-16,-6-2-93 0,12-10-500 15,-17 16-537-15</inkml:trace>
  <inkml:trace contextRef="#ctx0" brushRef="#br0" timeOffset="65797.37">21077 15434 1907 0,'-36'-8'254'0,"36"8"-47"0,0 0-39 16,0 0-53-16,0 0-42 0,6-7-31 0,2 0-24 15,9 0-11-15,8-6-57 0,-3 5 45 16,2 1-3-16,5-4-9 0,-2-1-12 0,1 0-6 16,2 1 13-16,1-2-16 0,1 3 7 15,-4-2 6-15,3 3 3 0,-6 1 0 0,-3-3 27 16,-13 9 12-16,7-5 28 16,1 1 7-16,-6 3 13 0,-3-2 21 0,-8 5-11 15,0 0 23-15,11 5-1 0,-1 0-14 16,-10-5-11-16,4 11-19 0,1 2 8 15,2-5 3-15,-3 0-9 0,0 2-10 0,2 1-8 16,4-4-27-16,4 3 8 0,-8-5 4 16,2 1-8-16,1 0-5 0,-1 2-1 0,-8-8 1 15,8 5-7-15,1 3 7 0,-9-8-6 16,0 0 3-16,0 0-2 0,0 0 6 0,0 0-7 16,-15 2 8-16,2 2 7 0,13-4 5 15,-10-6 5-15,2 4-3 0,1-5-14 16,0 2 0-16,7 5-11 0,0-15-11 15,2 2-12-15,8 6 1 0,-2-3 11 16,2 1-11-16,1 0 2 0,2 2 3 0,0-1 5 16,3 3-1-16,0 1 16 0,-4 2-13 15,3-1 1-15,-3 4-1 0,1 1 7 0,0 4-2 16,-2-1 16-16,-1 2-14 0,0 1-2 16,-3-1 8-16,1 0 10 0,1 3 0 0,2-1 15 15,-11-9-15-15,8 10-3 0,-1 2 1 16,3-11 0-16,-2 6 2 0,-8-7 7 15,0 0-16-15,18-6 0 0,-4 5-3 0,1-7 0 16,0 3 1-16,-7-5 9 0,5 1-10 16,-3-2-2-16,1-1 1 0,0-1-1 15,1 1-1-15,-6 3 14 0,3 1 3 16,-4 0 6-16,1-1 2 0,-6 9 1 0,6-3-1 16,3-4 21-16,-9 7 8 0,0 0-3 15,10 7-5-15,1-4-7 0,-11-3-8 0,6 12 11 16,1-1-19-16,1-4 0 0,0 1-5 15,3-3-5-15,2 3 4 0,1-7 1 16,1 6-7-16,3-7-1 0,14-1-4 0,-20 1-3 16,9-8 1-16,9-4 10 15,-10 3-26-15,0-3-5 0,3-1 1 0,-6-1 1 16,-2 4 6-16,-7 1 11 0,-1-4-13 0,6 0 4 16,-9-3 0-16,4 3-2 0,-10 2 3 15,0-1 12-15,-6 3-16 0,2 1 5 16,6 8 13-16,-20-3 22 0,1 3 21 0,4 7 30 15,-10 9-25-15,9-4 27 0,4 6-21 16,-2-1-4-16,5 4-6 0,5-10-48 16,1 6 26-16,1 3-6 0,13-7-4 0,-2 2-25 15,7-9-126-15,14 3-44 0,-2-12-14 16,3 2-72-16,3-4-18 0,4-7-28 0,-2-3-31 16,3-4-59-16,-2-1-365 0,1 2-288 15</inkml:trace>
  <inkml:trace contextRef="#ctx0" brushRef="#br0" timeOffset="66863.37">6127 17606 1229 0,'0'0'317'0,"0"0"-60"0,0 0-24 0,0 0-19 0,0 0 12 0,0 0-4 0,17 1-4 0,3 1 11 0,-8-2 1 0,16-3 23 0,0-4-62 0,5-2-5 0,5 0-30 16,5-4-22-16,3-2-20 0,5 1-18 15,-1-5-29-15,3 4 1 0,3 1-19 0,-3-1-1 16,-7 2-13-16,-1-1 3 0,-4 2-16 16,-4 3-7-16,-5 1-2 0,-1 1 0 0,-3 2-7 15,-17 3 20-15,6-4-32 0,2 0 13 16,-9 6-1-16,4-2-1 0,-14 2-4 0,12-3-10 16,0 1-10-16,-12 2-17 0,0 0-38 15,-8 4-49-15,2 1-32 0,-9-1-44 16,0 0-9-16,0 0-30 0,-2 3-6 0,-2 1-16 15,-13 4-18-15,12-1-42 0,-4-2 2 16,-5 5-84-16,-4 0-183 0,3 1-119 16</inkml:trace>
  <inkml:trace contextRef="#ctx0" brushRef="#br0" timeOffset="67148.58">6218 17740 1207 0,'-20'-7'321'0,"20"7"-94"15,0 0 15-15,0 0-12 0,0 0-20 16,0 0-11-16,-7 7-39 0,0-2 11 15,7-5 2-15,0 0 3 0,24 0 2 0,10-5-4 16,-7 1-22-16,9-7 17 0,5 2-52 16,5-4-8-16,3-2-7 0,3-3-10 0,4 1-2 15,-1-2 2-15,-2-1-25 16,2-4 4-16,-1 4-10 0,2-2-6 0,-7 3 0 16,-7 1 7-16,-4 2-30 0,-5 1-5 15,-7 4-2-15,2-1-4 0,-13 7-5 0,-1-3-26 16,4 1 24-16,-6 5-7 0,-1-5 0 15,-1 3-21-15,0 0-32 0,-10 4-39 16,0 0-52-16,12-3-64 0,-4 1-87 0,-8 2-60 16,0 0-81-16,0 0-594 15,10-7-761-15</inkml:trace>
  <inkml:trace contextRef="#ctx0" brushRef="#br0" timeOffset="68313.25">21981 15865 1897 0,'4'-4'390'0,"-15"5"-70"0,11-1-77 0,0 0-24 0,0 0-29 0,0 0 26 0,0 0-71 0,0 0-10 0,-12 4-6 0,-1 4-15 0,0-3-2 0,1 3 9 0,1 4-43 15,-10 3 13-15,4-2-19 0,0 2-5 0,-6-1-12 16,3 1-29-16,-1-2 11 0,0 3 0 16,0 1-5-16,1-2 0 0,2-2-3 0,3 0-5 15,6-6-10-15,-1-2-4 0,-1 3 7 16,3-2-12-16,2 1 3 0,6-7 7 15,0 0-15-15,0 0 8 0,0 0 2 0,21-4-3 16,11 1-10-16,-8-3 9 0,2-4-18 16,0 0 5-16,1 5 0 0,1-3-3 0,2 3 6 15,-5-3-9-15,1 1-1 16,-2-1 11-16,-13 3 1 0,6 3 3 0,0-3-8 16,-2 3-17-16,-2-1-2 0,-13 3 11 15,14-5 7-15,0 2-8 0,-14 3 2 0,0 0-23 16,0 0 12-16,0 0 22 0,0 0-8 15,0 0-12-15,0 0-33 0,0 0 14 16,-14 6-24-16,4-2 7 0,10-4 12 0,-15-2 8 16,-2 0 9-16,17 2 17 0,-17 0-8 15,3-3 1-15,0-2 4 0,4-1 5 0,-2 1 0 16,0-3 18-16,4 3-7 0,0-4 15 16,-1 1 11-16,3 0 13 0,6 8 9 15,-4-8-14-15,-2-2 13 0,6 10 2 16,0 0-6-16,0 0 0 0,0 0-3 0,0 0 30 15,0 0-5-15,0 0 6 0,7 10-5 16,4-1-3-16,-4 6-9 0,3 12 9 16,-4-8-27-16,1 3-3 0,0 0-7 0,1 4-3 15,-2-4-9-15,2 3 2 0,-1-2-34 16,0 0-30-16,-1 0-29 0,-4-12-66 0,0 6-81 16,0 3-68-16,4-5-89 0,1-1-37 15,-7-14-71-15,1 14-416 0,2-3-542 0</inkml:trace>
  <inkml:trace contextRef="#ctx0" brushRef="#br0" timeOffset="68506.44">22398 16101 1499 0,'-13'-2'280'0,"13"2"-73"15,0 0-78-15,0 0-78 0,0 0-95 0,0 0-134 0,0 0-383 0,0 0-76 0</inkml:trace>
  <inkml:trace contextRef="#ctx0" brushRef="#br0" timeOffset="69879.78">20661 14050 999 0,'0'0'219'0,"-4"-8"-14"15,0-4-30-15,4 12-49 0,-4-9 25 0,2-1-6 16,2 10-8-16,-2-15-75 0,-1 1 67 16,3 14 0-16,0-15-3 0,-2 2 16 15,2 13 0-15,-4-13 18 0,2 3-12 0,2 10-5 16,0 0-8-16,0 0-7 0,0 0-5 16,0 0 4-16,0 0-33 0,0 0-13 15,0 0-8-15,0 0-11 0,0 0-10 0,0 0 13 16,0 0-15-16,0 0 4 0,0-12 18 15,2 2-12-15,-2 10 4 0,0 0-61 16,0 0 42-16,0 0 7 0,0 0 26 0,0 0 34 16,6 8-6-16,3 1-7 0,-3 8-8 15,2 11-11-15,1-3-11 0,0 1-8 0,-1 7-1 16,4 3-16-16,1 7 10 0,2 6-4 16,0 2-5-16,-1 8-1 0,2 4-6 15,-1 3 14-15,8 3-16 0,-2 2-2 16,1 3 5-16,-4 4 5 0,1 2 1 0,2 1 24 15,2 0-40-15,-3 0-5 0,1 4 17 16,-6-3 12-16,0-4 0 0,1-2 39 16,2 0-13-16,0-6 4 0,-2 0-12 0,-4-7 2 15,5 0-10-15,-6-5-17 0,-1-5-4 16,-1 1-4-16,-2-5-7 0,2-7 0 0,-3 0-10 16,-1-2-8-16,0-3 0 0,-1-4 6 15,-3-2-1-15,6-4-4 0,-4-2-1 0,-3-12-19 16,3 6 2-16,-3 2 13 0,0-4-6 15,2 0 1-15,-4-5 4 0,-1-2 2 0,3-10-22 16,0 15 12-16,0-4 6 0,0-11 3 16,0 0-1-16,0 0 1 0,0 0-19 15,0 11 17-15,0 0 5 0,0-11-7 0,0 0 5 16,0 0-8-16,0 0-21 16,0 0 26-16,0 0-1 0,0 0 2 0,0 0-4 15,0 0 1-15,0 0-28 0,0 0 26 16,0 0 5-16,0 0-5 0,0 0 1 0,0 0 0 15,0 0-16-15,0 0 15 0,0 0 5 16,0 0-3-16,0 0 2 0,0 0-5 0,0 0-14 16,0 0 13-16,0 0 5 0,0 0 2 15,0 0-5-15,0 0 3 0,0 0-22 16,0 0 17-16,0 0-1 0,0 0 1 16,0 0 0-16,5 8-6 0,2-3-11 0,-7-5 5 15,0 0 5-15,0 0-1 0,0 0 0 16,0 0-5-16,0 0 9 0,0 0 3 15,0 0-22-15,0 0 9 0,0 0 1 0,0 0 0 16,0 0-1-16,0 0-12 0,0 0-4 16,0 0 9-16,0 0-7 0,0 0-3 0,0 0 8 15,0 0-5-15,0 0-18 0,0 0 7 16,0 0-6-16,0 0-12 0,0 0 6 0,0 0 41 16,6 9-46-16,-1-2-3 0,-5-7 3 15,0 0-1-15,0 0-2 0,0 0 14 16,0 0-25-16,0 0 0 0,0 0-4 15,0 0-20-15,0 0-39 0,0 0-50 16,0 0-81-16,0 0-76 0,0-14-45 0,-3 5-51 16,3 9-41-16,-8-11-70 0,1 3-368 15,7 8-558-15</inkml:trace>
  <inkml:trace contextRef="#ctx0" brushRef="#br0" timeOffset="71666.67">18633 15444 1302 0,'-17'-24'344'0,"19"16"-51"0,-2 8-54 0,0 0-36 0,0 0-37 0,5-12-6 0,4 4-49 0,-9 8-17 0,16-6-12 0,-4 4-16 0,7 2-8 0,-2 2 12 15,-2 4-24-15,13 7-10 0,-14 1-11 0,5 1 0 16,-4 0-9-16,-2 4 26 16,1-1-32-16,-2 0-1 0,-8-6-4 0,0 2 9 0,2 4 4 15,-6-4 14-15,-2 1-19 16,-2-8-3-16,-2 5 6 0,6-12 7 0,-18-2 3 15,2-1 15-15,7-5-28 0,1-4-7 16,1-3-1-16,-4-12-4 0,7 18 0 0,6-14 9 16,0 1-32-16,7 5-2 0,8-11 4 15,-6 10 4-15,5 1-7 0,6 1 13 16,-3 3-7-16,2 4-5 0,2-4-4 0,-1 2-12 16,-2 1 6-16,0 3 27 0,-10 2-27 15,5 2-1-15,2-2 13 0,-8 1-2 0,-1 0 7 16,-8 4 23-16,10-7-17 0,1 6-4 15,-11 1 6-15,0 0-3 0,-2-11 0 16,0 1 31-16,2 10-23 0,0 0-11 16,-13-1 10-16,1-2-5 0,3 7 17 0,-2-2 13 15,5 6 7-15,2 2-13 0,-2-1 4 16,1-1-4-16,5-8-2 0,2 17-11 16,2 0 11-16,5-4-18 0,1-1-17 0,4-5-6 15,8 3-25-15,0-5 3 0,1-3-37 16,-10 0-11-16,8-2-6 0,5 0 7 0,-3-4 14 15,11-5 43-15,-6 2-65 0,-4-4-15 16,0 1 14-16,-3 0 18 0,1 2 22 0,-7-1 11 16,-4 5 38-16,5-5 33 15,-4 1 20-15,-3-3 20 0,1 5 19 0,-4-2 24 16,0 0-28-16,-6 8 8 0,0 0-17 16,0 0 10-16,-6-9 6 0,0 0 44 15,-6 16-16-15,-1 3 15 0,-2-1 1 0,0 0-7 16,2 3-14-16,-2 0-50 0,5-1 29 15,-2 2-18-15,5-6-14 0,-1 4-7 0,8-11-9 16,-5 9-39-16,-1 2 40 16,6-11-8-16,0 0-4 0,0 0-8 0,17-3-18 0,2 0-41 15,-7-3 26-15,2-2-3 0,-3-4 0 16,3 4 2-16,-3-1 0 0,1 0-13 0,-3 1 16 16,1 1 7-16,-2 5-9 15,2-5-1-15,-10 7-1 0,8-4-8 0,4 3 11 16,-12 1 10-16,8 5-6 0,1-1-18 15,-9-4-28-15,13 4-8 0,-2 2-30 16,1-2 8-16,1-1-2 0,2 0 11 0,0-2-14 16,6-2-11-16,-4 1-1 0,4-6-39 15,10-3-11-15,-11 1-8 0,1-1 24 0,-1-4-13 16,0 2 61-16,1-4 19 0,-2 1 28 16,0 1 21-16,-4-2 23 0,2 0-2 15,-11 7 60-15,4-8 31 0,-2 1 18 0,-8 3 14 16,2 0 10-16,-4-1 25 0,0 1-26 15,-11 4-4-15,6 1-15 0,-9 3-3 16,1 4 14-16,-5 4-10 0,-10 9 24 16,10-2-13-16,1 2-8 0,-1 5-11 0,2-3-16 15,2 0-52-15,4 1 31 0,5-7-13 16,2 6-12-16,-4-1-6 0,3 0-7 0,5-3-38 16,1-11 37-16,5 9-9 0,0-1-20 15,6-10-29-15,2-2-22 0,3-3-27 0,4-11-3 16,-3 4 11-16,0-2 9 0,-4-5 11 15,-1 0 11-15,1 0 8 0,-2-4-5 16,-1 0 27-16,-1-3 7 0,-9-3 10 0,-2 1 9 16,0-3 18-16,-5-2-2 0,-1 0 17 15,0-5 10-15,-6 2 23 0,4 0 6 0,-2 3 23 16,3 3 32-16,3 6-19 16,-1 4-14-16,5 13-3 0,-2-6-24 0,0 0-4 15,4 15-58-15,0 0 32 0,2 17 15 16,0 15 2-16,2-2-16 0,5 8-19 0,-2 4-28 15,3 4 25-15,4 2-14 0,0 3-7 16,-2-1 9-16,2-3-14 0,1 3-55 16,0-9 20-16,0 0-9 0,-1-3-36 0,0-6-57 15,-2-5-51-15,-1 0-21 16,-5-6-63-16,3-1-20 0,-3-12-40 0,-6 3-65 16,2-2-435-16,3 2-402 0</inkml:trace>
  <inkml:trace contextRef="#ctx0" brushRef="#br0" timeOffset="71814.19">20113 15296 1362 0,'-15'11'312'0,"15"-11"-105"0,0 0-8 0,0 0-53 0,0 0-61 0,0 0-57 0,0 0-76 0,0 0-63 0,0 0-124 0,0 0-327 0,0 0-75 16</inkml:trace>
  <inkml:trace contextRef="#ctx0" brushRef="#br0" timeOffset="72564.21">20028 14607 1216 0,'0'0'309'0,"0"0"-55"0,0 0-12 0,0 0-15 0,0 0 22 0,0 0-42 0,0 0-25 0,0 0-13 0,0 0-13 0,0 0-24 16,0 0-5-16,2-13-29 0,11-11-20 15,4 6-14-15,0-2-15 0,11-8-6 0,1 2 22 16,6-3-43-16,4-1-7 0,3-3-3 16,3 3-3-16,2-1-2 0,-1 1 38 15,1 3-43-15,-5 0-4 0,-2 0 5 0,1 7 4 16,-5-1 2-16,-5 2 33 0,-5 4-20 15,0 1 10-15,-8 1 11 0,-7 6 5 0,1 0 1 16,1 0-21-16,-4-1 7 0,1 1-10 16,-10 7-5-16,6-8-2 0,4 2-28 0,-10 6-43 15,0 0-28-15,0 0-31 16,0 0-31-16,0 0-46 0,0 0-5 0,-15-1-14 16,4-1-19-16,0 7-30 0,-2 1-27 15,-8 0-108-15,-7 3-252 0,6 2-174 16</inkml:trace>
  <inkml:trace contextRef="#ctx0" brushRef="#br0" timeOffset="72865.34">20117 14268 968 0,'8'-4'289'0,"-1"15"-41"0,-7-11-52 15,0 0 7-15,0 0-19 0,0 0-18 0,0 0-9 16,0 0-28-16,0 0 3 0,0 0-49 15,-3 9 3-15,2 4 3 0,1-13 7 0,-7 15-7 16,3 2 14-16,-2-1-42 0,-6 12-10 16,2-8-13-16,2 4-9 0,-2 0-5 0,-3 3 17 15,0 0-26-15,-4 0-2 0,5-5-3 16,0-1-2-16,4-2 0 0,-2-3 22 16,6-9-24-16,-2 4-11 0,-2 1 6 0,8-12 1 15,0 0 0-15,5 12 23 16,1-1-35-16,7-7-29 0,2 0-24 0,2-4-17 0,2 1-16 15,0-1 9-15,2 0-68 16,-1 4-31-16,-4 0-28 0,-16-4-73 0,19 0-409 16,-2 0-222-16</inkml:trace>
  <inkml:trace contextRef="#ctx0" brushRef="#br0" timeOffset="74046.06">19691 14105 1187 0,'-18'-9'277'0,"18"9"-62"0,-13 0-23 0,2-3-12 0,11 3-52 0,0 0-8 0,-15 0-19 0,3 3-11 0,0-1-10 0,2 1 4 0,-4 4-42 0,-5 8 15 0,16-7-17 0,-12 3 0 0,5 1-5 16,4 0-10-16,0 1-16 0,6-13 20 15,-5 13-7-15,2 2-11 0,3-15-2 0,0 10 5 16,3 2-5-16,-3-12 1 0,15-3 0 16,-3-1-12-16,1-4-14 0,9-5-6 0,-4-2-41 15,2-5 43-15,-5 3 8 0,3-3-1 16,-6-4 3-16,0 2 3 0,-2 0-22 15,-2-4 39-15,-4 2-4 0,-6 0 24 16,0 4 18-16,0 8 14 0,-4-2 24 16,0-5-24-16,0 9-3 0,-1-4-8 0,7 14-6 15,-6-7-10-15,-1-1 10 0,7 8-11 16,-8 10-7-16,-1 1 2 0,12 4-4 0,-1 1-8 16,0 3 10-16,0-1-16 0,2-3-5 15,3 5-4-15,0-5-14 0,9 10-36 0,-10-17 4 16,10 3-56-16,-4 0-10 0,0 0-9 15,3-3 0-15,-2-3-5 0,0-1-10 16,-1 1-28-16,2-3-9 0,-4-9 11 0,1 3 4 16,-6-4 29-16,1 0 33 0,-1 0 20 15,0-1 33-15,1 0 31 0,0 0 28 16,-6 9 21-16,0 0 46 0,5-10-7 16,1-2 7-16,-6 12-1 0,0 0-10 0,0 0 12 15,0 0-67-15,0 0 74 0,0 0-7 16,0 0-17-16,6 10 0 0,0 2-9 0,-6-12-19 15,4 12 2-15,4 2-14 0,-8-14-5 16,3 9-2-16,2 4 4 0,-5-13-13 16,10 5 11-16,0 0-15 0,-10-5-4 0,0 0 7 15,18-3-18-15,-3 1-38 0,-7-5 37 16,-2 2 0-16,-6 5-6 0,4-10 5 0,3 1-2 16,-7 9 11-16,0 0-15 15,-3-13 2-15,1 0-2 0,-6 7 3 0,2-1 5 16,6 7 27-16,-15-3-33 0,5-2 0 15,10 5 0-15,-11-4-1 0,0-1 2 0,11 5 25 16,0 0-70-16,0 0 7 0,0 0-17 16,0 0-4-16,0 0 5 0,0 0 20 15,0 0-35-15,8-9 3 0,1 2 12 0,2 1 12 16,-1 2 11-16,3 1 19 0,-1-2 10 16,-12 5 9-16,16-2 2 0,0 2 8 0,-16 0 27 15,11 4 33-15,0-1-14 0,-7 4 12 16,2 0 3-16,-6-7-3 0,7 10-7 15,-1 1-21-15,-4-3 11 0,2 2-6 16,-4-10-5-16,0 0-8 0,4 10-6 0,3-1-55 16,-7-9 57-16,0 0-2 0,0 0-18 15,0 0-14-15,0 0-11 0,11-4-65 16,1-1 60-16,-8-3-1 0,2-4 3 0,2 3 2 16,-4-3 5-16,0-1-1 0,0 1-1 15,-2-1 2-15,2 0 3 0,-4 13-2 0,0-15 32 16,0-2-29-16,0 17 2 0,0 0-1 15,0 0-3-15,0 0 9 0,4-7-4 16,0 0 5-16,-4 7 4 0,0 0-3 0,5 7-1 16,0 0-11-16,-5-7-35 0,10 9-2 15,-1 2-8-15,-9-11-10 0,0 0-12 16,0 0-50-16,8-5-35 0,4-1-49 16,-6-3-213-16,2 2 165 0</inkml:trace>
  <inkml:trace contextRef="#ctx0" brushRef="#br0" timeOffset="74731.31">20192 13601 1085 0,'-8'13'263'0,"8"-13"-84"0,0 0-12 0,8 7-13 0,-2 1-17 0,-6-8-10 0,1 14-27 0,2 3-17 0,-6-2-20 0,3 2-4 0,3 5-8 0,-1 10-8 0,0-7-7 0,0-3 6 15,2-12-15-15,0 9-6 0,3 2-4 0,-3-6-5 0,0 3 0 0,1-9 8 16,-2 4-16-16,-3-13-1 0,5 8-7 15,0 3-6-15,-5-11-4 0,0 0 6 16,10-5-13-16,0-3 9 0,-10 8-2 0,6-11 2 16,4 1-8-16,-10 10 20 0,4-12-53 15,0 5 8-15,-4 7 5 0,4-10 4 0,2 2 1 16,-6 8-4-16,0 0 21 0,15 1 3 16,0 1 0-16,-15-2 5 0,9 7 0 0,1 5-53 15,-6-2 69-15,2-3 1 0,-6-7-3 16,2 15 7-16,1 1 0 0,-8-6-55 15,3-1 63-15,2-9 2 0,-8 11 1 16,-2-2 5-16,10-9 1 0,0 0-33 16,0 0 29-16,0 0-13 0,0 0-6 0,0 0-12 15,0 0-15-15,6-14-12 0,6-10-24 16,2 7-4-16,-4 0-18 0,2-2 6 0,1-4 16 16,2-1 12-16,-2 0 2 0,-3 0 13 15,1-2 17-15,-4-1 19 0,-5 2 13 0,4 2 43 16,-4 1 15-16,-2 12 16 0,2-10 2 15,0 5-6-15,-2 2-4 0,-2 2-19 16,2 11 10-16,0 0-1 0,-12 3-4 0,-4 0 5 16,7 8 1-16,2-2-35 0,0 7 6 15,3 1-18-15,-2-2 1 0,2 2-4 16,6-1 0-16,-2-1-32 0,4-2 24 16,0 2-4-16,2-5-2 0,3-1-3 0,3-3-9 0,2 0-35 15,2-5-2-15,1-1-12 16,2-3-15-16,2 1-4 0,-3-5 9 15,8-2-5-15,-8 1-1 0,1-3 0 0,-11 8 11 16,5-9 7-16,0 0 36 0,-5 2-20 16,0-2 18-16,-6-1 6 0,3-1 10 0,-5 14 9 15,-3-11 54-15,1 0-39 16,2 11 17-16,0 0 23 0,-14 3 6 0,1 2-6 0,9 4 17 16,-3 2-26-16,5 2-13 15,0 2-14-15,4-1 2 0,0-1-12 0,7 1 15 16,6 3-18-16,-1-6-33 0,-4-5-39 15,6-2-43-15,5 4-62 0,-4-10-118 16,11-6-139-16,-8 0-166 0,0 2-115 0</inkml:trace>
  <inkml:trace contextRef="#ctx0" brushRef="#br0" timeOffset="75266.06">20098 15041 1481 0,'7'-1'330'0,"-7"1"-62"0,4-12-46 0,2 4-30 0,2 1-25 0,1-1-46 0,8-3-22 0,10-4-10 0,1 1-4 0,7 3 5 0,4 0 4 15,3-3-16-15,5 1-11 0,2-1-3 0,2 2-5 16,2-3-2-16,-1 2 1 16,-3 2-16-16,-1 0-8 0,-3 0-8 0,-3 1-6 15,-8 0-3-15,-6 5 7 0,-14 1-13 16,5 1-6-16,1 0-6 0,-1-3-10 0,-2 2-27 15,-17 4-31-15,0 0-46 0,0 0-33 16,0 0-3-16,-13 2-4 0,-10 2-26 0,14 0-9 16,-16-1-49-16,-15 5-72 0,3-4-326 15,4-1-171-15</inkml:trace>
  <inkml:trace contextRef="#ctx0" brushRef="#br0" timeOffset="75546.95">20289 14807 1301 0,'14'-2'269'0,"-14"2"-54"0,0 0-35 0,0 0-80 16,0 0 73-16,0 0-17 0,-10 7 14 16,2 2-25-16,3 0-11 0,3 1-3 15,-7-1-22-15,3 4-28 0,-4 0-15 0,3-1-9 16,-1 0-17-16,1-1 7 0,-4 2-20 16,0 1-5-16,1-6-4 0,1 5-6 0,1-6-3 15,4 3 11-15,-5-5-7 0,2 1-14 16,7-6-3-16,0 0 3 0,-2 12 4 0,0-2 12 15,2-10-15-15,6 5 0 0,2 4-3 16,4-3-4-16,2 0-13 0,-4 0 10 16,5 0-29-16,1-3-27 0,0 2-12 0,0-2-4 15,0 1-17-15,0 1-73 0,1-1 37 16,-4-2-31-16,0 0-82 0,-3-6-144 16,1 0-182-16,-11 4-96 0</inkml:trace>
  <inkml:trace contextRef="#ctx0" brushRef="#br0" timeOffset="75780.24">20403 14607 1201 0,'0'0'304'0,"0"0"-65"0,0 0-35 16,4 13-36-16,-2 0-24 0,3-4 13 15,1 0-71-15,-2 2-14 0,0-1-20 0,3 1-16 16,-3-1-27-16,-4-10 10 0,4 15-94 16,0 0-23-16,-4-15-26 0,0 0-37 0,0 0-58 15,0 0-69-15,0 0-216 0,0 0 28 16</inkml:trace>
  <inkml:trace contextRef="#ctx0" brushRef="#br0" timeOffset="75896.97">20356 14420 981 0,'13'2'241'0,"-13"-2"-90"0,0 0 10 0,0 0-40 16,0 0-28-16,0 0-41 0,0 0-37 16,0 0-30-16,13-2-43 0,1 2-46 15,-14 0-78-15,0 0-252 0,5 8 158 0</inkml:trace>
  <inkml:trace contextRef="#ctx0" brushRef="#br0" timeOffset="76230.27">20528 14552 1069 0,'-8'15'268'0,"8"-15"-48"0,6 13-31 0,-2 1-30 15,-4-14-31-15,1 7 0 0,4 5-26 0,-5-12-14 16,2 12-15-16,0 1-76 0,1-1 60 16,-1-3-7-16,-2-9-15 0,0 0-8 15,0 0-8-15,2 11-58 0,0 2 40 16,-2-13-18-16,0 0-14 0,0 0 1 0,0 0 9 15,-4-11-5-15,2 1-3 0,2 10 1 16,0-19-4-16,-3 4-2 0,6 3 6 16,-1 3-5-16,0-2 9 0,1 2 5 15,-3 9 11-15,6-7 18 0,2 2 29 0,-8 5-31 16,10 5-4-16,1 2 3 0,-6 2-1 0,1 2 7 16,-2 2-8-16,2 0 10 15,0 1-1-15,-1 0 0 0,-3-1-4 0,2 0-4 16,0-4-57-16,0 3 62 0,-4-12-27 15,0 0-63-15,0 0-67 0,0 0-97 0,9-12-291 16,0-1-24-16</inkml:trace>
  <inkml:trace contextRef="#ctx0" brushRef="#br0" timeOffset="76429.48">20710 14229 995 0,'8'33'311'0,"-16"-25"-57"16,-3-3-50-16,11-5-30 0,-2 14 5 15,0 1-58-15,2-3-14 0,2 0-13 16,0 8-4-16,0 12-16 0,0-4 23 16,1-6-51-16,1 5-16 0,-2-1-1 0,-2-1-18 15,4-1-30-15,1-12-8 0,-3 7-69 16,0 2-28-16,2-9-47 0,-2 1-49 0,-2-13-112 16,-6 9-199-16,-3-1-19 0</inkml:trace>
  <inkml:trace contextRef="#ctx0" brushRef="#br0" timeOffset="76564.97">20617 14493 1191 0,'0'0'336'0,"0"0"-39"0,0 0-82 0,0 0-40 15,0 0-34-15,0 0-38 0,12-6-27 16,-1 1-14-16,6-5-67 0,9-5-15 16,-3 7-65-16,-2-4-59 0,3 3-95 0,3 1-369 15,0 7-141-15</inkml:trace>
  <inkml:trace contextRef="#ctx0" brushRef="#br0" timeOffset="77146.31">20303 15312 1374 0,'0'0'350'0,"0"0"-49"0,0 0-36 0,0 0-32 0,0 0-14 0,11 2-19 0,2 0-17 0,0 4-8 0,9 1-14 0,0 1-18 0,8-3 40 0,1 3-69 16,7-4-2-16,5 0-12 0,1 1-13 0,3-5-7 16,3 3-47-16,1-1 23 0,-1-1 11 15,-2-1-23-15,-5 2 1 0,-1-2-23 0,-5 0-38 16,-1 0 28-16,-4 2 13 0,-4 2-20 15,-15-4-25-15,7 2-41 0,0-2 0 16,-5 4-42-16,-4-3-16 0,-11-1-31 0,0 0-34 16,0 0-22-16,0 0 23 15,0 0-89-15,-10 4-21 0,-1 0-40 0,-9-6-439 0,-13-4-298 16</inkml:trace>
  <inkml:trace contextRef="#ctx0" brushRef="#br0" timeOffset="77433.5">20507 15170 1033 0,'-20'0'277'0,"34"-5"2"16,-5-1-57-16,-9 6-33 0,0 0-26 0,0 0-14 15,0 0 41-15,0 0-46 0,-1 11-8 16,-1 0-9-16,-4 0-8 0,-1-3-15 0,-2 5 12 16,-1-1-42-16,2-1-12 0,1 1-12 15,0 1-8-15,3 0-6 0,-2-4 8 16,0 3-28-16,0-2-1 0,-1 1-8 0,7-11 4 15,-2 11-4-15,2 0 29 0,2 1-31 16,2-2 0-16,3-2-5 0,-2-3 2 16,8 1-1-16,1 1 30 0,4 2-34 15,10 8-5-15,-7-12-19 0,3-2-35 0,-2 2-19 16,2 0 1-16,-11-1-70 0,8 0-16 16,0-1-27-16,-6 1-36 0,0 0-66 0,-15-4-68 15,14 4-222-15,-1-2-119 0</inkml:trace>
  <inkml:trace contextRef="#ctx0" brushRef="#br0" timeOffset="78429.78">20671 15069 1193 0,'-8'-7'383'0,"8"7"-114"0,0 0-28 15,0 0-16-15,0 0-23 0,0 0-37 0,0 0-15 16,0 0-40-16,0 0-23 0,0 0-5 0,-8 7-9 16,0 0-7-16,8-7 7 15,-5 15-32-15,3 1-12 0,2-16-5 0,0 10-5 0,0 5 0 16,0-15 5-16,0 12-13 15,2 2-1-15,-2-14-4 0,0 0 6 0,0 0-5 16,0 0 15-16,0 0-17 0,0 0-8 16,5-8 2-16,-1 1 2 0,0-3 1 0,0 1-6 15,-4 9 3-15,6-12-1 0,0 0-4 16,0 5 0-16,0 0 3 0,2 1 8 16,0 2-9-16,-8 4-1 0,13-2-2 0,2 2-10 15,-15 0 8-15,9 6 10 0,3-3-8 16,-9 5-8-16,4 3 10 0,-7-11 0 15,0 14-2-15,0-1 1 0,-4-5 10 16,1 1-9-16,-4-1 1 0,1 1 8 0,-5-2-4 16,2-2-3-16,3 1 1 0,0 0-20 15,6-6-13-15,0 0-33 0,0 0-20 0,0 0 4 16,0 0-28-16,0 0-9 0,2-10-8 16,2 1-3-16,7 0 1 0,-1 4-20 15,5-1 58-15,-2 2 12 0,2-5 20 0,-3 1 22 16,-1 3 23-16,0-1 16 0,-11 6 48 15,0 0 25-15,8-7 2 0,-2 0 6 0,-6 7 19 16,0 0 51-16,0 0-42 0,0 0-3 16,0 0-7-16,-4 7 5 0,2 6-14 0,2-13 13 15,-4 13-27-15,-2 0-9 0,6-13-8 16,0 0-8-16,0 14-11 0,0-1 16 16,0-13-27-16,4 8-9 0,0-1-8 15,-4-7-7-15,0 0-23 0,15-3-5 16,1 0-40-16,-6-2-8 0,0-2-8 0,2 0 15 15,-1-3 5-15,-4 1 28 0,1 1-17 16,-8 8 9-16,2-11 7 0,2 0-2 0,-4 11 15 16,-2-9 21-16,0-3-23 0,2 12 7 15,-10-2 2-15,-2-2-5 0,12 4 5 0,-14 0 29 16,2 2-26-16,2 2-2 0,3 1 8 16,7-5-5-16,0 0 2 0,-5 7 23 15,-1-2-28-15,6-5-11 0,6 5-4 16,-1 2-9-16,-5-7-2 0,19 0 2 15,-5 0-18-15,-1-2 25 0,-2 0 6 0,1-1-4 16,3 3 3-16,-3 0 7 0,2 0-8 16,-14 0 20-16,14 5 3 0,3-3-5 0,-17-2 8 15,11 3 12-15,-1 3-8 0,-1-2 13 16,-3 3 1-16,-6-7 0 0,0 0 6 0,11 4 14 16,0 0-15-16,-11-4 0 0,0 0 4 15,12 2-6-15,2-1-10 0,-14-1 12 0,10-7-27 16,0 2 13-16,-2-1 1 15,-1 1-9-15,-7 5 0 0,4-15 20 0,0 6-31 16,-4 9 19-16,0 0-4 0,-2-13-3 16,-3 1 1-16,5 12 19 0,-11-3-42 15,2-1 24-15,9 4-3 0,-21 4-5 0,2-2 0 16,8 3-7-16,0 1-47 0,3 1-21 16,-3 2-41-16,5-1-69 0,0 4-127 0,-3-4-330 15,2 3-175-15</inkml:trace>
  <inkml:trace contextRef="#ctx0" brushRef="#br0" timeOffset="78996.19">20510 15819 1517 0,'-30'1'377'0,"25"-8"-83"0,5 7-47 0,0 0-30 0,-4 7-32 0,0 2 1 0,4-9-51 0,2 15 24 0,0 2-18 0,10-6-10 0,8 5-14 0,-4-1-8 0,10-4-21 0,1-2-18 16,9 1-10-16,7-2-15 0,-1-2-5 0,5-1 3 16,1-1-16-16,3 2-7 0,2 0-3 15,0-3 0-15,-6 3-8 0,-5 0 24 16,1-1-28-16,-8-1-1 0,1 2-2 0,-6-2-5 16,0-1-2-16,-20 2 7 0,9-3-15 15,1 3-5-15,-8-3-14 0,1 4-23 0,0-4-21 16,-3 1-5-16,-10-3-52 0,0 0-32 15,0 0-7-15,0 0-5 0,-15 2-16 0,0-2-4 16,-1 0-38-16,-14-5-19 0,4 1-71 16,-1-2-304-16,1-1-159 0</inkml:trace>
  <inkml:trace contextRef="#ctx0" brushRef="#br0" timeOffset="79313.31">20665 15811 1296 0,'-18'-9'302'0,"9"5"-57"0,9 4-57 15,-11-6 13-15,3 4-26 0,8 2-1 16,-15-2-21-16,2 2-3 0,13 0 5 16,-17 0-16-16,1 0-8 0,16 0-16 0,-13-4-18 15,-2 3-8-15,2-5-1 16,3 4-17-16,-1-3-9 0,0 5-14 0,11 0-6 16,-10-7-4-16,2 2-4 0,8 5-13 0,0 0-7 15,-11-2-3-15,0 0-3 0,11 2 0 0,0 0 13 16,-10 8-17-16,1 0-3 15,9-8-1-15,0 0 0 0,-2 11 1 0,0 2 12 16,2-13-16-16,2 17 4 0,0 1-3 16,9-3-19-16,-1-2-25 0,-1 2-12 15,6 8-20-15,-3-6-26 0,4 0-22 0,0 3-12 16,5-1-9-16,-1 1-63 0,0 2 30 16,2-3-23-16,1-3-35 0,-4 4-80 0,-6-3-331 15,1 3-180-15</inkml:trace>
  <inkml:trace contextRef="#ctx0" brushRef="#br0" timeOffset="79980.7">20420 16535 1077 0,'0'0'331'0,"-15"0"-70"0,2-2-33 15,13 2-23-15,-8-6-14 0,0-1-8 16,8 7-27-16,-12-6-32 0,4 4-20 0,8 2-25 16,0 0 7-16,-16 2-23 15,3 0-3-15,4 7-4 0,-2 1-14 0,7 4-9 0,0-1 11 16,0 6-18-16,-1-5-12 16,5 6-4-16,5 5-1 0,-1-16-10 0,2 7-3 15,3 1-19-15,2-9-21 0,-3-1-14 16,9-3-9-16,-3 1-3 0,6-7-60 15,-1 2 60-15,0-7 3 0,9-4 0 0,-7 1 6 16,-3-3 2-16,-2 1 21 16,-6-1-2-16,-1 5 9 0,-3-3 18 0,0 0 20 0,-2 1 17 15,1 0-58-15,-5 10 92 0,-7-7 8 16,3-3 12-16,-4 7 8 0,-3-1 11 0,1 6 24 16,-5 0-6-16,5 3-13 15,1-1-13-15,5 5-11 0,0 0-10 0,-1-1-9 16,3 4-21-16,2-12-12 0,2 12-15 15,0-1-19-15,7-5-13 0,2-1-8 16,3-1-46-16,-1 1-27 0,0-5-24 0,5 0-16 16,-2 0-20-16,0-5 0 0,2-3-16 15,-2 1-18-15,1-1-4 0,-2 2 10 0,-6-3 8 16,-1-1 59-16,-2 0 49 0,2 3 37 16,-4 2 45-16,4-3 44 0,-8 8 30 15,0 0 20-15,0 0 7 0,0 0-6 0,2-7 7 16,2-3 1-16,-4 10 28 15,0 0-29-15,0 0-14 0,0 0-2 0,0 0-11 0,0 0-13 16,-2 11 19-16,0 3-39 16,2-14-16-16,0 0-2 0,0 12-9 0,0 3 3 15,0-15 22-15,0 0-37 0,0 0-1 16,4 7-14-16,-2 3-8 0,-2-10-17 0,0 0 11 16,0 0-18-16,0 0-6 0,10 3-6 15,1 1-7-15,-11-4-8 0,0 0-9 16,15 0-12-16,-2 2-11 0,-13-2-15 0,15 0-27 15,4 0-15-15,-19 0-57 0,11-4-11 16,5 2-311-16,-5 6-19 0</inkml:trace>
  <inkml:trace contextRef="#ctx0" brushRef="#br0" timeOffset="80396.64">20962 16514 1150 0,'21'-6'248'0,"-21"6"-58"0,-13-2-22 0,-1 2-14 0,14 0-7 0,0 0-11 0,0 0 3 0,-15 2 5 0,-2 2 3 0,8 2-18 0,1 0 0 0,-2 3-29 0,1-2-16 16,-2 5-19-16,1-2-12 0,5 3-11 0,2-2-7 16,3-11-3-16,-8 12-10 0,4 2-6 15,4-14 1-15,4 7-12 0,4 4 2 16,-8-11-43-16,0 0-16 0,16-1-10 0,3-1-4 15,-6-2-5-15,2 0 38 0,-3 0-29 16,2-1 6-16,-2-2 13 0,0 4 10 0,-12 3 4 16,11-7 38-16,2 0-38 0,-13 7 19 15,13-5 6-15,-1 1 10 0,-12 4 6 0,0 0 44 16,0 0-29-16,0 0 0 0,0 0-5 16,0 0 0-16,13 2-3 0,0 2 27 15,-13-4-29-15,12 3-8 0,-1-1 0 0,-2 5-3 16,-1-4 1-16,2 2 18 0,3 0-39 15,-13-5-17-15,15 2-15 0,2 0-20 16,-17-2-21-16,11-2-81 0,4 2 34 16,-10-7-38-16,4-1-25 0,-5 1-27 0,3 0-64 15,-7 7-201-15,4-12 59 0</inkml:trace>
  <inkml:trace contextRef="#ctx0" brushRef="#br0" timeOffset="80546.2">21277 16487 1094 0,'7'21'251'0,"-7"-21"-53"16,0 0-37-16,0 0-13 0,0 0-12 16,6 8-83-16,1 1 61 0,-7-9-19 15,0 0-29-15,8 4-26 0,3 2-40 0,-11-6-51 16,0 0-65-16,0 0-94 0,0 0-360 16,0 0-93-16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2047.9375" units="1/cm"/>
          <inkml:channelProperty channel="Y" name="resolution" value="3276.69995" units="1/cm"/>
          <inkml:channelProperty channel="F" name="resolution" value="0" units="1/dev"/>
          <inkml:channelProperty channel="T" name="resolution" value="1" units="1/dev"/>
        </inkml:channelProperties>
      </inkml:inkSource>
      <inkml:timestamp xml:id="ts0" timeString="2025-08-23T12:35:17.569"/>
    </inkml:context>
    <inkml:brush xml:id="br0">
      <inkml:brushProperty name="width" value="0.05292" units="cm"/>
      <inkml:brushProperty name="height" value="0.05292" units="cm"/>
    </inkml:brush>
  </inkml:definitions>
  <inkml:trace contextRef="#ctx0" brushRef="#br0">4698 6878 635 0,'-9'-9'134'0,"-1"0"19"0,10 9-16 0,0 0 6 0,0 0 7 0,0 0-9 0,-13 0-7 0,1 1-16 0,12-1-4 16,0 0-9-16,0 0-5 0,0 0-6 0,0 0-2 0,0 0-17 15,0 0-6-15,0 0-8 0,0 0-8 0,0 0-4 16,0 0-4-16,0 0 1 0,0 0 31 16,0 0 2-16,10 10 14 0,12 1-9 0,7-6 5 15,9 0 26-15,9-2-30 0,9-3-4 16,8-3 5-16,6 3-8 0,8-4-3 0,4 3 17 16,6-6-38-16,1 0-6 0,4 1-6 15,6 2-4-15,6-1-5 0,-2 1-38 16,-2 2 37-16,6 0-7 0,-4 1-3 0,-1-2 0 15,-2 2 0-15,-5-3 2 0,-5 2 4 16,-4 0-9-16,-7 2-5 0,-4-3 2 16,-5 3-4-16,-11 0 3 0,-3 3 46 15,-7-3-54-15,-5 0 4 0,-6 2 0 0,-4 0 2 16,-4 2-3-16,-8-3 1 0,-11 2 0 16,8-3 1-16,-1 0 15 0,-18 0 1 0,16 1 12 15,1-1-33-15,-17 0 41 0,15 2 11 16,0-2 7-16,-15 0-16 0,0 0-8 0,0 0-6 15,10-2-8-15,6 2-1 0,-16 0-11 16,0 0-2-16,0 0 4 0,0 0-7 0,0 0-34 16,8-4 33-16,2 3-4 15,-10 1 7-15,0 0-1 0,0 0-3 0,0 0-14 16,0 0 3-16,0 0 4 0,0 0 1 16,0 0 1-16,0 0-3 0,0 0 0 15,0 0-1-15,0 0-4 0,0 0 5 0,0 0 4 16,0 0-5-16,0 0-10 0,0 0-6 15,0 0 17-15,0 0-7 0,0 0-8 0,0 0-9 16,0 0-11-16,0 0-9 0,0 0-64 16,0 0-30-16,0 0-18 0,0 0-24 0,0 0-21 15,0 0 21-15,0 0-55 0,0 0-5 16,0 0-30-16,0 0-15 0,0 0-80 0,0 0-328 16,0 0-218-16</inkml:trace>
  <inkml:trace contextRef="#ctx0" brushRef="#br0" timeOffset="1399.49">17559 7997 1023 0,'-6'-4'360'0,"-3"-1"-77"0,9 5-6 0,0 0-63 0,0 0-16 0,0 0-9 0,0 0-28 0,0 0-6 0,0 0 19 16,0 0-31-16,0 0-20 0,0 0-15 0,-11 1-19 16,1 3-15-16,10-4-1 0,0 0-15 15,0 0 2-15,0 0 10 0,0 0 1 0,4 10 7 16,0 2-28-16,9-12 55 0,10 5-1 15,7-3 4-15,6-2-4 0,13-4-12 0,9 1-26 16,11-6-21-16,7 3 5 16,4-1-10-16,3-3 0 0,4 1-6 0,2-3-1 15,2 3-7-15,6 1-19 0,0 3 10 16,1-4 7-16,-4 1-12 0,-1 0 5 0,-7 0-33 16,-2 0 26-16,-4 1-1 0,-13 1 9 15,-3 1-9-15,-9 1 6 0,-6-2 6 16,-7 5-20-16,-7-5 13 0,-3 3-3 0,-16 2 2 15,4-1 8-15,2 0 7 0,-7-1-13 16,0 3 3-16,-3-3-7 0,-1 2-4 0,-11 1-1 16,0 0-2-16,12-5-56 0,1 4-16 15,-13 1-23-15,0 0-39 0,0 0-33 0,-13 0-23 16,1 1-33-16,12-1-30 16,-13-1-15-16,-2 1-3 0,-2 1-8 0,5 4-44 15,-12-4 35-15,-12 5-61 0,9-6-316 16,-2 4-190-16</inkml:trace>
  <inkml:trace contextRef="#ctx0" brushRef="#br0" timeOffset="1896.31">17779 8211 761 0,'-30'0'236'0,"18"5"-8"0,-3-7-8 0,0 2-34 0,2-3-12 0,3 0-68 0,10 3 69 0,-12-1 0 0,-4-3-8 0,16 4-1 0,0 0-32 16,-12-2 8-16,3 0-14 0,9 2-29 15,0 0-15-15,0 0-12 0,0 0 1 0,0 0 39 16,0 0-23-16,0 0 0 0,24-2-3 16,24 2-4-16,-4-3-1 0,10 0-39 15,5-3 50-15,10 0-9 0,8-1-1 0,5-4-5 16,9-1-3-16,5 2 3 0,4-5-24 15,1 2 11-15,7 2-2 0,-3-1-11 0,0-1-1 16,-4-1-16-16,-6 3 10 16,-4 1-19-16,-6 2 15 0,-6-2 0 0,-7 3-12 15,-7-4 1-15,-7 4-35 0,-9-1 43 16,-7 1 1-16,-6 5-5 0,-7-4-5 0,-3 4 1 16,-15 2-28-16,9-3 35 0,-2 1-1 15,-6 2-2-15,0-5-1 0,-12 5-7 0,12 0 8 16,0-1-10-16,-12 1-12 0,0 0 1 15,0 0-4-15,13-1-3 0,2 1-3 16,-15 0 6-16,0 0-10 0,0 0-12 0,0 0-17 16,0 0-7-16,0 0 4 0,0 0-32 15,0 0 3-15,0 0-13 0,0 0-9 0,0 0-34 16,0 0-64-16,0 0-53 16,0 0-65-16,0 0-51 0,0 0-70 0,0 0-539 15,0 0-645-15</inkml:trace>
  <inkml:trace contextRef="#ctx0" brushRef="#br0" timeOffset="4129.62">8032 6985 753 0,'0'0'249'0,"-7"4"-24"0,-4-2-53 0,11-2 11 0,0 0-21 0,0 0-19 0,0 0-14 0,0 0-12 0,0 0 29 15,0 0-62-15,0 0-8 0,0 0-5 0,0 0-1 16,0 0-12-16,0 0 15 0,0 0-25 15,0 0-10-15,0 0 23 0,0 0 25 0,15 4 17 16,0-3-13-16,10-1 7 0,14-1 3 16,-9-3-7-16,8-3-15 0,1-3-9 0,1-1-1 15,3-3-7-15,-1 1-17 16,1-2-8-16,3 0-9 0,1 1 0 0,-5 0-7 0,-6 1 19 16,-2 2-30-16,-4 2-5 15,-7 1-2-15,-13 3-2 0,10 0 0 0,-1 2 23 16,-7-4-33-16,6 4-6 0,-10-1-6 15,-2-2-7-15,-6 6-10 0,0 0 1 16,0 0-37-16,0 0-33 0,-8 8-7 0,-3 0 3 16,-6 1-9-16,-7 7-14 0,4-3-10 15,0-2-36-15,-5 0-4 0,2 4-19 0,-5-1-16 16,2 1 4-16,-2-1 22 0,-2 4 24 16,3-4-32-16,-1 0-214 0,-2-2 181 0</inkml:trace>
  <inkml:trace contextRef="#ctx0" brushRef="#br0" timeOffset="4463.07">8101 7157 624 0,'-9'13'201'0,"9"-13"-34"16,0 0-5-16,0 0-4 0,0 0-6 0,0 0-18 0,0 0-8 15,0 0-63-15,0 0 60 16,0 0-23-16,0 0-10 0,0 0 9 0,0 0 7 16,11 4 29-16,-2 0-13 0,5 0 2 15,4-3-9-15,2-1 3 0,19-1 7 0,-5-6-20 16,4 0 17-16,4-6-8 0,4-2-10 15,4-5-3-15,2 0-3 0,5-1-6 0,1-1-13 16,-1 0-8-16,-6 3-5 0,-3-1-10 16,-5 6-14-16,-7 0-7 0,-4 2 17 15,-7-1-24-15,1 4 7 0,-19 5-3 16,8 1-6-16,3-3 0 0,-8 2-14 16,-3 0 5-16,-7 4-2 0,15-4 1 0,-3 2-3 15,-12 2-4-15,0 0-19 0,0 0 15 16,0 0-7-16,0 0-30 0,0 0-32 0,0 0-29 15,-8 10-42-15,4 1-7 0,4-11-33 16,0 0-13-16,0 0-17 0,-11 8-29 0,2-1-72 16,9-7-33-16,-8 6-401 0,0 1-264 15</inkml:trace>
  <inkml:trace contextRef="#ctx0" brushRef="#br0" timeOffset="12345.52">9378 9125 933 0,'0'0'275'0,"0"0"-45"0,0 0-28 0,0 0-44 0,0 0-23 0,0 0-8 0,0 0 6 0,0 0-2 0,11 3 6 16,-1 0-8-16,6-3-2 0,0 0-7 15,5 0 3-15,14 0 3 0,-2-3-8 0,3 3 10 16,5-2-12-16,5-1-7 0,7 1-1 16,8 0 2-16,9-2-11 0,9 4 27 15,10-1-54-15,6 1-13 0,4 1-11 0,5-1-8 16,0 2-3-16,-1 4 44 0,-1-1-65 15,-2 1 5-15,-7-2 3 0,-5 2 10 0,0-1 10 16,-1-1 1-16,-7 0 1 0,-4-1 13 16,-2 2-8-16,-5-5-5 0,-6-3-5 15,-7 3 5-15,-3-2-52 0,-3 2 49 16,-6 0 3-16,-8-3 0 0,-4 1 5 0,-4 0 0 16,-16 1-33-16,7-2 45 0,2 3-5 15,-10-4-9-15,3 4-5 0,-4-1-3 0,1-1-15 16,-11 2 12-16,0 0-14 0,11-4-5 15,-1 2-1-15,-10 2-9 0,0 0-34 16,0 0 10-16,0 0-37 0,0 0-42 0,0 0-72 16,0 0-116-16,0 0-90 0,0 0-93 15,-16 2-697-15,0-2-907 0</inkml:trace>
  <inkml:trace contextRef="#ctx0" brushRef="#br0" timeOffset="16878.25">6911 8475 686 0,'0'0'208'0,"0"0"-33"0,0 0-16 0,2-10-21 0,2 1-10 0,-4 9-13 0,0 0-6 0,0 0 2 0,0 0-12 16,0 0-11-16,0-12 6 0,2 1-7 0,-2 11-7 0,0 0-24 15,0 0-69-15,-4-11 65 0,0-1-3 16,4 12-9-16,-10-3-12 0,2-6 3 16,8 9 14-16,-16-3-40 0,4-2 0 15,12 5-2-15,-20 3 2 0,1-1-2 0,7 1 36 16,-2 2-45-16,1 4 2 0,-8 6 2 15,7-1 5-15,-2 1 0 0,1 4 19 16,-1 3-12-16,0 0 9 0,-1 2 0 0,2 2-3 16,2 0 4-16,-1-1 7 0,2 2-23 15,6-1 17-15,-2 3 4 0,0 0-1 0,4-4 0 16,2 4 9-16,2-1-3 0,2-1 4 16,2 2 2-16,0 5-3 0,2-6 14 15,4 4-7-15,4-2 20 0,0 3-23 16,-1 1-15-16,4-4 3 0,2 3 3 0,0-4 10 15,0-1 14-15,-3 0-23 0,3-4-5 16,1-6 1-16,0 3 1 0,-2-3 7 0,1-3-6 16,1-4 34-16,-10-2 5 15,6-5-2-15,4 0-5 0,-3-2-7 0,2 0-42 16,2-7 38-16,-3 2-3 0,2-6-4 16,10-4-10-16,-9 1 0 0,-4-4-4 0,2-1 8 15,-2 3-20-15,0-3-5 0,2 0 2 16,0-5-4-16,-4 3 3 0,-3 0 45 15,2-2-52-15,-2-1-3 0,-1-2 6 0,-5 0 1 16,0-2 0-16,1 2 42 0,-1-5-37 16,-1 3 3-16,-1 1 0 0,0 0 4 0,0 1-3 15,-6 1-34-15,-2-4 51 0,4 14 3 16,-6-8-36-16,-5-11 27 0,2 9 9 0,3 3-6 16,-3-2 5-16,-3 1-31 0,1 0 22 15,-2 2-15-15,3-2 1 0,-5 4 4 0,2 0-54 16,1-2 40-16,-1 4 18 0,0-1-2 15,0 3-7-15,-1 0 0 0,8 7-29 16,-10-8 22-16,6 1 6 0,-3 6-1 0,1-1 5 16,1-1 6-16,2 5-5 0,3-4-21 15,0 3 10-15,6 5 9 0,0 0-7 16,-8-7 3-16,-2 2-4 0,10 5-11 16,0 0 1-16,0 0 5 0,0 0 7 0,0 0-7 15,0 0-5-15,-8-4-15 0,2-2 18 16,6 6 7-16,0 0 0 0,0 0-3 0,0 0-6 15,0 0-52-15,0 0 26 0,0 0-5 16,0 0-14-16,0 0-5 0,0 0-8 0,0 0 29 16,0 0-60-16,0 0-13 0,0 0-19 15,0 0-61-15,0 0-35 0,-15 2-43 16,2 0-93-16,13-2-120 0,-19 6-303 16,-9 9-312-16</inkml:trace>
  <inkml:trace contextRef="#ctx0" brushRef="#br0" timeOffset="20328.49">5582 9728 966 0,'-13'3'277'0,"13"-3"-23"0,0 0-22 0,-9-6-53 0,1 2-9 0,8 4-22 15,-5-7-20-15,-1 1-8 0,6 6 3 0,-9-9-50 16,1 4 3-16,8 5-6 0,-13-7-16 16,3 2 3-16,10 5 15 0,-15-3-4 15,4-3-25-15,-3 6-18 0,3 0 3 0,-1-4-5 16,-5 4 17-16,-3 0 5 0,-10 2-20 15,18 0-6-15,-10 0 0 0,2 0-8 0,-2 3 1 16,-5 3 24-16,7 1-27 0,2 0-3 16,-2 4 17-16,4 0 7 0,-1 6-2 0,0 4 14 15,6 0-11-15,-1 1-4 0,1 2-2 16,2 1 2-16,2 3-6 0,4 0-26 16,1 2 31-16,0-3 1 0,-3 3-9 15,7 3 0-15,1-1-2 0,-1-3 3 0,0 1 7 16,1 0 1-16,2-1 0 0,6-4 10 15,0 2-8-15,-1-5 0 0,2-2 34 16,4 5-48-16,-1-4 0 0,5-1 4 0,0 0 4 16,-4-1-3-16,4-2 23 0,3 2-27 15,-2-4-1-15,2-4-3 0,1 3-1 0,-1-4 6 16,5 0-45-16,0-2 57 16,0-4 3-16,-1-3 4 0,1-1 0 0,2-4 11 0,0-1 13 15,-1-3-10-15,-1-5 12 16,0-3-11-16,-1-3-5 0,-3-4-2 0,-2-1-6 15,6-2-38-15,-4 0 25 0,0-1 9 16,-4-4 6-16,0 3-4 0,0-3 0 0,-5 3 13 16,0-2-17-16,-3 4 1 0,0-1 4 15,-4 1-3-15,-4 1 5 0,-2-2-4 16,-2 13-3-16,-6-12-9 0,0-12 0 0,-8 9 2 16,4-2-7-16,-4 3-17 0,-2 1 18 15,-1 2-7-15,-3-2-3 0,-2 1-3 0,-3 0-3 16,1 2-24-16,-3 1 12 0,2 1 16 15,-3 1-3-15,1 3-3 0,1 0-1 0,-6 4-2 16,1 0-18-16,-1 4 26 0,2 0-3 16,1 1-1-16,3 3-2 0,0-1 1 0,1 0 6 15,15 5-7-15,-10 0-1 16,2-2-1-16,18 2-5 0,-18-3-2 0,4 1-20 16,14 2 3-16,0 0-6 0,-17 0-6 15,4-2-10-15,13 2-1 0,0 0-12 16,0 0-22-16,0 0-2 0,0 0-60 0,0 0-38 15,-11 2-41-15,-1 0-25 0,12-2-68 16,-4 8 10-16,-1 3-59 0,-1-2-526 0,-1 2-517 16</inkml:trace>
  <inkml:trace contextRef="#ctx0" brushRef="#br0" timeOffset="22961.7">7341 10675 1058 0,'18'10'288'0,"-18"-10"-51"0,0 0-28 0,-16 0-20 0,-1 0-14 0,17 0 21 0,-7-8-51 0,1 3-27 15,6 5-15-15,0 0-12 0,-14 2 1 0,0 1 14 16,2 5-19-16,-11 5-3 0,6 0-1 16,4 6 6-16,-5 2 3 0,2 4-21 15,4 2 25-15,-4 2-3 0,6 3-6 0,2 4-1 16,-1 2 0-16,1 6-43 0,3 2 48 16,2 0-10-16,0 2-1 0,6-2 10 0,-1 0-7 15,2 0-10-15,0-2-28 16,7-1 26-16,-3-2 17 0,2-3-1 0,4-2-6 15,4-7-8-15,2-1 6 0,3-4-18 16,5-6 4-16,0-1 0 0,6-6-10 0,6-7-12 16,0-4-12-16,4-4 1 0,2-7-9 15,-1-7-4-15,1-4-1 0,-1-1-2 0,-1-5-18 16,-3-3 15-16,0 0-2 0,-2-6-3 16,-8 0 0-16,-1-2-2 0,-2 0-10 0,-9 1 1 15,-4-1 13-15,-5 0-7 0,-7-1-1 16,-6 1-3-16,-5-2-3 0,-9 0-3 15,-4 0 11-15,-9 3-1 0,-4 1-4 0,-1 0 3 16,-4 4-2-16,0 3-3 16,-1 3 2-16,1 3-3 0,-2 1 4 0,1 2-1 0,0 5 0 15,3 2-20-15,3 2 27 16,3 2-8-16,-1 3 0 0,5 3-1 0,-1 2-3 16,-2 0-12-16,18 2 20 0,-11 0-5 15,1 2 0-15,4-2 6 0,-2 2-2 0,20-2 3 16,-17 0-16-16,0 0 14 0,17 0 0 15,0 0-2-15,0 0 0 0,-10 0-4 0,-4 2-11 16,14-2 18-16,0 0-4 0,0 0-6 16,0 0 1-16,0 0-6 0,0 0-1 15,0 0-2-15,0 0-9 0,0 0 2 0,0 0 5 16,0 0 2-16,0 0-22 0,0 0 24 16,-3 11-6-16,1 2-7 0,2-13-3 15,0 0 2-15,0 0-14 0,0 0 4 16,8 5-7-16,-1 2 3 0,-7-7-10 0,0 0-11 15,0 0-39-15,0 0-34 0,0 0-52 16,0 0-51-16,0 0-31 0,0 0-15 0,0 0-57 16,0 0-54-16,0 0-462 0,0 0-457 15</inkml:trace>
  <inkml:trace contextRef="#ctx0" brushRef="#br0" timeOffset="25061.14">6402 11681 918 0,'-12'-3'307'0,"0"1"-49"0,12 2-47 0,0 0-90 0,0 0 49 0,0 0-18 0,-9-8-17 0,0 0-8 0,9 8-3 16,-8-9 10-16,2 1-47 0,-3 2-2 15,-1 2-22-15,10 4-6 0,-18-3-5 0,2 1 18 16,-2 7-21-16,2-1-13 0,-3 3-7 15,-11 9 1-15,9 0 12 0,4 2 19 16,2 5-4-16,-2 2 6 0,4 6 14 16,0 5 1-16,4 4 1 0,-3 2-34 15,6 3 46-15,2 3-7 0,4 0 6 0,4 0-5 16,2 1-7-16,-1-2-10 0,4-1 27 16,1-1-22-16,0-2-4 0,1-3 11 0,0-4-6 15,5-1-4-15,1-7-53 0,5-1 65 16,-1-2-7-16,4-7-2 0,3-2-4 0,1-4-8 15,1-5 1-15,2-6-5 0,1-1-11 16,4-5-4-16,0-3-4 0,2-7-5 0,-3-2-31 16,0-1 34-16,0-4-9 0,0-2 3 15,-2-4-1-15,-2 0-4 0,-3-5-9 16,1 1 8-16,-8-2-3 0,2-2 0 0,-7 2 0 16,3 0 1-16,-10-1 3 0,-4 0-9 15,-4 3-3-15,-6-2-1 0,-2-2-4 16,-4 3-1-16,-10 1-3 0,-3-2-3 15,-5 2 8-15,-1 1-4 0,-1 4-1 0,-6 1-1 16,-4-1-3-16,4 4-8 0,-2 3 12 16,-1 2-8-16,2 2 0 0,1 1 0 0,-2 2-6 15,3 4-30-15,0 4 24 0,1 2-26 16,2 2 0-16,-2-2-7 0,17 3-26 0,-4-3-17 16,2 2-10-16,0 1-54 0,2 0-12 15,2 7-2-15,2-6-15 0,13-1-30 0,-9 6 3 16,1-1-24-16,8-5 5 15,0 0 7-15,-8 6-19 0,-2 2-43 0,10-8-34 16,0 0-450-16,-9 7-294 0</inkml:trace>
  <inkml:trace contextRef="#ctx0" brushRef="#br0" timeOffset="26694.78">9755 14600 1516 0,'32'-42'359'0,"-24"34"-51"0,-5-9-51 0,10-7-54 0,-3 4-33 0,2-3-19 0,-1-2-9 0,8 1-20 0,2-5-6 0,4 0-17 15,1 0-5-15,4 3-16 0,0-1-10 0,1 5-11 16,3-4-49-16,-2 6 45 0,-2-1-22 16,-3-1-9-16,1 7-21 0,-5 3-36 0,4-2-40 15,-8 3-9-15,-6 7-61 0,2-3-18 16,-3 0-10-16,0 2-17 0,-2 3-1 0,-10 2-9 15,0 0-42-15,0 0-31 0,-18 4-69 16,4 4-167-16,2 7 22 0</inkml:trace>
  <inkml:trace contextRef="#ctx0" brushRef="#br0" timeOffset="26878.33">9839 14613 1036 0,'-1'37'307'0,"-4"-26"-54"15,0 2-43-15,2 0-24 0,3-13-19 0,0 0-2 16,0 0 1-16,0 0 0 0,-6 8-3 15,0 0-1-15,6-8 5 0,0 0 2 0,8-20 36 16,4-2-58-16,4 1-11 0,9-6-16 16,3-6-21-16,-1-3-19 0,9-1-16 15,2-6-82-15,4-1-48 0,5-1-79 0,0-1-87 16,1 1-112-16,1 4-630 0,-1 3-669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4CD02D1-7632-4228-93AB-BE7B6FC83F89}" type="datetimeFigureOut">
              <a:rPr lang="en-IN" smtClean="0"/>
              <a:t>23-08-2025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F3163B7-A804-424A-B286-7B3923456BF7}" type="slidenum">
              <a:rPr lang="en-IN" smtClean="0"/>
              <a:t>‹#›</a:t>
            </a:fld>
            <a:endParaRPr lang="en-IN"/>
          </a:p>
        </p:txBody>
      </p:sp>
    </p:spTree>
    <p:extLst>
      <p:ext uri="{BB962C8B-B14F-4D97-AF65-F5344CB8AC3E}">
        <p14:creationId xmlns:p14="http://schemas.microsoft.com/office/powerpoint/2010/main" val="138820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4</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926229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5</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44143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6</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5886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8</a:t>
            </a:fld>
            <a:endParaRPr lang="en-US" altLang="en-US"/>
          </a:p>
        </p:txBody>
      </p:sp>
    </p:spTree>
    <p:extLst>
      <p:ext uri="{BB962C8B-B14F-4D97-AF65-F5344CB8AC3E}">
        <p14:creationId xmlns:p14="http://schemas.microsoft.com/office/powerpoint/2010/main" val="53790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63779F5B-BBA8-405F-97B1-B77060F6ED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6D38042D-1AD4-4AA6-A38B-7E50282B95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3732" name="Slide Number Placeholder 3">
            <a:extLst>
              <a:ext uri="{FF2B5EF4-FFF2-40B4-BE49-F238E27FC236}">
                <a16:creationId xmlns:a16="http://schemas.microsoft.com/office/drawing/2014/main" id="{73B1730A-53D7-46C5-9180-FF8CAE4328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3AD85A-F01D-4AF0-BF80-D6E4959EB212}" type="slidenum">
              <a:rPr lang="en-US" altLang="en-US"/>
              <a:pPr/>
              <a:t>9</a:t>
            </a:fld>
            <a:endParaRPr lang="en-US" altLang="en-US"/>
          </a:p>
        </p:txBody>
      </p:sp>
    </p:spTree>
    <p:extLst>
      <p:ext uri="{BB962C8B-B14F-4D97-AF65-F5344CB8AC3E}">
        <p14:creationId xmlns:p14="http://schemas.microsoft.com/office/powerpoint/2010/main" val="1857867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10</a:t>
            </a:fld>
            <a:endParaRPr lang="en-US" altLang="en-US"/>
          </a:p>
        </p:txBody>
      </p:sp>
    </p:spTree>
    <p:extLst>
      <p:ext uri="{BB962C8B-B14F-4D97-AF65-F5344CB8AC3E}">
        <p14:creationId xmlns:p14="http://schemas.microsoft.com/office/powerpoint/2010/main" val="3288247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11</a:t>
            </a:fld>
            <a:endParaRPr lang="en-US" altLang="en-US"/>
          </a:p>
        </p:txBody>
      </p:sp>
    </p:spTree>
    <p:extLst>
      <p:ext uri="{BB962C8B-B14F-4D97-AF65-F5344CB8AC3E}">
        <p14:creationId xmlns:p14="http://schemas.microsoft.com/office/powerpoint/2010/main" val="1430606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12</a:t>
            </a:fld>
            <a:endParaRPr lang="en-US" altLang="en-US"/>
          </a:p>
        </p:txBody>
      </p:sp>
    </p:spTree>
    <p:extLst>
      <p:ext uri="{BB962C8B-B14F-4D97-AF65-F5344CB8AC3E}">
        <p14:creationId xmlns:p14="http://schemas.microsoft.com/office/powerpoint/2010/main" val="2265051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577FB2CA-0659-4E26-85A0-0AD99985F5F5}" type="slidenum">
              <a:rPr lang="en-US" altLang="en-US" smtClean="0">
                <a:solidFill>
                  <a:srgbClr val="000000"/>
                </a:solidFill>
                <a:latin typeface="Arial" panose="020B0604020202020204" pitchFamily="34" charset="0"/>
              </a:rPr>
              <a:pPr/>
              <a:t>17</a:t>
            </a:fld>
            <a:endParaRPr lang="en-US" altLang="en-US">
              <a:solidFill>
                <a:srgbClr val="000000"/>
              </a:solidFill>
              <a:latin typeface="Arial" panose="020B0604020202020204" pitchFamily="34" charset="0"/>
            </a:endParaRPr>
          </a:p>
        </p:txBody>
      </p:sp>
      <p:sp>
        <p:nvSpPr>
          <p:cNvPr id="285699" name="Rectangle 2"/>
          <p:cNvSpPr>
            <a:spLocks noGrp="1" noRot="1" noChangeAspect="1" noChangeArrowheads="1" noTextEdit="1"/>
          </p:cNvSpPr>
          <p:nvPr>
            <p:ph type="sldImg"/>
          </p:nvPr>
        </p:nvSpPr>
        <p:spPr>
          <a:xfrm>
            <a:off x="1266825" y="727075"/>
            <a:ext cx="4781550" cy="3586163"/>
          </a:xfrm>
          <a:ln/>
        </p:spPr>
      </p:sp>
      <p:sp>
        <p:nvSpPr>
          <p:cNvPr id="285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66804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9C5CACF3-972D-4DCE-A393-2078EB3EA65F}" type="slidenum">
              <a:rPr lang="en-US" altLang="en-US" smtClean="0">
                <a:solidFill>
                  <a:srgbClr val="000000"/>
                </a:solidFill>
                <a:latin typeface="Arial" panose="020B0604020202020204" pitchFamily="34" charset="0"/>
              </a:rPr>
              <a:pPr/>
              <a:t>18</a:t>
            </a:fld>
            <a:endParaRPr lang="en-US" altLang="en-US">
              <a:solidFill>
                <a:srgbClr val="000000"/>
              </a:solidFill>
              <a:latin typeface="Arial" panose="020B0604020202020204" pitchFamily="34" charset="0"/>
            </a:endParaRPr>
          </a:p>
        </p:txBody>
      </p:sp>
      <p:sp>
        <p:nvSpPr>
          <p:cNvPr id="310275" name="Rectangle 2"/>
          <p:cNvSpPr>
            <a:spLocks noGrp="1" noRot="1" noChangeAspect="1" noChangeArrowheads="1" noTextEdit="1"/>
          </p:cNvSpPr>
          <p:nvPr>
            <p:ph type="sldImg"/>
          </p:nvPr>
        </p:nvSpPr>
        <p:spPr>
          <a:xfrm>
            <a:off x="1266825" y="727075"/>
            <a:ext cx="4781550" cy="3586163"/>
          </a:xfrm>
          <a:ln/>
        </p:spPr>
      </p:sp>
      <p:sp>
        <p:nvSpPr>
          <p:cNvPr id="3102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62465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55BF7FB1-0E90-4E86-AFC9-08ECBBA769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BD8BE155-2AA8-42A8-9547-C8B9A31384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A676D525-B850-4BA2-998E-0CB222DA9D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D1809C-FB0C-4571-9188-E01B94A22ADD}" type="slidenum">
              <a:rPr lang="en-US" altLang="en-US"/>
              <a:pPr/>
              <a:t>19</a:t>
            </a:fld>
            <a:endParaRPr lang="en-US" altLang="en-US"/>
          </a:p>
        </p:txBody>
      </p:sp>
    </p:spTree>
    <p:extLst>
      <p:ext uri="{BB962C8B-B14F-4D97-AF65-F5344CB8AC3E}">
        <p14:creationId xmlns:p14="http://schemas.microsoft.com/office/powerpoint/2010/main" val="19326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8FACB799-3CA4-42D0-9363-51434394B8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DA4E7DE9-FF2D-455D-9EAB-19D259D909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C2A98D7B-7656-4705-BD54-A6C348001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857909-A93F-4094-A689-3E193E076AE5}" type="slidenum">
              <a:rPr lang="en-US" altLang="en-US"/>
              <a:pPr/>
              <a:t>20</a:t>
            </a:fld>
            <a:endParaRPr lang="en-US" altLang="en-US"/>
          </a:p>
        </p:txBody>
      </p:sp>
    </p:spTree>
    <p:extLst>
      <p:ext uri="{BB962C8B-B14F-4D97-AF65-F5344CB8AC3E}">
        <p14:creationId xmlns:p14="http://schemas.microsoft.com/office/powerpoint/2010/main" val="918564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26723D2C-591C-4454-8530-765051EF8A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5E322707-F6B7-44D5-B89A-67D2032B9F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1924" name="Slide Number Placeholder 3">
            <a:extLst>
              <a:ext uri="{FF2B5EF4-FFF2-40B4-BE49-F238E27FC236}">
                <a16:creationId xmlns:a16="http://schemas.microsoft.com/office/drawing/2014/main" id="{45418A93-FFAB-4DCD-9B53-D13B51EAF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6157B6-6764-4208-AE01-EEBE0317A675}" type="slidenum">
              <a:rPr lang="en-US" altLang="en-US"/>
              <a:pPr/>
              <a:t>23</a:t>
            </a:fld>
            <a:endParaRPr lang="en-US" altLang="en-US"/>
          </a:p>
        </p:txBody>
      </p:sp>
    </p:spTree>
    <p:extLst>
      <p:ext uri="{BB962C8B-B14F-4D97-AF65-F5344CB8AC3E}">
        <p14:creationId xmlns:p14="http://schemas.microsoft.com/office/powerpoint/2010/main" val="372684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440FEB4E-BD9B-4CA1-BCDB-C1C7FDB425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7BEE79A6-071A-4F27-A4BF-00FAEE1CE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8BA49C0D-7CC6-49F5-8DAF-2009431205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0F9254-F8E2-4C4C-9FAC-1822FC76FA41}" type="slidenum">
              <a:rPr lang="en-US" altLang="en-US"/>
              <a:pPr/>
              <a:t>24</a:t>
            </a:fld>
            <a:endParaRPr lang="en-US" altLang="en-US"/>
          </a:p>
        </p:txBody>
      </p:sp>
    </p:spTree>
    <p:extLst>
      <p:ext uri="{BB962C8B-B14F-4D97-AF65-F5344CB8AC3E}">
        <p14:creationId xmlns:p14="http://schemas.microsoft.com/office/powerpoint/2010/main" val="762863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440FEB4E-BD9B-4CA1-BCDB-C1C7FDB425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7BEE79A6-071A-4F27-A4BF-00FAEE1CE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8BA49C0D-7CC6-49F5-8DAF-2009431205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0F9254-F8E2-4C4C-9FAC-1822FC76FA41}" type="slidenum">
              <a:rPr lang="en-US" altLang="en-US"/>
              <a:pPr/>
              <a:t>25</a:t>
            </a:fld>
            <a:endParaRPr lang="en-US" altLang="en-US"/>
          </a:p>
        </p:txBody>
      </p:sp>
    </p:spTree>
    <p:extLst>
      <p:ext uri="{BB962C8B-B14F-4D97-AF65-F5344CB8AC3E}">
        <p14:creationId xmlns:p14="http://schemas.microsoft.com/office/powerpoint/2010/main" val="3151078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77B5F66A-FF1C-46ED-BB33-6AE7471E24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a:extLst>
              <a:ext uri="{FF2B5EF4-FFF2-40B4-BE49-F238E27FC236}">
                <a16:creationId xmlns:a16="http://schemas.microsoft.com/office/drawing/2014/main" id="{20545B2D-A9CF-4132-9332-2546E2E716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6020" name="Slide Number Placeholder 3">
            <a:extLst>
              <a:ext uri="{FF2B5EF4-FFF2-40B4-BE49-F238E27FC236}">
                <a16:creationId xmlns:a16="http://schemas.microsoft.com/office/drawing/2014/main" id="{CF93A0BF-B0BE-4EBB-A037-2297139811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2BE53C6-CE77-44FA-BC34-FDCDA8E40985}" type="slidenum">
              <a:rPr lang="en-US" altLang="en-US"/>
              <a:pPr/>
              <a:t>26</a:t>
            </a:fld>
            <a:endParaRPr lang="en-US" altLang="en-US"/>
          </a:p>
        </p:txBody>
      </p:sp>
    </p:spTree>
    <p:extLst>
      <p:ext uri="{BB962C8B-B14F-4D97-AF65-F5344CB8AC3E}">
        <p14:creationId xmlns:p14="http://schemas.microsoft.com/office/powerpoint/2010/main" val="1138835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492E3D72-B7B4-492D-8770-A3CA01E864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a:extLst>
              <a:ext uri="{FF2B5EF4-FFF2-40B4-BE49-F238E27FC236}">
                <a16:creationId xmlns:a16="http://schemas.microsoft.com/office/drawing/2014/main" id="{FAFF3627-C883-40CE-B24F-47538B7377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8068" name="Slide Number Placeholder 3">
            <a:extLst>
              <a:ext uri="{FF2B5EF4-FFF2-40B4-BE49-F238E27FC236}">
                <a16:creationId xmlns:a16="http://schemas.microsoft.com/office/drawing/2014/main" id="{F1454F35-8FD2-48E7-A037-7CF691C6CF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C96FB1-1DC0-41FF-ABCB-AA291A3B48D3}" type="slidenum">
              <a:rPr lang="en-US" altLang="en-US"/>
              <a:pPr/>
              <a:t>27</a:t>
            </a:fld>
            <a:endParaRPr lang="en-US" altLang="en-US"/>
          </a:p>
        </p:txBody>
      </p:sp>
    </p:spTree>
    <p:extLst>
      <p:ext uri="{BB962C8B-B14F-4D97-AF65-F5344CB8AC3E}">
        <p14:creationId xmlns:p14="http://schemas.microsoft.com/office/powerpoint/2010/main" val="891981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F7221B99-D0CB-4A8F-B5CB-D0AFC3B5A2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3A43635F-DC57-484D-B1A2-A2E4C2BAD4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0116" name="Slide Number Placeholder 3">
            <a:extLst>
              <a:ext uri="{FF2B5EF4-FFF2-40B4-BE49-F238E27FC236}">
                <a16:creationId xmlns:a16="http://schemas.microsoft.com/office/drawing/2014/main" id="{7EAAAE59-728A-4876-8491-78BDDA4FB4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34238E-0529-4ED3-82A4-225C79311291}" type="slidenum">
              <a:rPr lang="en-US" altLang="en-US"/>
              <a:pPr/>
              <a:t>28</a:t>
            </a:fld>
            <a:endParaRPr lang="en-US" altLang="en-US"/>
          </a:p>
        </p:txBody>
      </p:sp>
    </p:spTree>
    <p:extLst>
      <p:ext uri="{BB962C8B-B14F-4D97-AF65-F5344CB8AC3E}">
        <p14:creationId xmlns:p14="http://schemas.microsoft.com/office/powerpoint/2010/main" val="858053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6FD50791-7387-4159-9CDA-EE039831FE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735ED17B-5E6D-4E5A-B4A9-2E4847BEF1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4212" name="Slide Number Placeholder 3">
            <a:extLst>
              <a:ext uri="{FF2B5EF4-FFF2-40B4-BE49-F238E27FC236}">
                <a16:creationId xmlns:a16="http://schemas.microsoft.com/office/drawing/2014/main" id="{1A8E536E-FAE0-40E3-BD34-F8494A6910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AA8F44-7E0D-4D58-ADC0-62AA82EB8991}" type="slidenum">
              <a:rPr lang="en-US" altLang="en-US"/>
              <a:pPr/>
              <a:t>29</a:t>
            </a:fld>
            <a:endParaRPr lang="en-US" altLang="en-US"/>
          </a:p>
        </p:txBody>
      </p:sp>
    </p:spTree>
    <p:extLst>
      <p:ext uri="{BB962C8B-B14F-4D97-AF65-F5344CB8AC3E}">
        <p14:creationId xmlns:p14="http://schemas.microsoft.com/office/powerpoint/2010/main" val="2172097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059DC844-8A94-45B5-ACE0-01FF1922AB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1125CA50-BD96-4964-91E2-0930DB7FB3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6260" name="Slide Number Placeholder 3">
            <a:extLst>
              <a:ext uri="{FF2B5EF4-FFF2-40B4-BE49-F238E27FC236}">
                <a16:creationId xmlns:a16="http://schemas.microsoft.com/office/drawing/2014/main" id="{7ABC1BAA-3E2E-4B1F-9456-44D664209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E916DEC-D898-44EB-867D-0C66A33403EC}" type="slidenum">
              <a:rPr lang="en-US" altLang="en-US"/>
              <a:pPr/>
              <a:t>30</a:t>
            </a:fld>
            <a:endParaRPr lang="en-US" altLang="en-US"/>
          </a:p>
        </p:txBody>
      </p:sp>
    </p:spTree>
    <p:extLst>
      <p:ext uri="{BB962C8B-B14F-4D97-AF65-F5344CB8AC3E}">
        <p14:creationId xmlns:p14="http://schemas.microsoft.com/office/powerpoint/2010/main" val="2082725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1CD29E39-E889-4C9B-8F01-5C15A8788B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2F65796A-21EA-47F2-9BCB-C7E1ADCA1D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8308" name="Slide Number Placeholder 3">
            <a:extLst>
              <a:ext uri="{FF2B5EF4-FFF2-40B4-BE49-F238E27FC236}">
                <a16:creationId xmlns:a16="http://schemas.microsoft.com/office/drawing/2014/main" id="{762D4ED4-4F0D-4A94-8BBE-01BD885685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921CBD-4671-4E02-91A5-0DFA4E9E81D0}" type="slidenum">
              <a:rPr lang="en-US" altLang="en-US"/>
              <a:pPr/>
              <a:t>31</a:t>
            </a:fld>
            <a:endParaRPr lang="en-US" altLang="en-US"/>
          </a:p>
        </p:txBody>
      </p:sp>
    </p:spTree>
    <p:extLst>
      <p:ext uri="{BB962C8B-B14F-4D97-AF65-F5344CB8AC3E}">
        <p14:creationId xmlns:p14="http://schemas.microsoft.com/office/powerpoint/2010/main" val="1514089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2898"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592899"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4019253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4946"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594947"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3383159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1090"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601091"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3293606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C395CDA9-AA41-4FB1-A581-FE492672B805}" type="slidenum">
              <a:rPr lang="en-US" altLang="en-US" smtClean="0">
                <a:solidFill>
                  <a:srgbClr val="000000"/>
                </a:solidFill>
                <a:latin typeface="Arial" panose="020B0604020202020204" pitchFamily="34" charset="0"/>
              </a:rPr>
              <a:pPr/>
              <a:t>38</a:t>
            </a:fld>
            <a:endParaRPr lang="en-US" altLang="en-US">
              <a:solidFill>
                <a:srgbClr val="000000"/>
              </a:solidFill>
              <a:latin typeface="Arial" panose="020B0604020202020204" pitchFamily="34" charset="0"/>
            </a:endParaRPr>
          </a:p>
        </p:txBody>
      </p:sp>
      <p:sp>
        <p:nvSpPr>
          <p:cNvPr id="273411" name="Rectangle 2"/>
          <p:cNvSpPr>
            <a:spLocks noGrp="1" noRot="1" noChangeAspect="1" noChangeArrowheads="1" noTextEdit="1"/>
          </p:cNvSpPr>
          <p:nvPr>
            <p:ph type="sldImg"/>
          </p:nvPr>
        </p:nvSpPr>
        <p:spPr>
          <a:xfrm>
            <a:off x="1266825" y="727075"/>
            <a:ext cx="4781550" cy="3586163"/>
          </a:xfrm>
          <a:ln/>
        </p:spPr>
      </p:sp>
      <p:sp>
        <p:nvSpPr>
          <p:cNvPr id="27341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94341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9A95330F-535B-4E17-9459-C7D126B70546}" type="slidenum">
              <a:rPr lang="en-US" altLang="en-US" smtClean="0">
                <a:solidFill>
                  <a:srgbClr val="000000"/>
                </a:solidFill>
                <a:latin typeface="Arial" panose="020B0604020202020204" pitchFamily="34" charset="0"/>
              </a:rPr>
              <a:pPr/>
              <a:t>39</a:t>
            </a:fld>
            <a:endParaRPr lang="en-US" altLang="en-US">
              <a:solidFill>
                <a:srgbClr val="000000"/>
              </a:solidFill>
              <a:latin typeface="Arial" panose="020B0604020202020204" pitchFamily="34" charset="0"/>
            </a:endParaRPr>
          </a:p>
        </p:txBody>
      </p:sp>
      <p:sp>
        <p:nvSpPr>
          <p:cNvPr id="275459" name="Rectangle 2"/>
          <p:cNvSpPr>
            <a:spLocks noGrp="1" noRot="1" noChangeAspect="1" noChangeArrowheads="1" noTextEdit="1"/>
          </p:cNvSpPr>
          <p:nvPr>
            <p:ph type="sldImg"/>
          </p:nvPr>
        </p:nvSpPr>
        <p:spPr>
          <a:xfrm>
            <a:off x="1266825" y="727075"/>
            <a:ext cx="4781550" cy="3586163"/>
          </a:xfrm>
          <a:ln/>
        </p:spPr>
      </p:sp>
      <p:sp>
        <p:nvSpPr>
          <p:cNvPr id="27546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626481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B11B07D-383B-44C2-97A3-8049B68F8E22}" type="datetime1">
              <a:rPr lang="en-US" smtClean="0"/>
              <a:t>8/23/2025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24000" y="315213"/>
            <a:ext cx="5059680" cy="696594"/>
          </a:xfrm>
        </p:spPr>
        <p:txBody>
          <a:bodyPr lIns="0" tIns="0" rIns="0" bIns="0"/>
          <a:lstStyle>
            <a:lvl1pPr>
              <a:defRPr sz="4400" b="0" i="0">
                <a:solidFill>
                  <a:schemeClr val="tx1"/>
                </a:solidFill>
                <a:latin typeface="Calibri"/>
                <a:cs typeface="Calibri"/>
              </a:defRPr>
            </a:lvl1pPr>
          </a:lstStyle>
          <a:p>
            <a:endParaRPr dirty="0"/>
          </a:p>
        </p:txBody>
      </p:sp>
      <p:sp>
        <p:nvSpPr>
          <p:cNvPr id="3" name="Holder 3"/>
          <p:cNvSpPr>
            <a:spLocks noGrp="1"/>
          </p:cNvSpPr>
          <p:nvPr>
            <p:ph type="body" idx="1"/>
          </p:nvPr>
        </p:nvSpPr>
        <p:spPr/>
        <p:txBody>
          <a:bodyPr lIns="0" tIns="0" rIns="0" bIns="0"/>
          <a:lstStyle>
            <a:lvl1pPr>
              <a:defRPr sz="25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7F85622-C219-4D96-A4D1-24ADB75AF8EB}" type="datetime1">
              <a:rPr lang="en-US" smtClean="0"/>
              <a:t>8/23/2025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9CFC000-72E1-4C7E-AD33-7CCF47D185FC}" type="datetime1">
              <a:rPr lang="en-US" smtClean="0"/>
              <a:t>8/23/2025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4617A5E-7184-480A-9B03-157BA7602D6E}" type="datetime1">
              <a:rPr lang="en-US" smtClean="0"/>
              <a:t>8/23/2025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B6A06C3-87D8-4E07-9FE9-9EE932C71E9E}" type="datetime1">
              <a:rPr lang="en-US" smtClean="0"/>
              <a:t>8/23/2025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95084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92172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453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7223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6368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7070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97866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76951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01721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39742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3088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484551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D2F31-780F-3A93-06B8-81691B353FA3}"/>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6D57CB00-7FF9-018D-63BA-6CE43676366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95BF1C1-F1FB-495F-1048-F7510A605982}"/>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F21EF4D-330A-BD41-2F92-F56FD1C471E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5428B64-9414-24E0-E067-A150ECF38FB8}"/>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B793E7D-86AA-0696-CCC5-DBFD48D69F9A}"/>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CE3D1701-5331-1104-1924-B0AC3960320A}"/>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ctr">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508743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89698F-2BE9-74C4-A2E8-CE611F808D01}"/>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BA7083BB-0576-B56A-821C-5FEC97FBBC17}"/>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6A1780D-E7FC-95E5-FE39-A3283677569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17E8558-DFE4-4633-F75E-7973D2DFB05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90D22DD-2F4E-9DF2-C1FD-09BA0B74F161}"/>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62C0FF4-9075-0615-AA8D-B1196F49DA77}"/>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6FFF3C7B-7D78-2778-7694-EC45A2F7EB97}"/>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42230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BCF791C7-726C-8E84-7872-FE8AA4CA73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EC83615-E269-8423-8AED-FA69FEB4E61E}"/>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3A68D957-DEBF-B80F-BB4D-BA95EA6BE98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E290557-CDDE-5E5E-B3F1-8DDCEAB73E3B}"/>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590930B-2914-848E-2956-D7E8E668B025}"/>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EFB1FAB-481A-6DC1-718D-D6CD52A0CE74}"/>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94BB935-79E0-9C77-FC1A-E90584166384}"/>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1C9835B-E329-CF53-A671-86B6991C3A46}"/>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51577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962B3-B0FA-7ACB-BADB-8C57F5828D3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5A3F60FF-DADB-3FEB-DE6F-68A49F44F89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9389637-2014-8CAB-512B-0402228D156A}"/>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9D2CC9D-345F-A820-148F-29D7E5066271}"/>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D358C06-5B3D-4FDB-A844-BA3824C76E6F}"/>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DAE63506-FE50-D6BE-6090-E475C08B004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7BA044BF-32D7-F6A5-B7BF-7EF7936F8A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68C9D937-1399-BF58-F9BD-3465295B0B7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6C6DEC7-0688-AEE3-A278-C1C64362AA6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8758B83-0390-FB5F-7200-67A2082245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BA87D3C-A073-531F-A1C7-535ACADB7BE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3E17A165-FD08-B408-49A1-0191125871E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3A7B3042-44AF-3E9F-B665-0852345502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DF3BA92-E294-2A4F-E315-3BB25773AD2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319542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768DD7B-FCF9-C3C3-F51E-F73F817B8C8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06EFEB7A-C6DC-C8F2-B099-A93E788E9C7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2C135F59-CF4B-63CF-E4E6-E8D36EE483F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034883A-BAD3-2416-7778-C9EFC9666E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E056742-0E35-6ED2-BA18-C5D4821E6EB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C8706305-4A7B-9D21-D29B-48100022BD86}"/>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FDA4114-157C-BDA1-0A07-D6A79DD316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EBF9E64-F97A-4CB8-E325-8723FFFC33D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805994CF-9984-7C66-E6FC-6BD42AA824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70268226-22F3-DEA7-D141-02B3785E5A8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63728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9164FA94-BCAD-057A-427E-965529451B2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1E9B8F7-5671-7D86-C56F-0F2D0178B2D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E6CF87F-D6CC-87FB-A40F-2AA2D171BF3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06E1A3F-7A69-9FFC-7210-03B9CB6387B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602ED944-785E-2D42-438A-AC8FCB731B9D}"/>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B84269D8-F709-50C0-2B19-9F9B5A5506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35D7C33-AFB2-7DF2-0F04-6E9E67B6D8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851D8A46-8D93-FA10-043B-EE60B601F63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6E005737-8205-E040-1BE4-7A9395D9701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AB5F34AA-3A58-E825-FDB3-AEFD14C5A80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41401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A3D3F42-0D36-DFF9-0EB5-6371E8229B4A}"/>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190D3E31-89D1-2457-D73F-478FA2B5AEA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D379A579-F031-6A8D-A252-B6A953B92F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D4CC4CA-F073-0A30-74A2-B7A1C4288F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8F84F4BF-B44D-2C28-F81F-5C53A65ED015}"/>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42125B84-B2B8-DD21-ADD2-3DCCE8DB4C9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F814E11-055E-7DF7-0D85-39EB67962CA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73F09244-8093-6D3E-00EC-AB9D6B40585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C9378DDA-09BD-66A0-DBF2-3A8AE287B81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2D0CC58-7B2A-FA7C-9F38-0474081480E2}"/>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28542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8765FB91-C32C-21B8-C8F8-F1C32ACEA29C}"/>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35155572-0C9B-4A98-6C86-DD4696E81B1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65695AD-D8D1-44BA-7030-B5F4DA1787F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CC50E30-90A8-67FF-40E0-C6B1A7D77DC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563219FC-BF31-A7EF-590F-380743CC31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E6CA1FF-3819-8BD1-163B-0E25900BF14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87F2347-EBA9-1866-58AC-4ECCC76275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7F80CC5-4402-ACB1-4EDF-604C9EC5415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95DF0734-E45E-E908-0705-1006F06079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4E1FD027-02F2-F1B4-BD56-46D38483DEC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157962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92EEAC6-00EC-650D-4B04-55F7D9F2E2A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CDCBADFB-A57D-5D14-D37E-1D3B79F3CDB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9F8B2E83-010B-8C67-EE90-2CB1E797C6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3D18854-1B0D-6021-6365-20E94A1B4D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A9D01C2B-0153-0B55-CB8C-98F390AA9233}"/>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20219917-48AD-E0B5-5F38-1E1723A22A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8E1DE18-14E5-66E5-D9E4-FA526D2403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7224B2F3-38D2-BABA-81F8-937A8837AB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7ECBE88E-FC10-D75B-0B8A-8FC59D53C83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8E4FA241-7380-5CE4-E223-22740E3FB88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39063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35E1E351-2F0E-8BA1-7E11-D2FD7AB06755}"/>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8C45386-1DAC-B685-49DA-FDDD80DB9EC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C36B6BA-C270-7D4B-759E-023E13139E7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FBF6EDC-084A-EBCE-4645-978681553CD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DAC62562-50D7-C2BE-89B8-C0652435446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1881FB1-95E1-E85A-DBA3-329248E5591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81C33162-69E6-8E4F-BFC0-D582B513E4C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5E717241-0DC5-5B2F-767D-1F59757C407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DAFFA84F-FA16-6763-4D10-D4B19DD3BB5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51FAF1B-F753-BEFB-BD65-CEBEC925EB5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576598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EE48EF3E-DE87-0E87-971A-A50A357F9AEC}"/>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A03734C1-F40F-B99A-E7D7-8175CEBB6B63}"/>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E900D06-AB1D-2DEE-7C87-7C0EB1A6902C}"/>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3D517F8-3D5A-5BD3-A731-7D3356A9B9D8}"/>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4B372EFE-F5E3-3B17-55DB-B550703E5D2D}"/>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39213C5-2D83-9E32-6A36-8B9D6D7032AA}"/>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900" b="1">
                <a:solidFill>
                  <a:srgbClr val="101141"/>
                </a:solidFill>
                <a:cs typeface="Arial" charset="0"/>
              </a:rPr>
              <a:t>BITS </a:t>
            </a:r>
            <a:r>
              <a:rPr lang="en-US" sz="900">
                <a:solidFill>
                  <a:srgbClr val="101141"/>
                </a:solidFill>
                <a:cs typeface="Arial" charset="0"/>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66543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94E4E3-3BAF-6A6A-4FCD-A07199BDC5AA}"/>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1E1E98AC-F8D3-F1C9-D1A2-B498A39C3DC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2F71EA6-E530-C4B1-3F8C-0596D144A64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9FBA980-A763-DF18-E68C-2423EF4A3F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F804117-B3D0-C494-57B6-22F50CA9F6C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ECFC12DC-C0A3-8076-285F-3B336499C6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F0EC896-BE6B-ABE6-B155-F0DB12EC810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F9FDEDFA-BBA1-7B1D-DE25-DCE801622B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406043E-B4CA-4A24-A33B-626548D6B15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D3751B9-4180-9DA9-BC8E-9ADD437B6AF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60F296D-4DF1-0EDD-D9A5-C42BDEA82CB2}"/>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F6BE085E-8FA1-DF4F-B886-B6EA78983C6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8ADAD0B0-1C80-C500-A21B-AB5214F8E32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C9945315-FD6C-FEDA-3890-480BC3A5F9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21" name="Title 20"/>
          <p:cNvSpPr>
            <a:spLocks noGrp="1"/>
          </p:cNvSpPr>
          <p:nvPr>
            <p:ph type="title"/>
          </p:nvPr>
        </p:nvSpPr>
        <p:spPr/>
        <p:txBody>
          <a:bodyPr/>
          <a:lstStyle/>
          <a:p>
            <a:r>
              <a:rPr lang="en-US"/>
              <a:t>Click to edit Master title style</a:t>
            </a:r>
          </a:p>
        </p:txBody>
      </p:sp>
      <p:sp>
        <p:nvSpPr>
          <p:cNvPr id="17" name="Date Placeholder 17">
            <a:extLst>
              <a:ext uri="{FF2B5EF4-FFF2-40B4-BE49-F238E27FC236}">
                <a16:creationId xmlns:a16="http://schemas.microsoft.com/office/drawing/2014/main" id="{3EC6D0CC-3E5A-9F30-8239-7D3811F523D1}"/>
              </a:ext>
            </a:extLst>
          </p:cNvPr>
          <p:cNvSpPr>
            <a:spLocks noGrp="1"/>
          </p:cNvSpPr>
          <p:nvPr>
            <p:ph type="dt" sz="half" idx="11"/>
          </p:nvPr>
        </p:nvSpPr>
        <p:spPr/>
        <p:txBody>
          <a:bodyPr/>
          <a:lstStyle>
            <a:lvl1pPr>
              <a:defRPr/>
            </a:lvl1pPr>
          </a:lstStyle>
          <a:p>
            <a:pPr>
              <a:defRPr/>
            </a:pPr>
            <a:endParaRPr lang="en-US"/>
          </a:p>
        </p:txBody>
      </p:sp>
      <p:sp>
        <p:nvSpPr>
          <p:cNvPr id="18" name="Slide Number Placeholder 18">
            <a:extLst>
              <a:ext uri="{FF2B5EF4-FFF2-40B4-BE49-F238E27FC236}">
                <a16:creationId xmlns:a16="http://schemas.microsoft.com/office/drawing/2014/main" id="{EBEFDC80-A374-65D6-3A66-367A465663A2}"/>
              </a:ext>
            </a:extLst>
          </p:cNvPr>
          <p:cNvSpPr>
            <a:spLocks noGrp="1"/>
          </p:cNvSpPr>
          <p:nvPr>
            <p:ph type="sldNum" sz="quarter" idx="12"/>
          </p:nvPr>
        </p:nvSpPr>
        <p:spPr/>
        <p:txBody>
          <a:bodyPr/>
          <a:lstStyle>
            <a:lvl1pPr>
              <a:defRPr/>
            </a:lvl1pPr>
          </a:lstStyle>
          <a:p>
            <a:pPr>
              <a:defRPr/>
            </a:pPr>
            <a:fld id="{B824DBDA-2CA4-4380-BED9-ACFB6FE98218}" type="slidenum">
              <a:rPr lang="en-US" altLang="en-US"/>
              <a:pPr>
                <a:defRPr/>
              </a:pPr>
              <a:t>‹#›</a:t>
            </a:fld>
            <a:endParaRPr lang="en-US" altLang="en-US"/>
          </a:p>
        </p:txBody>
      </p:sp>
      <p:sp>
        <p:nvSpPr>
          <p:cNvPr id="19" name="Footer Placeholder 19">
            <a:extLst>
              <a:ext uri="{FF2B5EF4-FFF2-40B4-BE49-F238E27FC236}">
                <a16:creationId xmlns:a16="http://schemas.microsoft.com/office/drawing/2014/main" id="{758E596B-3958-CCF4-C4B4-BB66D11831D3}"/>
              </a:ext>
            </a:extLst>
          </p:cNvPr>
          <p:cNvSpPr>
            <a:spLocks noGrp="1"/>
          </p:cNvSpPr>
          <p:nvPr>
            <p:ph type="ftr" sz="quarter" idx="13"/>
          </p:nvPr>
        </p:nvSpPr>
        <p:spPr/>
        <p:txBody>
          <a:bodyPr/>
          <a:lstStyle>
            <a:lvl1pPr>
              <a:defRPr/>
            </a:lvl1pPr>
          </a:lstStyle>
          <a:p>
            <a:pPr>
              <a:defRPr/>
            </a:pPr>
            <a:endParaRPr lang="en-US"/>
          </a:p>
        </p:txBody>
      </p:sp>
    </p:spTree>
    <p:extLst>
      <p:ext uri="{BB962C8B-B14F-4D97-AF65-F5344CB8AC3E}">
        <p14:creationId xmlns:p14="http://schemas.microsoft.com/office/powerpoint/2010/main" val="21271784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31"/>
        <p:cNvGrpSpPr/>
        <p:nvPr/>
      </p:nvGrpSpPr>
      <p:grpSpPr>
        <a:xfrm>
          <a:off x="0" y="0"/>
          <a:ext cx="0" cy="0"/>
          <a:chOff x="0" y="0"/>
          <a:chExt cx="0" cy="0"/>
        </a:xfrm>
      </p:grpSpPr>
      <p:sp>
        <p:nvSpPr>
          <p:cNvPr id="32" name="Google Shape;32;g1844f2ff692_0_95"/>
          <p:cNvSpPr txBox="1">
            <a:spLocks noGrp="1"/>
          </p:cNvSpPr>
          <p:nvPr>
            <p:ph type="body" idx="1"/>
          </p:nvPr>
        </p:nvSpPr>
        <p:spPr>
          <a:xfrm>
            <a:off x="152401" y="1417319"/>
            <a:ext cx="8839200" cy="4907400"/>
          </a:xfrm>
          <a:prstGeom prst="rect">
            <a:avLst/>
          </a:prstGeom>
          <a:gradFill>
            <a:gsLst>
              <a:gs pos="0">
                <a:srgbClr val="F9F7FB">
                  <a:alpha val="34509"/>
                </a:srgbClr>
              </a:gs>
              <a:gs pos="35000">
                <a:srgbClr val="F5F8EF">
                  <a:alpha val="37647"/>
                </a:srgbClr>
              </a:gs>
              <a:gs pos="100000">
                <a:srgbClr val="FFFFFF">
                  <a:alpha val="52549"/>
                </a:srgbClr>
              </a:gs>
            </a:gsLst>
            <a:lin ang="16200038" scaled="0"/>
          </a:gradFill>
          <a:ln>
            <a:noFill/>
          </a:ln>
        </p:spPr>
        <p:txBody>
          <a:bodyPr spcFirstLastPara="1" wrap="square" lIns="72000" tIns="36000" rIns="72000" bIns="36000" anchor="t" anchorCtr="0">
            <a:normAutofit/>
          </a:bodyPr>
          <a:lstStyle>
            <a:lvl1pPr marL="430790" marR="0" lvl="0" indent="-215395" algn="l">
              <a:lnSpc>
                <a:spcPct val="100000"/>
              </a:lnSpc>
              <a:spcBef>
                <a:spcPts val="452"/>
              </a:spcBef>
              <a:spcAft>
                <a:spcPts val="0"/>
              </a:spcAft>
              <a:buClr>
                <a:srgbClr val="101141"/>
              </a:buClr>
              <a:buSzPts val="2400"/>
              <a:buFont typeface="Arial"/>
              <a:buNone/>
              <a:defRPr sz="2262">
                <a:latin typeface="Arial"/>
                <a:ea typeface="Arial"/>
                <a:cs typeface="Arial"/>
                <a:sym typeface="Arial"/>
              </a:defRPr>
            </a:lvl1pPr>
            <a:lvl2pPr marL="861579" marR="0" lvl="1" indent="-358992" algn="l">
              <a:lnSpc>
                <a:spcPct val="100000"/>
              </a:lnSpc>
              <a:spcBef>
                <a:spcPts val="452"/>
              </a:spcBef>
              <a:spcAft>
                <a:spcPts val="0"/>
              </a:spcAft>
              <a:buClr>
                <a:schemeClr val="dk1"/>
              </a:buClr>
              <a:buSzPts val="2400"/>
              <a:buFont typeface="Arial"/>
              <a:buChar char="–"/>
              <a:defRPr sz="2262">
                <a:latin typeface="Arial"/>
                <a:ea typeface="Arial"/>
                <a:cs typeface="Arial"/>
                <a:sym typeface="Arial"/>
              </a:defRPr>
            </a:lvl2pPr>
            <a:lvl3pPr marL="1292369" lvl="2" indent="-335059" algn="l">
              <a:lnSpc>
                <a:spcPct val="100000"/>
              </a:lnSpc>
              <a:spcBef>
                <a:spcPts val="377"/>
              </a:spcBef>
              <a:spcAft>
                <a:spcPts val="0"/>
              </a:spcAft>
              <a:buClr>
                <a:schemeClr val="dk1"/>
              </a:buClr>
              <a:buSzPts val="2000"/>
              <a:buChar char="•"/>
              <a:defRPr sz="1885"/>
            </a:lvl3pPr>
            <a:lvl4pPr marL="1723159" lvl="3" indent="-335059" algn="l">
              <a:lnSpc>
                <a:spcPct val="100000"/>
              </a:lnSpc>
              <a:spcBef>
                <a:spcPts val="377"/>
              </a:spcBef>
              <a:spcAft>
                <a:spcPts val="0"/>
              </a:spcAft>
              <a:buClr>
                <a:schemeClr val="dk1"/>
              </a:buClr>
              <a:buSzPts val="2000"/>
              <a:buChar char="–"/>
              <a:defRPr/>
            </a:lvl4pPr>
            <a:lvl5pPr marL="2153948" lvl="4" indent="-335059" algn="l">
              <a:lnSpc>
                <a:spcPct val="100000"/>
              </a:lnSpc>
              <a:spcBef>
                <a:spcPts val="377"/>
              </a:spcBef>
              <a:spcAft>
                <a:spcPts val="0"/>
              </a:spcAft>
              <a:buClr>
                <a:schemeClr val="dk1"/>
              </a:buClr>
              <a:buSzPts val="2000"/>
              <a:buChar char="»"/>
              <a:defRPr/>
            </a:lvl5pPr>
            <a:lvl6pPr marL="2584738" lvl="5" indent="-323093" algn="l">
              <a:lnSpc>
                <a:spcPct val="100000"/>
              </a:lnSpc>
              <a:spcBef>
                <a:spcPts val="339"/>
              </a:spcBef>
              <a:spcAft>
                <a:spcPts val="0"/>
              </a:spcAft>
              <a:buClr>
                <a:schemeClr val="dk1"/>
              </a:buClr>
              <a:buSzPts val="1800"/>
              <a:buChar char="•"/>
              <a:defRPr/>
            </a:lvl6pPr>
            <a:lvl7pPr marL="3015528" lvl="6" indent="-323093" algn="l">
              <a:lnSpc>
                <a:spcPct val="100000"/>
              </a:lnSpc>
              <a:spcBef>
                <a:spcPts val="339"/>
              </a:spcBef>
              <a:spcAft>
                <a:spcPts val="0"/>
              </a:spcAft>
              <a:buClr>
                <a:schemeClr val="dk1"/>
              </a:buClr>
              <a:buSzPts val="1800"/>
              <a:buChar char="•"/>
              <a:defRPr/>
            </a:lvl7pPr>
            <a:lvl8pPr marL="3446317" lvl="7" indent="-323093" algn="l">
              <a:lnSpc>
                <a:spcPct val="100000"/>
              </a:lnSpc>
              <a:spcBef>
                <a:spcPts val="339"/>
              </a:spcBef>
              <a:spcAft>
                <a:spcPts val="0"/>
              </a:spcAft>
              <a:buClr>
                <a:schemeClr val="dk1"/>
              </a:buClr>
              <a:buSzPts val="1800"/>
              <a:buChar char="•"/>
              <a:defRPr/>
            </a:lvl8pPr>
            <a:lvl9pPr marL="3877107" lvl="8" indent="-323093" algn="l">
              <a:lnSpc>
                <a:spcPct val="100000"/>
              </a:lnSpc>
              <a:spcBef>
                <a:spcPts val="339"/>
              </a:spcBef>
              <a:spcAft>
                <a:spcPts val="0"/>
              </a:spcAft>
              <a:buClr>
                <a:schemeClr val="dk1"/>
              </a:buClr>
              <a:buSzPts val="1800"/>
              <a:buChar char="•"/>
              <a:defRPr/>
            </a:lvl9pPr>
          </a:lstStyle>
          <a:p>
            <a:endParaRPr/>
          </a:p>
        </p:txBody>
      </p:sp>
      <p:grpSp>
        <p:nvGrpSpPr>
          <p:cNvPr id="33" name="Google Shape;33;g1844f2ff692_0_95"/>
          <p:cNvGrpSpPr/>
          <p:nvPr/>
        </p:nvGrpSpPr>
        <p:grpSpPr>
          <a:xfrm>
            <a:off x="2083888" y="6550672"/>
            <a:ext cx="7060186" cy="48601"/>
            <a:chOff x="2083888" y="6550671"/>
            <a:chExt cx="7060186" cy="48601"/>
          </a:xfrm>
        </p:grpSpPr>
        <p:sp>
          <p:nvSpPr>
            <p:cNvPr id="34" name="Google Shape;34;g1844f2ff692_0_95"/>
            <p:cNvSpPr/>
            <p:nvPr/>
          </p:nvSpPr>
          <p:spPr>
            <a:xfrm>
              <a:off x="4630476" y="6550672"/>
              <a:ext cx="23286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5" name="Google Shape;35;g1844f2ff692_0_95"/>
            <p:cNvSpPr/>
            <p:nvPr/>
          </p:nvSpPr>
          <p:spPr>
            <a:xfrm>
              <a:off x="6907874" y="6550671"/>
              <a:ext cx="22362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6" name="Google Shape;36;g1844f2ff692_0_95"/>
            <p:cNvSpPr/>
            <p:nvPr/>
          </p:nvSpPr>
          <p:spPr>
            <a:xfrm>
              <a:off x="2083888" y="6550672"/>
              <a:ext cx="25806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pic>
        <p:nvPicPr>
          <p:cNvPr id="37" name="Google Shape;37;g1844f2ff692_0_95" descr="Picture 7.png"/>
          <p:cNvPicPr preferRelativeResize="0"/>
          <p:nvPr/>
        </p:nvPicPr>
        <p:blipFill rotWithShape="1">
          <a:blip r:embed="rId2">
            <a:alphaModFix/>
          </a:blip>
          <a:srcRect l="1921" b="5338"/>
          <a:stretch/>
        </p:blipFill>
        <p:spPr>
          <a:xfrm>
            <a:off x="6950808" y="0"/>
            <a:ext cx="2193193" cy="692697"/>
          </a:xfrm>
          <a:prstGeom prst="rect">
            <a:avLst/>
          </a:prstGeom>
          <a:noFill/>
          <a:ln>
            <a:noFill/>
          </a:ln>
        </p:spPr>
      </p:pic>
      <p:grpSp>
        <p:nvGrpSpPr>
          <p:cNvPr id="38" name="Google Shape;38;g1844f2ff692_0_95"/>
          <p:cNvGrpSpPr/>
          <p:nvPr/>
        </p:nvGrpSpPr>
        <p:grpSpPr>
          <a:xfrm>
            <a:off x="2133600" y="6553200"/>
            <a:ext cx="7010409" cy="45600"/>
            <a:chOff x="1905000" y="6553200"/>
            <a:chExt cx="7010409" cy="45600"/>
          </a:xfrm>
        </p:grpSpPr>
        <p:sp>
          <p:nvSpPr>
            <p:cNvPr id="39" name="Google Shape;39;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0" name="Google Shape;40;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1" name="Google Shape;41;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grpSp>
        <p:nvGrpSpPr>
          <p:cNvPr id="42" name="Google Shape;42;g1844f2ff692_0_95"/>
          <p:cNvGrpSpPr/>
          <p:nvPr/>
        </p:nvGrpSpPr>
        <p:grpSpPr>
          <a:xfrm>
            <a:off x="1" y="1295400"/>
            <a:ext cx="7010409" cy="45600"/>
            <a:chOff x="1905000" y="6553200"/>
            <a:chExt cx="7010409" cy="45600"/>
          </a:xfrm>
        </p:grpSpPr>
        <p:sp>
          <p:nvSpPr>
            <p:cNvPr id="43" name="Google Shape;43;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4" name="Google Shape;44;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5" name="Google Shape;45;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sp>
        <p:nvSpPr>
          <p:cNvPr id="46" name="Google Shape;46;g1844f2ff692_0_95" descr="Large confetti"/>
          <p:cNvSpPr txBox="1">
            <a:spLocks noGrp="1"/>
          </p:cNvSpPr>
          <p:nvPr>
            <p:ph type="title"/>
          </p:nvPr>
        </p:nvSpPr>
        <p:spPr>
          <a:xfrm>
            <a:off x="66239" y="26442"/>
            <a:ext cx="6791700" cy="1192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3600"/>
              <a:buFont typeface="Arial"/>
              <a:buNone/>
              <a:defRPr sz="3392">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57474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629400" y="0"/>
            <a:ext cx="2193925" cy="692150"/>
          </a:xfrm>
          <a:prstGeom prst="rect">
            <a:avLst/>
          </a:prstGeom>
          <a:blipFill>
            <a:blip r:embed="rId19" cstate="print"/>
            <a:stretch>
              <a:fillRect/>
            </a:stretch>
          </a:blipFill>
        </p:spPr>
        <p:txBody>
          <a:bodyPr wrap="square" lIns="0" tIns="0" rIns="0" bIns="0" rtlCol="0"/>
          <a:lstStyle/>
          <a:p>
            <a:endParaRPr/>
          </a:p>
        </p:txBody>
      </p:sp>
      <p:sp>
        <p:nvSpPr>
          <p:cNvPr id="17" name="bk object 17"/>
          <p:cNvSpPr/>
          <p:nvPr/>
        </p:nvSpPr>
        <p:spPr>
          <a:xfrm>
            <a:off x="4495800" y="6576217"/>
            <a:ext cx="2329180" cy="0"/>
          </a:xfrm>
          <a:custGeom>
            <a:avLst/>
            <a:gdLst/>
            <a:ahLst/>
            <a:cxnLst/>
            <a:rect l="l" t="t" r="r" b="b"/>
            <a:pathLst>
              <a:path w="2329179">
                <a:moveTo>
                  <a:pt x="0" y="0"/>
                </a:moveTo>
                <a:lnTo>
                  <a:pt x="2328926" y="0"/>
                </a:lnTo>
              </a:path>
            </a:pathLst>
          </a:custGeom>
          <a:ln w="46038">
            <a:solidFill>
              <a:srgbClr val="76C2E4"/>
            </a:solidFill>
          </a:ln>
        </p:spPr>
        <p:txBody>
          <a:bodyPr wrap="square" lIns="0" tIns="0" rIns="0" bIns="0" rtlCol="0"/>
          <a:lstStyle/>
          <a:p>
            <a:endParaRPr/>
          </a:p>
        </p:txBody>
      </p:sp>
      <p:sp>
        <p:nvSpPr>
          <p:cNvPr id="18" name="bk object 18"/>
          <p:cNvSpPr/>
          <p:nvPr/>
        </p:nvSpPr>
        <p:spPr>
          <a:xfrm>
            <a:off x="2133600" y="6576217"/>
            <a:ext cx="2362200" cy="0"/>
          </a:xfrm>
          <a:custGeom>
            <a:avLst/>
            <a:gdLst/>
            <a:ahLst/>
            <a:cxnLst/>
            <a:rect l="l" t="t" r="r" b="b"/>
            <a:pathLst>
              <a:path w="2362200">
                <a:moveTo>
                  <a:pt x="0" y="0"/>
                </a:moveTo>
                <a:lnTo>
                  <a:pt x="2362200" y="0"/>
                </a:lnTo>
              </a:path>
            </a:pathLst>
          </a:custGeom>
          <a:ln w="46038">
            <a:solidFill>
              <a:srgbClr val="FBAF17"/>
            </a:solidFill>
          </a:ln>
        </p:spPr>
        <p:txBody>
          <a:bodyPr wrap="square" lIns="0" tIns="0" rIns="0" bIns="0" rtlCol="0"/>
          <a:lstStyle/>
          <a:p>
            <a:endParaRPr/>
          </a:p>
        </p:txBody>
      </p:sp>
      <p:sp>
        <p:nvSpPr>
          <p:cNvPr id="19" name="bk object 19"/>
          <p:cNvSpPr/>
          <p:nvPr/>
        </p:nvSpPr>
        <p:spPr>
          <a:xfrm>
            <a:off x="6815201" y="6576217"/>
            <a:ext cx="2329180" cy="0"/>
          </a:xfrm>
          <a:custGeom>
            <a:avLst/>
            <a:gdLst/>
            <a:ahLst/>
            <a:cxnLst/>
            <a:rect l="l" t="t" r="r" b="b"/>
            <a:pathLst>
              <a:path w="2329179">
                <a:moveTo>
                  <a:pt x="0" y="0"/>
                </a:moveTo>
                <a:lnTo>
                  <a:pt x="2328799" y="0"/>
                </a:lnTo>
              </a:path>
            </a:pathLst>
          </a:custGeom>
          <a:ln w="46038">
            <a:solidFill>
              <a:srgbClr val="FF0000"/>
            </a:solidFill>
          </a:ln>
        </p:spPr>
        <p:txBody>
          <a:bodyPr wrap="square" lIns="0" tIns="0" rIns="0" bIns="0" rtlCol="0"/>
          <a:lstStyle/>
          <a:p>
            <a:endParaRPr/>
          </a:p>
        </p:txBody>
      </p:sp>
      <p:sp>
        <p:nvSpPr>
          <p:cNvPr id="20" name="bk object 20"/>
          <p:cNvSpPr/>
          <p:nvPr/>
        </p:nvSpPr>
        <p:spPr>
          <a:xfrm>
            <a:off x="2362200" y="1318482"/>
            <a:ext cx="2329180" cy="0"/>
          </a:xfrm>
          <a:custGeom>
            <a:avLst/>
            <a:gdLst/>
            <a:ahLst/>
            <a:cxnLst/>
            <a:rect l="l" t="t" r="r" b="b"/>
            <a:pathLst>
              <a:path w="2329179">
                <a:moveTo>
                  <a:pt x="0" y="0"/>
                </a:moveTo>
                <a:lnTo>
                  <a:pt x="2328926" y="0"/>
                </a:lnTo>
              </a:path>
            </a:pathLst>
          </a:custGeom>
          <a:ln w="46037">
            <a:solidFill>
              <a:srgbClr val="76C2E4"/>
            </a:solidFill>
          </a:ln>
        </p:spPr>
        <p:txBody>
          <a:bodyPr wrap="square" lIns="0" tIns="0" rIns="0" bIns="0" rtlCol="0"/>
          <a:lstStyle/>
          <a:p>
            <a:endParaRPr/>
          </a:p>
        </p:txBody>
      </p:sp>
      <p:sp>
        <p:nvSpPr>
          <p:cNvPr id="21" name="bk object 21"/>
          <p:cNvSpPr/>
          <p:nvPr/>
        </p:nvSpPr>
        <p:spPr>
          <a:xfrm>
            <a:off x="0" y="1318482"/>
            <a:ext cx="2362200" cy="0"/>
          </a:xfrm>
          <a:custGeom>
            <a:avLst/>
            <a:gdLst/>
            <a:ahLst/>
            <a:cxnLst/>
            <a:rect l="l" t="t" r="r" b="b"/>
            <a:pathLst>
              <a:path w="2362200">
                <a:moveTo>
                  <a:pt x="0" y="0"/>
                </a:moveTo>
                <a:lnTo>
                  <a:pt x="2362200" y="0"/>
                </a:lnTo>
              </a:path>
            </a:pathLst>
          </a:custGeom>
          <a:ln w="46037">
            <a:solidFill>
              <a:srgbClr val="FBAF17"/>
            </a:solidFill>
          </a:ln>
        </p:spPr>
        <p:txBody>
          <a:bodyPr wrap="square" lIns="0" tIns="0" rIns="0" bIns="0" rtlCol="0"/>
          <a:lstStyle/>
          <a:p>
            <a:endParaRPr/>
          </a:p>
        </p:txBody>
      </p:sp>
      <p:sp>
        <p:nvSpPr>
          <p:cNvPr id="22" name="bk object 22"/>
          <p:cNvSpPr/>
          <p:nvPr/>
        </p:nvSpPr>
        <p:spPr>
          <a:xfrm>
            <a:off x="4681601" y="1318482"/>
            <a:ext cx="2329180" cy="0"/>
          </a:xfrm>
          <a:custGeom>
            <a:avLst/>
            <a:gdLst/>
            <a:ahLst/>
            <a:cxnLst/>
            <a:rect l="l" t="t" r="r" b="b"/>
            <a:pathLst>
              <a:path w="2329179">
                <a:moveTo>
                  <a:pt x="0" y="0"/>
                </a:moveTo>
                <a:lnTo>
                  <a:pt x="2328799" y="0"/>
                </a:lnTo>
              </a:path>
            </a:pathLst>
          </a:custGeom>
          <a:ln w="46037">
            <a:solidFill>
              <a:srgbClr val="FF0000"/>
            </a:solidFill>
          </a:ln>
        </p:spPr>
        <p:txBody>
          <a:bodyPr wrap="square" lIns="0" tIns="0" rIns="0" bIns="0" rtlCol="0"/>
          <a:lstStyle/>
          <a:p>
            <a:endParaRPr/>
          </a:p>
        </p:txBody>
      </p:sp>
      <p:sp>
        <p:nvSpPr>
          <p:cNvPr id="2" name="Holder 2"/>
          <p:cNvSpPr>
            <a:spLocks noGrp="1"/>
          </p:cNvSpPr>
          <p:nvPr>
            <p:ph type="title"/>
          </p:nvPr>
        </p:nvSpPr>
        <p:spPr>
          <a:xfrm>
            <a:off x="1295400" y="315213"/>
            <a:ext cx="5288280" cy="696594"/>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dirty="0"/>
          </a:p>
        </p:txBody>
      </p:sp>
      <p:sp>
        <p:nvSpPr>
          <p:cNvPr id="3" name="Holder 3"/>
          <p:cNvSpPr>
            <a:spLocks noGrp="1"/>
          </p:cNvSpPr>
          <p:nvPr>
            <p:ph type="body" idx="1"/>
          </p:nvPr>
        </p:nvSpPr>
        <p:spPr>
          <a:xfrm>
            <a:off x="1464450" y="2121337"/>
            <a:ext cx="5422265" cy="1495425"/>
          </a:xfrm>
          <a:prstGeom prst="rect">
            <a:avLst/>
          </a:prstGeom>
        </p:spPr>
        <p:txBody>
          <a:bodyPr wrap="square" lIns="0" tIns="0" rIns="0" bIns="0">
            <a:spAutoFit/>
          </a:bodyPr>
          <a:lstStyle>
            <a:lvl1pPr>
              <a:defRPr sz="25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586096" y="6639430"/>
            <a:ext cx="4478020" cy="182245"/>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265F8A43-EDCC-40AF-A8A3-E7D30A3D55DC}" type="datetime1">
              <a:rPr lang="en-US" smtClean="0"/>
              <a:t>8/23/2025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6B3F27-A009-3C37-F7B8-23962E435EC0}"/>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4A666154-CEF0-BC63-F349-5773762BD2F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EC8770D-23B0-423B-1986-44F24B9613C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a:extLst>
              <a:ext uri="{FF2B5EF4-FFF2-40B4-BE49-F238E27FC236}">
                <a16:creationId xmlns:a16="http://schemas.microsoft.com/office/drawing/2014/main" id="{60ADC0C5-8256-D32D-3793-F5C628C3DFA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1AB31777-1B0D-AF52-6AA8-64314F36D69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F67F5692-F8CD-46C3-934B-C91DAD78F1E2}" type="slidenum">
              <a:rPr lang="en-US" altLang="en-US"/>
              <a:pPr>
                <a:defRPr/>
              </a:pPr>
              <a:t>‹#›</a:t>
            </a:fld>
            <a:endParaRPr lang="en-US" altLang="en-US"/>
          </a:p>
        </p:txBody>
      </p:sp>
    </p:spTree>
    <p:extLst>
      <p:ext uri="{BB962C8B-B14F-4D97-AF65-F5344CB8AC3E}">
        <p14:creationId xmlns:p14="http://schemas.microsoft.com/office/powerpoint/2010/main" val="65442093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p:hf hdr="0" ftr="0" dt="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0.png"/></Relationships>
</file>

<file path=ppt/slides/_rels/slide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4.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5.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6.xml"/></Relationships>
</file>

<file path=ppt/slides/_rels/slide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1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7CAF60-8228-80A9-9DB1-A0F0F47586B7}"/>
              </a:ext>
            </a:extLst>
          </p:cNvPr>
          <p:cNvSpPr>
            <a:spLocks noGrp="1"/>
          </p:cNvSpPr>
          <p:nvPr>
            <p:ph type="title"/>
          </p:nvPr>
        </p:nvSpPr>
        <p:spPr>
          <a:xfrm>
            <a:off x="1905000" y="3429000"/>
            <a:ext cx="6732588" cy="1524000"/>
          </a:xfrm>
        </p:spPr>
        <p:txBody>
          <a:bodyPr/>
          <a:lstStyle/>
          <a:p>
            <a:pPr algn="ctr" eaLnBrk="1" fontAlgn="auto" hangingPunct="1">
              <a:spcAft>
                <a:spcPts val="0"/>
              </a:spcAft>
              <a:defRPr/>
            </a:pPr>
            <a:r>
              <a:rPr lang="en-US" sz="3400" dirty="0"/>
              <a:t>Object Oriented Programming </a:t>
            </a:r>
            <a:br>
              <a:rPr lang="en-US" sz="3400" dirty="0"/>
            </a:br>
            <a:r>
              <a:rPr lang="en-US" sz="3400" dirty="0"/>
              <a:t>and Design</a:t>
            </a:r>
          </a:p>
        </p:txBody>
      </p:sp>
      <p:sp>
        <p:nvSpPr>
          <p:cNvPr id="2" name="Google Shape;339;p1">
            <a:extLst>
              <a:ext uri="{FF2B5EF4-FFF2-40B4-BE49-F238E27FC236}">
                <a16:creationId xmlns:a16="http://schemas.microsoft.com/office/drawing/2014/main" id="{47EBC2A6-2ED9-C7D7-6E2A-7EAFF88D6656}"/>
              </a:ext>
            </a:extLst>
          </p:cNvPr>
          <p:cNvSpPr txBox="1">
            <a:spLocks/>
          </p:cNvSpPr>
          <p:nvPr/>
        </p:nvSpPr>
        <p:spPr bwMode="auto">
          <a:xfrm>
            <a:off x="4114800" y="5410200"/>
            <a:ext cx="451485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9" tIns="34275" rIns="68569" bIns="34275" anchor="b"/>
          <a:lstStyle>
            <a:lvl1pPr defTabSz="6858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914400" indent="-342900" defTabSz="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371600" indent="-342900" defTabSz="6858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8288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2860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7432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32004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6576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41148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Presented by </a:t>
            </a:r>
          </a:p>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Dr Ramya Devi M</a:t>
            </a:r>
          </a:p>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mramyadevi@wilp.bits-pilani.ac.in </a:t>
            </a:r>
          </a:p>
          <a:p>
            <a:pPr marL="0" marR="0" lvl="0" indent="0" algn="r" defTabSz="685800" rtl="0" eaLnBrk="1" fontAlgn="auto" latinLnBrk="0" hangingPunct="1">
              <a:lnSpc>
                <a:spcPct val="100000"/>
              </a:lnSpc>
              <a:spcBef>
                <a:spcPct val="0"/>
              </a:spcBef>
              <a:spcAft>
                <a:spcPts val="0"/>
              </a:spcAft>
              <a:buClr>
                <a:srgbClr val="FFFFFF"/>
              </a:buClr>
              <a:buSzPts val="20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CS - 08 : 23</a:t>
            </a:r>
            <a:r>
              <a:rPr kumimoji="0" lang="en-US" altLang="en-US" sz="1600" b="1" i="0" u="none" strike="noStrike" kern="1200" cap="none" spc="0" normalizeH="0" baseline="30000" noProof="0" dirty="0">
                <a:ln>
                  <a:noFill/>
                </a:ln>
                <a:solidFill>
                  <a:srgbClr val="FFFFFF"/>
                </a:solidFill>
                <a:effectLst/>
                <a:uLnTx/>
                <a:uFillTx/>
                <a:latin typeface="Arial" panose="020B0604020202020204" pitchFamily="34" charset="0"/>
                <a:ea typeface="+mn-ea"/>
                <a:cs typeface="Arial" panose="020B0604020202020204" pitchFamily="34" charset="0"/>
              </a:rPr>
              <a:t>rd</a:t>
            </a: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Aug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Streams</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102771" y="1676400"/>
            <a:ext cx="9030343" cy="4524113"/>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6164EA7-CEE2-10E4-6C35-B2477952E04B}"/>
                  </a:ext>
                </a:extLst>
              </p14:cNvPr>
              <p14:cNvContentPartPr/>
              <p14:nvPr/>
            </p14:nvContentPartPr>
            <p14:xfrm>
              <a:off x="5572080" y="3107520"/>
              <a:ext cx="456120" cy="45000"/>
            </p14:xfrm>
          </p:contentPart>
        </mc:Choice>
        <mc:Fallback xmlns="">
          <p:pic>
            <p:nvPicPr>
              <p:cNvPr id="4" name="Ink 3">
                <a:extLst>
                  <a:ext uri="{FF2B5EF4-FFF2-40B4-BE49-F238E27FC236}">
                    <a16:creationId xmlns:a16="http://schemas.microsoft.com/office/drawing/2014/main" id="{C6164EA7-CEE2-10E4-6C35-B2477952E04B}"/>
                  </a:ext>
                </a:extLst>
              </p:cNvPr>
              <p:cNvPicPr/>
              <p:nvPr/>
            </p:nvPicPr>
            <p:blipFill>
              <a:blip r:embed="rId6"/>
              <a:stretch>
                <a:fillRect/>
              </a:stretch>
            </p:blipFill>
            <p:spPr>
              <a:xfrm>
                <a:off x="5562720" y="3098160"/>
                <a:ext cx="4748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38F74472-EAE3-EFD9-C6A1-7272BE116FC0}"/>
                  </a:ext>
                </a:extLst>
              </p14:cNvPr>
              <p14:cNvContentPartPr/>
              <p14:nvPr/>
            </p14:nvContentPartPr>
            <p14:xfrm>
              <a:off x="586440" y="975240"/>
              <a:ext cx="6139800" cy="4231800"/>
            </p14:xfrm>
          </p:contentPart>
        </mc:Choice>
        <mc:Fallback>
          <p:pic>
            <p:nvPicPr>
              <p:cNvPr id="3" name="Ink 2">
                <a:extLst>
                  <a:ext uri="{FF2B5EF4-FFF2-40B4-BE49-F238E27FC236}">
                    <a16:creationId xmlns:a16="http://schemas.microsoft.com/office/drawing/2014/main" id="{38F74472-EAE3-EFD9-C6A1-7272BE116FC0}"/>
                  </a:ext>
                </a:extLst>
              </p:cNvPr>
              <p:cNvPicPr/>
              <p:nvPr/>
            </p:nvPicPr>
            <p:blipFill>
              <a:blip r:embed="rId8"/>
              <a:stretch>
                <a:fillRect/>
              </a:stretch>
            </p:blipFill>
            <p:spPr>
              <a:xfrm>
                <a:off x="577080" y="965880"/>
                <a:ext cx="6158520" cy="4250520"/>
              </a:xfrm>
              <a:prstGeom prst="rect">
                <a:avLst/>
              </a:prstGeom>
            </p:spPr>
          </p:pic>
        </mc:Fallback>
      </mc:AlternateContent>
    </p:spTree>
    <p:extLst>
      <p:ext uri="{BB962C8B-B14F-4D97-AF65-F5344CB8AC3E}">
        <p14:creationId xmlns:p14="http://schemas.microsoft.com/office/powerpoint/2010/main" val="26903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E095BD98-868F-42DB-9207-724615C9AEE4}" type="slidenum">
              <a:rPr lang="en-US" altLang="en-US">
                <a:solidFill>
                  <a:srgbClr val="000000"/>
                </a:solidFill>
              </a:rPr>
              <a:pPr/>
              <a:t>3</a:t>
            </a:fld>
            <a:endParaRPr lang="en-US" altLang="en-US">
              <a:solidFill>
                <a:srgbClr val="000000"/>
              </a:solidFill>
            </a:endParaRPr>
          </a:p>
        </p:txBody>
      </p:sp>
      <p:sp>
        <p:nvSpPr>
          <p:cNvPr id="420867" name="Rectangle 2"/>
          <p:cNvSpPr>
            <a:spLocks noGrp="1" noChangeArrowheads="1"/>
          </p:cNvSpPr>
          <p:nvPr>
            <p:ph type="title"/>
          </p:nvPr>
        </p:nvSpPr>
        <p:spPr>
          <a:noFill/>
        </p:spPr>
        <p:txBody>
          <a:bodyPr/>
          <a:lstStyle/>
          <a:p>
            <a:pPr eaLnBrk="1" hangingPunct="1"/>
            <a:r>
              <a:rPr lang="en-US" altLang="en-US" dirty="0"/>
              <a:t>Files and Streams</a:t>
            </a:r>
          </a:p>
        </p:txBody>
      </p:sp>
      <p:sp>
        <p:nvSpPr>
          <p:cNvPr id="420868" name="Rectangle 3"/>
          <p:cNvSpPr>
            <a:spLocks noGrp="1" noChangeArrowheads="1"/>
          </p:cNvSpPr>
          <p:nvPr>
            <p:ph type="body" idx="1"/>
          </p:nvPr>
        </p:nvSpPr>
        <p:spPr>
          <a:xfrm>
            <a:off x="304800" y="1447801"/>
            <a:ext cx="8382000" cy="4401205"/>
          </a:xfrm>
        </p:spPr>
        <p:txBody>
          <a:bodyPr/>
          <a:lstStyle/>
          <a:p>
            <a:pPr marL="354013" indent="-354013" eaLnBrk="1" hangingPunct="1"/>
            <a:r>
              <a:rPr lang="en-US" altLang="en-US" sz="2200" dirty="0">
                <a:latin typeface="Rockwell" panose="02060603020205020403" pitchFamily="18" charset="0"/>
              </a:rPr>
              <a:t>Java views each files as a sequential stream of bytes</a:t>
            </a:r>
          </a:p>
          <a:p>
            <a:pPr marL="354013" indent="-354013" eaLnBrk="1" hangingPunct="1"/>
            <a:r>
              <a:rPr lang="en-US" altLang="en-US" sz="2200" dirty="0">
                <a:latin typeface="Rockwell" panose="02060603020205020403" pitchFamily="18" charset="0"/>
              </a:rPr>
              <a:t>Operating system provides mechanism to determine end of file</a:t>
            </a:r>
          </a:p>
          <a:p>
            <a:pPr marL="354013" lvl="1" indent="-354013" eaLnBrk="1" hangingPunct="1"/>
            <a:r>
              <a:rPr lang="en-US" altLang="en-US" sz="2200" dirty="0">
                <a:latin typeface="Rockwell" panose="02060603020205020403" pitchFamily="18" charset="0"/>
              </a:rPr>
              <a:t>	-	End-of-file marker</a:t>
            </a:r>
          </a:p>
          <a:p>
            <a:pPr marL="354013" lvl="1" indent="-354013" eaLnBrk="1" hangingPunct="1"/>
            <a:r>
              <a:rPr lang="en-US" altLang="en-US" sz="2200" dirty="0">
                <a:latin typeface="Rockwell" panose="02060603020205020403" pitchFamily="18" charset="0"/>
              </a:rPr>
              <a:t>	-	Count of total bytes in file</a:t>
            </a:r>
          </a:p>
          <a:p>
            <a:pPr marL="354013" lvl="1" indent="-354013" eaLnBrk="1" hangingPunct="1"/>
            <a:r>
              <a:rPr lang="en-US" altLang="en-US" sz="2200" dirty="0">
                <a:latin typeface="Rockwell" panose="02060603020205020403" pitchFamily="18" charset="0"/>
              </a:rPr>
              <a:t>Java program processing a stream of bytes receives an indication from the operating system when program reaches end of stream</a:t>
            </a:r>
          </a:p>
          <a:p>
            <a:pPr marL="354013" indent="-354013"/>
            <a:r>
              <a:rPr lang="en-GB" sz="2200" dirty="0">
                <a:solidFill>
                  <a:srgbClr val="333333"/>
                </a:solidFill>
                <a:latin typeface="Rockwell" panose="02060603020205020403" pitchFamily="18" charset="0"/>
              </a:rPr>
              <a:t>The </a:t>
            </a:r>
            <a:r>
              <a:rPr lang="en-GB" sz="2200" dirty="0">
                <a:solidFill>
                  <a:srgbClr val="7A0029"/>
                </a:solidFill>
                <a:latin typeface="Rockwell" panose="02060603020205020403" pitchFamily="18" charset="0"/>
              </a:rPr>
              <a:t>java.io </a:t>
            </a:r>
            <a:r>
              <a:rPr lang="en-GB" sz="2200" dirty="0">
                <a:solidFill>
                  <a:srgbClr val="333333"/>
                </a:solidFill>
                <a:latin typeface="Rockwell" panose="02060603020205020403" pitchFamily="18" charset="0"/>
              </a:rPr>
              <a:t>package defines I/O in terms of </a:t>
            </a:r>
            <a:r>
              <a:rPr lang="en-GB" sz="2200" i="1" dirty="0">
                <a:solidFill>
                  <a:srgbClr val="333333"/>
                </a:solidFill>
                <a:latin typeface="Rockwell" panose="02060603020205020403" pitchFamily="18" charset="0"/>
              </a:rPr>
              <a:t>streams. </a:t>
            </a:r>
          </a:p>
          <a:p>
            <a:pPr marL="354013" indent="-354013"/>
            <a:r>
              <a:rPr lang="en-GB" sz="2200" dirty="0">
                <a:solidFill>
                  <a:srgbClr val="333333"/>
                </a:solidFill>
                <a:latin typeface="Rockwell" panose="02060603020205020403" pitchFamily="18" charset="0"/>
              </a:rPr>
              <a:t>Streams are ordered sequences of data that have  a </a:t>
            </a:r>
            <a:r>
              <a:rPr lang="en-GB" sz="2200" i="1" dirty="0">
                <a:solidFill>
                  <a:srgbClr val="333333"/>
                </a:solidFill>
                <a:latin typeface="Rockwell" panose="02060603020205020403" pitchFamily="18" charset="0"/>
              </a:rPr>
              <a:t>source </a:t>
            </a:r>
            <a:r>
              <a:rPr lang="en-GB" sz="2200" dirty="0">
                <a:solidFill>
                  <a:srgbClr val="333333"/>
                </a:solidFill>
                <a:latin typeface="Rockwell" panose="02060603020205020403" pitchFamily="18" charset="0"/>
              </a:rPr>
              <a:t>(input streams) or </a:t>
            </a:r>
            <a:r>
              <a:rPr lang="en-GB" sz="2200" i="1" dirty="0">
                <a:solidFill>
                  <a:srgbClr val="333333"/>
                </a:solidFill>
                <a:latin typeface="Rockwell" panose="02060603020205020403" pitchFamily="18" charset="0"/>
              </a:rPr>
              <a:t>destination </a:t>
            </a:r>
            <a:r>
              <a:rPr lang="en-GB" sz="2200" dirty="0">
                <a:solidFill>
                  <a:srgbClr val="333333"/>
                </a:solidFill>
                <a:latin typeface="Rockwell" panose="02060603020205020403" pitchFamily="18" charset="0"/>
              </a:rPr>
              <a:t>(output streams). </a:t>
            </a:r>
          </a:p>
          <a:p>
            <a:pPr marL="354013" indent="-354013"/>
            <a:r>
              <a:rPr lang="en-GB" sz="2200" dirty="0">
                <a:solidFill>
                  <a:srgbClr val="333333"/>
                </a:solidFill>
                <a:latin typeface="Rockwell" panose="02060603020205020403" pitchFamily="18" charset="0"/>
              </a:rPr>
              <a:t>The I/O classes isolate programmers from the specific details of the underlying operating system, while enabling access to system resources through </a:t>
            </a:r>
            <a:r>
              <a:rPr lang="en-IN" sz="2200" dirty="0">
                <a:solidFill>
                  <a:srgbClr val="333333"/>
                </a:solidFill>
                <a:latin typeface="Rockwell" panose="02060603020205020403" pitchFamily="18" charset="0"/>
              </a:rPr>
              <a:t>files and other means.</a:t>
            </a:r>
            <a:endParaRPr lang="en-US" altLang="en-US" sz="2200" dirty="0">
              <a:latin typeface="Rockwell" panose="02060603020205020403"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4DE0C34-9B5F-DAB5-0A8B-328CB8E5CD70}"/>
                  </a:ext>
                </a:extLst>
              </p14:cNvPr>
              <p14:cNvContentPartPr/>
              <p14:nvPr/>
            </p14:nvContentPartPr>
            <p14:xfrm>
              <a:off x="750240" y="946440"/>
              <a:ext cx="3893760" cy="27360"/>
            </p14:xfrm>
          </p:contentPart>
        </mc:Choice>
        <mc:Fallback xmlns="">
          <p:pic>
            <p:nvPicPr>
              <p:cNvPr id="2" name="Ink 1">
                <a:extLst>
                  <a:ext uri="{FF2B5EF4-FFF2-40B4-BE49-F238E27FC236}">
                    <a16:creationId xmlns:a16="http://schemas.microsoft.com/office/drawing/2014/main" id="{14DE0C34-9B5F-DAB5-0A8B-328CB8E5CD70}"/>
                  </a:ext>
                </a:extLst>
              </p:cNvPr>
              <p:cNvPicPr/>
              <p:nvPr/>
            </p:nvPicPr>
            <p:blipFill>
              <a:blip r:embed="rId3"/>
              <a:stretch>
                <a:fillRect/>
              </a:stretch>
            </p:blipFill>
            <p:spPr>
              <a:xfrm>
                <a:off x="740880" y="937080"/>
                <a:ext cx="391248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DEA2288-622F-A469-AA67-E5778E1C37F7}"/>
                  </a:ext>
                </a:extLst>
              </p14:cNvPr>
              <p14:cNvContentPartPr/>
              <p14:nvPr/>
            </p14:nvContentPartPr>
            <p14:xfrm>
              <a:off x="734040" y="1755720"/>
              <a:ext cx="5112360" cy="2774880"/>
            </p14:xfrm>
          </p:contentPart>
        </mc:Choice>
        <mc:Fallback>
          <p:pic>
            <p:nvPicPr>
              <p:cNvPr id="3" name="Ink 2">
                <a:extLst>
                  <a:ext uri="{FF2B5EF4-FFF2-40B4-BE49-F238E27FC236}">
                    <a16:creationId xmlns:a16="http://schemas.microsoft.com/office/drawing/2014/main" id="{5DEA2288-622F-A469-AA67-E5778E1C37F7}"/>
                  </a:ext>
                </a:extLst>
              </p:cNvPr>
              <p:cNvPicPr/>
              <p:nvPr/>
            </p:nvPicPr>
            <p:blipFill>
              <a:blip r:embed="rId5"/>
              <a:stretch>
                <a:fillRect/>
              </a:stretch>
            </p:blipFill>
            <p:spPr>
              <a:xfrm>
                <a:off x="724680" y="1746360"/>
                <a:ext cx="5131080" cy="2793600"/>
              </a:xfrm>
              <a:prstGeom prst="rect">
                <a:avLst/>
              </a:prstGeom>
            </p:spPr>
          </p:pic>
        </mc:Fallback>
      </mc:AlternateContent>
    </p:spTree>
    <p:extLst>
      <p:ext uri="{BB962C8B-B14F-4D97-AF65-F5344CB8AC3E}">
        <p14:creationId xmlns:p14="http://schemas.microsoft.com/office/powerpoint/2010/main" val="44508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a:t>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sp>
        <p:nvSpPr>
          <p:cNvPr id="3" name="Rectangle 2"/>
          <p:cNvSpPr/>
          <p:nvPr/>
        </p:nvSpPr>
        <p:spPr>
          <a:xfrm>
            <a:off x="228600" y="1447800"/>
            <a:ext cx="8543608" cy="3170099"/>
          </a:xfrm>
          <a:prstGeom prst="rect">
            <a:avLst/>
          </a:prstGeom>
        </p:spPr>
        <p:txBody>
          <a:bodyPr wrap="square">
            <a:spAutoFit/>
          </a:bodyPr>
          <a:lstStyle/>
          <a:p>
            <a:pPr marL="541338" indent="-541338"/>
            <a:r>
              <a:rPr lang="en-GB" sz="2000" dirty="0">
                <a:solidFill>
                  <a:srgbClr val="333333"/>
                </a:solidFill>
                <a:latin typeface="Rockwell" panose="02060603020205020403" pitchFamily="18" charset="0"/>
              </a:rPr>
              <a:t>The package </a:t>
            </a:r>
            <a:r>
              <a:rPr lang="en-GB" sz="2000" dirty="0">
                <a:solidFill>
                  <a:srgbClr val="7A0029"/>
                </a:solidFill>
                <a:latin typeface="Rockwell" panose="02060603020205020403" pitchFamily="18" charset="0"/>
              </a:rPr>
              <a:t>java.io </a:t>
            </a:r>
            <a:r>
              <a:rPr lang="en-GB" sz="2000" dirty="0">
                <a:solidFill>
                  <a:srgbClr val="333333"/>
                </a:solidFill>
                <a:latin typeface="Rockwell" panose="02060603020205020403" pitchFamily="18" charset="0"/>
              </a:rPr>
              <a:t>has two major parts: </a:t>
            </a:r>
            <a:r>
              <a:rPr lang="en-GB" sz="2000" i="1" dirty="0">
                <a:solidFill>
                  <a:srgbClr val="333333"/>
                </a:solidFill>
                <a:latin typeface="Rockwell" panose="02060603020205020403" pitchFamily="18" charset="0"/>
              </a:rPr>
              <a:t>character streams </a:t>
            </a:r>
            <a:r>
              <a:rPr lang="en-GB" sz="2000" dirty="0">
                <a:solidFill>
                  <a:srgbClr val="333333"/>
                </a:solidFill>
                <a:latin typeface="Rockwell" panose="02060603020205020403" pitchFamily="18" charset="0"/>
              </a:rPr>
              <a:t>and </a:t>
            </a:r>
            <a:r>
              <a:rPr lang="en-GB" sz="2000" i="1" dirty="0">
                <a:solidFill>
                  <a:srgbClr val="333333"/>
                </a:solidFill>
                <a:latin typeface="Rockwell" panose="02060603020205020403" pitchFamily="18" charset="0"/>
              </a:rPr>
              <a:t>byte streams. </a:t>
            </a:r>
            <a:r>
              <a:rPr lang="en-GB" sz="2000" dirty="0">
                <a:solidFill>
                  <a:srgbClr val="333333"/>
                </a:solidFill>
                <a:latin typeface="Rockwell" panose="02060603020205020403" pitchFamily="18" charset="0"/>
              </a:rPr>
              <a:t>Characters are 16-bit </a:t>
            </a:r>
            <a:r>
              <a:rPr lang="en-GB" sz="2000" dirty="0">
                <a:solidFill>
                  <a:srgbClr val="7A0029"/>
                </a:solidFill>
                <a:latin typeface="Rockwell" panose="02060603020205020403" pitchFamily="18" charset="0"/>
              </a:rPr>
              <a:t>UTF</a:t>
            </a:r>
            <a:r>
              <a:rPr lang="en-GB" sz="2000" dirty="0">
                <a:solidFill>
                  <a:srgbClr val="333333"/>
                </a:solidFill>
                <a:latin typeface="Rockwell" panose="02060603020205020403" pitchFamily="18" charset="0"/>
              </a:rPr>
              <a:t>-16 characters, whereas bytes are (as always) 8 bits. </a:t>
            </a:r>
          </a:p>
          <a:p>
            <a:pPr marL="541338" indent="-541338"/>
            <a:r>
              <a:rPr lang="en-GB" sz="2000" dirty="0">
                <a:solidFill>
                  <a:srgbClr val="333333"/>
                </a:solidFill>
                <a:latin typeface="Rockwell" panose="02060603020205020403" pitchFamily="18" charset="0"/>
              </a:rPr>
              <a:t>I/O is either text-based or data-based (binary).</a:t>
            </a:r>
          </a:p>
          <a:p>
            <a:pPr marL="541338" indent="-541338"/>
            <a:r>
              <a:rPr lang="en-GB" sz="2000" dirty="0">
                <a:solidFill>
                  <a:srgbClr val="333333"/>
                </a:solidFill>
                <a:latin typeface="Rockwell" panose="02060603020205020403" pitchFamily="18" charset="0"/>
              </a:rPr>
              <a:t>Text-based I/O works with streams of human-readable characters, such as the source code for a program. </a:t>
            </a:r>
          </a:p>
          <a:p>
            <a:pPr marL="541338" indent="-541338"/>
            <a:r>
              <a:rPr lang="en-GB" sz="2000" dirty="0">
                <a:solidFill>
                  <a:srgbClr val="333333"/>
                </a:solidFill>
                <a:latin typeface="Rockwell" panose="02060603020205020403" pitchFamily="18" charset="0"/>
              </a:rPr>
              <a:t>Data-based I/O works with streams of binary data, such as the bit pattern for an image. </a:t>
            </a:r>
          </a:p>
          <a:p>
            <a:pPr marL="541338" indent="-541338"/>
            <a:r>
              <a:rPr lang="en-GB" sz="2000" dirty="0">
                <a:solidFill>
                  <a:srgbClr val="333333"/>
                </a:solidFill>
                <a:latin typeface="Rockwell" panose="02060603020205020403" pitchFamily="18" charset="0"/>
              </a:rPr>
              <a:t>The character streams are used for text-based I/O, while byte streams are used for data-based I/O.</a:t>
            </a:r>
            <a:endParaRPr lang="en-IN" sz="2000" dirty="0">
              <a:latin typeface="Rockwell" panose="02060603020205020403" pitchFamily="18" charset="0"/>
            </a:endParaRPr>
          </a:p>
        </p:txBody>
      </p:sp>
      <p:pic>
        <p:nvPicPr>
          <p:cNvPr id="5" name="Picture 4" descr="byte stream classification">
            <a:extLst>
              <a:ext uri="{FF2B5EF4-FFF2-40B4-BE49-F238E27FC236}">
                <a16:creationId xmlns:a16="http://schemas.microsoft.com/office/drawing/2014/main" id="{45875EC3-691A-4CBD-9022-818937D47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209" y="4743004"/>
            <a:ext cx="3535895" cy="178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character stream classification">
            <a:extLst>
              <a:ext uri="{FF2B5EF4-FFF2-40B4-BE49-F238E27FC236}">
                <a16:creationId xmlns:a16="http://schemas.microsoft.com/office/drawing/2014/main" id="{1C36D8C0-8146-4EB7-869A-8E0D18F23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457" y="4596413"/>
            <a:ext cx="4122445" cy="2079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6A8B0325-199B-08FC-01AE-AFDD4FDA9C6D}"/>
                  </a:ext>
                </a:extLst>
              </p14:cNvPr>
              <p14:cNvContentPartPr/>
              <p14:nvPr/>
            </p14:nvContentPartPr>
            <p14:xfrm>
              <a:off x="498960" y="231480"/>
              <a:ext cx="7229160" cy="6157800"/>
            </p14:xfrm>
          </p:contentPart>
        </mc:Choice>
        <mc:Fallback>
          <p:pic>
            <p:nvPicPr>
              <p:cNvPr id="2" name="Ink 1">
                <a:extLst>
                  <a:ext uri="{FF2B5EF4-FFF2-40B4-BE49-F238E27FC236}">
                    <a16:creationId xmlns:a16="http://schemas.microsoft.com/office/drawing/2014/main" id="{6A8B0325-199B-08FC-01AE-AFDD4FDA9C6D}"/>
                  </a:ext>
                </a:extLst>
              </p:cNvPr>
              <p:cNvPicPr/>
              <p:nvPr/>
            </p:nvPicPr>
            <p:blipFill>
              <a:blip r:embed="rId6"/>
              <a:stretch>
                <a:fillRect/>
              </a:stretch>
            </p:blipFill>
            <p:spPr>
              <a:xfrm>
                <a:off x="489600" y="222120"/>
                <a:ext cx="7247880" cy="6176520"/>
              </a:xfrm>
              <a:prstGeom prst="rect">
                <a:avLst/>
              </a:prstGeom>
            </p:spPr>
          </p:pic>
        </mc:Fallback>
      </mc:AlternateContent>
    </p:spTree>
    <p:extLst>
      <p:ext uri="{BB962C8B-B14F-4D97-AF65-F5344CB8AC3E}">
        <p14:creationId xmlns:p14="http://schemas.microsoft.com/office/powerpoint/2010/main" val="382718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dirty="0"/>
              <a:t>Byte 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pic>
        <p:nvPicPr>
          <p:cNvPr id="2" name="Picture 1"/>
          <p:cNvPicPr>
            <a:picLocks noChangeAspect="1"/>
          </p:cNvPicPr>
          <p:nvPr/>
        </p:nvPicPr>
        <p:blipFill>
          <a:blip r:embed="rId3"/>
          <a:stretch>
            <a:fillRect/>
          </a:stretch>
        </p:blipFill>
        <p:spPr>
          <a:xfrm>
            <a:off x="32657" y="1551134"/>
            <a:ext cx="5300378" cy="4849666"/>
          </a:xfrm>
          <a:prstGeom prst="rect">
            <a:avLst/>
          </a:prstGeom>
        </p:spPr>
      </p:pic>
      <p:sp>
        <p:nvSpPr>
          <p:cNvPr id="4" name="Rectangle 3"/>
          <p:cNvSpPr/>
          <p:nvPr/>
        </p:nvSpPr>
        <p:spPr>
          <a:xfrm>
            <a:off x="5333035" y="1413116"/>
            <a:ext cx="3573157" cy="5016758"/>
          </a:xfrm>
          <a:prstGeom prst="rect">
            <a:avLst/>
          </a:prstGeom>
        </p:spPr>
        <p:txBody>
          <a:bodyPr wrap="square">
            <a:spAutoFit/>
          </a:bodyPr>
          <a:lstStyle/>
          <a:p>
            <a:r>
              <a:rPr lang="en-GB" sz="2000" dirty="0">
                <a:solidFill>
                  <a:srgbClr val="333333"/>
                </a:solidFill>
                <a:latin typeface="Rockwell" panose="02060603020205020403" pitchFamily="18" charset="0"/>
              </a:rPr>
              <a:t>The </a:t>
            </a:r>
            <a:r>
              <a:rPr lang="en-GB" sz="2000" dirty="0">
                <a:solidFill>
                  <a:srgbClr val="7A0029"/>
                </a:solidFill>
                <a:latin typeface="Rockwell" panose="02060603020205020403" pitchFamily="18" charset="0"/>
              </a:rPr>
              <a:t>java.io </a:t>
            </a:r>
            <a:r>
              <a:rPr lang="en-GB" sz="2000" dirty="0">
                <a:solidFill>
                  <a:srgbClr val="333333"/>
                </a:solidFill>
                <a:latin typeface="Rockwell" panose="02060603020205020403" pitchFamily="18" charset="0"/>
              </a:rPr>
              <a:t>package defines abstract classes(</a:t>
            </a:r>
            <a:r>
              <a:rPr lang="en-GB" sz="2000" dirty="0" err="1">
                <a:latin typeface="Rockwell" panose="02060603020205020403" pitchFamily="18" charset="0"/>
              </a:rPr>
              <a:t>InputStream</a:t>
            </a:r>
            <a:r>
              <a:rPr lang="en-GB" sz="2000" dirty="0">
                <a:latin typeface="Rockwell" panose="02060603020205020403" pitchFamily="18" charset="0"/>
              </a:rPr>
              <a:t> and </a:t>
            </a:r>
            <a:r>
              <a:rPr lang="en-GB" sz="2000" dirty="0" err="1">
                <a:latin typeface="Rockwell" panose="02060603020205020403" pitchFamily="18" charset="0"/>
              </a:rPr>
              <a:t>OutputStream</a:t>
            </a:r>
            <a:r>
              <a:rPr lang="en-GB" sz="2000" dirty="0">
                <a:latin typeface="Rockwell" panose="02060603020205020403" pitchFamily="18" charset="0"/>
              </a:rPr>
              <a:t> abstract classes) </a:t>
            </a:r>
            <a:r>
              <a:rPr lang="en-GB" sz="2000" dirty="0">
                <a:solidFill>
                  <a:srgbClr val="333333"/>
                </a:solidFill>
                <a:latin typeface="Rockwell" panose="02060603020205020403" pitchFamily="18" charset="0"/>
              </a:rPr>
              <a:t> for basic byte input and output streams. </a:t>
            </a:r>
          </a:p>
          <a:p>
            <a:endParaRPr lang="en-GB" sz="2000" dirty="0">
              <a:solidFill>
                <a:srgbClr val="333333"/>
              </a:solidFill>
              <a:latin typeface="Rockwell" panose="02060603020205020403" pitchFamily="18" charset="0"/>
            </a:endParaRPr>
          </a:p>
          <a:p>
            <a:r>
              <a:rPr lang="en-GB" sz="2000" dirty="0">
                <a:solidFill>
                  <a:srgbClr val="333333"/>
                </a:solidFill>
                <a:latin typeface="Rockwell" panose="02060603020205020403" pitchFamily="18" charset="0"/>
              </a:rPr>
              <a:t>These abstract classes are then extended to provide several useful stream types. Stream types are almost always paired: </a:t>
            </a:r>
          </a:p>
          <a:p>
            <a:r>
              <a:rPr lang="en-GB" sz="2000" dirty="0">
                <a:solidFill>
                  <a:srgbClr val="333333"/>
                </a:solidFill>
                <a:latin typeface="Rockwell" panose="02060603020205020403" pitchFamily="18" charset="0"/>
              </a:rPr>
              <a:t>For example, where there is a </a:t>
            </a:r>
            <a:r>
              <a:rPr lang="en-GB" sz="2000" dirty="0" err="1">
                <a:solidFill>
                  <a:srgbClr val="7A0029"/>
                </a:solidFill>
                <a:latin typeface="Rockwell" panose="02060603020205020403" pitchFamily="18" charset="0"/>
              </a:rPr>
              <a:t>FileInputStream</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to read from a file, there is usually a </a:t>
            </a:r>
            <a:r>
              <a:rPr lang="en-GB" sz="2000" dirty="0" err="1">
                <a:solidFill>
                  <a:srgbClr val="7A0029"/>
                </a:solidFill>
                <a:latin typeface="Rockwell" panose="02060603020205020403" pitchFamily="18" charset="0"/>
              </a:rPr>
              <a:t>FileOutputStream</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to write to a file.</a:t>
            </a:r>
            <a:endParaRPr lang="en-IN" sz="2000" dirty="0">
              <a:latin typeface="Rockwell" panose="02060603020205020403" pitchFamily="18" charset="0"/>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9578384-483A-590D-4848-7EE0BD511F74}"/>
                  </a:ext>
                </a:extLst>
              </p14:cNvPr>
              <p14:cNvContentPartPr/>
              <p14:nvPr/>
            </p14:nvContentPartPr>
            <p14:xfrm>
              <a:off x="1339200" y="2901960"/>
              <a:ext cx="3234240" cy="2600280"/>
            </p14:xfrm>
          </p:contentPart>
        </mc:Choice>
        <mc:Fallback>
          <p:pic>
            <p:nvPicPr>
              <p:cNvPr id="3" name="Ink 2">
                <a:extLst>
                  <a:ext uri="{FF2B5EF4-FFF2-40B4-BE49-F238E27FC236}">
                    <a16:creationId xmlns:a16="http://schemas.microsoft.com/office/drawing/2014/main" id="{29578384-483A-590D-4848-7EE0BD511F74}"/>
                  </a:ext>
                </a:extLst>
              </p:cNvPr>
              <p:cNvPicPr/>
              <p:nvPr/>
            </p:nvPicPr>
            <p:blipFill>
              <a:blip r:embed="rId5"/>
              <a:stretch>
                <a:fillRect/>
              </a:stretch>
            </p:blipFill>
            <p:spPr>
              <a:xfrm>
                <a:off x="1329840" y="2892600"/>
                <a:ext cx="3252960" cy="2619000"/>
              </a:xfrm>
              <a:prstGeom prst="rect">
                <a:avLst/>
              </a:prstGeom>
            </p:spPr>
          </p:pic>
        </mc:Fallback>
      </mc:AlternateContent>
    </p:spTree>
    <p:extLst>
      <p:ext uri="{BB962C8B-B14F-4D97-AF65-F5344CB8AC3E}">
        <p14:creationId xmlns:p14="http://schemas.microsoft.com/office/powerpoint/2010/main" val="3583270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dirty="0"/>
              <a:t>Byte 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sp>
        <p:nvSpPr>
          <p:cNvPr id="4" name="Rectangle 3"/>
          <p:cNvSpPr/>
          <p:nvPr/>
        </p:nvSpPr>
        <p:spPr>
          <a:xfrm>
            <a:off x="152400" y="1371600"/>
            <a:ext cx="8753792" cy="5016758"/>
          </a:xfrm>
          <a:prstGeom prst="rect">
            <a:avLst/>
          </a:prstGeom>
        </p:spPr>
        <p:txBody>
          <a:bodyPr wrap="square">
            <a:spAutoFit/>
          </a:bodyPr>
          <a:lstStyle/>
          <a:p>
            <a:pPr marL="354013" indent="-354013"/>
            <a:r>
              <a:rPr lang="en-IN" sz="2000" b="1" dirty="0" err="1">
                <a:latin typeface="Rockwell" panose="02060603020205020403" pitchFamily="18" charset="0"/>
                <a:ea typeface="Verdana" panose="020B0604030504040204" pitchFamily="34" charset="0"/>
              </a:rPr>
              <a:t>InputStream</a:t>
            </a:r>
            <a:endParaRPr lang="en-IN" sz="2000" b="1"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The abstract class </a:t>
            </a:r>
            <a:r>
              <a:rPr lang="en-GB" sz="2000" dirty="0" err="1">
                <a:latin typeface="Rockwell" panose="02060603020205020403" pitchFamily="18" charset="0"/>
                <a:ea typeface="Verdana" panose="020B0604030504040204" pitchFamily="34" charset="0"/>
              </a:rPr>
              <a:t>InputStream</a:t>
            </a:r>
            <a:r>
              <a:rPr lang="en-GB" sz="2000" dirty="0">
                <a:latin typeface="Rockwell" panose="02060603020205020403" pitchFamily="18" charset="0"/>
                <a:ea typeface="Verdana" panose="020B0604030504040204" pitchFamily="34" charset="0"/>
              </a:rPr>
              <a:t> declares methods to read bytes from a particular source. </a:t>
            </a:r>
          </a:p>
          <a:p>
            <a:pPr marL="354013" indent="-354013"/>
            <a:r>
              <a:rPr lang="en-GB" sz="2000" dirty="0" err="1">
                <a:latin typeface="Rockwell" panose="02060603020205020403" pitchFamily="18" charset="0"/>
                <a:ea typeface="Verdana" panose="020B0604030504040204" pitchFamily="34" charset="0"/>
              </a:rPr>
              <a:t>InputStream</a:t>
            </a:r>
            <a:r>
              <a:rPr lang="en-GB" sz="2000" dirty="0">
                <a:latin typeface="Rockwell" panose="02060603020205020403" pitchFamily="18" charset="0"/>
                <a:ea typeface="Verdana" panose="020B0604030504040204" pitchFamily="34" charset="0"/>
              </a:rPr>
              <a:t> is the superclass of most byte input streams in java.io, and has the following methods:</a:t>
            </a:r>
          </a:p>
          <a:p>
            <a:pPr marL="354013" indent="-354013"/>
            <a:r>
              <a:rPr lang="en-GB" sz="2000" dirty="0">
                <a:latin typeface="Rockwell" panose="02060603020205020403" pitchFamily="18" charset="0"/>
                <a:ea typeface="Verdana" panose="020B0604030504040204" pitchFamily="34" charset="0"/>
              </a:rPr>
              <a:t>public abstract int </a:t>
            </a:r>
            <a:r>
              <a:rPr lang="en-GB" sz="2000" b="1" dirty="0">
                <a:latin typeface="Rockwell" panose="02060603020205020403" pitchFamily="18" charset="0"/>
                <a:ea typeface="Verdana" panose="020B0604030504040204" pitchFamily="34" charset="0"/>
              </a:rPr>
              <a:t>read()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	-	Reads a single byte of data and returns the byte that was read, as an integer in the range 0 to 255</a:t>
            </a:r>
          </a:p>
          <a:p>
            <a:pPr marL="354013" indent="-354013"/>
            <a:r>
              <a:rPr lang="en-GB" sz="2000" dirty="0">
                <a:solidFill>
                  <a:srgbClr val="7A0029"/>
                </a:solidFill>
                <a:latin typeface="Rockwell" panose="02060603020205020403" pitchFamily="18" charset="0"/>
              </a:rPr>
              <a:t>public int </a:t>
            </a:r>
            <a:r>
              <a:rPr lang="en-GB" sz="2000" b="1" dirty="0">
                <a:solidFill>
                  <a:srgbClr val="7A0029"/>
                </a:solidFill>
                <a:latin typeface="Rockwell" panose="02060603020205020403" pitchFamily="18" charset="0"/>
              </a:rPr>
              <a:t>read(byte[] </a:t>
            </a:r>
            <a:r>
              <a:rPr lang="en-GB" sz="2000" b="1" dirty="0" err="1">
                <a:solidFill>
                  <a:srgbClr val="7A0029"/>
                </a:solidFill>
                <a:latin typeface="Rockwell" panose="02060603020205020403" pitchFamily="18" charset="0"/>
              </a:rPr>
              <a:t>buf</a:t>
            </a:r>
            <a:r>
              <a:rPr lang="en-GB" sz="2000" b="1" dirty="0">
                <a:solidFill>
                  <a:srgbClr val="7A0029"/>
                </a:solidFill>
                <a:latin typeface="Rockwell" panose="02060603020205020403" pitchFamily="18" charset="0"/>
              </a:rPr>
              <a:t>, int offset, int count) </a:t>
            </a:r>
            <a:r>
              <a:rPr lang="en-GB" sz="2000" dirty="0">
                <a:solidFill>
                  <a:srgbClr val="7A0029"/>
                </a:solidFill>
                <a:latin typeface="Rockwell" panose="02060603020205020403" pitchFamily="18" charset="0"/>
              </a:rPr>
              <a:t>throws </a:t>
            </a:r>
            <a:r>
              <a:rPr lang="en-GB" sz="2000" dirty="0" err="1">
                <a:solidFill>
                  <a:srgbClr val="7A0029"/>
                </a:solidFill>
                <a:latin typeface="Rockwell" panose="02060603020205020403" pitchFamily="18" charset="0"/>
              </a:rPr>
              <a:t>IOException</a:t>
            </a:r>
            <a:endParaRPr lang="en-GB" sz="2000" dirty="0">
              <a:solidFill>
                <a:srgbClr val="7A0029"/>
              </a:solidFill>
              <a:latin typeface="Rockwell" panose="02060603020205020403" pitchFamily="18" charset="0"/>
            </a:endParaRPr>
          </a:p>
          <a:p>
            <a:pPr marL="354013" indent="-354013"/>
            <a:r>
              <a:rPr lang="en-GB" sz="2000" dirty="0">
                <a:solidFill>
                  <a:srgbClr val="333333"/>
                </a:solidFill>
                <a:latin typeface="Rockwell" panose="02060603020205020403" pitchFamily="18" charset="0"/>
              </a:rPr>
              <a:t>	-	Reads into a part of a </a:t>
            </a:r>
            <a:r>
              <a:rPr lang="en-GB" sz="2000" dirty="0">
                <a:solidFill>
                  <a:srgbClr val="7A0029"/>
                </a:solidFill>
                <a:latin typeface="Rockwell" panose="02060603020205020403" pitchFamily="18" charset="0"/>
              </a:rPr>
              <a:t>byte </a:t>
            </a:r>
            <a:r>
              <a:rPr lang="en-GB" sz="2000" dirty="0">
                <a:solidFill>
                  <a:srgbClr val="333333"/>
                </a:solidFill>
                <a:latin typeface="Rockwell" panose="02060603020205020403" pitchFamily="18" charset="0"/>
              </a:rPr>
              <a:t>array. </a:t>
            </a:r>
          </a:p>
          <a:p>
            <a:pPr marL="354013" indent="-354013"/>
            <a:r>
              <a:rPr lang="en-GB" sz="2000" dirty="0">
                <a:solidFill>
                  <a:srgbClr val="333333"/>
                </a:solidFill>
                <a:latin typeface="Rockwell" panose="02060603020205020403" pitchFamily="18" charset="0"/>
              </a:rPr>
              <a:t>The maximum number of bytes read is </a:t>
            </a:r>
            <a:r>
              <a:rPr lang="en-GB" sz="2000" dirty="0">
                <a:solidFill>
                  <a:srgbClr val="7A0029"/>
                </a:solidFill>
                <a:latin typeface="Rockwell" panose="02060603020205020403" pitchFamily="18" charset="0"/>
              </a:rPr>
              <a:t>count</a:t>
            </a:r>
            <a:r>
              <a:rPr lang="en-GB" sz="2000" dirty="0">
                <a:solidFill>
                  <a:srgbClr val="333333"/>
                </a:solidFill>
                <a:latin typeface="Rockwell" panose="02060603020205020403" pitchFamily="18" charset="0"/>
              </a:rPr>
              <a:t>. </a:t>
            </a:r>
          </a:p>
          <a:p>
            <a:pPr marL="354013" indent="-354013"/>
            <a:r>
              <a:rPr lang="en-GB" sz="2000" dirty="0">
                <a:solidFill>
                  <a:srgbClr val="333333"/>
                </a:solidFill>
                <a:latin typeface="Rockwell" panose="02060603020205020403" pitchFamily="18" charset="0"/>
              </a:rPr>
              <a:t>The bytes are stored from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[offset] </a:t>
            </a:r>
            <a:r>
              <a:rPr lang="en-GB" sz="2000" dirty="0">
                <a:solidFill>
                  <a:srgbClr val="333333"/>
                </a:solidFill>
                <a:latin typeface="Rockwell" panose="02060603020205020403" pitchFamily="18" charset="0"/>
              </a:rPr>
              <a:t>up to a maximum of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 [offset+count-1]</a:t>
            </a:r>
            <a:r>
              <a:rPr lang="en-GB" sz="2000" dirty="0">
                <a:solidFill>
                  <a:srgbClr val="333333"/>
                </a:solidFill>
                <a:latin typeface="Rockwell" panose="02060603020205020403" pitchFamily="18" charset="0"/>
              </a:rPr>
              <a:t>all other values in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are left unchanged. </a:t>
            </a:r>
          </a:p>
          <a:p>
            <a:pPr marL="354013" indent="-354013"/>
            <a:r>
              <a:rPr lang="en-GB" sz="2000" dirty="0">
                <a:solidFill>
                  <a:srgbClr val="333333"/>
                </a:solidFill>
                <a:latin typeface="Rockwell" panose="02060603020205020403" pitchFamily="18" charset="0"/>
              </a:rPr>
              <a:t>The number of bytes actually read is returned. </a:t>
            </a:r>
          </a:p>
          <a:p>
            <a:pPr marL="354013" indent="-354013"/>
            <a:r>
              <a:rPr lang="en-GB" sz="2000" dirty="0">
                <a:solidFill>
                  <a:srgbClr val="333333"/>
                </a:solidFill>
                <a:latin typeface="Rockwell" panose="02060603020205020403" pitchFamily="18" charset="0"/>
              </a:rPr>
              <a:t>If no bytes are read because the end of the stream was found, the value -1 is returned.</a:t>
            </a:r>
            <a:endParaRPr lang="en-IN" dirty="0">
              <a:latin typeface="Verdana" panose="020B0604030504040204" pitchFamily="34" charset="0"/>
              <a:ea typeface="Verdana" panose="020B060403050404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2DA2E94-6F0B-48D0-662D-D2369F0C37F5}"/>
                  </a:ext>
                </a:extLst>
              </p14:cNvPr>
              <p14:cNvContentPartPr/>
              <p14:nvPr/>
            </p14:nvContentPartPr>
            <p14:xfrm>
              <a:off x="168840" y="3238920"/>
              <a:ext cx="8194320" cy="1204560"/>
            </p14:xfrm>
          </p:contentPart>
        </mc:Choice>
        <mc:Fallback>
          <p:pic>
            <p:nvPicPr>
              <p:cNvPr id="2" name="Ink 1">
                <a:extLst>
                  <a:ext uri="{FF2B5EF4-FFF2-40B4-BE49-F238E27FC236}">
                    <a16:creationId xmlns:a16="http://schemas.microsoft.com/office/drawing/2014/main" id="{D2DA2E94-6F0B-48D0-662D-D2369F0C37F5}"/>
                  </a:ext>
                </a:extLst>
              </p:cNvPr>
              <p:cNvPicPr/>
              <p:nvPr/>
            </p:nvPicPr>
            <p:blipFill>
              <a:blip r:embed="rId4"/>
              <a:stretch>
                <a:fillRect/>
              </a:stretch>
            </p:blipFill>
            <p:spPr>
              <a:xfrm>
                <a:off x="159480" y="3229560"/>
                <a:ext cx="8213040" cy="1223280"/>
              </a:xfrm>
              <a:prstGeom prst="rect">
                <a:avLst/>
              </a:prstGeom>
            </p:spPr>
          </p:pic>
        </mc:Fallback>
      </mc:AlternateContent>
    </p:spTree>
    <p:extLst>
      <p:ext uri="{BB962C8B-B14F-4D97-AF65-F5344CB8AC3E}">
        <p14:creationId xmlns:p14="http://schemas.microsoft.com/office/powerpoint/2010/main" val="127711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F5C79F-E50A-8B66-4A07-E00FEC5CE3B3}"/>
              </a:ext>
            </a:extLst>
          </p:cNvPr>
          <p:cNvSpPr>
            <a:spLocks noGrp="1"/>
          </p:cNvSpPr>
          <p:nvPr>
            <p:ph type="body" idx="1"/>
          </p:nvPr>
        </p:nvSpPr>
        <p:spPr>
          <a:xfrm>
            <a:off x="457200" y="0"/>
            <a:ext cx="7450950" cy="6278642"/>
          </a:xfrm>
        </p:spPr>
        <p:txBody>
          <a:bodyPr/>
          <a:lstStyle/>
          <a:p>
            <a:r>
              <a:rPr lang="en-IN" dirty="0"/>
              <a:t>class Main</a:t>
            </a:r>
          </a:p>
          <a:p>
            <a:r>
              <a:rPr lang="en-IN" dirty="0"/>
              <a:t>{</a:t>
            </a:r>
          </a:p>
          <a:p>
            <a:r>
              <a:rPr lang="en-IN" dirty="0"/>
              <a:t>	public static void main(String </a:t>
            </a:r>
            <a:r>
              <a:rPr lang="en-IN" dirty="0" err="1"/>
              <a:t>args</a:t>
            </a:r>
            <a:r>
              <a:rPr lang="en-IN" dirty="0"/>
              <a:t>[]) </a:t>
            </a:r>
          </a:p>
          <a:p>
            <a:r>
              <a:rPr lang="en-IN" dirty="0"/>
              <a:t>	{</a:t>
            </a:r>
          </a:p>
          <a:p>
            <a:r>
              <a:rPr lang="en-IN" dirty="0"/>
              <a:t>		byte b[] = new byte[10];</a:t>
            </a:r>
          </a:p>
          <a:p>
            <a:r>
              <a:rPr lang="en-IN" dirty="0"/>
              <a:t>		try {</a:t>
            </a:r>
          </a:p>
          <a:p>
            <a:r>
              <a:rPr lang="en-IN" dirty="0"/>
              <a:t>		    	</a:t>
            </a:r>
            <a:r>
              <a:rPr lang="en-IN" dirty="0" err="1"/>
              <a:t>System.in.read</a:t>
            </a:r>
            <a:r>
              <a:rPr lang="en-IN" dirty="0"/>
              <a:t>(b);</a:t>
            </a:r>
          </a:p>
          <a:p>
            <a:r>
              <a:rPr lang="en-IN" dirty="0"/>
              <a:t>		} catch(Exception e) {</a:t>
            </a:r>
          </a:p>
          <a:p>
            <a:r>
              <a:rPr lang="en-IN" dirty="0"/>
              <a:t>		    </a:t>
            </a:r>
            <a:r>
              <a:rPr lang="en-IN" dirty="0" err="1"/>
              <a:t>System.out.println</a:t>
            </a:r>
            <a:r>
              <a:rPr lang="en-IN" dirty="0"/>
              <a:t>(e);</a:t>
            </a:r>
          </a:p>
          <a:p>
            <a:r>
              <a:rPr lang="en-IN" dirty="0"/>
              <a:t>		}</a:t>
            </a:r>
          </a:p>
          <a:p>
            <a:r>
              <a:rPr lang="en-IN" dirty="0"/>
              <a:t>	    String s = new String(b);</a:t>
            </a:r>
          </a:p>
          <a:p>
            <a:r>
              <a:rPr lang="en-IN" dirty="0"/>
              <a:t>		</a:t>
            </a:r>
          </a:p>
          <a:p>
            <a:r>
              <a:rPr lang="en-IN" dirty="0"/>
              <a:t>		</a:t>
            </a:r>
            <a:r>
              <a:rPr lang="en-IN" dirty="0" err="1"/>
              <a:t>System.out.println</a:t>
            </a:r>
            <a:r>
              <a:rPr lang="en-IN" dirty="0"/>
              <a:t>(s);</a:t>
            </a:r>
          </a:p>
          <a:p>
            <a:r>
              <a:rPr lang="en-IN" dirty="0"/>
              <a:t>	}</a:t>
            </a:r>
          </a:p>
          <a:p>
            <a:r>
              <a:rPr lang="en-IN" dirty="0"/>
              <a:t>}</a:t>
            </a:r>
          </a:p>
        </p:txBody>
      </p:sp>
    </p:spTree>
    <p:extLst>
      <p:ext uri="{BB962C8B-B14F-4D97-AF65-F5344CB8AC3E}">
        <p14:creationId xmlns:p14="http://schemas.microsoft.com/office/powerpoint/2010/main" val="3379465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E02C9024-A489-457F-BA76-A85D711F8ECD}"/>
              </a:ext>
            </a:extLst>
          </p:cNvPr>
          <p:cNvSpPr>
            <a:spLocks noGrp="1"/>
          </p:cNvSpPr>
          <p:nvPr>
            <p:ph idx="1"/>
          </p:nvPr>
        </p:nvSpPr>
        <p:spPr>
          <a:xfrm>
            <a:off x="304800" y="1447800"/>
            <a:ext cx="8534400" cy="5207579"/>
          </a:xfrm>
        </p:spPr>
        <p:txBody>
          <a:bodyPr/>
          <a:lstStyle/>
          <a:p>
            <a:r>
              <a:rPr lang="en-GB" dirty="0">
                <a:latin typeface="Rockwell" panose="02060603020205020403" pitchFamily="18" charset="0"/>
              </a:rPr>
              <a:t>The following program demonstrates the use of input streams to count the total number of bytes in a file, or from System.in if no file is specified:</a:t>
            </a:r>
          </a:p>
          <a:p>
            <a:r>
              <a:rPr lang="en-IN" dirty="0">
                <a:latin typeface="Rockwell" panose="02060603020205020403" pitchFamily="18" charset="0"/>
              </a:rPr>
              <a:t>import java.io.*;</a:t>
            </a:r>
          </a:p>
          <a:p>
            <a:r>
              <a:rPr lang="en-IN" dirty="0">
                <a:latin typeface="Rockwell" panose="02060603020205020403" pitchFamily="18" charset="0"/>
              </a:rPr>
              <a:t>class </a:t>
            </a:r>
            <a:r>
              <a:rPr lang="en-IN" dirty="0" err="1">
                <a:latin typeface="Rockwell" panose="02060603020205020403" pitchFamily="18" charset="0"/>
              </a:rPr>
              <a:t>CountBytes</a:t>
            </a:r>
            <a:r>
              <a:rPr lang="en-IN" dirty="0">
                <a:latin typeface="Rockwell" panose="02060603020205020403" pitchFamily="18" charset="0"/>
              </a:rPr>
              <a:t> {</a:t>
            </a:r>
          </a:p>
          <a:p>
            <a:r>
              <a:rPr lang="en-GB" dirty="0">
                <a:latin typeface="Rockwell" panose="02060603020205020403" pitchFamily="18" charset="0"/>
              </a:rPr>
              <a:t>public static void main(String[] </a:t>
            </a:r>
            <a:r>
              <a:rPr lang="en-GB" dirty="0" err="1">
                <a:latin typeface="Rockwell" panose="02060603020205020403" pitchFamily="18" charset="0"/>
              </a:rPr>
              <a:t>args</a:t>
            </a:r>
            <a:r>
              <a:rPr lang="en-GB" dirty="0">
                <a:latin typeface="Rockwell" panose="02060603020205020403" pitchFamily="18" charset="0"/>
              </a:rPr>
              <a:t>) </a:t>
            </a:r>
            <a:r>
              <a:rPr lang="en-IN" dirty="0">
                <a:latin typeface="Rockwell" panose="02060603020205020403" pitchFamily="18" charset="0"/>
              </a:rPr>
              <a:t>throws </a:t>
            </a:r>
            <a:r>
              <a:rPr lang="en-IN" dirty="0" err="1">
                <a:latin typeface="Rockwell" panose="02060603020205020403" pitchFamily="18" charset="0"/>
              </a:rPr>
              <a:t>IOException</a:t>
            </a:r>
            <a:endParaRPr lang="en-IN" dirty="0">
              <a:latin typeface="Rockwell" panose="02060603020205020403" pitchFamily="18" charset="0"/>
            </a:endParaRPr>
          </a:p>
          <a:p>
            <a:r>
              <a:rPr lang="en-IN" dirty="0">
                <a:latin typeface="Rockwell" panose="02060603020205020403" pitchFamily="18" charset="0"/>
              </a:rPr>
              <a:t>{</a:t>
            </a:r>
          </a:p>
          <a:p>
            <a:r>
              <a:rPr lang="en-IN" dirty="0" err="1">
                <a:latin typeface="Rockwell" panose="02060603020205020403" pitchFamily="18" charset="0"/>
              </a:rPr>
              <a:t>InputStream</a:t>
            </a:r>
            <a:r>
              <a:rPr lang="en-IN" dirty="0">
                <a:latin typeface="Rockwell" panose="02060603020205020403" pitchFamily="18" charset="0"/>
              </a:rPr>
              <a:t> in;</a:t>
            </a:r>
          </a:p>
          <a:p>
            <a:r>
              <a:rPr lang="en-IN" dirty="0">
                <a:latin typeface="Rockwell" panose="02060603020205020403" pitchFamily="18" charset="0"/>
              </a:rPr>
              <a:t>if (</a:t>
            </a:r>
            <a:r>
              <a:rPr lang="en-IN" dirty="0" err="1">
                <a:latin typeface="Rockwell" panose="02060603020205020403" pitchFamily="18" charset="0"/>
              </a:rPr>
              <a:t>args.length</a:t>
            </a:r>
            <a:r>
              <a:rPr lang="en-IN" dirty="0">
                <a:latin typeface="Rockwell" panose="02060603020205020403" pitchFamily="18" charset="0"/>
              </a:rPr>
              <a:t> == 0)</a:t>
            </a:r>
          </a:p>
          <a:p>
            <a:r>
              <a:rPr lang="en-IN" dirty="0">
                <a:latin typeface="Rockwell" panose="02060603020205020403" pitchFamily="18" charset="0"/>
              </a:rPr>
              <a:t>in = System.in;</a:t>
            </a:r>
          </a:p>
          <a:p>
            <a:r>
              <a:rPr lang="en-IN" dirty="0">
                <a:latin typeface="Rockwell" panose="02060603020205020403" pitchFamily="18" charset="0"/>
              </a:rPr>
              <a:t>else</a:t>
            </a:r>
          </a:p>
          <a:p>
            <a:r>
              <a:rPr lang="en-IN" dirty="0">
                <a:latin typeface="Rockwell" panose="02060603020205020403" pitchFamily="18" charset="0"/>
              </a:rPr>
              <a:t>in = new </a:t>
            </a:r>
            <a:r>
              <a:rPr lang="en-IN" dirty="0" err="1">
                <a:latin typeface="Rockwell" panose="02060603020205020403" pitchFamily="18" charset="0"/>
              </a:rPr>
              <a:t>FileInputStream</a:t>
            </a:r>
            <a:r>
              <a:rPr lang="en-IN" dirty="0">
                <a:latin typeface="Rockwell" panose="02060603020205020403" pitchFamily="18" charset="0"/>
              </a:rPr>
              <a:t>(</a:t>
            </a:r>
            <a:r>
              <a:rPr lang="en-IN" dirty="0" err="1">
                <a:latin typeface="Rockwell" panose="02060603020205020403" pitchFamily="18" charset="0"/>
              </a:rPr>
              <a:t>args</a:t>
            </a:r>
            <a:r>
              <a:rPr lang="en-IN" dirty="0">
                <a:latin typeface="Rockwell" panose="02060603020205020403" pitchFamily="18" charset="0"/>
              </a:rPr>
              <a:t>[0]);</a:t>
            </a:r>
          </a:p>
          <a:p>
            <a:r>
              <a:rPr lang="en-IN" dirty="0" err="1">
                <a:latin typeface="Rockwell" panose="02060603020205020403" pitchFamily="18" charset="0"/>
              </a:rPr>
              <a:t>int</a:t>
            </a:r>
            <a:r>
              <a:rPr lang="en-IN" dirty="0">
                <a:latin typeface="Rockwell" panose="02060603020205020403" pitchFamily="18" charset="0"/>
              </a:rPr>
              <a:t> total = 0;</a:t>
            </a:r>
          </a:p>
          <a:p>
            <a:r>
              <a:rPr lang="en-IN" dirty="0">
                <a:latin typeface="Rockwell" panose="02060603020205020403" pitchFamily="18" charset="0"/>
              </a:rPr>
              <a:t>while (</a:t>
            </a:r>
            <a:r>
              <a:rPr lang="en-IN" dirty="0" err="1">
                <a:latin typeface="Rockwell" panose="02060603020205020403" pitchFamily="18" charset="0"/>
              </a:rPr>
              <a:t>in.read</a:t>
            </a:r>
            <a:r>
              <a:rPr lang="en-IN" dirty="0">
                <a:latin typeface="Rockwell" panose="02060603020205020403" pitchFamily="18" charset="0"/>
              </a:rPr>
              <a:t>() != -1)</a:t>
            </a:r>
          </a:p>
          <a:p>
            <a:r>
              <a:rPr lang="en-IN" dirty="0">
                <a:latin typeface="Rockwell" panose="02060603020205020403" pitchFamily="18" charset="0"/>
              </a:rPr>
              <a:t>total++;</a:t>
            </a:r>
          </a:p>
          <a:p>
            <a:r>
              <a:rPr lang="en-IN" dirty="0" err="1">
                <a:latin typeface="Rockwell" panose="02060603020205020403" pitchFamily="18" charset="0"/>
              </a:rPr>
              <a:t>System.out.println</a:t>
            </a:r>
            <a:r>
              <a:rPr lang="en-IN" dirty="0">
                <a:latin typeface="Rockwell" panose="02060603020205020403" pitchFamily="18" charset="0"/>
              </a:rPr>
              <a:t>(total + " bytes");</a:t>
            </a:r>
          </a:p>
          <a:p>
            <a:r>
              <a:rPr lang="en-IN" dirty="0">
                <a:latin typeface="Rockwell" panose="02060603020205020403"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InputStream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8</a:t>
            </a:fld>
            <a:endParaRPr lang="en-US" altLang="en-US" sz="90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951C2CE-7947-F9FC-011B-6DBBD9AF5F18}"/>
                  </a:ext>
                </a:extLst>
              </p14:cNvPr>
              <p14:cNvContentPartPr/>
              <p14:nvPr/>
            </p14:nvContentPartPr>
            <p14:xfrm>
              <a:off x="142920" y="2044080"/>
              <a:ext cx="8597520" cy="4389120"/>
            </p14:xfrm>
          </p:contentPart>
        </mc:Choice>
        <mc:Fallback>
          <p:pic>
            <p:nvPicPr>
              <p:cNvPr id="2" name="Ink 1">
                <a:extLst>
                  <a:ext uri="{FF2B5EF4-FFF2-40B4-BE49-F238E27FC236}">
                    <a16:creationId xmlns:a16="http://schemas.microsoft.com/office/drawing/2014/main" id="{9951C2CE-7947-F9FC-011B-6DBBD9AF5F18}"/>
                  </a:ext>
                </a:extLst>
              </p:cNvPr>
              <p:cNvPicPr/>
              <p:nvPr/>
            </p:nvPicPr>
            <p:blipFill>
              <a:blip r:embed="rId4"/>
              <a:stretch>
                <a:fillRect/>
              </a:stretch>
            </p:blipFill>
            <p:spPr>
              <a:xfrm>
                <a:off x="133560" y="2034720"/>
                <a:ext cx="8616240" cy="4407840"/>
              </a:xfrm>
              <a:prstGeom prst="rect">
                <a:avLst/>
              </a:prstGeom>
            </p:spPr>
          </p:pic>
        </mc:Fallback>
      </mc:AlternateContent>
    </p:spTree>
    <p:extLst>
      <p:ext uri="{BB962C8B-B14F-4D97-AF65-F5344CB8AC3E}">
        <p14:creationId xmlns:p14="http://schemas.microsoft.com/office/powerpoint/2010/main" val="542158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id="{5F974EED-0DEB-41C2-93BF-EA6F151213AE}"/>
              </a:ext>
            </a:extLst>
          </p:cNvPr>
          <p:cNvSpPr>
            <a:spLocks noGrp="1"/>
          </p:cNvSpPr>
          <p:nvPr>
            <p:ph idx="1"/>
          </p:nvPr>
        </p:nvSpPr>
        <p:spPr>
          <a:xfrm>
            <a:off x="1371600" y="1330662"/>
            <a:ext cx="6172200" cy="5146024"/>
          </a:xfrm>
        </p:spPr>
        <p:txBody>
          <a:bodyPr/>
          <a:lstStyle/>
          <a:p>
            <a:pPr marL="0" indent="0" fontAlgn="base">
              <a:spcAft>
                <a:spcPct val="0"/>
              </a:spcAft>
            </a:pPr>
            <a:r>
              <a:rPr lang="en-US" altLang="en-US" sz="1900" dirty="0">
                <a:solidFill>
                  <a:srgbClr val="000000"/>
                </a:solidFill>
                <a:latin typeface="Rockwell" panose="02060603020205020403" pitchFamily="18" charset="0"/>
              </a:rPr>
              <a:t>Following is an example which makes use of these two classes to copy an input file into an output file:</a:t>
            </a:r>
          </a:p>
          <a:p>
            <a:pPr marL="0" indent="0" fontAlgn="base">
              <a:spcAft>
                <a:spcPct val="0"/>
              </a:spcAft>
            </a:pPr>
            <a:r>
              <a:rPr lang="en-US" altLang="en-US" sz="1900" dirty="0">
                <a:solidFill>
                  <a:srgbClr val="000000"/>
                </a:solidFill>
                <a:latin typeface="Rockwell" panose="02060603020205020403" pitchFamily="18" charset="0"/>
              </a:rPr>
              <a:t>import java.io.*;</a:t>
            </a:r>
          </a:p>
          <a:p>
            <a:pPr marL="0" indent="0" fontAlgn="base">
              <a:spcAft>
                <a:spcPct val="0"/>
              </a:spcAft>
            </a:pPr>
            <a:r>
              <a:rPr lang="en-US" altLang="en-US" sz="1900" dirty="0">
                <a:solidFill>
                  <a:srgbClr val="000000"/>
                </a:solidFill>
                <a:latin typeface="Rockwell" panose="02060603020205020403" pitchFamily="18" charset="0"/>
              </a:rPr>
              <a:t>class StreamDemo1</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a:solidFill>
                  <a:srgbClr val="000000"/>
                </a:solidFill>
                <a:latin typeface="Rockwell" panose="02060603020205020403" pitchFamily="18" charset="0"/>
              </a:rPr>
              <a:t>public static void main(String aa[ ] )</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err="1">
                <a:solidFill>
                  <a:srgbClr val="000000"/>
                </a:solidFill>
                <a:latin typeface="Rockwell" panose="02060603020205020403" pitchFamily="18" charset="0"/>
              </a:rPr>
              <a:t>FileInputStream</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fis</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FileInputStream</a:t>
            </a:r>
            <a:r>
              <a:rPr lang="en-US" altLang="en-US" sz="1900" dirty="0">
                <a:solidFill>
                  <a:srgbClr val="000000"/>
                </a:solidFill>
                <a:latin typeface="Rockwell" panose="02060603020205020403" pitchFamily="18" charset="0"/>
              </a:rPr>
              <a:t>(“A.txt”);</a:t>
            </a:r>
          </a:p>
          <a:p>
            <a:pPr marL="0" indent="0" fontAlgn="base">
              <a:spcAft>
                <a:spcPct val="0"/>
              </a:spcAft>
            </a:pPr>
            <a:r>
              <a:rPr lang="en-US" altLang="en-US" sz="1900" dirty="0" err="1">
                <a:solidFill>
                  <a:srgbClr val="000000"/>
                </a:solidFill>
                <a:latin typeface="Rockwell" panose="02060603020205020403" pitchFamily="18" charset="0"/>
              </a:rPr>
              <a:t>FileOutputStream</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fos</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FileOutputStream</a:t>
            </a:r>
            <a:r>
              <a:rPr lang="en-US" altLang="en-US" sz="1900" dirty="0">
                <a:solidFill>
                  <a:srgbClr val="000000"/>
                </a:solidFill>
                <a:latin typeface="Rockwell" panose="02060603020205020403" pitchFamily="18" charset="0"/>
              </a:rPr>
              <a:t>(“B.txt”);</a:t>
            </a:r>
          </a:p>
          <a:p>
            <a:pPr marL="0" indent="0" fontAlgn="base">
              <a:spcAft>
                <a:spcPct val="0"/>
              </a:spcAft>
            </a:pPr>
            <a:r>
              <a:rPr lang="en-US" altLang="en-US" sz="1900" dirty="0">
                <a:solidFill>
                  <a:srgbClr val="000000"/>
                </a:solidFill>
                <a:latin typeface="Rockwell" panose="02060603020205020403" pitchFamily="18" charset="0"/>
              </a:rPr>
              <a:t>int c;</a:t>
            </a:r>
          </a:p>
          <a:p>
            <a:pPr marL="0" indent="0" fontAlgn="base">
              <a:spcAft>
                <a:spcPct val="0"/>
              </a:spcAft>
            </a:pPr>
            <a:r>
              <a:rPr lang="en-US" altLang="en-US" sz="1900" dirty="0">
                <a:solidFill>
                  <a:srgbClr val="000000"/>
                </a:solidFill>
                <a:latin typeface="Rockwell" panose="02060603020205020403" pitchFamily="18" charset="0"/>
              </a:rPr>
              <a:t>While( (c=</a:t>
            </a:r>
            <a:r>
              <a:rPr lang="en-US" altLang="en-US" sz="1900" dirty="0" err="1">
                <a:solidFill>
                  <a:srgbClr val="000000"/>
                </a:solidFill>
                <a:latin typeface="Rockwell" panose="02060603020205020403" pitchFamily="18" charset="0"/>
              </a:rPr>
              <a:t>fis.read</a:t>
            </a:r>
            <a:r>
              <a:rPr lang="en-US" altLang="en-US" sz="1900" dirty="0">
                <a:solidFill>
                  <a:srgbClr val="000000"/>
                </a:solidFill>
                <a:latin typeface="Rockwell" panose="02060603020205020403" pitchFamily="18" charset="0"/>
              </a:rPr>
              <a:t>()) !=-1) </a:t>
            </a:r>
            <a:r>
              <a:rPr lang="en-US" altLang="en-US" sz="1900" dirty="0" err="1">
                <a:solidFill>
                  <a:srgbClr val="000000"/>
                </a:solidFill>
                <a:latin typeface="Rockwell" panose="02060603020205020403" pitchFamily="18" charset="0"/>
              </a:rPr>
              <a:t>fos.write</a:t>
            </a:r>
            <a:r>
              <a:rPr lang="en-US" altLang="en-US" sz="1900" dirty="0">
                <a:solidFill>
                  <a:srgbClr val="000000"/>
                </a:solidFill>
                <a:latin typeface="Rockwell" panose="02060603020205020403" pitchFamily="18" charset="0"/>
              </a:rPr>
              <a:t>(c);</a:t>
            </a:r>
          </a:p>
          <a:p>
            <a:pPr marL="0" indent="0" fontAlgn="base">
              <a:spcAft>
                <a:spcPct val="0"/>
              </a:spcAft>
            </a:pPr>
            <a:r>
              <a:rPr lang="en-US" altLang="en-US" sz="1900" dirty="0" err="1">
                <a:latin typeface="Rockwell" panose="02060603020205020403" pitchFamily="18" charset="0"/>
              </a:rPr>
              <a:t>fis.close</a:t>
            </a:r>
            <a:r>
              <a:rPr lang="en-US" altLang="en-US" sz="1900" dirty="0">
                <a:latin typeface="Rockwell" panose="02060603020205020403" pitchFamily="18" charset="0"/>
              </a:rPr>
              <a:t>();</a:t>
            </a:r>
          </a:p>
          <a:p>
            <a:pPr marL="0" indent="0" fontAlgn="base">
              <a:spcAft>
                <a:spcPct val="0"/>
              </a:spcAft>
            </a:pPr>
            <a:r>
              <a:rPr lang="en-US" altLang="en-US" sz="1900" dirty="0" err="1">
                <a:latin typeface="Rockwell" panose="02060603020205020403" pitchFamily="18" charset="0"/>
              </a:rPr>
              <a:t>fos.close</a:t>
            </a: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p:txBody>
      </p:sp>
      <p:sp>
        <p:nvSpPr>
          <p:cNvPr id="4" name="Content Placeholder 3">
            <a:extLst>
              <a:ext uri="{FF2B5EF4-FFF2-40B4-BE49-F238E27FC236}">
                <a16:creationId xmlns:a16="http://schemas.microsoft.com/office/drawing/2014/main" id="{990BC0E2-A2E8-49F8-BEDF-4403FA3183EA}"/>
              </a:ext>
            </a:extLst>
          </p:cNvPr>
          <p:cNvSpPr>
            <a:spLocks noGrp="1"/>
          </p:cNvSpPr>
          <p:nvPr>
            <p:ph sz="quarter" idx="10"/>
          </p:nvPr>
        </p:nvSpPr>
        <p:spPr/>
        <p:txBody>
          <a:bodyPr rtlCol="0"/>
          <a:lstStyle/>
          <a:p>
            <a:pPr>
              <a:defRPr/>
            </a:pPr>
            <a:r>
              <a:rPr lang="en-US" dirty="0"/>
              <a:t>STREAM CLASSES - </a:t>
            </a:r>
            <a:r>
              <a:rPr lang="en-US" altLang="en-US" sz="2800" b="1" dirty="0">
                <a:solidFill>
                  <a:srgbClr val="CC3300"/>
                </a:solidFill>
                <a:latin typeface="Rockwell" panose="02060603020205020403" pitchFamily="18" charset="0"/>
              </a:rPr>
              <a:t>Example program for </a:t>
            </a:r>
            <a:r>
              <a:rPr lang="en-US" altLang="en-US" sz="2800" b="1" dirty="0" err="1">
                <a:solidFill>
                  <a:srgbClr val="CC3300"/>
                </a:solidFill>
                <a:latin typeface="Rockwell" panose="02060603020205020403" pitchFamily="18" charset="0"/>
              </a:rPr>
              <a:t>FileInput</a:t>
            </a:r>
            <a:r>
              <a:rPr lang="en-US" altLang="en-US" sz="2800" b="1" dirty="0">
                <a:solidFill>
                  <a:srgbClr val="CC3300"/>
                </a:solidFill>
                <a:latin typeface="Rockwell" panose="02060603020205020403" pitchFamily="18" charset="0"/>
              </a:rPr>
              <a:t> and </a:t>
            </a:r>
            <a:r>
              <a:rPr lang="en-US" altLang="en-US" sz="2800" b="1" dirty="0" err="1">
                <a:solidFill>
                  <a:srgbClr val="CC3300"/>
                </a:solidFill>
                <a:latin typeface="Rockwell" panose="02060603020205020403" pitchFamily="18" charset="0"/>
              </a:rPr>
              <a:t>FileOutput</a:t>
            </a:r>
            <a:r>
              <a:rPr lang="en-US" altLang="en-US" sz="2800" b="1" dirty="0">
                <a:solidFill>
                  <a:srgbClr val="CC3300"/>
                </a:solidFill>
                <a:latin typeface="Rockwell" panose="02060603020205020403" pitchFamily="18" charset="0"/>
              </a:rPr>
              <a:t> Stream classes</a:t>
            </a:r>
          </a:p>
        </p:txBody>
      </p:sp>
      <p:sp>
        <p:nvSpPr>
          <p:cNvPr id="72708" name="Footer Placeholder 6">
            <a:extLst>
              <a:ext uri="{FF2B5EF4-FFF2-40B4-BE49-F238E27FC236}">
                <a16:creationId xmlns:a16="http://schemas.microsoft.com/office/drawing/2014/main" id="{F34204D2-6A1F-4625-9742-6BE3FBE34E13}"/>
              </a:ext>
            </a:extLst>
          </p:cNvPr>
          <p:cNvSpPr>
            <a:spLocks noGrp="1"/>
          </p:cNvSpPr>
          <p:nvPr/>
        </p:nvSpPr>
        <p:spPr bwMode="auto">
          <a:xfrm>
            <a:off x="1219200" y="6485774"/>
            <a:ext cx="6903244" cy="216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050" dirty="0"/>
              <a:t>Object Oriented Programming  </a:t>
            </a:r>
          </a:p>
        </p:txBody>
      </p:sp>
      <p:sp>
        <p:nvSpPr>
          <p:cNvPr id="72709" name="Slide Number Placeholder 4">
            <a:extLst>
              <a:ext uri="{FF2B5EF4-FFF2-40B4-BE49-F238E27FC236}">
                <a16:creationId xmlns:a16="http://schemas.microsoft.com/office/drawing/2014/main" id="{B660BDE4-CDEB-4157-9826-0ADE74270096}"/>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37CD2AA-5518-4221-8C23-B9BA56D10111}" type="slidenum">
              <a:rPr lang="en-US" altLang="en-US" sz="900"/>
              <a:pPr algn="r" eaLnBrk="1" hangingPunct="1">
                <a:spcBef>
                  <a:spcPct val="0"/>
                </a:spcBef>
                <a:buFontTx/>
                <a:buNone/>
              </a:pPr>
              <a:t>9</a:t>
            </a:fld>
            <a:endParaRPr lang="en-US" altLang="en-US" sz="90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2FB026E-CAAF-B7A2-06D7-2D0B20512E5E}"/>
                  </a:ext>
                </a:extLst>
              </p14:cNvPr>
              <p14:cNvContentPartPr/>
              <p14:nvPr/>
            </p14:nvContentPartPr>
            <p14:xfrm>
              <a:off x="1590840" y="1963800"/>
              <a:ext cx="6459840" cy="2410560"/>
            </p14:xfrm>
          </p:contentPart>
        </mc:Choice>
        <mc:Fallback>
          <p:pic>
            <p:nvPicPr>
              <p:cNvPr id="2" name="Ink 1">
                <a:extLst>
                  <a:ext uri="{FF2B5EF4-FFF2-40B4-BE49-F238E27FC236}">
                    <a16:creationId xmlns:a16="http://schemas.microsoft.com/office/drawing/2014/main" id="{72FB026E-CAAF-B7A2-06D7-2D0B20512E5E}"/>
                  </a:ext>
                </a:extLst>
              </p:cNvPr>
              <p:cNvPicPr/>
              <p:nvPr/>
            </p:nvPicPr>
            <p:blipFill>
              <a:blip r:embed="rId4"/>
              <a:stretch>
                <a:fillRect/>
              </a:stretch>
            </p:blipFill>
            <p:spPr>
              <a:xfrm>
                <a:off x="1581480" y="1954440"/>
                <a:ext cx="6478560" cy="2429280"/>
              </a:xfrm>
              <a:prstGeom prst="rect">
                <a:avLst/>
              </a:prstGeom>
            </p:spPr>
          </p:pic>
        </mc:Fallback>
      </mc:AlternateContent>
    </p:spTree>
    <p:extLst>
      <p:ext uri="{BB962C8B-B14F-4D97-AF65-F5344CB8AC3E}">
        <p14:creationId xmlns:p14="http://schemas.microsoft.com/office/powerpoint/2010/main" val="404660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E02C9024-A489-457F-BA76-A85D711F8ECD}"/>
              </a:ext>
            </a:extLst>
          </p:cNvPr>
          <p:cNvSpPr>
            <a:spLocks noGrp="1"/>
          </p:cNvSpPr>
          <p:nvPr>
            <p:ph idx="1"/>
          </p:nvPr>
        </p:nvSpPr>
        <p:spPr>
          <a:xfrm>
            <a:off x="838200" y="1524001"/>
            <a:ext cx="7848600" cy="3554819"/>
          </a:xfrm>
        </p:spPr>
        <p:txBody>
          <a:bodyPr/>
          <a:lstStyle/>
          <a:p>
            <a:pPr marL="0" indent="0" fontAlgn="base">
              <a:spcAft>
                <a:spcPct val="0"/>
              </a:spcAft>
            </a:pPr>
            <a:r>
              <a:rPr lang="en-US" altLang="en-US" sz="2400" dirty="0">
                <a:latin typeface="Rockwell" panose="02060603020205020403" pitchFamily="18" charset="0"/>
              </a:rPr>
              <a:t>Assume that A.txt file has some content</a:t>
            </a:r>
          </a:p>
          <a:p>
            <a:pPr marL="0" indent="0" fontAlgn="base">
              <a:spcAft>
                <a:spcPct val="0"/>
              </a:spcAft>
            </a:pPr>
            <a:r>
              <a:rPr lang="en-US" altLang="en-US" sz="2400" dirty="0">
                <a:latin typeface="Rockwell" panose="02060603020205020403" pitchFamily="18" charset="0"/>
              </a:rPr>
              <a:t>Java is a portable language.</a:t>
            </a:r>
          </a:p>
          <a:p>
            <a:pPr marL="0" indent="0" fontAlgn="base">
              <a:spcAft>
                <a:spcPct val="0"/>
              </a:spcAft>
            </a:pPr>
            <a:r>
              <a:rPr lang="en-US" altLang="en-US" sz="2400" dirty="0">
                <a:solidFill>
                  <a:srgbClr val="000000"/>
                </a:solidFill>
                <a:latin typeface="Rockwell" panose="02060603020205020403" pitchFamily="18" charset="0"/>
              </a:rPr>
              <a:t>As a next step, compile the above program and execute it, which will result in creating B.txt file with the same content as we have in A.txt. So let's put the above code in StreamDemo1.java file and do the following</a:t>
            </a:r>
          </a:p>
          <a:p>
            <a:pPr marL="0" indent="0" fontAlgn="base">
              <a:spcAft>
                <a:spcPct val="0"/>
              </a:spcAft>
            </a:pPr>
            <a:r>
              <a:rPr lang="en-US" altLang="en-US" sz="2400" dirty="0">
                <a:solidFill>
                  <a:srgbClr val="000000"/>
                </a:solidFill>
                <a:latin typeface="Rockwell" panose="02060603020205020403" pitchFamily="18" charset="0"/>
              </a:rPr>
              <a:t>&gt;</a:t>
            </a:r>
            <a:r>
              <a:rPr lang="en-US" altLang="en-US" sz="2400" dirty="0" err="1">
                <a:solidFill>
                  <a:srgbClr val="000000"/>
                </a:solidFill>
                <a:latin typeface="Rockwell" panose="02060603020205020403" pitchFamily="18" charset="0"/>
              </a:rPr>
              <a:t>javac</a:t>
            </a:r>
            <a:r>
              <a:rPr lang="en-US" altLang="en-US" sz="2400" dirty="0">
                <a:solidFill>
                  <a:srgbClr val="000000"/>
                </a:solidFill>
                <a:latin typeface="Rockwell" panose="02060603020205020403" pitchFamily="18" charset="0"/>
              </a:rPr>
              <a:t>  StreamDemo1.java   [Compilation to Byte Code]</a:t>
            </a:r>
          </a:p>
          <a:p>
            <a:pPr marL="0" indent="0" fontAlgn="base">
              <a:spcAft>
                <a:spcPct val="0"/>
              </a:spcAft>
            </a:pPr>
            <a:r>
              <a:rPr lang="en-US" altLang="en-US" sz="2400" dirty="0">
                <a:solidFill>
                  <a:srgbClr val="000000"/>
                </a:solidFill>
                <a:latin typeface="Rockwell" panose="02060603020205020403" pitchFamily="18" charset="0"/>
              </a:rPr>
              <a:t>&gt;java StreamDemo1</a:t>
            </a:r>
            <a:endParaRPr lang="en-US" altLang="en-US" sz="2400" dirty="0">
              <a:latin typeface="Rockwell" panose="02060603020205020403" pitchFamily="18"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a:t>
            </a:r>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10</a:t>
            </a:fld>
            <a:endParaRPr lang="en-US" altLang="en-US" sz="900"/>
          </a:p>
        </p:txBody>
      </p:sp>
    </p:spTree>
    <p:extLst>
      <p:ext uri="{BB962C8B-B14F-4D97-AF65-F5344CB8AC3E}">
        <p14:creationId xmlns:p14="http://schemas.microsoft.com/office/powerpoint/2010/main" val="2276606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OutputStream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452937" y="6019800"/>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11</a:t>
            </a:fld>
            <a:endParaRPr lang="en-US" altLang="en-US" sz="900"/>
          </a:p>
        </p:txBody>
      </p:sp>
      <p:sp>
        <p:nvSpPr>
          <p:cNvPr id="2" name="Rectangle 1"/>
          <p:cNvSpPr/>
          <p:nvPr/>
        </p:nvSpPr>
        <p:spPr>
          <a:xfrm>
            <a:off x="304800" y="1520965"/>
            <a:ext cx="7772400" cy="4401205"/>
          </a:xfrm>
          <a:prstGeom prst="rect">
            <a:avLst/>
          </a:prstGeom>
        </p:spPr>
        <p:txBody>
          <a:bodyPr wrap="square">
            <a:spAutoFit/>
          </a:bodyPr>
          <a:lstStyle/>
          <a:p>
            <a:pPr marL="354013" indent="-354013"/>
            <a:r>
              <a:rPr lang="en-GB" sz="2000" dirty="0">
                <a:solidFill>
                  <a:srgbClr val="333333"/>
                </a:solidFill>
                <a:latin typeface="Rockwell" panose="02060603020205020403" pitchFamily="18" charset="0"/>
                <a:ea typeface="Verdana" panose="020B0604030504040204" pitchFamily="34" charset="0"/>
              </a:rPr>
              <a:t>The abstract class </a:t>
            </a:r>
            <a:r>
              <a:rPr lang="en-GB" sz="2000" dirty="0" err="1">
                <a:solidFill>
                  <a:srgbClr val="7A0029"/>
                </a:solidFill>
                <a:latin typeface="Rockwell" panose="02060603020205020403" pitchFamily="18" charset="0"/>
                <a:ea typeface="Verdana" panose="020B0604030504040204" pitchFamily="34" charset="0"/>
              </a:rPr>
              <a:t>OutputStream</a:t>
            </a:r>
            <a:r>
              <a:rPr lang="en-GB" sz="2000" dirty="0">
                <a:solidFill>
                  <a:srgbClr val="7A0029"/>
                </a:solidFill>
                <a:latin typeface="Rockwell" panose="02060603020205020403" pitchFamily="18" charset="0"/>
                <a:ea typeface="Verdana" panose="020B0604030504040204" pitchFamily="34" charset="0"/>
              </a:rPr>
              <a:t> </a:t>
            </a:r>
            <a:r>
              <a:rPr lang="en-GB" sz="2000" dirty="0">
                <a:solidFill>
                  <a:srgbClr val="333333"/>
                </a:solidFill>
                <a:latin typeface="Rockwell" panose="02060603020205020403" pitchFamily="18" charset="0"/>
                <a:ea typeface="Verdana" panose="020B0604030504040204" pitchFamily="34" charset="0"/>
              </a:rPr>
              <a:t>is analogous to </a:t>
            </a:r>
            <a:r>
              <a:rPr lang="en-GB" sz="2000" dirty="0" err="1">
                <a:solidFill>
                  <a:srgbClr val="7A0029"/>
                </a:solidFill>
                <a:latin typeface="Rockwell" panose="02060603020205020403" pitchFamily="18" charset="0"/>
                <a:ea typeface="Verdana" panose="020B0604030504040204" pitchFamily="34" charset="0"/>
              </a:rPr>
              <a:t>InputStream</a:t>
            </a:r>
            <a:r>
              <a:rPr lang="en-GB" sz="2000" dirty="0">
                <a:solidFill>
                  <a:srgbClr val="333333"/>
                </a:solidFill>
                <a:latin typeface="Rockwell" panose="02060603020205020403" pitchFamily="18" charset="0"/>
                <a:ea typeface="Verdana" panose="020B0604030504040204" pitchFamily="34" charset="0"/>
              </a:rPr>
              <a:t>; it provides an abstraction for writing bytes</a:t>
            </a:r>
          </a:p>
          <a:p>
            <a:pPr marL="354013" indent="-354013"/>
            <a:r>
              <a:rPr lang="en-GB" sz="2000" dirty="0">
                <a:solidFill>
                  <a:srgbClr val="333333"/>
                </a:solidFill>
                <a:latin typeface="Rockwell" panose="02060603020205020403" pitchFamily="18" charset="0"/>
                <a:ea typeface="Verdana" panose="020B0604030504040204" pitchFamily="34" charset="0"/>
              </a:rPr>
              <a:t>to a destination. </a:t>
            </a:r>
          </a:p>
          <a:p>
            <a:pPr marL="354013" indent="-354013"/>
            <a:r>
              <a:rPr lang="en-GB" sz="2000" dirty="0">
                <a:solidFill>
                  <a:srgbClr val="333333"/>
                </a:solidFill>
                <a:latin typeface="Rockwell" panose="02060603020205020403" pitchFamily="18" charset="0"/>
                <a:ea typeface="Verdana" panose="020B0604030504040204" pitchFamily="34" charset="0"/>
              </a:rPr>
              <a:t>Its methods are:</a:t>
            </a:r>
          </a:p>
          <a:p>
            <a:pPr marL="354013" indent="-354013"/>
            <a:r>
              <a:rPr lang="en-GB" sz="2000" dirty="0">
                <a:latin typeface="Rockwell" panose="02060603020205020403" pitchFamily="18" charset="0"/>
                <a:ea typeface="Verdana" panose="020B0604030504040204" pitchFamily="34" charset="0"/>
              </a:rPr>
              <a:t>public abstract void </a:t>
            </a:r>
            <a:r>
              <a:rPr lang="en-GB" sz="2000" b="1" dirty="0">
                <a:latin typeface="Rockwell" panose="02060603020205020403" pitchFamily="18" charset="0"/>
                <a:ea typeface="Verdana" panose="020B0604030504040204" pitchFamily="34" charset="0"/>
              </a:rPr>
              <a:t>write(int b)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solidFill>
                  <a:srgbClr val="333333"/>
                </a:solidFill>
                <a:latin typeface="Rockwell" panose="02060603020205020403" pitchFamily="18" charset="0"/>
                <a:ea typeface="Verdana" panose="020B0604030504040204" pitchFamily="34" charset="0"/>
              </a:rPr>
              <a:t>Writes </a:t>
            </a:r>
            <a:r>
              <a:rPr lang="en-GB" sz="2000" dirty="0">
                <a:solidFill>
                  <a:srgbClr val="7A0029"/>
                </a:solidFill>
                <a:latin typeface="Rockwell" panose="02060603020205020403" pitchFamily="18" charset="0"/>
                <a:ea typeface="Verdana" panose="020B0604030504040204" pitchFamily="34" charset="0"/>
              </a:rPr>
              <a:t>b </a:t>
            </a:r>
            <a:r>
              <a:rPr lang="en-GB" sz="2000" dirty="0">
                <a:solidFill>
                  <a:srgbClr val="333333"/>
                </a:solidFill>
                <a:latin typeface="Rockwell" panose="02060603020205020403" pitchFamily="18" charset="0"/>
                <a:ea typeface="Verdana" panose="020B0604030504040204" pitchFamily="34" charset="0"/>
              </a:rPr>
              <a:t>as a byte. </a:t>
            </a:r>
          </a:p>
          <a:p>
            <a:pPr marL="354013" indent="-354013"/>
            <a:r>
              <a:rPr lang="en-GB" sz="2000" dirty="0">
                <a:solidFill>
                  <a:srgbClr val="333333"/>
                </a:solidFill>
                <a:latin typeface="Rockwell" panose="02060603020205020403" pitchFamily="18" charset="0"/>
                <a:ea typeface="Verdana" panose="020B0604030504040204" pitchFamily="34" charset="0"/>
              </a:rPr>
              <a:t>The byte is passed as an </a:t>
            </a:r>
            <a:r>
              <a:rPr lang="en-GB" sz="2000" dirty="0" err="1">
                <a:solidFill>
                  <a:srgbClr val="7A0029"/>
                </a:solidFill>
                <a:latin typeface="Rockwell" panose="02060603020205020403" pitchFamily="18" charset="0"/>
                <a:ea typeface="Verdana" panose="020B0604030504040204" pitchFamily="34" charset="0"/>
              </a:rPr>
              <a:t>int</a:t>
            </a:r>
            <a:r>
              <a:rPr lang="en-GB" sz="2000" dirty="0">
                <a:solidFill>
                  <a:srgbClr val="7A0029"/>
                </a:solidFill>
                <a:latin typeface="Rockwell" panose="02060603020205020403" pitchFamily="18" charset="0"/>
                <a:ea typeface="Verdana" panose="020B0604030504040204" pitchFamily="34" charset="0"/>
              </a:rPr>
              <a:t> </a:t>
            </a:r>
            <a:r>
              <a:rPr lang="en-GB" sz="2000" dirty="0">
                <a:solidFill>
                  <a:srgbClr val="333333"/>
                </a:solidFill>
                <a:latin typeface="Rockwell" panose="02060603020205020403" pitchFamily="18" charset="0"/>
                <a:ea typeface="Verdana" panose="020B0604030504040204" pitchFamily="34" charset="0"/>
              </a:rPr>
              <a:t>because it is often the result of an arithmetic operation on a byte.</a:t>
            </a:r>
          </a:p>
          <a:p>
            <a:pPr marL="354013" indent="-354013"/>
            <a:endParaRPr lang="en-GB" sz="2000" dirty="0">
              <a:solidFill>
                <a:srgbClr val="333333"/>
              </a:solidFill>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public void </a:t>
            </a:r>
            <a:r>
              <a:rPr lang="en-GB" sz="2000" b="1" dirty="0">
                <a:latin typeface="Rockwell" panose="02060603020205020403" pitchFamily="18" charset="0"/>
                <a:ea typeface="Verdana" panose="020B0604030504040204" pitchFamily="34" charset="0"/>
              </a:rPr>
              <a:t>write(byte[] </a:t>
            </a:r>
            <a:r>
              <a:rPr lang="en-GB" sz="2000" b="1" dirty="0" err="1">
                <a:latin typeface="Rockwell" panose="02060603020205020403" pitchFamily="18" charset="0"/>
                <a:ea typeface="Verdana" panose="020B0604030504040204" pitchFamily="34" charset="0"/>
              </a:rPr>
              <a:t>buf</a:t>
            </a:r>
            <a:r>
              <a:rPr lang="en-GB" sz="2000" b="1" dirty="0">
                <a:latin typeface="Rockwell" panose="02060603020205020403" pitchFamily="18" charset="0"/>
                <a:ea typeface="Verdana" panose="020B0604030504040204" pitchFamily="34" charset="0"/>
              </a:rPr>
              <a:t>, int offset, int count)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Writes part of an array of bytes, starting at </a:t>
            </a:r>
            <a:r>
              <a:rPr lang="en-GB" sz="2000" dirty="0" err="1">
                <a:latin typeface="Rockwell" panose="02060603020205020403" pitchFamily="18" charset="0"/>
                <a:ea typeface="Verdana" panose="020B0604030504040204" pitchFamily="34" charset="0"/>
              </a:rPr>
              <a:t>buf</a:t>
            </a:r>
            <a:r>
              <a:rPr lang="en-GB" sz="2000" dirty="0">
                <a:latin typeface="Rockwell" panose="02060603020205020403" pitchFamily="18" charset="0"/>
                <a:ea typeface="Verdana" panose="020B0604030504040204" pitchFamily="34" charset="0"/>
              </a:rPr>
              <a:t>[offset] and writing count bytes. </a:t>
            </a:r>
          </a:p>
          <a:p>
            <a:pPr marL="354013" indent="-354013"/>
            <a:r>
              <a:rPr lang="en-GB" sz="2000" dirty="0">
                <a:latin typeface="Rockwell" panose="02060603020205020403" pitchFamily="18" charset="0"/>
                <a:ea typeface="Verdana" panose="020B0604030504040204" pitchFamily="34" charset="0"/>
              </a:rPr>
              <a:t>This method blocks until the bytes have been written.</a:t>
            </a:r>
            <a:endParaRPr lang="en-IN" sz="2000" dirty="0">
              <a:latin typeface="Rockwell" panose="02060603020205020403" pitchFamily="18" charset="0"/>
              <a:ea typeface="Verdana" panose="020B0604030504040204" pitchFamily="34" charset="0"/>
            </a:endParaRPr>
          </a:p>
        </p:txBody>
      </p:sp>
    </p:spTree>
    <p:extLst>
      <p:ext uri="{BB962C8B-B14F-4D97-AF65-F5344CB8AC3E}">
        <p14:creationId xmlns:p14="http://schemas.microsoft.com/office/powerpoint/2010/main" val="3405569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OutputStream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12</a:t>
            </a:fld>
            <a:endParaRPr lang="en-US" altLang="en-US" sz="900"/>
          </a:p>
        </p:txBody>
      </p:sp>
      <p:sp>
        <p:nvSpPr>
          <p:cNvPr id="2" name="Rectangle 1"/>
          <p:cNvSpPr/>
          <p:nvPr/>
        </p:nvSpPr>
        <p:spPr>
          <a:xfrm>
            <a:off x="914400" y="2286000"/>
            <a:ext cx="7696200" cy="4247317"/>
          </a:xfrm>
          <a:prstGeom prst="rect">
            <a:avLst/>
          </a:prstGeom>
        </p:spPr>
        <p:txBody>
          <a:bodyPr wrap="square">
            <a:spAutoFit/>
          </a:bodyPr>
          <a:lstStyle/>
          <a:p>
            <a:r>
              <a:rPr lang="en-IN" dirty="0">
                <a:latin typeface="Rockwell" panose="02060603020205020403" pitchFamily="18" charset="0"/>
              </a:rPr>
              <a:t>import java.io.*;</a:t>
            </a:r>
          </a:p>
          <a:p>
            <a:r>
              <a:rPr lang="en-IN" dirty="0">
                <a:latin typeface="Rockwell" panose="02060603020205020403" pitchFamily="18" charset="0"/>
              </a:rPr>
              <a:t>class </a:t>
            </a:r>
            <a:r>
              <a:rPr lang="en-IN" dirty="0" err="1">
                <a:latin typeface="Rockwell" panose="02060603020205020403" pitchFamily="18" charset="0"/>
              </a:rPr>
              <a:t>TranslateByte</a:t>
            </a:r>
            <a:r>
              <a:rPr lang="en-IN" dirty="0">
                <a:latin typeface="Rockwell" panose="02060603020205020403" pitchFamily="18" charset="0"/>
              </a:rPr>
              <a:t> {</a:t>
            </a:r>
          </a:p>
          <a:p>
            <a:r>
              <a:rPr lang="en-GB" dirty="0">
                <a:latin typeface="Rockwell" panose="02060603020205020403" pitchFamily="18" charset="0"/>
              </a:rPr>
              <a:t>public static void main(String[] </a:t>
            </a:r>
            <a:r>
              <a:rPr lang="en-GB" dirty="0" err="1">
                <a:latin typeface="Rockwell" panose="02060603020205020403" pitchFamily="18" charset="0"/>
              </a:rPr>
              <a:t>args</a:t>
            </a:r>
            <a:r>
              <a:rPr lang="en-GB" dirty="0">
                <a:latin typeface="Rockwell" panose="02060603020205020403" pitchFamily="18" charset="0"/>
              </a:rPr>
              <a:t>) </a:t>
            </a:r>
            <a:r>
              <a:rPr lang="en-IN" dirty="0">
                <a:latin typeface="Rockwell" panose="02060603020205020403" pitchFamily="18" charset="0"/>
              </a:rPr>
              <a:t>throws </a:t>
            </a:r>
            <a:r>
              <a:rPr lang="en-IN" dirty="0" err="1">
                <a:latin typeface="Rockwell" panose="02060603020205020403" pitchFamily="18" charset="0"/>
              </a:rPr>
              <a:t>IOException</a:t>
            </a:r>
            <a:endParaRPr lang="en-IN" dirty="0">
              <a:latin typeface="Rockwell" panose="02060603020205020403" pitchFamily="18" charset="0"/>
            </a:endParaRPr>
          </a:p>
          <a:p>
            <a:r>
              <a:rPr lang="en-IN" dirty="0">
                <a:latin typeface="Rockwell" panose="02060603020205020403" pitchFamily="18" charset="0"/>
              </a:rPr>
              <a:t>{</a:t>
            </a:r>
          </a:p>
          <a:p>
            <a:r>
              <a:rPr lang="en-IN" dirty="0">
                <a:latin typeface="Rockwell" panose="02060603020205020403" pitchFamily="18" charset="0"/>
              </a:rPr>
              <a:t>byte from = (byte) </a:t>
            </a:r>
            <a:r>
              <a:rPr lang="en-IN" dirty="0" err="1">
                <a:latin typeface="Rockwell" panose="02060603020205020403" pitchFamily="18" charset="0"/>
              </a:rPr>
              <a:t>args</a:t>
            </a:r>
            <a:r>
              <a:rPr lang="en-IN" dirty="0">
                <a:latin typeface="Rockwell" panose="02060603020205020403" pitchFamily="18" charset="0"/>
              </a:rPr>
              <a:t>[0].</a:t>
            </a:r>
            <a:r>
              <a:rPr lang="en-IN" dirty="0" err="1">
                <a:latin typeface="Rockwell" panose="02060603020205020403" pitchFamily="18" charset="0"/>
              </a:rPr>
              <a:t>charAt</a:t>
            </a:r>
            <a:r>
              <a:rPr lang="en-IN" dirty="0">
                <a:latin typeface="Rockwell" panose="02060603020205020403" pitchFamily="18" charset="0"/>
              </a:rPr>
              <a:t>(0);</a:t>
            </a:r>
          </a:p>
          <a:p>
            <a:r>
              <a:rPr lang="en-IN" dirty="0">
                <a:latin typeface="Rockwell" panose="02060603020205020403" pitchFamily="18" charset="0"/>
              </a:rPr>
              <a:t>byte to = (byte) </a:t>
            </a:r>
            <a:r>
              <a:rPr lang="en-IN" dirty="0" err="1">
                <a:latin typeface="Rockwell" panose="02060603020205020403" pitchFamily="18" charset="0"/>
              </a:rPr>
              <a:t>args</a:t>
            </a:r>
            <a:r>
              <a:rPr lang="en-IN" dirty="0">
                <a:latin typeface="Rockwell" panose="02060603020205020403" pitchFamily="18" charset="0"/>
              </a:rPr>
              <a:t>[1].</a:t>
            </a:r>
            <a:r>
              <a:rPr lang="en-IN" dirty="0" err="1">
                <a:latin typeface="Rockwell" panose="02060603020205020403" pitchFamily="18" charset="0"/>
              </a:rPr>
              <a:t>charAt</a:t>
            </a:r>
            <a:r>
              <a:rPr lang="en-IN" dirty="0">
                <a:latin typeface="Rockwell" panose="02060603020205020403" pitchFamily="18" charset="0"/>
              </a:rPr>
              <a:t>(0);</a:t>
            </a:r>
          </a:p>
          <a:p>
            <a:r>
              <a:rPr lang="en-IN" dirty="0" err="1">
                <a:latin typeface="Rockwell" panose="02060603020205020403" pitchFamily="18" charset="0"/>
              </a:rPr>
              <a:t>int</a:t>
            </a:r>
            <a:r>
              <a:rPr lang="en-IN" dirty="0">
                <a:latin typeface="Rockwell" panose="02060603020205020403" pitchFamily="18" charset="0"/>
              </a:rPr>
              <a:t> b;</a:t>
            </a:r>
          </a:p>
          <a:p>
            <a:r>
              <a:rPr lang="en-IN" dirty="0">
                <a:latin typeface="Rockwell" panose="02060603020205020403" pitchFamily="18" charset="0"/>
              </a:rPr>
              <a:t>while ((b = </a:t>
            </a:r>
            <a:r>
              <a:rPr lang="en-IN" dirty="0" err="1">
                <a:latin typeface="Rockwell" panose="02060603020205020403" pitchFamily="18" charset="0"/>
              </a:rPr>
              <a:t>System.in.read</a:t>
            </a:r>
            <a:r>
              <a:rPr lang="en-IN" dirty="0">
                <a:latin typeface="Rockwell" panose="02060603020205020403" pitchFamily="18" charset="0"/>
              </a:rPr>
              <a:t>()) != -1)</a:t>
            </a:r>
          </a:p>
          <a:p>
            <a:r>
              <a:rPr lang="en-IN" dirty="0" err="1">
                <a:latin typeface="Rockwell" panose="02060603020205020403" pitchFamily="18" charset="0"/>
              </a:rPr>
              <a:t>System.out.write</a:t>
            </a:r>
            <a:r>
              <a:rPr lang="en-IN" dirty="0">
                <a:latin typeface="Rockwell" panose="02060603020205020403" pitchFamily="18" charset="0"/>
              </a:rPr>
              <a:t>(b == from ? to : b);</a:t>
            </a:r>
          </a:p>
          <a:p>
            <a:r>
              <a:rPr lang="en-IN" dirty="0">
                <a:latin typeface="Rockwell" panose="02060603020205020403" pitchFamily="18" charset="0"/>
              </a:rPr>
              <a:t>}</a:t>
            </a:r>
          </a:p>
          <a:p>
            <a:r>
              <a:rPr lang="en-IN" dirty="0">
                <a:latin typeface="Rockwell" panose="02060603020205020403" pitchFamily="18" charset="0"/>
              </a:rPr>
              <a:t>}</a:t>
            </a:r>
          </a:p>
          <a:p>
            <a:r>
              <a:rPr lang="en-GB" dirty="0">
                <a:latin typeface="Rockwell" panose="02060603020205020403" pitchFamily="18" charset="0"/>
              </a:rPr>
              <a:t>For example, if we invoked the program as </a:t>
            </a:r>
          </a:p>
          <a:p>
            <a:r>
              <a:rPr lang="en-IN" dirty="0">
                <a:latin typeface="Rockwell" panose="02060603020205020403" pitchFamily="18" charset="0"/>
              </a:rPr>
              <a:t>java </a:t>
            </a:r>
            <a:r>
              <a:rPr lang="en-IN" dirty="0" err="1">
                <a:latin typeface="Rockwell" panose="02060603020205020403" pitchFamily="18" charset="0"/>
              </a:rPr>
              <a:t>TranslateByte</a:t>
            </a:r>
            <a:r>
              <a:rPr lang="en-IN" dirty="0">
                <a:latin typeface="Rockwell" panose="02060603020205020403" pitchFamily="18" charset="0"/>
              </a:rPr>
              <a:t> b </a:t>
            </a:r>
            <a:r>
              <a:rPr lang="en-IN" dirty="0" err="1">
                <a:latin typeface="Rockwell" panose="02060603020205020403" pitchFamily="18" charset="0"/>
              </a:rPr>
              <a:t>B</a:t>
            </a:r>
            <a:endParaRPr lang="en-IN" dirty="0">
              <a:latin typeface="Rockwell" panose="02060603020205020403" pitchFamily="18" charset="0"/>
            </a:endParaRPr>
          </a:p>
          <a:p>
            <a:r>
              <a:rPr lang="en-GB" dirty="0">
                <a:latin typeface="Rockwell" panose="02060603020205020403" pitchFamily="18" charset="0"/>
              </a:rPr>
              <a:t>and entered the text abracadabra!, we would get the output</a:t>
            </a:r>
          </a:p>
          <a:p>
            <a:r>
              <a:rPr lang="en-IN" dirty="0">
                <a:latin typeface="Rockwell" panose="02060603020205020403" pitchFamily="18" charset="0"/>
              </a:rPr>
              <a:t>abracadabra!</a:t>
            </a:r>
            <a:endParaRPr lang="en-IN" dirty="0">
              <a:latin typeface="Rockwell" panose="02060603020205020403" pitchFamily="18" charset="0"/>
              <a:ea typeface="Verdana" panose="020B0604030504040204" pitchFamily="34" charset="0"/>
            </a:endParaRPr>
          </a:p>
        </p:txBody>
      </p:sp>
      <p:sp>
        <p:nvSpPr>
          <p:cNvPr id="3" name="Rectangle 2"/>
          <p:cNvSpPr/>
          <p:nvPr/>
        </p:nvSpPr>
        <p:spPr>
          <a:xfrm>
            <a:off x="18143" y="1429657"/>
            <a:ext cx="8915400" cy="1077218"/>
          </a:xfrm>
          <a:prstGeom prst="rect">
            <a:avLst/>
          </a:prstGeom>
        </p:spPr>
        <p:txBody>
          <a:bodyPr wrap="square">
            <a:spAutoFit/>
          </a:bodyPr>
          <a:lstStyle/>
          <a:p>
            <a:r>
              <a:rPr lang="en-GB" sz="1600" dirty="0">
                <a:solidFill>
                  <a:srgbClr val="333333"/>
                </a:solidFill>
                <a:latin typeface="Rockwell" panose="02060603020205020403" pitchFamily="18" charset="0"/>
              </a:rPr>
              <a:t>Here is a program that copies its input to its output, translating one particular byte value to a different one along the way. The </a:t>
            </a:r>
            <a:r>
              <a:rPr lang="en-GB" sz="1600" dirty="0" err="1">
                <a:solidFill>
                  <a:srgbClr val="7A0029"/>
                </a:solidFill>
                <a:latin typeface="Rockwell" panose="02060603020205020403" pitchFamily="18" charset="0"/>
              </a:rPr>
              <a:t>TRanslateByte</a:t>
            </a:r>
            <a:r>
              <a:rPr lang="en-GB" sz="1600" dirty="0">
                <a:solidFill>
                  <a:srgbClr val="7A0029"/>
                </a:solidFill>
                <a:latin typeface="Rockwell" panose="02060603020205020403" pitchFamily="18" charset="0"/>
              </a:rPr>
              <a:t> </a:t>
            </a:r>
            <a:r>
              <a:rPr lang="en-GB" sz="1600" dirty="0">
                <a:solidFill>
                  <a:srgbClr val="333333"/>
                </a:solidFill>
                <a:latin typeface="Rockwell" panose="02060603020205020403" pitchFamily="18" charset="0"/>
              </a:rPr>
              <a:t>program takes two parameters: a </a:t>
            </a:r>
            <a:r>
              <a:rPr lang="en-GB" sz="1600" dirty="0">
                <a:solidFill>
                  <a:srgbClr val="7A0029"/>
                </a:solidFill>
                <a:latin typeface="Rockwell" panose="02060603020205020403" pitchFamily="18" charset="0"/>
              </a:rPr>
              <a:t>from </a:t>
            </a:r>
            <a:r>
              <a:rPr lang="en-GB" sz="1600" dirty="0">
                <a:solidFill>
                  <a:srgbClr val="333333"/>
                </a:solidFill>
                <a:latin typeface="Rockwell" panose="02060603020205020403" pitchFamily="18" charset="0"/>
              </a:rPr>
              <a:t>byte and a </a:t>
            </a:r>
            <a:r>
              <a:rPr lang="en-GB" sz="1600" dirty="0">
                <a:solidFill>
                  <a:srgbClr val="7A0029"/>
                </a:solidFill>
                <a:latin typeface="Rockwell" panose="02060603020205020403" pitchFamily="18" charset="0"/>
              </a:rPr>
              <a:t>to </a:t>
            </a:r>
            <a:r>
              <a:rPr lang="en-GB" sz="1600" dirty="0">
                <a:solidFill>
                  <a:srgbClr val="333333"/>
                </a:solidFill>
                <a:latin typeface="Rockwell" panose="02060603020205020403" pitchFamily="18" charset="0"/>
              </a:rPr>
              <a:t>byte. Bytes that match the value in the string </a:t>
            </a:r>
            <a:r>
              <a:rPr lang="en-GB" sz="1600" dirty="0">
                <a:solidFill>
                  <a:srgbClr val="7A0029"/>
                </a:solidFill>
                <a:latin typeface="Rockwell" panose="02060603020205020403" pitchFamily="18" charset="0"/>
              </a:rPr>
              <a:t>from </a:t>
            </a:r>
            <a:r>
              <a:rPr lang="en-GB" sz="1600" dirty="0">
                <a:solidFill>
                  <a:srgbClr val="333333"/>
                </a:solidFill>
                <a:latin typeface="Rockwell" panose="02060603020205020403" pitchFamily="18" charset="0"/>
              </a:rPr>
              <a:t>are translated into the value in the string </a:t>
            </a:r>
            <a:r>
              <a:rPr lang="en-GB" sz="1600" dirty="0">
                <a:solidFill>
                  <a:srgbClr val="7A0029"/>
                </a:solidFill>
                <a:latin typeface="Rockwell" panose="02060603020205020403" pitchFamily="18" charset="0"/>
              </a:rPr>
              <a:t>to</a:t>
            </a:r>
            <a:r>
              <a:rPr lang="en-GB" sz="1600" dirty="0">
                <a:solidFill>
                  <a:srgbClr val="333333"/>
                </a:solidFill>
                <a:latin typeface="Rockwell" panose="02060603020205020403" pitchFamily="18" charset="0"/>
              </a:rPr>
              <a:t>.</a:t>
            </a:r>
            <a:endParaRPr lang="en-IN" sz="1600" dirty="0">
              <a:latin typeface="Rockwell" panose="02060603020205020403" pitchFamily="18" charset="0"/>
            </a:endParaRP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D1F1A13B-C3BE-32B0-BD7D-E111BB2CB87A}"/>
                  </a:ext>
                </a:extLst>
              </p14:cNvPr>
              <p14:cNvContentPartPr/>
              <p14:nvPr/>
            </p14:nvContentPartPr>
            <p14:xfrm>
              <a:off x="1577880" y="2838600"/>
              <a:ext cx="7510320" cy="2646720"/>
            </p14:xfrm>
          </p:contentPart>
        </mc:Choice>
        <mc:Fallback>
          <p:pic>
            <p:nvPicPr>
              <p:cNvPr id="5" name="Ink 4">
                <a:extLst>
                  <a:ext uri="{FF2B5EF4-FFF2-40B4-BE49-F238E27FC236}">
                    <a16:creationId xmlns:a16="http://schemas.microsoft.com/office/drawing/2014/main" id="{D1F1A13B-C3BE-32B0-BD7D-E111BB2CB87A}"/>
                  </a:ext>
                </a:extLst>
              </p:cNvPr>
              <p:cNvPicPr/>
              <p:nvPr/>
            </p:nvPicPr>
            <p:blipFill>
              <a:blip r:embed="rId4"/>
              <a:stretch>
                <a:fillRect/>
              </a:stretch>
            </p:blipFill>
            <p:spPr>
              <a:xfrm>
                <a:off x="1568520" y="2829240"/>
                <a:ext cx="7529040" cy="2665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C8847D05-22A6-4A5C-80B4-CC4A21BF41D9}"/>
                  </a:ext>
                </a:extLst>
              </p14:cNvPr>
              <p14:cNvContentPartPr/>
              <p14:nvPr/>
            </p14:nvContentPartPr>
            <p14:xfrm>
              <a:off x="1833840" y="159120"/>
              <a:ext cx="7272720" cy="5403600"/>
            </p14:xfrm>
          </p:contentPart>
        </mc:Choice>
        <mc:Fallback>
          <p:pic>
            <p:nvPicPr>
              <p:cNvPr id="6" name="Ink 5">
                <a:extLst>
                  <a:ext uri="{FF2B5EF4-FFF2-40B4-BE49-F238E27FC236}">
                    <a16:creationId xmlns:a16="http://schemas.microsoft.com/office/drawing/2014/main" id="{C8847D05-22A6-4A5C-80B4-CC4A21BF41D9}"/>
                  </a:ext>
                </a:extLst>
              </p:cNvPr>
              <p:cNvPicPr/>
              <p:nvPr/>
            </p:nvPicPr>
            <p:blipFill>
              <a:blip r:embed="rId6"/>
              <a:stretch>
                <a:fillRect/>
              </a:stretch>
            </p:blipFill>
            <p:spPr>
              <a:xfrm>
                <a:off x="1824480" y="149760"/>
                <a:ext cx="7291440" cy="5422320"/>
              </a:xfrm>
              <a:prstGeom prst="rect">
                <a:avLst/>
              </a:prstGeom>
            </p:spPr>
          </p:pic>
        </mc:Fallback>
      </mc:AlternateContent>
    </p:spTree>
    <p:extLst>
      <p:ext uri="{BB962C8B-B14F-4D97-AF65-F5344CB8AC3E}">
        <p14:creationId xmlns:p14="http://schemas.microsoft.com/office/powerpoint/2010/main" val="95492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13</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5943600" y="1669429"/>
            <a:ext cx="2992211" cy="1069524"/>
          </a:xfrm>
        </p:spPr>
        <p:txBody>
          <a:bodyPr/>
          <a:lstStyle/>
          <a:p>
            <a:r>
              <a:rPr lang="en-GB" sz="2200" dirty="0"/>
              <a:t>The abstract classes for reading and writing streams of characters are Reader and Writer.</a:t>
            </a:r>
          </a:p>
          <a:p>
            <a:endParaRPr lang="en-IN" dirty="0"/>
          </a:p>
        </p:txBody>
      </p:sp>
      <p:pic>
        <p:nvPicPr>
          <p:cNvPr id="3" name="Picture 2"/>
          <p:cNvPicPr>
            <a:picLocks noChangeAspect="1"/>
          </p:cNvPicPr>
          <p:nvPr/>
        </p:nvPicPr>
        <p:blipFill>
          <a:blip r:embed="rId2"/>
          <a:stretch>
            <a:fillRect/>
          </a:stretch>
        </p:blipFill>
        <p:spPr>
          <a:xfrm>
            <a:off x="-10886" y="1654915"/>
            <a:ext cx="5705475" cy="5029200"/>
          </a:xfrm>
          <a:prstGeom prst="rect">
            <a:avLst/>
          </a:prstGeom>
        </p:spPr>
      </p:pic>
    </p:spTree>
    <p:extLst>
      <p:ext uri="{BB962C8B-B14F-4D97-AF65-F5344CB8AC3E}">
        <p14:creationId xmlns:p14="http://schemas.microsoft.com/office/powerpoint/2010/main" val="1109618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14</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228600" y="1447800"/>
            <a:ext cx="8707211" cy="5232202"/>
          </a:xfrm>
        </p:spPr>
        <p:txBody>
          <a:bodyPr/>
          <a:lstStyle/>
          <a:p>
            <a:pPr marL="354013" indent="-354013"/>
            <a:r>
              <a:rPr lang="en-IN" sz="2000" b="1" dirty="0">
                <a:latin typeface="Rockwell" panose="02060603020205020403" pitchFamily="18" charset="0"/>
              </a:rPr>
              <a:t>Reader</a:t>
            </a:r>
          </a:p>
          <a:p>
            <a:pPr marL="354013" indent="-354013"/>
            <a:r>
              <a:rPr lang="en-GB" sz="2000" dirty="0">
                <a:latin typeface="Rockwell" panose="02060603020205020403" pitchFamily="18" charset="0"/>
              </a:rPr>
              <a:t>The abstract class Reader provides a character stream analogous to the byte stream </a:t>
            </a:r>
            <a:r>
              <a:rPr lang="en-GB" sz="2000" dirty="0" err="1">
                <a:latin typeface="Rockwell" panose="02060603020205020403" pitchFamily="18" charset="0"/>
              </a:rPr>
              <a:t>InputStream</a:t>
            </a:r>
            <a:r>
              <a:rPr lang="en-GB" sz="2000" dirty="0">
                <a:latin typeface="Rockwell" panose="02060603020205020403" pitchFamily="18" charset="0"/>
              </a:rPr>
              <a:t> and the methods of Reader essentially mirror those of </a:t>
            </a:r>
            <a:r>
              <a:rPr lang="en-GB" sz="2000" dirty="0" err="1">
                <a:latin typeface="Rockwell" panose="02060603020205020403" pitchFamily="18" charset="0"/>
              </a:rPr>
              <a:t>InputStream</a:t>
            </a:r>
            <a:r>
              <a:rPr lang="en-GB" sz="2000" dirty="0">
                <a:latin typeface="Rockwell" panose="02060603020205020403" pitchFamily="18" charset="0"/>
              </a:rPr>
              <a:t>:</a:t>
            </a:r>
          </a:p>
          <a:p>
            <a:pPr marL="354013" indent="-354013"/>
            <a:r>
              <a:rPr lang="en-GB" sz="2000" dirty="0">
                <a:latin typeface="Rockwell" panose="02060603020205020403" pitchFamily="18" charset="0"/>
              </a:rPr>
              <a:t>public </a:t>
            </a:r>
            <a:r>
              <a:rPr lang="en-GB" sz="2000" dirty="0" err="1">
                <a:latin typeface="Rockwell" panose="02060603020205020403" pitchFamily="18" charset="0"/>
              </a:rPr>
              <a:t>int</a:t>
            </a:r>
            <a:r>
              <a:rPr lang="en-GB" sz="2000" dirty="0">
                <a:latin typeface="Rockwell" panose="02060603020205020403" pitchFamily="18" charset="0"/>
              </a:rPr>
              <a:t> </a:t>
            </a:r>
            <a:r>
              <a:rPr lang="en-GB" sz="2000" b="1" dirty="0">
                <a:latin typeface="Rockwell" panose="02060603020205020403" pitchFamily="18" charset="0"/>
              </a:rPr>
              <a:t>read() </a:t>
            </a:r>
            <a:r>
              <a:rPr lang="en-GB" sz="2000" dirty="0">
                <a:latin typeface="Rockwell" panose="02060603020205020403" pitchFamily="18" charset="0"/>
              </a:rPr>
              <a:t>throws </a:t>
            </a:r>
            <a:r>
              <a:rPr lang="en-GB" sz="2000" dirty="0" err="1">
                <a:latin typeface="Rockwell" panose="02060603020205020403" pitchFamily="18" charset="0"/>
              </a:rPr>
              <a:t>IOException</a:t>
            </a:r>
            <a:r>
              <a:rPr lang="en-GB" sz="2000" dirty="0">
                <a:latin typeface="Rockwell" panose="02060603020205020403" pitchFamily="18" charset="0"/>
              </a:rPr>
              <a:t> </a:t>
            </a:r>
          </a:p>
          <a:p>
            <a:pPr marL="354013" indent="-354013"/>
            <a:r>
              <a:rPr lang="en-GB" sz="2000" dirty="0">
                <a:latin typeface="Rockwell" panose="02060603020205020403" pitchFamily="18" charset="0"/>
              </a:rPr>
              <a:t>Reads a single character and returns it as an integer in the range 0 to 65535. </a:t>
            </a:r>
          </a:p>
          <a:p>
            <a:pPr marL="354013" indent="-354013"/>
            <a:r>
              <a:rPr lang="en-GB" sz="2000" dirty="0">
                <a:latin typeface="Rockwell" panose="02060603020205020403" pitchFamily="18" charset="0"/>
              </a:rPr>
              <a:t>If no character is available because the end of the stream has been reached, the value -1 is returned.</a:t>
            </a:r>
          </a:p>
          <a:p>
            <a:pPr marL="354013" indent="-354013"/>
            <a:endParaRPr lang="en-GB" sz="2000" dirty="0">
              <a:latin typeface="Rockwell" panose="02060603020205020403" pitchFamily="18" charset="0"/>
            </a:endParaRPr>
          </a:p>
          <a:p>
            <a:pPr marL="354013" indent="-354013"/>
            <a:r>
              <a:rPr lang="en-GB" sz="2000" dirty="0">
                <a:latin typeface="Rockwell" panose="02060603020205020403" pitchFamily="18" charset="0"/>
              </a:rPr>
              <a:t>public abstract </a:t>
            </a:r>
            <a:r>
              <a:rPr lang="en-GB" sz="2000" dirty="0" err="1">
                <a:latin typeface="Rockwell" panose="02060603020205020403" pitchFamily="18" charset="0"/>
              </a:rPr>
              <a:t>int</a:t>
            </a:r>
            <a:r>
              <a:rPr lang="en-GB" sz="2000" dirty="0">
                <a:latin typeface="Rockwell" panose="02060603020205020403" pitchFamily="18" charset="0"/>
              </a:rPr>
              <a:t> </a:t>
            </a:r>
            <a:r>
              <a:rPr lang="en-GB" sz="2000" b="1" dirty="0">
                <a:latin typeface="Rockwell" panose="02060603020205020403" pitchFamily="18" charset="0"/>
              </a:rPr>
              <a:t>read(char[] </a:t>
            </a:r>
            <a:r>
              <a:rPr lang="en-GB" sz="2000" b="1" dirty="0" err="1">
                <a:latin typeface="Rockwell" panose="02060603020205020403" pitchFamily="18" charset="0"/>
              </a:rPr>
              <a:t>buf</a:t>
            </a:r>
            <a:r>
              <a:rPr lang="en-GB" sz="2000" b="1" dirty="0">
                <a:latin typeface="Rockwell" panose="02060603020205020403" pitchFamily="18" charset="0"/>
              </a:rPr>
              <a:t>, </a:t>
            </a:r>
            <a:r>
              <a:rPr lang="en-GB" sz="2000" b="1" dirty="0" err="1">
                <a:latin typeface="Rockwell" panose="02060603020205020403" pitchFamily="18" charset="0"/>
              </a:rPr>
              <a:t>int</a:t>
            </a:r>
            <a:r>
              <a:rPr lang="en-GB" sz="2000" b="1" dirty="0">
                <a:latin typeface="Rockwell" panose="02060603020205020403" pitchFamily="18" charset="0"/>
              </a:rPr>
              <a:t> offset, </a:t>
            </a:r>
            <a:r>
              <a:rPr lang="en-GB" sz="2000" b="1" dirty="0" err="1">
                <a:latin typeface="Rockwell" panose="02060603020205020403" pitchFamily="18" charset="0"/>
              </a:rPr>
              <a:t>int</a:t>
            </a:r>
            <a:r>
              <a:rPr lang="en-GB" sz="2000" b="1" dirty="0">
                <a:latin typeface="Rockwell" panose="02060603020205020403" pitchFamily="18" charset="0"/>
              </a:rPr>
              <a:t> count) </a:t>
            </a:r>
            <a:r>
              <a:rPr lang="en-GB" sz="2000" dirty="0">
                <a:latin typeface="Rockwell" panose="02060603020205020403" pitchFamily="18" charset="0"/>
              </a:rPr>
              <a:t>throws </a:t>
            </a:r>
            <a:r>
              <a:rPr lang="en-GB" sz="2000" dirty="0" err="1">
                <a:latin typeface="Rockwell" panose="02060603020205020403" pitchFamily="18" charset="0"/>
              </a:rPr>
              <a:t>IOException</a:t>
            </a:r>
            <a:endParaRPr lang="en-GB" sz="2000" dirty="0">
              <a:latin typeface="Rockwell" panose="02060603020205020403" pitchFamily="18" charset="0"/>
            </a:endParaRPr>
          </a:p>
          <a:p>
            <a:pPr marL="354013" indent="-354013"/>
            <a:r>
              <a:rPr lang="en-GB" sz="2000" dirty="0">
                <a:latin typeface="Rockwell" panose="02060603020205020403" pitchFamily="18" charset="0"/>
              </a:rPr>
              <a:t>Reads into a part of a char array. </a:t>
            </a:r>
          </a:p>
          <a:p>
            <a:pPr marL="354013" indent="-354013"/>
            <a:r>
              <a:rPr lang="en-GB" sz="2000" dirty="0">
                <a:latin typeface="Rockwell" panose="02060603020205020403" pitchFamily="18" charset="0"/>
              </a:rPr>
              <a:t>The maximum number of characters to read is count. </a:t>
            </a:r>
          </a:p>
          <a:p>
            <a:pPr marL="354013" indent="-354013"/>
            <a:r>
              <a:rPr lang="en-GB" sz="2000" dirty="0">
                <a:latin typeface="Rockwell" panose="02060603020205020403" pitchFamily="18" charset="0"/>
              </a:rPr>
              <a:t>The read characters are stored from </a:t>
            </a:r>
            <a:r>
              <a:rPr lang="en-GB" sz="2000" dirty="0" err="1">
                <a:latin typeface="Rockwell" panose="02060603020205020403" pitchFamily="18" charset="0"/>
              </a:rPr>
              <a:t>buf</a:t>
            </a:r>
            <a:r>
              <a:rPr lang="en-GB" sz="2000" dirty="0">
                <a:latin typeface="Rockwell" panose="02060603020205020403" pitchFamily="18" charset="0"/>
              </a:rPr>
              <a:t>[offset] up to a maximum of </a:t>
            </a:r>
            <a:r>
              <a:rPr lang="en-GB" sz="2000" dirty="0" err="1">
                <a:latin typeface="Rockwell" panose="02060603020205020403" pitchFamily="18" charset="0"/>
              </a:rPr>
              <a:t>buf</a:t>
            </a:r>
            <a:r>
              <a:rPr lang="en-GB" sz="2000" dirty="0">
                <a:latin typeface="Rockwell" panose="02060603020205020403" pitchFamily="18" charset="0"/>
              </a:rPr>
              <a:t>[offset+count-1]all other values in </a:t>
            </a:r>
            <a:r>
              <a:rPr lang="en-GB" sz="2000" dirty="0" err="1">
                <a:latin typeface="Rockwell" panose="02060603020205020403" pitchFamily="18" charset="0"/>
              </a:rPr>
              <a:t>buf</a:t>
            </a:r>
            <a:r>
              <a:rPr lang="en-GB" sz="2000" dirty="0">
                <a:latin typeface="Rockwell" panose="02060603020205020403" pitchFamily="18" charset="0"/>
              </a:rPr>
              <a:t> are left unchanged.</a:t>
            </a:r>
          </a:p>
          <a:p>
            <a:pPr marL="354013" indent="-354013"/>
            <a:r>
              <a:rPr lang="en-GB" sz="2000" dirty="0">
                <a:latin typeface="Rockwell" panose="02060603020205020403" pitchFamily="18" charset="0"/>
              </a:rPr>
              <a:t>The number of characters actually read is returned.</a:t>
            </a:r>
            <a:endParaRPr lang="en-IN" sz="2200" dirty="0"/>
          </a:p>
        </p:txBody>
      </p:sp>
    </p:spTree>
    <p:extLst>
      <p:ext uri="{BB962C8B-B14F-4D97-AF65-F5344CB8AC3E}">
        <p14:creationId xmlns:p14="http://schemas.microsoft.com/office/powerpoint/2010/main" val="3463723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15</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152400" y="1479473"/>
            <a:ext cx="8707211" cy="4924425"/>
          </a:xfrm>
        </p:spPr>
        <p:txBody>
          <a:bodyPr/>
          <a:lstStyle/>
          <a:p>
            <a:r>
              <a:rPr lang="en-IN" sz="2000" dirty="0">
                <a:latin typeface="Rockwell" panose="02060603020205020403" pitchFamily="18" charset="0"/>
              </a:rPr>
              <a:t>import java.io.*;</a:t>
            </a:r>
          </a:p>
          <a:p>
            <a:r>
              <a:rPr lang="en-IN" sz="2000" dirty="0">
                <a:latin typeface="Rockwell" panose="02060603020205020403" pitchFamily="18" charset="0"/>
              </a:rPr>
              <a:t>class </a:t>
            </a:r>
            <a:r>
              <a:rPr lang="en-IN" sz="2000" dirty="0" err="1">
                <a:latin typeface="Rockwell" panose="02060603020205020403" pitchFamily="18" charset="0"/>
              </a:rPr>
              <a:t>CountSpace</a:t>
            </a:r>
            <a:r>
              <a:rPr lang="en-IN" sz="2000" dirty="0">
                <a:latin typeface="Rockwell" panose="02060603020205020403" pitchFamily="18" charset="0"/>
              </a:rPr>
              <a:t> {</a:t>
            </a:r>
          </a:p>
          <a:p>
            <a:r>
              <a:rPr lang="en-GB" sz="2000" dirty="0">
                <a:latin typeface="Rockwell" panose="02060603020205020403" pitchFamily="18" charset="0"/>
              </a:rPr>
              <a:t>public static void main(String[] </a:t>
            </a:r>
            <a:r>
              <a:rPr lang="en-GB" sz="2000" dirty="0" err="1">
                <a:latin typeface="Rockwell" panose="02060603020205020403" pitchFamily="18" charset="0"/>
              </a:rPr>
              <a:t>args</a:t>
            </a:r>
            <a:r>
              <a:rPr lang="en-GB" sz="2000" dirty="0">
                <a:latin typeface="Rockwell" panose="02060603020205020403" pitchFamily="18" charset="0"/>
              </a:rPr>
              <a:t>) </a:t>
            </a:r>
            <a:r>
              <a:rPr lang="en-IN" sz="2000" dirty="0">
                <a:latin typeface="Rockwell" panose="02060603020205020403" pitchFamily="18" charset="0"/>
              </a:rPr>
              <a:t>throws </a:t>
            </a:r>
            <a:r>
              <a:rPr lang="en-IN" sz="2000" dirty="0" err="1">
                <a:latin typeface="Rockwell" panose="02060603020205020403" pitchFamily="18" charset="0"/>
              </a:rPr>
              <a:t>IOException</a:t>
            </a:r>
            <a:r>
              <a:rPr lang="en-IN" sz="2000" dirty="0">
                <a:latin typeface="Rockwell" panose="02060603020205020403" pitchFamily="18" charset="0"/>
              </a:rPr>
              <a:t> {</a:t>
            </a:r>
          </a:p>
          <a:p>
            <a:r>
              <a:rPr lang="en-IN" sz="2000" dirty="0">
                <a:latin typeface="Rockwell" panose="02060603020205020403" pitchFamily="18" charset="0"/>
              </a:rPr>
              <a:t>Reader in;</a:t>
            </a:r>
          </a:p>
          <a:p>
            <a:r>
              <a:rPr lang="en-IN" sz="2000" dirty="0">
                <a:latin typeface="Rockwell" panose="02060603020205020403" pitchFamily="18" charset="0"/>
              </a:rPr>
              <a:t>if (</a:t>
            </a:r>
            <a:r>
              <a:rPr lang="en-IN" sz="2000" dirty="0" err="1">
                <a:latin typeface="Rockwell" panose="02060603020205020403" pitchFamily="18" charset="0"/>
              </a:rPr>
              <a:t>args.length</a:t>
            </a:r>
            <a:r>
              <a:rPr lang="en-IN" sz="2000" dirty="0">
                <a:latin typeface="Rockwell" panose="02060603020205020403" pitchFamily="18" charset="0"/>
              </a:rPr>
              <a:t> == 0)</a:t>
            </a:r>
          </a:p>
          <a:p>
            <a:r>
              <a:rPr lang="en-IN" sz="2000" dirty="0">
                <a:latin typeface="Rockwell" panose="02060603020205020403" pitchFamily="18" charset="0"/>
              </a:rPr>
              <a:t>in = new </a:t>
            </a:r>
            <a:r>
              <a:rPr lang="en-IN" sz="2000" dirty="0" err="1">
                <a:latin typeface="Rockwell" panose="02060603020205020403" pitchFamily="18" charset="0"/>
              </a:rPr>
              <a:t>InputStreamReader</a:t>
            </a:r>
            <a:r>
              <a:rPr lang="en-IN" sz="2000" dirty="0">
                <a:latin typeface="Rockwell" panose="02060603020205020403" pitchFamily="18" charset="0"/>
              </a:rPr>
              <a:t>(System.in);</a:t>
            </a:r>
          </a:p>
          <a:p>
            <a:r>
              <a:rPr lang="en-IN" sz="2000" dirty="0">
                <a:latin typeface="Rockwell" panose="02060603020205020403" pitchFamily="18" charset="0"/>
              </a:rPr>
              <a:t>else</a:t>
            </a:r>
          </a:p>
          <a:p>
            <a:r>
              <a:rPr lang="en-IN" sz="2000" dirty="0">
                <a:latin typeface="Rockwell" panose="02060603020205020403" pitchFamily="18" charset="0"/>
              </a:rPr>
              <a:t>in = new </a:t>
            </a:r>
            <a:r>
              <a:rPr lang="en-IN" sz="2000" dirty="0" err="1">
                <a:latin typeface="Rockwell" panose="02060603020205020403" pitchFamily="18" charset="0"/>
              </a:rPr>
              <a:t>FileReader</a:t>
            </a:r>
            <a:r>
              <a:rPr lang="en-IN" sz="2000" dirty="0">
                <a:latin typeface="Rockwell" panose="02060603020205020403" pitchFamily="18" charset="0"/>
              </a:rPr>
              <a:t>(</a:t>
            </a:r>
            <a:r>
              <a:rPr lang="en-IN" sz="2000" dirty="0" err="1">
                <a:latin typeface="Rockwell" panose="02060603020205020403" pitchFamily="18" charset="0"/>
              </a:rPr>
              <a:t>args</a:t>
            </a:r>
            <a:r>
              <a:rPr lang="en-IN" sz="2000" dirty="0">
                <a:latin typeface="Rockwell" panose="02060603020205020403" pitchFamily="18" charset="0"/>
              </a:rPr>
              <a:t>[0]);</a:t>
            </a:r>
          </a:p>
          <a:p>
            <a:r>
              <a:rPr lang="en-IN" sz="2000" dirty="0" err="1">
                <a:latin typeface="Rockwell" panose="02060603020205020403" pitchFamily="18" charset="0"/>
              </a:rPr>
              <a:t>int</a:t>
            </a:r>
            <a:r>
              <a:rPr lang="en-IN" sz="2000" dirty="0">
                <a:latin typeface="Rockwell" panose="02060603020205020403" pitchFamily="18" charset="0"/>
              </a:rPr>
              <a:t> </a:t>
            </a:r>
            <a:r>
              <a:rPr lang="en-IN" sz="2000" dirty="0" err="1">
                <a:latin typeface="Rockwell" panose="02060603020205020403" pitchFamily="18" charset="0"/>
              </a:rPr>
              <a:t>ch</a:t>
            </a:r>
            <a:r>
              <a:rPr lang="en-IN" sz="2000" dirty="0">
                <a:latin typeface="Rockwell" panose="02060603020205020403" pitchFamily="18" charset="0"/>
              </a:rPr>
              <a:t>;</a:t>
            </a:r>
          </a:p>
          <a:p>
            <a:r>
              <a:rPr lang="en-IN" sz="2000" dirty="0" err="1">
                <a:latin typeface="Rockwell" panose="02060603020205020403" pitchFamily="18" charset="0"/>
              </a:rPr>
              <a:t>int</a:t>
            </a:r>
            <a:r>
              <a:rPr lang="en-IN" sz="2000" dirty="0">
                <a:latin typeface="Rockwell" panose="02060603020205020403" pitchFamily="18" charset="0"/>
              </a:rPr>
              <a:t> total;</a:t>
            </a:r>
          </a:p>
          <a:p>
            <a:r>
              <a:rPr lang="en-IN" sz="2000" dirty="0" err="1">
                <a:latin typeface="Rockwell" panose="02060603020205020403" pitchFamily="18" charset="0"/>
              </a:rPr>
              <a:t>int</a:t>
            </a:r>
            <a:r>
              <a:rPr lang="en-IN" sz="2000" dirty="0">
                <a:latin typeface="Rockwell" panose="02060603020205020403" pitchFamily="18" charset="0"/>
              </a:rPr>
              <a:t> spaces = 0;</a:t>
            </a:r>
          </a:p>
          <a:p>
            <a:r>
              <a:rPr lang="en-GB" sz="2000" dirty="0">
                <a:latin typeface="Rockwell" panose="02060603020205020403" pitchFamily="18" charset="0"/>
              </a:rPr>
              <a:t>for (total = 0; (</a:t>
            </a:r>
            <a:r>
              <a:rPr lang="en-GB" sz="2000" dirty="0" err="1">
                <a:latin typeface="Rockwell" panose="02060603020205020403" pitchFamily="18" charset="0"/>
              </a:rPr>
              <a:t>ch</a:t>
            </a:r>
            <a:r>
              <a:rPr lang="en-GB" sz="2000" dirty="0">
                <a:latin typeface="Rockwell" panose="02060603020205020403" pitchFamily="18" charset="0"/>
              </a:rPr>
              <a:t> = </a:t>
            </a:r>
            <a:r>
              <a:rPr lang="en-GB" sz="2000" dirty="0" err="1">
                <a:latin typeface="Rockwell" panose="02060603020205020403" pitchFamily="18" charset="0"/>
              </a:rPr>
              <a:t>in.read</a:t>
            </a:r>
            <a:r>
              <a:rPr lang="en-GB" sz="2000" dirty="0">
                <a:latin typeface="Rockwell" panose="02060603020205020403" pitchFamily="18" charset="0"/>
              </a:rPr>
              <a:t>()) != -1; total++) {</a:t>
            </a:r>
          </a:p>
          <a:p>
            <a:r>
              <a:rPr lang="en-IN" sz="2000" dirty="0">
                <a:latin typeface="Rockwell" panose="02060603020205020403" pitchFamily="18" charset="0"/>
              </a:rPr>
              <a:t>if (</a:t>
            </a:r>
            <a:r>
              <a:rPr lang="en-IN" sz="2000" dirty="0" err="1">
                <a:latin typeface="Rockwell" panose="02060603020205020403" pitchFamily="18" charset="0"/>
              </a:rPr>
              <a:t>Character.isWhitespace</a:t>
            </a:r>
            <a:r>
              <a:rPr lang="en-IN" sz="2000" dirty="0">
                <a:latin typeface="Rockwell" panose="02060603020205020403" pitchFamily="18" charset="0"/>
              </a:rPr>
              <a:t>((char) </a:t>
            </a:r>
            <a:r>
              <a:rPr lang="en-IN" sz="2000" dirty="0" err="1">
                <a:latin typeface="Rockwell" panose="02060603020205020403" pitchFamily="18" charset="0"/>
              </a:rPr>
              <a:t>ch</a:t>
            </a:r>
            <a:r>
              <a:rPr lang="en-IN" sz="2000" dirty="0">
                <a:latin typeface="Rockwell" panose="02060603020205020403" pitchFamily="18" charset="0"/>
              </a:rPr>
              <a:t>))</a:t>
            </a:r>
          </a:p>
          <a:p>
            <a:r>
              <a:rPr lang="en-IN" sz="2000" dirty="0">
                <a:latin typeface="Rockwell" panose="02060603020205020403" pitchFamily="18" charset="0"/>
              </a:rPr>
              <a:t>spaces++; }</a:t>
            </a:r>
          </a:p>
          <a:p>
            <a:r>
              <a:rPr lang="en-IN" sz="2000" dirty="0" err="1">
                <a:latin typeface="Rockwell" panose="02060603020205020403" pitchFamily="18" charset="0"/>
              </a:rPr>
              <a:t>System.out.println</a:t>
            </a:r>
            <a:r>
              <a:rPr lang="en-IN" sz="2000" dirty="0">
                <a:latin typeface="Rockwell" panose="02060603020205020403" pitchFamily="18" charset="0"/>
              </a:rPr>
              <a:t>(total + " chars, "+ spaces + " spaces"); }</a:t>
            </a:r>
          </a:p>
          <a:p>
            <a:r>
              <a:rPr lang="en-IN" sz="2000" dirty="0">
                <a:latin typeface="Rockwell" panose="02060603020205020403" pitchFamily="18" charset="0"/>
              </a:rPr>
              <a:t>}</a:t>
            </a:r>
          </a:p>
        </p:txBody>
      </p:sp>
      <p:sp>
        <p:nvSpPr>
          <p:cNvPr id="3" name="Rectangle 2"/>
          <p:cNvSpPr/>
          <p:nvPr/>
        </p:nvSpPr>
        <p:spPr>
          <a:xfrm>
            <a:off x="5105400" y="2743200"/>
            <a:ext cx="3754211" cy="923330"/>
          </a:xfrm>
          <a:prstGeom prst="rect">
            <a:avLst/>
          </a:prstGeom>
        </p:spPr>
        <p:txBody>
          <a:bodyPr wrap="square">
            <a:spAutoFit/>
          </a:bodyPr>
          <a:lstStyle/>
          <a:p>
            <a:r>
              <a:rPr lang="en-GB" b="1" dirty="0"/>
              <a:t>As an example, the program counts the number of whitespace characters in a character </a:t>
            </a:r>
            <a:r>
              <a:rPr lang="en-IN" b="1" dirty="0"/>
              <a:t>stream: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81179C7-701C-9E1A-18A6-1ABA5F1888E3}"/>
                  </a:ext>
                </a:extLst>
              </p14:cNvPr>
              <p14:cNvContentPartPr/>
              <p14:nvPr/>
            </p14:nvContentPartPr>
            <p14:xfrm>
              <a:off x="50760" y="2630880"/>
              <a:ext cx="5148360" cy="2990880"/>
            </p14:xfrm>
          </p:contentPart>
        </mc:Choice>
        <mc:Fallback>
          <p:pic>
            <p:nvPicPr>
              <p:cNvPr id="4" name="Ink 3">
                <a:extLst>
                  <a:ext uri="{FF2B5EF4-FFF2-40B4-BE49-F238E27FC236}">
                    <a16:creationId xmlns:a16="http://schemas.microsoft.com/office/drawing/2014/main" id="{681179C7-701C-9E1A-18A6-1ABA5F1888E3}"/>
                  </a:ext>
                </a:extLst>
              </p:cNvPr>
              <p:cNvPicPr/>
              <p:nvPr/>
            </p:nvPicPr>
            <p:blipFill>
              <a:blip r:embed="rId3"/>
              <a:stretch>
                <a:fillRect/>
              </a:stretch>
            </p:blipFill>
            <p:spPr>
              <a:xfrm>
                <a:off x="41400" y="2621520"/>
                <a:ext cx="5167080" cy="3009600"/>
              </a:xfrm>
              <a:prstGeom prst="rect">
                <a:avLst/>
              </a:prstGeom>
            </p:spPr>
          </p:pic>
        </mc:Fallback>
      </mc:AlternateContent>
    </p:spTree>
    <p:extLst>
      <p:ext uri="{BB962C8B-B14F-4D97-AF65-F5344CB8AC3E}">
        <p14:creationId xmlns:p14="http://schemas.microsoft.com/office/powerpoint/2010/main" val="291923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16</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152400" y="1479473"/>
            <a:ext cx="8707211" cy="4955203"/>
          </a:xfrm>
        </p:spPr>
        <p:txBody>
          <a:bodyPr/>
          <a:lstStyle/>
          <a:p>
            <a:pPr marL="354013" indent="-354013"/>
            <a:r>
              <a:rPr lang="en-GB" sz="2300" dirty="0">
                <a:latin typeface="Rockwell" panose="02060603020205020403" pitchFamily="18" charset="0"/>
              </a:rPr>
              <a:t>The abstract class Writer provides a stream analogous to </a:t>
            </a:r>
            <a:r>
              <a:rPr lang="en-GB" sz="2300" dirty="0" err="1">
                <a:latin typeface="Rockwell" panose="02060603020205020403" pitchFamily="18" charset="0"/>
              </a:rPr>
              <a:t>OutputStream</a:t>
            </a:r>
            <a:r>
              <a:rPr lang="en-GB" sz="2300" dirty="0">
                <a:latin typeface="Rockwell" panose="02060603020205020403" pitchFamily="18" charset="0"/>
              </a:rPr>
              <a:t> but designed for use with </a:t>
            </a:r>
            <a:r>
              <a:rPr lang="en-IN" sz="2300" dirty="0">
                <a:latin typeface="Rockwell" panose="02060603020205020403" pitchFamily="18" charset="0"/>
              </a:rPr>
              <a:t>characters instead of bytes.</a:t>
            </a:r>
          </a:p>
          <a:p>
            <a:pPr marL="354013" indent="-354013"/>
            <a:r>
              <a:rPr lang="en-GB" sz="2300" dirty="0">
                <a:solidFill>
                  <a:srgbClr val="7A0029"/>
                </a:solidFill>
                <a:latin typeface="Rockwell" panose="02060603020205020403" pitchFamily="18" charset="0"/>
              </a:rPr>
              <a:t>public void </a:t>
            </a:r>
            <a:r>
              <a:rPr lang="en-GB" sz="2300" b="1" dirty="0">
                <a:solidFill>
                  <a:srgbClr val="7A0029"/>
                </a:solidFill>
                <a:latin typeface="Rockwell" panose="02060603020205020403" pitchFamily="18" charset="0"/>
              </a:rPr>
              <a:t>write(int </a:t>
            </a:r>
            <a:r>
              <a:rPr lang="en-GB" sz="2300" b="1" dirty="0" err="1">
                <a:solidFill>
                  <a:srgbClr val="7A0029"/>
                </a:solidFill>
                <a:latin typeface="Rockwell" panose="02060603020205020403" pitchFamily="18" charset="0"/>
              </a:rPr>
              <a:t>ch</a:t>
            </a:r>
            <a:r>
              <a:rPr lang="en-GB" sz="2300" b="1" dirty="0">
                <a:solidFill>
                  <a:srgbClr val="7A0029"/>
                </a:solidFill>
                <a:latin typeface="Rockwell" panose="02060603020205020403" pitchFamily="18" charset="0"/>
              </a:rPr>
              <a:t>) </a:t>
            </a:r>
            <a:r>
              <a:rPr lang="en-GB" sz="2300" dirty="0">
                <a:solidFill>
                  <a:srgbClr val="7A0029"/>
                </a:solidFill>
                <a:latin typeface="Rockwell" panose="02060603020205020403" pitchFamily="18" charset="0"/>
              </a:rPr>
              <a:t>throws </a:t>
            </a:r>
            <a:r>
              <a:rPr lang="en-GB" sz="2300" dirty="0" err="1">
                <a:solidFill>
                  <a:srgbClr val="7A0029"/>
                </a:solidFill>
                <a:latin typeface="Rockwell" panose="02060603020205020403" pitchFamily="18" charset="0"/>
              </a:rPr>
              <a:t>IOException</a:t>
            </a:r>
            <a:endParaRPr lang="en-GB" sz="2300" dirty="0">
              <a:solidFill>
                <a:srgbClr val="7A0029"/>
              </a:solidFill>
              <a:latin typeface="Rockwell" panose="02060603020205020403" pitchFamily="18" charset="0"/>
            </a:endParaRPr>
          </a:p>
          <a:p>
            <a:pPr marL="354013" indent="-354013"/>
            <a:r>
              <a:rPr lang="en-GB" sz="2300" dirty="0">
                <a:solidFill>
                  <a:srgbClr val="333333"/>
                </a:solidFill>
                <a:latin typeface="Rockwell" panose="02060603020205020403" pitchFamily="18" charset="0"/>
              </a:rPr>
              <a:t>Writes </a:t>
            </a:r>
            <a:r>
              <a:rPr lang="en-GB" sz="2300" dirty="0" err="1">
                <a:solidFill>
                  <a:srgbClr val="333333"/>
                </a:solidFill>
                <a:latin typeface="Rockwell" panose="02060603020205020403" pitchFamily="18" charset="0"/>
              </a:rPr>
              <a:t>ch</a:t>
            </a:r>
            <a:r>
              <a:rPr lang="en-GB" sz="2300" dirty="0">
                <a:solidFill>
                  <a:srgbClr val="333333"/>
                </a:solidFill>
                <a:latin typeface="Rockwell" panose="02060603020205020403" pitchFamily="18" charset="0"/>
              </a:rPr>
              <a:t> as a character. </a:t>
            </a:r>
          </a:p>
          <a:p>
            <a:pPr marL="354013" indent="-354013"/>
            <a:r>
              <a:rPr lang="en-GB" sz="2300" dirty="0">
                <a:solidFill>
                  <a:srgbClr val="333333"/>
                </a:solidFill>
                <a:latin typeface="Rockwell" panose="02060603020205020403" pitchFamily="18" charset="0"/>
              </a:rPr>
              <a:t>The character is passed as an </a:t>
            </a:r>
            <a:r>
              <a:rPr lang="en-GB" sz="2300" dirty="0">
                <a:solidFill>
                  <a:srgbClr val="7A0029"/>
                </a:solidFill>
                <a:latin typeface="Rockwell" panose="02060603020205020403" pitchFamily="18" charset="0"/>
              </a:rPr>
              <a:t>int </a:t>
            </a:r>
            <a:r>
              <a:rPr lang="en-GB" sz="2300" dirty="0">
                <a:solidFill>
                  <a:srgbClr val="333333"/>
                </a:solidFill>
                <a:latin typeface="Rockwell" panose="02060603020205020403" pitchFamily="18" charset="0"/>
              </a:rPr>
              <a:t>but only the lowest 16 bits of the integer are written.</a:t>
            </a:r>
          </a:p>
          <a:p>
            <a:pPr marL="354013" indent="-354013"/>
            <a:r>
              <a:rPr lang="en-GB" sz="2300" dirty="0">
                <a:solidFill>
                  <a:srgbClr val="7A0029"/>
                </a:solidFill>
                <a:latin typeface="Rockwell" panose="02060603020205020403" pitchFamily="18" charset="0"/>
              </a:rPr>
              <a:t>public abstract void </a:t>
            </a:r>
            <a:r>
              <a:rPr lang="en-GB" sz="2300" b="1" dirty="0">
                <a:solidFill>
                  <a:srgbClr val="7A0029"/>
                </a:solidFill>
                <a:latin typeface="Rockwell" panose="02060603020205020403" pitchFamily="18" charset="0"/>
              </a:rPr>
              <a:t>write(char[] </a:t>
            </a:r>
            <a:r>
              <a:rPr lang="en-GB" sz="2300" b="1" dirty="0" err="1">
                <a:solidFill>
                  <a:srgbClr val="7A0029"/>
                </a:solidFill>
                <a:latin typeface="Rockwell" panose="02060603020205020403" pitchFamily="18" charset="0"/>
              </a:rPr>
              <a:t>buf</a:t>
            </a:r>
            <a:r>
              <a:rPr lang="en-GB" sz="2300" b="1" dirty="0">
                <a:solidFill>
                  <a:srgbClr val="7A0029"/>
                </a:solidFill>
                <a:latin typeface="Rockwell" panose="02060603020205020403" pitchFamily="18" charset="0"/>
              </a:rPr>
              <a:t>, int offset, int count) </a:t>
            </a:r>
            <a:r>
              <a:rPr lang="en-GB" sz="2300" dirty="0">
                <a:solidFill>
                  <a:srgbClr val="7A0029"/>
                </a:solidFill>
                <a:latin typeface="Rockwell" panose="02060603020205020403" pitchFamily="18" charset="0"/>
              </a:rPr>
              <a:t>throws </a:t>
            </a:r>
            <a:r>
              <a:rPr lang="en-GB" sz="2300" dirty="0" err="1">
                <a:solidFill>
                  <a:srgbClr val="7A0029"/>
                </a:solidFill>
                <a:latin typeface="Rockwell" panose="02060603020205020403" pitchFamily="18" charset="0"/>
              </a:rPr>
              <a:t>IOException</a:t>
            </a:r>
            <a:endParaRPr lang="en-GB" sz="2300" dirty="0">
              <a:solidFill>
                <a:srgbClr val="7A0029"/>
              </a:solidFill>
              <a:latin typeface="Rockwell" panose="02060603020205020403" pitchFamily="18" charset="0"/>
            </a:endParaRPr>
          </a:p>
          <a:p>
            <a:pPr marL="354013" indent="-354013"/>
            <a:r>
              <a:rPr lang="en-GB" sz="2300" dirty="0">
                <a:solidFill>
                  <a:srgbClr val="333333"/>
                </a:solidFill>
                <a:latin typeface="Rockwell" panose="02060603020205020403" pitchFamily="18" charset="0"/>
              </a:rPr>
              <a:t>Writes part of an array of characters, starting at </a:t>
            </a:r>
            <a:r>
              <a:rPr lang="en-GB" sz="2300" dirty="0" err="1">
                <a:solidFill>
                  <a:srgbClr val="7A0029"/>
                </a:solidFill>
                <a:latin typeface="Rockwell" panose="02060603020205020403" pitchFamily="18" charset="0"/>
              </a:rPr>
              <a:t>buf</a:t>
            </a:r>
            <a:r>
              <a:rPr lang="en-GB" sz="2300" dirty="0">
                <a:solidFill>
                  <a:srgbClr val="7A0029"/>
                </a:solidFill>
                <a:latin typeface="Rockwell" panose="02060603020205020403" pitchFamily="18" charset="0"/>
              </a:rPr>
              <a:t>[offset] </a:t>
            </a:r>
            <a:r>
              <a:rPr lang="en-GB" sz="2300" dirty="0">
                <a:solidFill>
                  <a:srgbClr val="333333"/>
                </a:solidFill>
                <a:latin typeface="Rockwell" panose="02060603020205020403" pitchFamily="18" charset="0"/>
              </a:rPr>
              <a:t>and writing </a:t>
            </a:r>
            <a:r>
              <a:rPr lang="en-IN" sz="2300" dirty="0">
                <a:solidFill>
                  <a:srgbClr val="7A0029"/>
                </a:solidFill>
                <a:latin typeface="Rockwell" panose="02060603020205020403" pitchFamily="18" charset="0"/>
              </a:rPr>
              <a:t>count </a:t>
            </a:r>
            <a:r>
              <a:rPr lang="en-IN" sz="2300" dirty="0">
                <a:solidFill>
                  <a:srgbClr val="333333"/>
                </a:solidFill>
                <a:latin typeface="Rockwell" panose="02060603020205020403" pitchFamily="18" charset="0"/>
              </a:rPr>
              <a:t>characters.</a:t>
            </a:r>
            <a:endParaRPr lang="en-IN" sz="2300" dirty="0">
              <a:latin typeface="Rockwell" panose="02060603020205020403" pitchFamily="18" charset="0"/>
            </a:endParaRPr>
          </a:p>
          <a:p>
            <a:endParaRPr lang="en-IN" sz="2300" dirty="0"/>
          </a:p>
          <a:p>
            <a:endParaRPr lang="en-IN" sz="2300" dirty="0">
              <a:latin typeface="Rockwell" panose="02060603020205020403" pitchFamily="18" charset="0"/>
            </a:endParaRPr>
          </a:p>
          <a:p>
            <a:endParaRPr lang="en-IN" sz="2300" dirty="0"/>
          </a:p>
        </p:txBody>
      </p:sp>
    </p:spTree>
    <p:extLst>
      <p:ext uri="{BB962C8B-B14F-4D97-AF65-F5344CB8AC3E}">
        <p14:creationId xmlns:p14="http://schemas.microsoft.com/office/powerpoint/2010/main" val="2831884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en-US" altLang="en-US"/>
              <a:t>Buffering</a:t>
            </a:r>
          </a:p>
        </p:txBody>
      </p:sp>
      <p:sp>
        <p:nvSpPr>
          <p:cNvPr id="284675" name="Rectangle 3"/>
          <p:cNvSpPr>
            <a:spLocks noGrp="1" noChangeArrowheads="1"/>
          </p:cNvSpPr>
          <p:nvPr>
            <p:ph type="body" idx="1"/>
          </p:nvPr>
        </p:nvSpPr>
        <p:spPr>
          <a:xfrm>
            <a:off x="381000" y="1318022"/>
            <a:ext cx="8229600" cy="5262979"/>
          </a:xfrm>
        </p:spPr>
        <p:txBody>
          <a:bodyPr/>
          <a:lstStyle/>
          <a:p>
            <a:pPr>
              <a:lnSpc>
                <a:spcPct val="90000"/>
              </a:lnSpc>
            </a:pPr>
            <a:r>
              <a:rPr lang="en-US" altLang="en-US" sz="2000" dirty="0">
                <a:solidFill>
                  <a:srgbClr val="FF3300"/>
                </a:solidFill>
                <a:latin typeface="Rockwell" panose="02060603020205020403" pitchFamily="18" charset="0"/>
              </a:rPr>
              <a:t>Not buffered</a:t>
            </a:r>
            <a:r>
              <a:rPr lang="en-US" altLang="en-US" sz="2000" dirty="0">
                <a:latin typeface="Rockwell" panose="02060603020205020403" pitchFamily="18" charset="0"/>
              </a:rPr>
              <a:t>: each byte is read/written from/to disk as soon as possible</a:t>
            </a:r>
          </a:p>
          <a:p>
            <a:pPr lvl="1">
              <a:lnSpc>
                <a:spcPct val="90000"/>
              </a:lnSpc>
            </a:pPr>
            <a:r>
              <a:rPr lang="en-US" altLang="en-US" sz="2000" dirty="0">
                <a:latin typeface="Rockwell" panose="02060603020205020403" pitchFamily="18" charset="0"/>
              </a:rPr>
              <a:t>“little” delay for each byte </a:t>
            </a:r>
          </a:p>
          <a:p>
            <a:pPr lvl="1">
              <a:lnSpc>
                <a:spcPct val="90000"/>
              </a:lnSpc>
            </a:pPr>
            <a:r>
              <a:rPr lang="en-US" altLang="en-US" sz="2000" dirty="0">
                <a:latin typeface="Rockwell" panose="02060603020205020403" pitchFamily="18" charset="0"/>
              </a:rPr>
              <a:t>A disk operation per byte---higher overhead</a:t>
            </a:r>
          </a:p>
          <a:p>
            <a:pPr>
              <a:lnSpc>
                <a:spcPct val="90000"/>
              </a:lnSpc>
            </a:pPr>
            <a:r>
              <a:rPr lang="en-US" altLang="en-US" sz="2000" dirty="0">
                <a:solidFill>
                  <a:srgbClr val="FF3300"/>
                </a:solidFill>
                <a:latin typeface="Rockwell" panose="02060603020205020403" pitchFamily="18" charset="0"/>
              </a:rPr>
              <a:t>Buffered</a:t>
            </a:r>
            <a:r>
              <a:rPr lang="en-US" altLang="en-US" sz="2000" dirty="0">
                <a:latin typeface="Rockwell" panose="02060603020205020403" pitchFamily="18" charset="0"/>
              </a:rPr>
              <a:t>: reading/writing in “chunks”</a:t>
            </a:r>
          </a:p>
          <a:p>
            <a:pPr lvl="1">
              <a:lnSpc>
                <a:spcPct val="90000"/>
              </a:lnSpc>
            </a:pPr>
            <a:r>
              <a:rPr lang="en-US" altLang="en-US" sz="2000" dirty="0">
                <a:latin typeface="Rockwell" panose="02060603020205020403" pitchFamily="18" charset="0"/>
              </a:rPr>
              <a:t>Some delay for some bytes</a:t>
            </a:r>
          </a:p>
          <a:p>
            <a:pPr lvl="2">
              <a:lnSpc>
                <a:spcPct val="90000"/>
              </a:lnSpc>
            </a:pPr>
            <a:r>
              <a:rPr lang="en-US" altLang="en-US" sz="2000" dirty="0">
                <a:latin typeface="Rockwell" panose="02060603020205020403" pitchFamily="18" charset="0"/>
              </a:rPr>
              <a:t>Assume 16-byte buffers</a:t>
            </a:r>
          </a:p>
          <a:p>
            <a:pPr lvl="2">
              <a:lnSpc>
                <a:spcPct val="90000"/>
              </a:lnSpc>
            </a:pPr>
            <a:r>
              <a:rPr lang="en-US" altLang="en-US" sz="2000" dirty="0">
                <a:latin typeface="Rockwell" panose="02060603020205020403" pitchFamily="18" charset="0"/>
              </a:rPr>
              <a:t>Reading: access the first 4 bytes, need to wait for all 16 bytes are read from disk to memory</a:t>
            </a:r>
          </a:p>
          <a:p>
            <a:pPr lvl="2">
              <a:lnSpc>
                <a:spcPct val="90000"/>
              </a:lnSpc>
            </a:pPr>
            <a:r>
              <a:rPr lang="en-US" altLang="en-US" sz="2000" dirty="0">
                <a:latin typeface="Rockwell" panose="02060603020205020403" pitchFamily="18" charset="0"/>
              </a:rPr>
              <a:t>Writing: save the first 4 bytes, need to wait for all 16 bytes before writing from memory to disk</a:t>
            </a:r>
          </a:p>
          <a:p>
            <a:pPr lvl="1">
              <a:lnSpc>
                <a:spcPct val="90000"/>
              </a:lnSpc>
            </a:pPr>
            <a:r>
              <a:rPr lang="en-US" altLang="en-US" sz="2000" dirty="0">
                <a:latin typeface="Rockwell" panose="02060603020205020403" pitchFamily="18" charset="0"/>
              </a:rPr>
              <a:t>A disk operation per a buffer of bytes---lower overhead</a:t>
            </a:r>
          </a:p>
          <a:p>
            <a:pPr marL="354013" lvl="1" indent="-354013">
              <a:lnSpc>
                <a:spcPct val="90000"/>
              </a:lnSpc>
            </a:pPr>
            <a:r>
              <a:rPr lang="en-GB" sz="2000" dirty="0">
                <a:latin typeface="Rockwell" panose="02060603020205020403" pitchFamily="18" charset="0"/>
              </a:rPr>
              <a:t>The Buffered stream classes </a:t>
            </a:r>
            <a:r>
              <a:rPr lang="en-GB" sz="2000" dirty="0" err="1">
                <a:latin typeface="Rockwell" panose="02060603020205020403" pitchFamily="18" charset="0"/>
              </a:rPr>
              <a:t>BufferedInputStream</a:t>
            </a:r>
            <a:r>
              <a:rPr lang="en-GB" sz="2000" dirty="0">
                <a:latin typeface="Rockwell" panose="02060603020205020403" pitchFamily="18" charset="0"/>
              </a:rPr>
              <a:t>, </a:t>
            </a:r>
            <a:r>
              <a:rPr lang="en-GB" sz="2000" dirty="0" err="1">
                <a:latin typeface="Rockwell" panose="02060603020205020403" pitchFamily="18" charset="0"/>
              </a:rPr>
              <a:t>BufferedOutputStream</a:t>
            </a:r>
            <a:r>
              <a:rPr lang="en-GB" sz="2000" dirty="0">
                <a:latin typeface="Rockwell" panose="02060603020205020403" pitchFamily="18" charset="0"/>
              </a:rPr>
              <a:t>, </a:t>
            </a:r>
            <a:r>
              <a:rPr lang="en-GB" sz="2000" dirty="0" err="1">
                <a:latin typeface="Rockwell" panose="02060603020205020403" pitchFamily="18" charset="0"/>
              </a:rPr>
              <a:t>BufferedReader</a:t>
            </a:r>
            <a:r>
              <a:rPr lang="en-GB" sz="2000" dirty="0">
                <a:latin typeface="Rockwell" panose="02060603020205020403" pitchFamily="18" charset="0"/>
              </a:rPr>
              <a:t>, and </a:t>
            </a:r>
            <a:r>
              <a:rPr lang="en-GB" sz="2000" dirty="0" err="1">
                <a:latin typeface="Rockwell" panose="02060603020205020403" pitchFamily="18" charset="0"/>
              </a:rPr>
              <a:t>BufferedWriterbuffer</a:t>
            </a:r>
            <a:r>
              <a:rPr lang="en-GB" sz="2000" dirty="0">
                <a:latin typeface="Rockwell" panose="02060603020205020403" pitchFamily="18" charset="0"/>
              </a:rPr>
              <a:t> their data to avoid every read or write going directly to the next stream. </a:t>
            </a:r>
          </a:p>
          <a:p>
            <a:pPr marL="354013" lvl="1" indent="-354013">
              <a:lnSpc>
                <a:spcPct val="90000"/>
              </a:lnSpc>
            </a:pPr>
            <a:r>
              <a:rPr lang="en-GB" sz="2000" dirty="0">
                <a:latin typeface="Rockwell" panose="02060603020205020403" pitchFamily="18" charset="0"/>
              </a:rPr>
              <a:t>These classes are often used in conjunction with File stream accessing a disk file is much slower than using a memory buffer, and buffering helps reduce file accesses. </a:t>
            </a:r>
            <a:endParaRPr lang="en-US" altLang="en-US" sz="2000" dirty="0"/>
          </a:p>
        </p:txBody>
      </p:sp>
    </p:spTree>
    <p:extLst>
      <p:ext uri="{BB962C8B-B14F-4D97-AF65-F5344CB8AC3E}">
        <p14:creationId xmlns:p14="http://schemas.microsoft.com/office/powerpoint/2010/main" val="4185056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381000" y="315213"/>
            <a:ext cx="6202680" cy="1354217"/>
          </a:xfrm>
        </p:spPr>
        <p:txBody>
          <a:bodyPr/>
          <a:lstStyle/>
          <a:p>
            <a:r>
              <a:rPr lang="en-US" altLang="en-US" dirty="0" err="1"/>
              <a:t>Input/Output</a:t>
            </a:r>
            <a:r>
              <a:rPr lang="en-US" altLang="en-US" dirty="0"/>
              <a:t> File Streams</a:t>
            </a:r>
          </a:p>
        </p:txBody>
      </p:sp>
      <p:sp>
        <p:nvSpPr>
          <p:cNvPr id="309253" name="AutoShape 5"/>
          <p:cNvSpPr>
            <a:spLocks noChangeArrowheads="1"/>
          </p:cNvSpPr>
          <p:nvPr/>
        </p:nvSpPr>
        <p:spPr bwMode="auto">
          <a:xfrm>
            <a:off x="6437313" y="2951163"/>
            <a:ext cx="390525" cy="377825"/>
          </a:xfrm>
          <a:prstGeom prst="rightArrow">
            <a:avLst>
              <a:gd name="adj1" fmla="val 36972"/>
              <a:gd name="adj2" fmla="val 35296"/>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endParaRPr lang="en-IN" altLang="en-US" sz="2400">
              <a:solidFill>
                <a:srgbClr val="000000"/>
              </a:solidFill>
            </a:endParaRPr>
          </a:p>
        </p:txBody>
      </p:sp>
      <p:sp>
        <p:nvSpPr>
          <p:cNvPr id="309254" name="AutoShape 6"/>
          <p:cNvSpPr>
            <a:spLocks noChangeArrowheads="1"/>
          </p:cNvSpPr>
          <p:nvPr/>
        </p:nvSpPr>
        <p:spPr bwMode="auto">
          <a:xfrm>
            <a:off x="3389313" y="5729288"/>
            <a:ext cx="317500" cy="644525"/>
          </a:xfrm>
          <a:prstGeom prst="rightArrow">
            <a:avLst>
              <a:gd name="adj1" fmla="val 50000"/>
              <a:gd name="adj2" fmla="val 25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endParaRPr lang="en-IN" altLang="en-US" sz="2400">
              <a:solidFill>
                <a:srgbClr val="000000"/>
              </a:solidFill>
            </a:endParaRPr>
          </a:p>
        </p:txBody>
      </p:sp>
      <p:pic>
        <p:nvPicPr>
          <p:cNvPr id="3" name="Picture 2"/>
          <p:cNvPicPr>
            <a:picLocks noChangeAspect="1"/>
          </p:cNvPicPr>
          <p:nvPr/>
        </p:nvPicPr>
        <p:blipFill>
          <a:blip r:embed="rId3"/>
          <a:stretch>
            <a:fillRect/>
          </a:stretch>
        </p:blipFill>
        <p:spPr>
          <a:xfrm>
            <a:off x="0" y="1371600"/>
            <a:ext cx="9067800" cy="2400300"/>
          </a:xfrm>
          <a:prstGeom prst="rect">
            <a:avLst/>
          </a:prstGeom>
        </p:spPr>
      </p:pic>
      <p:pic>
        <p:nvPicPr>
          <p:cNvPr id="4" name="Picture 3"/>
          <p:cNvPicPr>
            <a:picLocks noChangeAspect="1"/>
          </p:cNvPicPr>
          <p:nvPr/>
        </p:nvPicPr>
        <p:blipFill>
          <a:blip r:embed="rId4"/>
          <a:stretch>
            <a:fillRect/>
          </a:stretch>
        </p:blipFill>
        <p:spPr>
          <a:xfrm>
            <a:off x="114300" y="4038600"/>
            <a:ext cx="9029700" cy="2190750"/>
          </a:xfrm>
          <a:prstGeom prst="rect">
            <a:avLst/>
          </a:prstGeom>
        </p:spPr>
      </p:pic>
    </p:spTree>
    <p:extLst>
      <p:ext uri="{BB962C8B-B14F-4D97-AF65-F5344CB8AC3E}">
        <p14:creationId xmlns:p14="http://schemas.microsoft.com/office/powerpoint/2010/main" val="188955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B83D1322-10FD-49C3-9320-50314A45C20D}"/>
              </a:ext>
            </a:extLst>
          </p:cNvPr>
          <p:cNvSpPr>
            <a:spLocks noGrp="1"/>
          </p:cNvSpPr>
          <p:nvPr>
            <p:ph idx="1"/>
          </p:nvPr>
        </p:nvSpPr>
        <p:spPr>
          <a:xfrm>
            <a:off x="304800" y="1454943"/>
            <a:ext cx="8534400" cy="5146024"/>
          </a:xfrm>
        </p:spPr>
        <p:txBody>
          <a:bodyPr/>
          <a:lstStyle/>
          <a:p>
            <a:pPr marL="0" indent="0" fontAlgn="base">
              <a:spcAft>
                <a:spcPct val="0"/>
              </a:spcAft>
            </a:pPr>
            <a:r>
              <a:rPr lang="en-US" altLang="en-US" sz="1900" dirty="0">
                <a:solidFill>
                  <a:srgbClr val="000000"/>
                </a:solidFill>
                <a:latin typeface="Rockwell" panose="02060603020205020403" pitchFamily="18" charset="0"/>
              </a:rPr>
              <a:t>Following is an example which makes use of these two classes to copy an input file into an output file:</a:t>
            </a:r>
          </a:p>
          <a:p>
            <a:pPr marL="0" indent="0" fontAlgn="base">
              <a:spcAft>
                <a:spcPct val="0"/>
              </a:spcAft>
            </a:pPr>
            <a:r>
              <a:rPr lang="en-US" altLang="en-US" sz="1900" dirty="0">
                <a:solidFill>
                  <a:srgbClr val="000000"/>
                </a:solidFill>
                <a:latin typeface="Rockwell" panose="02060603020205020403" pitchFamily="18" charset="0"/>
              </a:rPr>
              <a:t>import java.io.*;</a:t>
            </a:r>
          </a:p>
          <a:p>
            <a:pPr marL="0" indent="0" fontAlgn="base">
              <a:spcAft>
                <a:spcPct val="0"/>
              </a:spcAft>
            </a:pPr>
            <a:r>
              <a:rPr lang="en-US" altLang="en-US" sz="1900" dirty="0">
                <a:solidFill>
                  <a:srgbClr val="000000"/>
                </a:solidFill>
                <a:latin typeface="Rockwell" panose="02060603020205020403" pitchFamily="18" charset="0"/>
              </a:rPr>
              <a:t>class StreamDemo2</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a:solidFill>
                  <a:srgbClr val="000000"/>
                </a:solidFill>
                <a:latin typeface="Rockwell" panose="02060603020205020403" pitchFamily="18" charset="0"/>
              </a:rPr>
              <a:t>public static void main(String aa[ ] )</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err="1">
                <a:solidFill>
                  <a:srgbClr val="000000"/>
                </a:solidFill>
                <a:latin typeface="Rockwell" panose="02060603020205020403" pitchFamily="18" charset="0"/>
              </a:rPr>
              <a:t>FileReader</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fr</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FileReader</a:t>
            </a:r>
            <a:r>
              <a:rPr lang="en-US" altLang="en-US" sz="1900" dirty="0">
                <a:solidFill>
                  <a:srgbClr val="000000"/>
                </a:solidFill>
                <a:latin typeface="Rockwell" panose="02060603020205020403" pitchFamily="18" charset="0"/>
              </a:rPr>
              <a:t>(“A.txt”);</a:t>
            </a:r>
          </a:p>
          <a:p>
            <a:pPr marL="0" indent="0" fontAlgn="base">
              <a:spcAft>
                <a:spcPct val="0"/>
              </a:spcAft>
            </a:pPr>
            <a:r>
              <a:rPr lang="en-US" altLang="en-US" sz="1900" dirty="0" err="1">
                <a:solidFill>
                  <a:srgbClr val="000000"/>
                </a:solidFill>
                <a:latin typeface="Rockwell" panose="02060603020205020403" pitchFamily="18" charset="0"/>
              </a:rPr>
              <a:t>FileWriter</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fw</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FileWriter</a:t>
            </a:r>
            <a:r>
              <a:rPr lang="en-US" altLang="en-US" sz="1900" dirty="0">
                <a:solidFill>
                  <a:srgbClr val="000000"/>
                </a:solidFill>
                <a:latin typeface="Rockwell" panose="02060603020205020403" pitchFamily="18" charset="0"/>
              </a:rPr>
              <a:t>(“B.txt”);</a:t>
            </a:r>
          </a:p>
          <a:p>
            <a:pPr marL="0" indent="0" fontAlgn="base">
              <a:spcAft>
                <a:spcPct val="0"/>
              </a:spcAft>
            </a:pPr>
            <a:r>
              <a:rPr lang="en-US" altLang="en-US" sz="1900" dirty="0" err="1">
                <a:solidFill>
                  <a:srgbClr val="000000"/>
                </a:solidFill>
                <a:latin typeface="Rockwell" panose="02060603020205020403" pitchFamily="18" charset="0"/>
              </a:rPr>
              <a:t>int</a:t>
            </a:r>
            <a:r>
              <a:rPr lang="en-US" altLang="en-US" sz="1900" dirty="0">
                <a:solidFill>
                  <a:srgbClr val="000000"/>
                </a:solidFill>
                <a:latin typeface="Rockwell" panose="02060603020205020403" pitchFamily="18" charset="0"/>
              </a:rPr>
              <a:t> c;</a:t>
            </a:r>
          </a:p>
          <a:p>
            <a:pPr marL="0" indent="0" fontAlgn="base">
              <a:spcAft>
                <a:spcPct val="0"/>
              </a:spcAft>
            </a:pPr>
            <a:r>
              <a:rPr lang="en-US" altLang="en-US" sz="1900" dirty="0">
                <a:solidFill>
                  <a:srgbClr val="000000"/>
                </a:solidFill>
                <a:latin typeface="Rockwell" panose="02060603020205020403" pitchFamily="18" charset="0"/>
              </a:rPr>
              <a:t>While( (c=</a:t>
            </a:r>
            <a:r>
              <a:rPr lang="en-US" altLang="en-US" sz="1900" dirty="0" err="1">
                <a:solidFill>
                  <a:srgbClr val="000000"/>
                </a:solidFill>
                <a:latin typeface="Rockwell" panose="02060603020205020403" pitchFamily="18" charset="0"/>
              </a:rPr>
              <a:t>fis.read</a:t>
            </a:r>
            <a:r>
              <a:rPr lang="en-US" altLang="en-US" sz="1900" dirty="0">
                <a:solidFill>
                  <a:srgbClr val="000000"/>
                </a:solidFill>
                <a:latin typeface="Rockwell" panose="02060603020205020403" pitchFamily="18" charset="0"/>
              </a:rPr>
              <a:t>()) !=-1) </a:t>
            </a:r>
            <a:r>
              <a:rPr lang="en-US" altLang="en-US" sz="1900" dirty="0" err="1">
                <a:solidFill>
                  <a:srgbClr val="000000"/>
                </a:solidFill>
                <a:latin typeface="Rockwell" panose="02060603020205020403" pitchFamily="18" charset="0"/>
              </a:rPr>
              <a:t>fos,write</a:t>
            </a:r>
            <a:r>
              <a:rPr lang="en-US" altLang="en-US" sz="1900" dirty="0">
                <a:solidFill>
                  <a:srgbClr val="000000"/>
                </a:solidFill>
                <a:latin typeface="Rockwell" panose="02060603020205020403" pitchFamily="18" charset="0"/>
              </a:rPr>
              <a:t>((char)c);</a:t>
            </a:r>
          </a:p>
          <a:p>
            <a:pPr marL="0" indent="0" fontAlgn="base">
              <a:spcAft>
                <a:spcPct val="0"/>
              </a:spcAft>
            </a:pPr>
            <a:r>
              <a:rPr lang="en-US" altLang="en-US" sz="1900" dirty="0" err="1">
                <a:latin typeface="Rockwell" panose="02060603020205020403" pitchFamily="18" charset="0"/>
              </a:rPr>
              <a:t>fr.close</a:t>
            </a:r>
            <a:r>
              <a:rPr lang="en-US" altLang="en-US" sz="1900" dirty="0">
                <a:latin typeface="Rockwell" panose="02060603020205020403" pitchFamily="18" charset="0"/>
              </a:rPr>
              <a:t>();</a:t>
            </a:r>
          </a:p>
          <a:p>
            <a:pPr marL="0" indent="0" fontAlgn="base">
              <a:spcAft>
                <a:spcPct val="0"/>
              </a:spcAft>
            </a:pPr>
            <a:r>
              <a:rPr lang="en-US" altLang="en-US" sz="1900" dirty="0" err="1">
                <a:latin typeface="Rockwell" panose="02060603020205020403" pitchFamily="18" charset="0"/>
              </a:rPr>
              <a:t>fw.close</a:t>
            </a: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p:txBody>
      </p:sp>
      <p:sp>
        <p:nvSpPr>
          <p:cNvPr id="4" name="Content Placeholder 3">
            <a:extLst>
              <a:ext uri="{FF2B5EF4-FFF2-40B4-BE49-F238E27FC236}">
                <a16:creationId xmlns:a16="http://schemas.microsoft.com/office/drawing/2014/main" id="{EE51984D-2BEC-4CF3-A84E-B7F039EA1EBD}"/>
              </a:ext>
            </a:extLst>
          </p:cNvPr>
          <p:cNvSpPr>
            <a:spLocks noGrp="1"/>
          </p:cNvSpPr>
          <p:nvPr>
            <p:ph sz="quarter" idx="10"/>
          </p:nvPr>
        </p:nvSpPr>
        <p:spPr/>
        <p:txBody>
          <a:bodyPr rtlCol="0"/>
          <a:lstStyle/>
          <a:p>
            <a:pPr>
              <a:defRPr/>
            </a:pPr>
            <a:r>
              <a:rPr lang="en-US" dirty="0"/>
              <a:t>STREAM CLASSES - </a:t>
            </a:r>
            <a:r>
              <a:rPr lang="en-US" altLang="en-US" sz="2800" b="1" dirty="0">
                <a:solidFill>
                  <a:srgbClr val="CC3300"/>
                </a:solidFill>
                <a:latin typeface="Rockwell" panose="02060603020205020403" pitchFamily="18" charset="0"/>
              </a:rPr>
              <a:t>Example program for </a:t>
            </a:r>
            <a:r>
              <a:rPr lang="en-US" altLang="en-US" sz="2800" b="1" dirty="0" err="1">
                <a:solidFill>
                  <a:srgbClr val="CC3300"/>
                </a:solidFill>
                <a:latin typeface="Rockwell" panose="02060603020205020403" pitchFamily="18" charset="0"/>
              </a:rPr>
              <a:t>FileReader</a:t>
            </a:r>
            <a:r>
              <a:rPr lang="en-US" altLang="en-US" sz="2800" b="1" dirty="0">
                <a:solidFill>
                  <a:srgbClr val="CC3300"/>
                </a:solidFill>
                <a:latin typeface="Rockwell" panose="02060603020205020403" pitchFamily="18" charset="0"/>
              </a:rPr>
              <a:t> and </a:t>
            </a:r>
            <a:r>
              <a:rPr lang="en-US" altLang="en-US" sz="2800" b="1" dirty="0" err="1">
                <a:solidFill>
                  <a:srgbClr val="CC3300"/>
                </a:solidFill>
                <a:latin typeface="Rockwell" panose="02060603020205020403" pitchFamily="18" charset="0"/>
              </a:rPr>
              <a:t>FileWriter</a:t>
            </a:r>
            <a:r>
              <a:rPr lang="en-US" altLang="en-US" sz="2800" b="1" dirty="0">
                <a:solidFill>
                  <a:srgbClr val="CC3300"/>
                </a:solidFill>
                <a:latin typeface="Rockwell" panose="02060603020205020403" pitchFamily="18" charset="0"/>
              </a:rPr>
              <a:t> Stream classes</a:t>
            </a:r>
          </a:p>
        </p:txBody>
      </p:sp>
    </p:spTree>
    <p:extLst>
      <p:ext uri="{BB962C8B-B14F-4D97-AF65-F5344CB8AC3E}">
        <p14:creationId xmlns:p14="http://schemas.microsoft.com/office/powerpoint/2010/main" val="3740496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a:extLst>
              <a:ext uri="{FF2B5EF4-FFF2-40B4-BE49-F238E27FC236}">
                <a16:creationId xmlns:a16="http://schemas.microsoft.com/office/drawing/2014/main" id="{8EC2159F-2900-43BC-A6F7-2503D14665AA}"/>
              </a:ext>
            </a:extLst>
          </p:cNvPr>
          <p:cNvSpPr>
            <a:spLocks noGrp="1"/>
          </p:cNvSpPr>
          <p:nvPr>
            <p:ph idx="1"/>
          </p:nvPr>
        </p:nvSpPr>
        <p:spPr>
          <a:xfrm>
            <a:off x="838200" y="1600200"/>
            <a:ext cx="7620000" cy="4293483"/>
          </a:xfrm>
        </p:spPr>
        <p:txBody>
          <a:bodyPr/>
          <a:lstStyle/>
          <a:p>
            <a:pPr marL="0" indent="0" fontAlgn="base">
              <a:spcAft>
                <a:spcPct val="0"/>
              </a:spcAft>
            </a:pPr>
            <a:r>
              <a:rPr lang="en-US" altLang="en-US" sz="2400" dirty="0">
                <a:latin typeface="Rockwell" panose="02060603020205020403" pitchFamily="18" charset="0"/>
              </a:rPr>
              <a:t>Assume that A.txt file has the content</a:t>
            </a:r>
          </a:p>
          <a:p>
            <a:pPr marL="0" indent="0" fontAlgn="base">
              <a:spcAft>
                <a:spcPct val="0"/>
              </a:spcAft>
            </a:pPr>
            <a:r>
              <a:rPr lang="en-US" altLang="en-US" sz="2400" dirty="0">
                <a:latin typeface="Rockwell" panose="02060603020205020403" pitchFamily="18" charset="0"/>
              </a:rPr>
              <a:t>Java is an Object Oriented language.</a:t>
            </a:r>
          </a:p>
          <a:p>
            <a:pPr marL="0" indent="0" fontAlgn="base">
              <a:spcAft>
                <a:spcPct val="0"/>
              </a:spcAft>
            </a:pPr>
            <a:r>
              <a:rPr lang="en-US" altLang="en-US" sz="2400" dirty="0">
                <a:solidFill>
                  <a:srgbClr val="000000"/>
                </a:solidFill>
                <a:latin typeface="Rockwell" panose="02060603020205020403" pitchFamily="18" charset="0"/>
              </a:rPr>
              <a:t>As a next step, compile the above program and execute it, which will result in creating B.txt file with the same content as we have in A.txt. So let's put the above code in StreamDemo1.java file and do the following</a:t>
            </a:r>
          </a:p>
          <a:p>
            <a:pPr marL="0" indent="0" fontAlgn="base">
              <a:spcAft>
                <a:spcPct val="0"/>
              </a:spcAft>
            </a:pPr>
            <a:r>
              <a:rPr lang="en-US" altLang="en-US" sz="2400" dirty="0">
                <a:solidFill>
                  <a:srgbClr val="000000"/>
                </a:solidFill>
                <a:latin typeface="Rockwell" panose="02060603020205020403" pitchFamily="18" charset="0"/>
              </a:rPr>
              <a:t>&gt;</a:t>
            </a:r>
            <a:r>
              <a:rPr lang="en-US" altLang="en-US" sz="2400" dirty="0" err="1">
                <a:solidFill>
                  <a:srgbClr val="000000"/>
                </a:solidFill>
                <a:latin typeface="Rockwell" panose="02060603020205020403" pitchFamily="18" charset="0"/>
              </a:rPr>
              <a:t>javac</a:t>
            </a:r>
            <a:r>
              <a:rPr lang="en-US" altLang="en-US" sz="2400" dirty="0">
                <a:solidFill>
                  <a:srgbClr val="000000"/>
                </a:solidFill>
                <a:latin typeface="Rockwell" panose="02060603020205020403" pitchFamily="18" charset="0"/>
              </a:rPr>
              <a:t>  StreamDemo2.java   [ Compilation to Byte Code ]</a:t>
            </a:r>
          </a:p>
          <a:p>
            <a:pPr marL="0" indent="0" fontAlgn="base">
              <a:spcAft>
                <a:spcPct val="0"/>
              </a:spcAft>
            </a:pPr>
            <a:r>
              <a:rPr lang="en-US" altLang="en-US" sz="2400" dirty="0">
                <a:solidFill>
                  <a:srgbClr val="000000"/>
                </a:solidFill>
                <a:latin typeface="Rockwell" panose="02060603020205020403" pitchFamily="18" charset="0"/>
              </a:rPr>
              <a:t>&gt;java StreamDemo2</a:t>
            </a:r>
            <a:endParaRPr lang="en-US" altLang="en-US" sz="2400" dirty="0">
              <a:latin typeface="Rockwell" panose="02060603020205020403" pitchFamily="18"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27285286-64A1-4CE5-853A-EF935B4C8E32}"/>
              </a:ext>
            </a:extLst>
          </p:cNvPr>
          <p:cNvSpPr>
            <a:spLocks noGrp="1"/>
          </p:cNvSpPr>
          <p:nvPr>
            <p:ph sz="quarter" idx="10"/>
          </p:nvPr>
        </p:nvSpPr>
        <p:spPr/>
        <p:txBody>
          <a:bodyPr rtlCol="0"/>
          <a:lstStyle/>
          <a:p>
            <a:pPr>
              <a:defRPr/>
            </a:pPr>
            <a:r>
              <a:rPr lang="en-US" dirty="0"/>
              <a:t>STREAM CLASSES</a:t>
            </a:r>
          </a:p>
        </p:txBody>
      </p:sp>
    </p:spTree>
    <p:extLst>
      <p:ext uri="{BB962C8B-B14F-4D97-AF65-F5344CB8AC3E}">
        <p14:creationId xmlns:p14="http://schemas.microsoft.com/office/powerpoint/2010/main" val="3309494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21</a:t>
            </a:fld>
            <a:endParaRPr lang="en-US" altLang="en-US">
              <a:solidFill>
                <a:srgbClr val="000000"/>
              </a:solidFill>
            </a:endParaRPr>
          </a:p>
        </p:txBody>
      </p:sp>
      <p:sp>
        <p:nvSpPr>
          <p:cNvPr id="421891" name="Rectangle 2"/>
          <p:cNvSpPr>
            <a:spLocks noGrp="1" noChangeArrowheads="1"/>
          </p:cNvSpPr>
          <p:nvPr>
            <p:ph type="title"/>
          </p:nvPr>
        </p:nvSpPr>
        <p:spPr>
          <a:xfrm>
            <a:off x="304800" y="315213"/>
            <a:ext cx="6278880" cy="1354217"/>
          </a:xfrm>
          <a:noFill/>
        </p:spPr>
        <p:txBody>
          <a:bodyPr/>
          <a:lstStyle/>
          <a:p>
            <a:pPr eaLnBrk="1" hangingPunct="1"/>
            <a:r>
              <a:rPr lang="en-IN" b="1" dirty="0"/>
              <a:t>The Data Byte Streams</a:t>
            </a:r>
            <a:endParaRPr lang="en-US" altLang="en-US" dirty="0"/>
          </a:p>
        </p:txBody>
      </p:sp>
      <p:sp>
        <p:nvSpPr>
          <p:cNvPr id="2" name="Text Placeholder 1"/>
          <p:cNvSpPr>
            <a:spLocks noGrp="1"/>
          </p:cNvSpPr>
          <p:nvPr>
            <p:ph type="body" idx="1"/>
          </p:nvPr>
        </p:nvSpPr>
        <p:spPr>
          <a:xfrm>
            <a:off x="152400" y="1479473"/>
            <a:ext cx="8707211" cy="1384995"/>
          </a:xfrm>
        </p:spPr>
        <p:txBody>
          <a:bodyPr/>
          <a:lstStyle/>
          <a:p>
            <a:r>
              <a:rPr lang="en-GB" sz="1800" dirty="0"/>
              <a:t>Reading and writing text characters is useful, but you also frequently need to transmit the binary data of specific types across a stream. </a:t>
            </a:r>
          </a:p>
          <a:p>
            <a:r>
              <a:rPr lang="en-GB" sz="1800" dirty="0"/>
              <a:t>The </a:t>
            </a:r>
            <a:r>
              <a:rPr lang="en-GB" sz="1800" dirty="0" err="1"/>
              <a:t>DataInput</a:t>
            </a:r>
            <a:r>
              <a:rPr lang="en-GB" sz="1800" dirty="0"/>
              <a:t> and </a:t>
            </a:r>
            <a:r>
              <a:rPr lang="en-GB" sz="1800" dirty="0" err="1"/>
              <a:t>DataOutput</a:t>
            </a:r>
            <a:r>
              <a:rPr lang="en-GB" sz="1800" dirty="0"/>
              <a:t> interfaces define methods that transmit primitive types across a stream. The classes </a:t>
            </a:r>
            <a:r>
              <a:rPr lang="en-GB" sz="1800" dirty="0" err="1"/>
              <a:t>DataInputStream</a:t>
            </a:r>
            <a:r>
              <a:rPr lang="en-GB" sz="1800" dirty="0"/>
              <a:t> and </a:t>
            </a:r>
            <a:r>
              <a:rPr lang="en-GB" sz="1800" dirty="0" err="1"/>
              <a:t>DataOutputStream</a:t>
            </a:r>
            <a:r>
              <a:rPr lang="en-GB" sz="1800" dirty="0"/>
              <a:t> provide a default </a:t>
            </a:r>
            <a:r>
              <a:rPr lang="en-IN" sz="1800" dirty="0"/>
              <a:t>implementation for each interface.</a:t>
            </a:r>
            <a:endParaRPr lang="en-GB" sz="1800" dirty="0"/>
          </a:p>
        </p:txBody>
      </p:sp>
      <p:pic>
        <p:nvPicPr>
          <p:cNvPr id="3" name="Picture 2"/>
          <p:cNvPicPr>
            <a:picLocks noChangeAspect="1"/>
          </p:cNvPicPr>
          <p:nvPr/>
        </p:nvPicPr>
        <p:blipFill>
          <a:blip r:embed="rId2"/>
          <a:stretch>
            <a:fillRect/>
          </a:stretch>
        </p:blipFill>
        <p:spPr>
          <a:xfrm>
            <a:off x="2209800" y="2548890"/>
            <a:ext cx="5095875" cy="4171950"/>
          </a:xfrm>
          <a:prstGeom prst="rect">
            <a:avLst/>
          </a:prstGeom>
        </p:spPr>
      </p:pic>
    </p:spTree>
    <p:extLst>
      <p:ext uri="{BB962C8B-B14F-4D97-AF65-F5344CB8AC3E}">
        <p14:creationId xmlns:p14="http://schemas.microsoft.com/office/powerpoint/2010/main" val="3048164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22</a:t>
            </a:fld>
            <a:endParaRPr lang="en-US" altLang="en-US">
              <a:solidFill>
                <a:srgbClr val="000000"/>
              </a:solidFill>
            </a:endParaRPr>
          </a:p>
        </p:txBody>
      </p:sp>
      <p:sp>
        <p:nvSpPr>
          <p:cNvPr id="421891" name="Rectangle 2"/>
          <p:cNvSpPr>
            <a:spLocks noGrp="1" noChangeArrowheads="1"/>
          </p:cNvSpPr>
          <p:nvPr>
            <p:ph type="title"/>
          </p:nvPr>
        </p:nvSpPr>
        <p:spPr>
          <a:xfrm>
            <a:off x="304800" y="315213"/>
            <a:ext cx="6278880" cy="1354217"/>
          </a:xfrm>
          <a:noFill/>
        </p:spPr>
        <p:txBody>
          <a:bodyPr/>
          <a:lstStyle/>
          <a:p>
            <a:pPr eaLnBrk="1" hangingPunct="1"/>
            <a:r>
              <a:rPr lang="en-IN" b="1" dirty="0"/>
              <a:t>The Data Byte Streams</a:t>
            </a:r>
            <a:endParaRPr lang="en-US" altLang="en-US" dirty="0"/>
          </a:p>
        </p:txBody>
      </p:sp>
      <p:pic>
        <p:nvPicPr>
          <p:cNvPr id="4" name="Picture 3"/>
          <p:cNvPicPr>
            <a:picLocks noChangeAspect="1"/>
          </p:cNvPicPr>
          <p:nvPr/>
        </p:nvPicPr>
        <p:blipFill>
          <a:blip r:embed="rId2"/>
          <a:stretch>
            <a:fillRect/>
          </a:stretch>
        </p:blipFill>
        <p:spPr>
          <a:xfrm>
            <a:off x="321219" y="1756472"/>
            <a:ext cx="6276975" cy="5000625"/>
          </a:xfrm>
          <a:prstGeom prst="rect">
            <a:avLst/>
          </a:prstGeom>
        </p:spPr>
      </p:pic>
      <p:sp>
        <p:nvSpPr>
          <p:cNvPr id="2" name="Text Placeholder 1"/>
          <p:cNvSpPr>
            <a:spLocks noGrp="1"/>
          </p:cNvSpPr>
          <p:nvPr>
            <p:ph type="body" idx="1"/>
          </p:nvPr>
        </p:nvSpPr>
        <p:spPr>
          <a:xfrm>
            <a:off x="152400" y="1479473"/>
            <a:ext cx="8707211" cy="276999"/>
          </a:xfrm>
        </p:spPr>
        <p:txBody>
          <a:bodyPr/>
          <a:lstStyle/>
          <a:p>
            <a:endParaRPr lang="en-GB" sz="1800" dirty="0"/>
          </a:p>
        </p:txBody>
      </p:sp>
    </p:spTree>
    <p:extLst>
      <p:ext uri="{BB962C8B-B14F-4D97-AF65-F5344CB8AC3E}">
        <p14:creationId xmlns:p14="http://schemas.microsoft.com/office/powerpoint/2010/main" val="105967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4BD40871-9364-456F-BCCD-5B2E471D69BB}"/>
              </a:ext>
            </a:extLst>
          </p:cNvPr>
          <p:cNvSpPr>
            <a:spLocks noGrp="1"/>
          </p:cNvSpPr>
          <p:nvPr>
            <p:ph idx="1"/>
          </p:nvPr>
        </p:nvSpPr>
        <p:spPr>
          <a:xfrm>
            <a:off x="288758" y="1295401"/>
            <a:ext cx="8550442" cy="5378075"/>
          </a:xfrm>
        </p:spPr>
        <p:txBody>
          <a:bodyPr/>
          <a:lstStyle/>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DataInputStream</a:t>
            </a:r>
            <a:r>
              <a:rPr lang="en-IN" sz="2400" dirty="0">
                <a:latin typeface="Rockwell" panose="02060603020205020403" pitchFamily="18" charset="0"/>
                <a:ea typeface="Times New Roman" panose="02020603050405020304" pitchFamily="18" charset="0"/>
                <a:cs typeface="Times New Roman" panose="02020603050405020304" pitchFamily="18" charset="0"/>
              </a:rPr>
              <a:t> class is descended from the </a:t>
            </a:r>
            <a:r>
              <a:rPr lang="en-IN" sz="2400" dirty="0" err="1">
                <a:latin typeface="Rockwell" panose="02060603020205020403" pitchFamily="18" charset="0"/>
                <a:ea typeface="Times New Roman" panose="02020603050405020304" pitchFamily="18" charset="0"/>
                <a:cs typeface="Times New Roman" panose="02020603050405020304" pitchFamily="18" charset="0"/>
              </a:rPr>
              <a:t>InputStream</a:t>
            </a:r>
            <a:r>
              <a:rPr lang="en-IN" sz="2400" dirty="0">
                <a:latin typeface="Rockwell" panose="02060603020205020403" pitchFamily="18" charset="0"/>
                <a:ea typeface="Times New Roman" panose="02020603050405020304" pitchFamily="18" charset="0"/>
                <a:cs typeface="Times New Roman" panose="02020603050405020304" pitchFamily="18" charset="0"/>
              </a:rPr>
              <a:t> class so it has all </a:t>
            </a:r>
            <a:r>
              <a:rPr lang="en-IN" sz="2400" dirty="0" err="1">
                <a:latin typeface="Rockwell" panose="02060603020205020403" pitchFamily="18" charset="0"/>
                <a:ea typeface="Times New Roman" panose="02020603050405020304" pitchFamily="18" charset="0"/>
                <a:cs typeface="Times New Roman" panose="02020603050405020304" pitchFamily="18" charset="0"/>
              </a:rPr>
              <a:t>behaviors</a:t>
            </a:r>
            <a:r>
              <a:rPr lang="en-IN" sz="2400" dirty="0">
                <a:latin typeface="Rockwell" panose="02060603020205020403" pitchFamily="18" charset="0"/>
                <a:ea typeface="Times New Roman" panose="02020603050405020304" pitchFamily="18" charset="0"/>
                <a:cs typeface="Times New Roman" panose="02020603050405020304" pitchFamily="18" charset="0"/>
              </a:rPr>
              <a:t> of a byte input stream. </a:t>
            </a:r>
          </a:p>
          <a:p>
            <a:pPr marL="0">
              <a:spcBef>
                <a:spcPts val="0"/>
              </a:spcBef>
              <a:spcAft>
                <a:spcPts val="600"/>
              </a:spcAft>
              <a:defRPr/>
            </a:pPr>
            <a:r>
              <a:rPr lang="en-IN" sz="2400" dirty="0">
                <a:latin typeface="Rockwell" panose="02060603020205020403" pitchFamily="18" charset="0"/>
                <a:ea typeface="Times New Roman" panose="02020603050405020304" pitchFamily="18" charset="0"/>
                <a:cs typeface="Times New Roman" panose="02020603050405020304" pitchFamily="18" charset="0"/>
              </a:rPr>
              <a:t>In addition, it implements the </a:t>
            </a:r>
            <a:r>
              <a:rPr lang="en-IN" sz="2400" dirty="0" err="1">
                <a:latin typeface="Rockwell" panose="02060603020205020403" pitchFamily="18" charset="0"/>
                <a:ea typeface="Times New Roman" panose="02020603050405020304" pitchFamily="18" charset="0"/>
                <a:cs typeface="Courier New" panose="02070309020205020404" pitchFamily="49" charset="0"/>
              </a:rPr>
              <a:t>DataInput</a:t>
            </a:r>
            <a:r>
              <a:rPr lang="en-IN" sz="2400" dirty="0">
                <a:latin typeface="Rockwell" panose="02060603020205020403" pitchFamily="18" charset="0"/>
                <a:ea typeface="Times New Roman" panose="02020603050405020304" pitchFamily="18" charset="0"/>
                <a:cs typeface="Courier New" panose="02070309020205020404" pitchFamily="49" charset="0"/>
              </a:rPr>
              <a:t> </a:t>
            </a:r>
            <a:r>
              <a:rPr lang="en-IN" sz="2400" dirty="0">
                <a:latin typeface="Rockwell" panose="02060603020205020403" pitchFamily="18" charset="0"/>
                <a:ea typeface="Times New Roman" panose="02020603050405020304" pitchFamily="18" charset="0"/>
                <a:cs typeface="Times New Roman" panose="02020603050405020304" pitchFamily="18" charset="0"/>
              </a:rPr>
              <a:t>interface which defines the following read operations for primitive types and Strings:</a:t>
            </a: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readBoolean</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one input byte and returns </a:t>
            </a:r>
            <a:r>
              <a:rPr lang="en-IN" sz="2400" dirty="0">
                <a:latin typeface="Rockwell" panose="02060603020205020403" pitchFamily="18" charset="0"/>
                <a:ea typeface="Times New Roman" panose="02020603050405020304" pitchFamily="18" charset="0"/>
                <a:cs typeface="Courier New" panose="02070309020205020404" pitchFamily="49" charset="0"/>
              </a:rPr>
              <a:t>true </a:t>
            </a:r>
            <a:r>
              <a:rPr lang="en-IN" sz="2400" dirty="0">
                <a:latin typeface="Rockwell" panose="02060603020205020403" pitchFamily="18" charset="0"/>
                <a:ea typeface="Times New Roman" panose="02020603050405020304" pitchFamily="18" charset="0"/>
                <a:cs typeface="Times New Roman" panose="02020603050405020304" pitchFamily="18" charset="0"/>
              </a:rPr>
              <a:t>if that</a:t>
            </a:r>
          </a:p>
          <a:p>
            <a:pPr marL="0">
              <a:spcBef>
                <a:spcPts val="0"/>
              </a:spcBef>
              <a:spcAft>
                <a:spcPts val="600"/>
              </a:spcAft>
              <a:defRPr/>
            </a:pPr>
            <a:r>
              <a:rPr lang="en-IN" sz="2400" dirty="0">
                <a:latin typeface="Rockwell" panose="02060603020205020403" pitchFamily="18" charset="0"/>
                <a:ea typeface="Times New Roman" panose="02020603050405020304" pitchFamily="18" charset="0"/>
                <a:cs typeface="Times New Roman" panose="02020603050405020304" pitchFamily="18" charset="0"/>
              </a:rPr>
              <a:t> byte is nonzero, </a:t>
            </a:r>
            <a:r>
              <a:rPr lang="en-IN" sz="2400" dirty="0">
                <a:latin typeface="Rockwell" panose="02060603020205020403" pitchFamily="18" charset="0"/>
                <a:ea typeface="Times New Roman" panose="02020603050405020304" pitchFamily="18" charset="0"/>
                <a:cs typeface="Courier New" panose="02070309020205020404" pitchFamily="49" charset="0"/>
              </a:rPr>
              <a:t>false</a:t>
            </a:r>
            <a:r>
              <a:rPr lang="en-IN" sz="2400" dirty="0">
                <a:latin typeface="Rockwell" panose="02060603020205020403" pitchFamily="18" charset="0"/>
                <a:ea typeface="Times New Roman" panose="02020603050405020304" pitchFamily="18" charset="0"/>
                <a:cs typeface="Times New Roman" panose="02020603050405020304" pitchFamily="18" charset="0"/>
              </a:rPr>
              <a:t> if that byte is zero.</a:t>
            </a:r>
            <a:endParaRPr lang="en-IN" sz="2400" dirty="0">
              <a:latin typeface="Rockwell" panose="02060603020205020403" pitchFamily="18"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readByte</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and returns one input byte</a:t>
            </a:r>
            <a:r>
              <a:rPr lang="en-IN" sz="2400" dirty="0">
                <a:solidFill>
                  <a:srgbClr val="333333"/>
                </a:solidFill>
                <a:latin typeface="Rockwell" panose="02060603020205020403" pitchFamily="18" charset="0"/>
                <a:ea typeface="Times New Roman" panose="02020603050405020304" pitchFamily="18" charset="0"/>
                <a:cs typeface="Times New Roman" panose="02020603050405020304" pitchFamily="18" charset="0"/>
              </a:rPr>
              <a:t>.</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readChar</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2 input bytes and returns a </a:t>
            </a:r>
            <a:r>
              <a:rPr lang="en-IN" sz="2400" dirty="0">
                <a:latin typeface="Rockwell" panose="02060603020205020403" pitchFamily="18" charset="0"/>
                <a:ea typeface="Times New Roman" panose="02020603050405020304" pitchFamily="18" charset="0"/>
                <a:cs typeface="Courier New" panose="02070309020205020404" pitchFamily="49" charset="0"/>
              </a:rPr>
              <a:t>char </a:t>
            </a:r>
            <a:r>
              <a:rPr lang="en-IN" sz="24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readDouble</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:Reads 8 input bytes and returns a </a:t>
            </a:r>
            <a:r>
              <a:rPr lang="en-IN" sz="2400" dirty="0">
                <a:latin typeface="Rockwell" panose="02060603020205020403" pitchFamily="18" charset="0"/>
                <a:ea typeface="Times New Roman" panose="02020603050405020304" pitchFamily="18" charset="0"/>
                <a:cs typeface="Courier New" panose="02070309020205020404" pitchFamily="49" charset="0"/>
              </a:rPr>
              <a:t>double </a:t>
            </a:r>
            <a:r>
              <a:rPr lang="en-IN" sz="24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Bef>
                <a:spcPts val="0"/>
              </a:spcBef>
              <a:spcAft>
                <a:spcPts val="600"/>
              </a:spcAft>
              <a:defRPr/>
            </a:pPr>
            <a:endParaRPr lang="en-IN" sz="2400" dirty="0">
              <a:latin typeface="Rockwell" panose="02060603020205020403" pitchFamily="18" charset="0"/>
              <a:ea typeface="Calibri" panose="020F0502020204030204" pitchFamily="34" charset="0"/>
              <a:cs typeface="Times New Roman" panose="02020603050405020304" pitchFamily="18" charset="0"/>
            </a:endParaRPr>
          </a:p>
          <a:p>
            <a:pPr marL="0" indent="0" fontAlgn="base">
              <a:spcAft>
                <a:spcPct val="0"/>
              </a:spcAft>
              <a:defRPr/>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33278EB6-050B-4B6A-922D-B3C2CA0AEB00}"/>
              </a:ext>
            </a:extLst>
          </p:cNvPr>
          <p:cNvSpPr>
            <a:spLocks noGrp="1"/>
          </p:cNvSpPr>
          <p:nvPr>
            <p:ph sz="quarter" idx="10"/>
          </p:nvPr>
        </p:nvSpPr>
        <p:spPr/>
        <p:txBody>
          <a:bodyPr rtlCol="0"/>
          <a:lstStyle/>
          <a:p>
            <a:pPr>
              <a:defRPr/>
            </a:pPr>
            <a:r>
              <a:rPr lang="en-US" dirty="0"/>
              <a:t>STREAM CLASSES - </a:t>
            </a:r>
            <a:r>
              <a:rPr lang="en-IN" sz="2800" b="1" u="sng" dirty="0">
                <a:latin typeface="Rockwell" panose="02060603020205020403" pitchFamily="18" charset="0"/>
                <a:ea typeface="Times New Roman" panose="02020603050405020304" pitchFamily="18" charset="0"/>
              </a:rPr>
              <a:t>DATA INPUT STREAM </a:t>
            </a:r>
            <a:endParaRPr lang="en-US" dirty="0"/>
          </a:p>
        </p:txBody>
      </p:sp>
    </p:spTree>
    <p:extLst>
      <p:ext uri="{BB962C8B-B14F-4D97-AF65-F5344CB8AC3E}">
        <p14:creationId xmlns:p14="http://schemas.microsoft.com/office/powerpoint/2010/main" val="3857110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AA0A75AA-78D1-481B-A0F1-2F0266E896F9}"/>
              </a:ext>
            </a:extLst>
          </p:cNvPr>
          <p:cNvSpPr>
            <a:spLocks noGrp="1"/>
          </p:cNvSpPr>
          <p:nvPr>
            <p:ph idx="1"/>
          </p:nvPr>
        </p:nvSpPr>
        <p:spPr>
          <a:xfrm>
            <a:off x="304800" y="1905000"/>
            <a:ext cx="8534400" cy="2685351"/>
          </a:xfrm>
        </p:spPr>
        <p:txBody>
          <a:bodyPr/>
          <a:lstStyle/>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readFloat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4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float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readInt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4 input bytes and returns an </a:t>
            </a:r>
            <a:r>
              <a:rPr lang="en-IN" sz="2000" dirty="0">
                <a:latin typeface="Rockwell" panose="02060603020205020403" pitchFamily="18" charset="0"/>
                <a:ea typeface="Times New Roman" panose="02020603050405020304" pitchFamily="18" charset="0"/>
                <a:cs typeface="Courier New" panose="02070309020205020404" pitchFamily="49" charset="0"/>
              </a:rPr>
              <a:t>int</a:t>
            </a:r>
            <a:r>
              <a:rPr lang="en-IN" sz="2000" dirty="0">
                <a:latin typeface="Rockwell" panose="02060603020205020403" pitchFamily="18" charset="0"/>
                <a:ea typeface="Times New Roman" panose="02020603050405020304" pitchFamily="18" charset="0"/>
                <a:cs typeface="Times New Roman" panose="02020603050405020304" pitchFamily="18" charset="0"/>
              </a:rPr>
              <a:t> 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readLong</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8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long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readShort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2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short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a:spcBef>
                <a:spcPts val="281"/>
              </a:spcBef>
              <a:spcAft>
                <a:spcPts val="281"/>
              </a:spcAft>
              <a:defRPr/>
            </a:pPr>
            <a:r>
              <a:rPr lang="en-IN" sz="2000" dirty="0">
                <a:latin typeface="Rockwell" panose="02060603020205020403" pitchFamily="18" charset="0"/>
                <a:ea typeface="Times New Roman" panose="02020603050405020304"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2E33CBF-B40C-42A7-99FA-6EF711ACAAE9}"/>
              </a:ext>
            </a:extLst>
          </p:cNvPr>
          <p:cNvSpPr>
            <a:spLocks noGrp="1"/>
          </p:cNvSpPr>
          <p:nvPr>
            <p:ph sz="quarter" idx="10"/>
          </p:nvPr>
        </p:nvSpPr>
        <p:spPr/>
        <p:txBody>
          <a:bodyPr rtlCol="0"/>
          <a:lstStyle/>
          <a:p>
            <a:pPr>
              <a:lnSpc>
                <a:spcPct val="107000"/>
              </a:lnSpc>
              <a:spcAft>
                <a:spcPts val="1463"/>
              </a:spcAft>
              <a:defRPr/>
            </a:pPr>
            <a:r>
              <a:rPr lang="en-IN" sz="2800" b="0" dirty="0">
                <a:latin typeface="Rockwell" panose="02060603020205020403" pitchFamily="18" charset="0"/>
                <a:ea typeface="Times New Roman" panose="02020603050405020304" pitchFamily="18" charset="0"/>
              </a:rPr>
              <a:t>DATA INPUT STREAM</a:t>
            </a:r>
            <a:endParaRPr lang="en-IN" sz="28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2174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AA0A75AA-78D1-481B-A0F1-2F0266E896F9}"/>
              </a:ext>
            </a:extLst>
          </p:cNvPr>
          <p:cNvSpPr>
            <a:spLocks noGrp="1"/>
          </p:cNvSpPr>
          <p:nvPr>
            <p:ph idx="1"/>
          </p:nvPr>
        </p:nvSpPr>
        <p:spPr>
          <a:xfrm>
            <a:off x="304800" y="1297858"/>
            <a:ext cx="8534400" cy="5101397"/>
          </a:xfrm>
        </p:spPr>
        <p:txBody>
          <a:bodyPr/>
          <a:lstStyle/>
          <a:p>
            <a:pPr marL="0">
              <a:spcBef>
                <a:spcPts val="281"/>
              </a:spcBef>
              <a:spcAft>
                <a:spcPts val="281"/>
              </a:spcAft>
              <a:defRPr/>
            </a:pPr>
            <a:r>
              <a:rPr lang="en-IN" sz="2000" dirty="0">
                <a:latin typeface="Rockwell" panose="02060603020205020403" pitchFamily="18" charset="0"/>
                <a:ea typeface="Times New Roman" panose="02020603050405020304" pitchFamily="18" charset="0"/>
                <a:cs typeface="Times New Roman" panose="02020603050405020304" pitchFamily="18" charset="0"/>
              </a:rPr>
              <a:t> </a:t>
            </a:r>
            <a:r>
              <a:rPr lang="en-IN" sz="2000" b="1"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class is descended from the </a:t>
            </a:r>
            <a:r>
              <a:rPr lang="en-IN" sz="2000" dirty="0" err="1">
                <a:latin typeface="Rockwell" panose="02060603020205020403" pitchFamily="18" charset="0"/>
                <a:ea typeface="Times New Roman" panose="02020603050405020304" pitchFamily="18" charset="0"/>
                <a:cs typeface="Courier New" panose="02070309020205020404" pitchFamily="49" charset="0"/>
              </a:rPr>
              <a:t>OutputStream</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class so it inherits all </a:t>
            </a:r>
            <a:r>
              <a:rPr lang="en-IN" sz="2000" dirty="0" err="1">
                <a:latin typeface="Rockwell" panose="02060603020205020403" pitchFamily="18" charset="0"/>
                <a:ea typeface="Times New Roman" panose="02020603050405020304" pitchFamily="18" charset="0"/>
                <a:cs typeface="Times New Roman" panose="02020603050405020304" pitchFamily="18" charset="0"/>
              </a:rPr>
              <a:t>behaviors</a:t>
            </a:r>
            <a:r>
              <a:rPr lang="en-IN" sz="2000" dirty="0">
                <a:latin typeface="Rockwell" panose="02060603020205020403" pitchFamily="18" charset="0"/>
                <a:ea typeface="Times New Roman" panose="02020603050405020304" pitchFamily="18" charset="0"/>
                <a:cs typeface="Times New Roman" panose="02020603050405020304" pitchFamily="18" charset="0"/>
              </a:rPr>
              <a:t> of a byte output stream. In addition, it implements the </a:t>
            </a:r>
            <a:r>
              <a:rPr lang="en-IN" sz="2000" dirty="0" err="1">
                <a:latin typeface="Rockwell" panose="02060603020205020403" pitchFamily="18" charset="0"/>
                <a:ea typeface="Times New Roman" panose="02020603050405020304" pitchFamily="18" charset="0"/>
                <a:cs typeface="Courier New" panose="02070309020205020404" pitchFamily="49" charset="0"/>
              </a:rPr>
              <a:t>DataOutput</a:t>
            </a:r>
            <a:r>
              <a:rPr lang="en-IN" sz="2000" dirty="0">
                <a:latin typeface="Rockwell" panose="02060603020205020403" pitchFamily="18" charset="0"/>
                <a:ea typeface="Times New Roman" panose="02020603050405020304" pitchFamily="18" charset="0"/>
                <a:cs typeface="Times New Roman" panose="02020603050405020304" pitchFamily="18" charset="0"/>
              </a:rPr>
              <a:t> interface which defines the following write operations for primitive types and Strings:</a:t>
            </a:r>
            <a:endParaRPr lang="en-IN" sz="2000" dirty="0">
              <a:latin typeface="Rockwell" panose="02060603020205020403" pitchFamily="18" charset="0"/>
              <a:ea typeface="Calibri" panose="020F0502020204030204" pitchFamily="34" charset="0"/>
              <a:cs typeface="Times New Roman" panose="02020603050405020304" pitchFamily="18" charset="0"/>
            </a:endParaRPr>
          </a:p>
          <a:p>
            <a:pPr marL="243000">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writeBoolean</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b="1" dirty="0" err="1">
                <a:latin typeface="Rockwell" panose="02060603020205020403" pitchFamily="18" charset="0"/>
                <a:ea typeface="Times New Roman" panose="02020603050405020304" pitchFamily="18" charset="0"/>
                <a:cs typeface="Courier New" panose="02070309020205020404" pitchFamily="49" charset="0"/>
              </a:rPr>
              <a:t>boolean</a:t>
            </a:r>
            <a:r>
              <a:rPr lang="en-IN" sz="2000" b="1" dirty="0">
                <a:latin typeface="Rockwell" panose="02060603020205020403" pitchFamily="18" charset="0"/>
                <a:ea typeface="Times New Roman" panose="02020603050405020304" pitchFamily="18" charset="0"/>
                <a:cs typeface="Courier New" panose="02070309020205020404" pitchFamily="49" charset="0"/>
              </a:rPr>
              <a:t> v)</a:t>
            </a:r>
            <a:r>
              <a:rPr lang="en-IN" sz="2000" dirty="0">
                <a:latin typeface="Rockwell" panose="02060603020205020403" pitchFamily="18" charset="0"/>
                <a:ea typeface="Times New Roman" panose="02020603050405020304" pitchFamily="18" charset="0"/>
                <a:cs typeface="Times New Roman" panose="02020603050405020304" pitchFamily="18" charset="0"/>
              </a:rPr>
              <a:t>: Writes a </a:t>
            </a:r>
            <a:r>
              <a:rPr lang="en-IN" sz="2000" dirty="0" err="1">
                <a:latin typeface="Rockwell" panose="02060603020205020403" pitchFamily="18" charset="0"/>
                <a:ea typeface="Times New Roman" panose="02020603050405020304" pitchFamily="18" charset="0"/>
                <a:cs typeface="Courier New" panose="02070309020205020404" pitchFamily="49" charset="0"/>
              </a:rPr>
              <a:t>boolean</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to the underlying output stream as a 1-byte value.</a:t>
            </a:r>
            <a:endParaRPr lang="en-IN" sz="2000" dirty="0">
              <a:latin typeface="Rockwell" panose="02060603020205020403" pitchFamily="18" charset="0"/>
              <a:ea typeface="Calibri" panose="020F0502020204030204" pitchFamily="34" charset="0"/>
              <a:cs typeface="Times New Roman" panose="02020603050405020304" pitchFamily="18" charset="0"/>
            </a:endParaRPr>
          </a:p>
          <a:p>
            <a:pPr marL="243000">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writeByte</a:t>
            </a:r>
            <a:r>
              <a:rPr lang="en-IN" sz="2000" b="1" dirty="0">
                <a:latin typeface="Rockwell" panose="02060603020205020403" pitchFamily="18" charset="0"/>
                <a:ea typeface="Times New Roman" panose="02020603050405020304" pitchFamily="18" charset="0"/>
                <a:cs typeface="Courier New" panose="02070309020205020404" pitchFamily="49" charset="0"/>
              </a:rPr>
              <a:t>(int v)</a:t>
            </a:r>
            <a:r>
              <a:rPr lang="en-IN" sz="2000" dirty="0">
                <a:latin typeface="Rockwell" panose="02060603020205020403" pitchFamily="18" charset="0"/>
                <a:ea typeface="Times New Roman" panose="02020603050405020304" pitchFamily="18" charset="0"/>
                <a:cs typeface="Times New Roman" panose="02020603050405020304" pitchFamily="18" charset="0"/>
              </a:rPr>
              <a:t>: Writes out a byte to the underlying output stream as a 1-byte value.</a:t>
            </a:r>
          </a:p>
          <a:p>
            <a:pPr marL="269081"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writeInt</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(int v)</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an int to the underlying output stream as four bytes, high byte first.</a:t>
            </a:r>
            <a:endParaRPr lang="en-IN" altLang="en-US" sz="2000" dirty="0">
              <a:latin typeface="Calibri" panose="020F0502020204030204" pitchFamily="34" charset="0"/>
              <a:ea typeface="Times New Roman" panose="02020603050405020304" pitchFamily="18" charset="0"/>
              <a:cs typeface="Calibri" panose="020F0502020204030204" pitchFamily="34" charset="0"/>
            </a:endParaRPr>
          </a:p>
          <a:p>
            <a:pPr marL="269081"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writeLong</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(long v)</a:t>
            </a:r>
            <a:r>
              <a:rPr lang="en-IN" altLang="en-US" sz="2000" dirty="0">
                <a:latin typeface="Rockwell" panose="02060603020205020403" pitchFamily="18" charset="0"/>
                <a:cs typeface="Times New Roman" panose="02020603050405020304" pitchFamily="18" charset="0"/>
              </a:rPr>
              <a:t>: Writes a long to the underlying output stream as eight bytes, high byte first.</a:t>
            </a:r>
            <a:endParaRPr lang="en-IN" altLang="en-US" sz="2000" dirty="0">
              <a:latin typeface="Calibri" panose="020F0502020204030204" pitchFamily="34" charset="0"/>
              <a:cs typeface="Calibri" panose="020F0502020204030204" pitchFamily="34" charset="0"/>
            </a:endParaRPr>
          </a:p>
          <a:p>
            <a:pPr marL="269081" fontAlgn="base">
              <a:spcAft>
                <a:spcPts val="600"/>
              </a:spcAft>
            </a:pPr>
            <a:r>
              <a:rPr lang="en-IN" altLang="en-US" sz="2000" b="1" dirty="0" err="1">
                <a:latin typeface="Rockwell" panose="02060603020205020403" pitchFamily="18" charset="0"/>
                <a:cs typeface="Times New Roman" panose="02020603050405020304" pitchFamily="18" charset="0"/>
              </a:rPr>
              <a:t>writeShort</a:t>
            </a:r>
            <a:r>
              <a:rPr lang="en-IN" altLang="en-US" sz="2000" b="1" dirty="0">
                <a:latin typeface="Rockwell" panose="02060603020205020403" pitchFamily="18" charset="0"/>
                <a:cs typeface="Times New Roman" panose="02020603050405020304" pitchFamily="18" charset="0"/>
              </a:rPr>
              <a:t>(int v)</a:t>
            </a:r>
            <a:r>
              <a:rPr lang="en-IN" altLang="en-US" sz="2000" dirty="0">
                <a:latin typeface="Rockwell" panose="02060603020205020403" pitchFamily="18" charset="0"/>
                <a:cs typeface="Times New Roman" panose="02020603050405020304" pitchFamily="18" charset="0"/>
              </a:rPr>
              <a:t>: Writes a short to the underlying </a:t>
            </a:r>
            <a:r>
              <a:rPr lang="en-IN" altLang="en-US" sz="2000" dirty="0" err="1">
                <a:latin typeface="Rockwell" panose="02060603020205020403" pitchFamily="18" charset="0"/>
                <a:cs typeface="Times New Roman" panose="02020603050405020304" pitchFamily="18" charset="0"/>
              </a:rPr>
              <a:t>outputstream</a:t>
            </a:r>
            <a:r>
              <a:rPr lang="en-IN" altLang="en-US" sz="2000" dirty="0">
                <a:latin typeface="Rockwell" panose="02060603020205020403" pitchFamily="18" charset="0"/>
                <a:cs typeface="Times New Roman" panose="02020603050405020304" pitchFamily="18" charset="0"/>
              </a:rPr>
              <a:t> as two bytes, high byte first.</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2E33CBF-B40C-42A7-99FA-6EF711ACAAE9}"/>
              </a:ext>
            </a:extLst>
          </p:cNvPr>
          <p:cNvSpPr>
            <a:spLocks noGrp="1"/>
          </p:cNvSpPr>
          <p:nvPr>
            <p:ph sz="quarter" idx="10"/>
          </p:nvPr>
        </p:nvSpPr>
        <p:spPr/>
        <p:txBody>
          <a:bodyPr rtlCol="0"/>
          <a:lstStyle/>
          <a:p>
            <a:pPr>
              <a:lnSpc>
                <a:spcPct val="107000"/>
              </a:lnSpc>
              <a:spcAft>
                <a:spcPts val="1463"/>
              </a:spcAft>
              <a:defRPr/>
            </a:pPr>
            <a:r>
              <a:rPr lang="en-IN" sz="2800" b="0" dirty="0">
                <a:latin typeface="Rockwell" panose="02060603020205020403" pitchFamily="18" charset="0"/>
                <a:ea typeface="Times New Roman" panose="02020603050405020304" pitchFamily="18" charset="0"/>
              </a:rPr>
              <a:t>DATA OUTPUT STREAM</a:t>
            </a:r>
            <a:endParaRPr lang="en-IN" sz="28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0707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5A3A4715-93C9-4052-8548-C0E4544CDDFF}"/>
              </a:ext>
            </a:extLst>
          </p:cNvPr>
          <p:cNvSpPr>
            <a:spLocks noGrp="1"/>
          </p:cNvSpPr>
          <p:nvPr>
            <p:ph idx="1"/>
          </p:nvPr>
        </p:nvSpPr>
        <p:spPr>
          <a:xfrm>
            <a:off x="609600" y="1295400"/>
            <a:ext cx="7924800" cy="5444567"/>
          </a:xfrm>
        </p:spPr>
        <p:txBody>
          <a:bodyPr/>
          <a:lstStyle/>
          <a:p>
            <a:pPr marL="0" indent="0" fontAlgn="base">
              <a:spcAft>
                <a:spcPct val="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writeBytes</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(String s)</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out the string to the underlying output stream as a sequence of bytes.</a:t>
            </a:r>
          </a:p>
          <a:p>
            <a:pPr marL="0" indent="0"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writeChar</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(int v)</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a </a:t>
            </a:r>
            <a:r>
              <a:rPr lang="en-IN" altLang="en-US" sz="2000" dirty="0">
                <a:latin typeface="Rockwell" panose="02060603020205020403" pitchFamily="18" charset="0"/>
                <a:ea typeface="Calibri" panose="020F0502020204030204" pitchFamily="34" charset="0"/>
                <a:cs typeface="Times New Roman" panose="02020603050405020304" pitchFamily="18" charset="0"/>
              </a:rPr>
              <a:t>char </a:t>
            </a:r>
            <a:r>
              <a:rPr lang="en-IN" altLang="en-US" sz="2000" dirty="0">
                <a:latin typeface="Rockwell" panose="02060603020205020403" pitchFamily="18" charset="0"/>
                <a:cs typeface="Times New Roman" panose="02020603050405020304" pitchFamily="18" charset="0"/>
              </a:rPr>
              <a:t>to the underlying output stream as a 2-byte value, high byte first.</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writeChars</a:t>
            </a:r>
            <a:r>
              <a:rPr lang="en-IN" altLang="en-US" sz="2000" b="1" dirty="0">
                <a:latin typeface="Rockwell" panose="02060603020205020403" pitchFamily="18" charset="0"/>
                <a:cs typeface="Times New Roman" panose="02020603050405020304" pitchFamily="18" charset="0"/>
              </a:rPr>
              <a:t>(String s)</a:t>
            </a:r>
            <a:r>
              <a:rPr lang="en-IN" altLang="en-US" sz="2000" dirty="0">
                <a:latin typeface="Rockwell" panose="02060603020205020403" pitchFamily="18" charset="0"/>
                <a:cs typeface="Times New Roman" panose="02020603050405020304" pitchFamily="18" charset="0"/>
              </a:rPr>
              <a:t>: Writes a string to the underlying output stream as a sequence of characters.</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writeDouble</a:t>
            </a:r>
            <a:r>
              <a:rPr lang="en-IN" altLang="en-US" sz="2000" b="1" dirty="0">
                <a:latin typeface="Rockwell" panose="02060603020205020403" pitchFamily="18" charset="0"/>
                <a:cs typeface="Times New Roman" panose="02020603050405020304" pitchFamily="18" charset="0"/>
              </a:rPr>
              <a:t>(double v)</a:t>
            </a:r>
            <a:r>
              <a:rPr lang="en-IN" altLang="en-US" sz="2000" dirty="0">
                <a:latin typeface="Rockwell" panose="02060603020205020403" pitchFamily="18" charset="0"/>
                <a:cs typeface="Times New Roman" panose="02020603050405020304" pitchFamily="18" charset="0"/>
              </a:rPr>
              <a:t>: Converts the double argument to a long using the </a:t>
            </a:r>
            <a:r>
              <a:rPr lang="en-IN" altLang="en-US" sz="2000" dirty="0" err="1">
                <a:latin typeface="Rockwell" panose="02060603020205020403" pitchFamily="18" charset="0"/>
                <a:cs typeface="Times New Roman" panose="02020603050405020304" pitchFamily="18" charset="0"/>
              </a:rPr>
              <a:t>doubleToLongBits</a:t>
            </a:r>
            <a:r>
              <a:rPr lang="en-IN" altLang="en-US" sz="2000" dirty="0">
                <a:latin typeface="Rockwell" panose="02060603020205020403" pitchFamily="18" charset="0"/>
                <a:cs typeface="Times New Roman" panose="02020603050405020304" pitchFamily="18" charset="0"/>
              </a:rPr>
              <a:t> method in class Double,</a:t>
            </a:r>
          </a:p>
          <a:p>
            <a:pPr marL="0" indent="0" fontAlgn="base">
              <a:spcAft>
                <a:spcPts val="600"/>
              </a:spcAft>
            </a:pPr>
            <a:r>
              <a:rPr lang="en-IN" altLang="en-US" sz="2000" dirty="0">
                <a:latin typeface="Rockwell" panose="02060603020205020403" pitchFamily="18" charset="0"/>
                <a:cs typeface="Times New Roman" panose="02020603050405020304" pitchFamily="18" charset="0"/>
              </a:rPr>
              <a:t> and then writes that long value to the underlying output stream as an 8-byte quantity, high byte first.</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writeFloat</a:t>
            </a:r>
            <a:r>
              <a:rPr lang="en-IN" altLang="en-US" sz="2000" b="1" dirty="0">
                <a:latin typeface="Rockwell" panose="02060603020205020403" pitchFamily="18" charset="0"/>
                <a:cs typeface="Times New Roman" panose="02020603050405020304" pitchFamily="18" charset="0"/>
              </a:rPr>
              <a:t>(float v)</a:t>
            </a:r>
            <a:r>
              <a:rPr lang="en-IN" altLang="en-US" sz="2000" dirty="0">
                <a:latin typeface="Rockwell" panose="02060603020205020403" pitchFamily="18" charset="0"/>
                <a:cs typeface="Times New Roman" panose="02020603050405020304" pitchFamily="18" charset="0"/>
              </a:rPr>
              <a:t>: Converts the float argument to an int using the </a:t>
            </a:r>
            <a:r>
              <a:rPr lang="en-IN" altLang="en-US" sz="2000" dirty="0" err="1">
                <a:latin typeface="Rockwell" panose="02060603020205020403" pitchFamily="18" charset="0"/>
                <a:cs typeface="Times New Roman" panose="02020603050405020304" pitchFamily="18" charset="0"/>
              </a:rPr>
              <a:t>floatToIntBits</a:t>
            </a:r>
            <a:r>
              <a:rPr lang="en-IN" altLang="en-US" sz="2000" dirty="0">
                <a:latin typeface="Rockwell" panose="02060603020205020403" pitchFamily="18" charset="0"/>
                <a:cs typeface="Times New Roman" panose="02020603050405020304" pitchFamily="18" charset="0"/>
              </a:rPr>
              <a:t> method in class Float, and then writes that int value to the underlying output stream as a 4-byte quantity, high byte first.</a:t>
            </a:r>
            <a:endParaRPr lang="en-IN" altLang="en-US" sz="2000" dirty="0">
              <a:latin typeface="Calibri" panose="020F0502020204030204" pitchFamily="34" charset="0"/>
              <a:cs typeface="Calibri" panose="020F0502020204030204" pitchFamily="34"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64E3A005-77BC-4B73-AD7D-53CD9BB4DB21}"/>
              </a:ext>
            </a:extLst>
          </p:cNvPr>
          <p:cNvSpPr>
            <a:spLocks noGrp="1"/>
          </p:cNvSpPr>
          <p:nvPr>
            <p:ph sz="quarter" idx="10"/>
          </p:nvPr>
        </p:nvSpPr>
        <p:spPr/>
        <p:txBody>
          <a:bodyPr rtlCol="0"/>
          <a:lstStyle/>
          <a:p>
            <a:pPr>
              <a:lnSpc>
                <a:spcPct val="107000"/>
              </a:lnSpc>
              <a:spcAft>
                <a:spcPts val="1463"/>
              </a:spcAft>
              <a:defRPr/>
            </a:pPr>
            <a:r>
              <a:rPr lang="en-IN" sz="2400" b="0" dirty="0">
                <a:latin typeface="Rockwell" panose="02060603020205020403" pitchFamily="18" charset="0"/>
                <a:ea typeface="Times New Roman" panose="02020603050405020304" pitchFamily="18" charset="0"/>
              </a:rPr>
              <a:t>DATA OUTPUT STREAM</a:t>
            </a:r>
            <a:endParaRPr lang="en-IN" sz="24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0536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B7066A6E-2027-4757-B8FF-4ED74F5B4DEF}"/>
              </a:ext>
            </a:extLst>
          </p:cNvPr>
          <p:cNvSpPr>
            <a:spLocks noGrp="1"/>
          </p:cNvSpPr>
          <p:nvPr>
            <p:ph idx="1"/>
          </p:nvPr>
        </p:nvSpPr>
        <p:spPr>
          <a:xfrm>
            <a:off x="381000" y="1600200"/>
            <a:ext cx="6172200" cy="5673989"/>
          </a:xfrm>
        </p:spPr>
        <p:txBody>
          <a:bodyPr/>
          <a:lstStyle/>
          <a:p>
            <a:pPr marL="269081" fontAlgn="base">
              <a:spcAft>
                <a:spcPct val="0"/>
              </a:spcAft>
            </a:pPr>
            <a:r>
              <a:rPr lang="en-US" altLang="en-US" sz="1650" b="1" dirty="0">
                <a:solidFill>
                  <a:srgbClr val="CC3300"/>
                </a:solidFill>
                <a:latin typeface="Rockwell" panose="02060603020205020403" pitchFamily="18" charset="0"/>
              </a:rPr>
              <a:t>Example program for </a:t>
            </a:r>
            <a:r>
              <a:rPr lang="en-US" altLang="en-US" sz="1650" b="1" dirty="0" err="1">
                <a:solidFill>
                  <a:srgbClr val="CC3300"/>
                </a:solidFill>
                <a:latin typeface="Rockwell" panose="02060603020205020403" pitchFamily="18" charset="0"/>
              </a:rPr>
              <a:t>DataInputStream</a:t>
            </a:r>
            <a:r>
              <a:rPr lang="en-US" altLang="en-US" sz="1650" b="1" dirty="0">
                <a:solidFill>
                  <a:srgbClr val="CC3300"/>
                </a:solidFill>
                <a:latin typeface="Rockwell" panose="02060603020205020403" pitchFamily="18" charset="0"/>
              </a:rPr>
              <a:t> and</a:t>
            </a:r>
          </a:p>
          <a:p>
            <a:pPr marL="269081" fontAlgn="base">
              <a:spcAft>
                <a:spcPct val="0"/>
              </a:spcAft>
            </a:pPr>
            <a:r>
              <a:rPr lang="en-US" altLang="en-US" sz="1650" b="1" dirty="0" err="1">
                <a:solidFill>
                  <a:srgbClr val="CC3300"/>
                </a:solidFill>
                <a:latin typeface="Rockwell" panose="02060603020205020403" pitchFamily="18" charset="0"/>
              </a:rPr>
              <a:t>DataOutputStream</a:t>
            </a:r>
            <a:endParaRPr lang="en-US" altLang="en-US" sz="1650" b="1" dirty="0">
              <a:solidFill>
                <a:srgbClr val="CC3300"/>
              </a:solidFill>
              <a:latin typeface="Rockwell" panose="02060603020205020403" pitchFamily="18" charset="0"/>
            </a:endParaRPr>
          </a:p>
          <a:p>
            <a:pPr marL="269081" fontAlgn="base">
              <a:lnSpc>
                <a:spcPct val="107000"/>
              </a:lnSpc>
              <a:spcAft>
                <a:spcPts val="600"/>
              </a:spcAft>
            </a:pPr>
            <a:r>
              <a:rPr lang="en-IN" altLang="en-US" sz="1650" b="1" dirty="0">
                <a:latin typeface="Rockwell" panose="02060603020205020403" pitchFamily="18" charset="0"/>
                <a:cs typeface="Times New Roman" panose="02020603050405020304" pitchFamily="18" charset="0"/>
              </a:rPr>
              <a:t>i</a:t>
            </a:r>
            <a:r>
              <a:rPr lang="en-IN" altLang="en-US" sz="1650" dirty="0">
                <a:latin typeface="Rockwell" panose="02060603020205020403" pitchFamily="18" charset="0"/>
                <a:cs typeface="Times New Roman" panose="02020603050405020304" pitchFamily="18" charset="0"/>
              </a:rPr>
              <a:t>mport java.io.*;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class </a:t>
            </a:r>
            <a:r>
              <a:rPr lang="en-IN" altLang="en-US" sz="1650" dirty="0" err="1">
                <a:latin typeface="Rockwell" panose="02060603020205020403" pitchFamily="18" charset="0"/>
                <a:cs typeface="Times New Roman" panose="02020603050405020304" pitchFamily="18" charset="0"/>
              </a:rPr>
              <a:t>DataOutputStreamDemo</a:t>
            </a: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public static void main(String </a:t>
            </a:r>
            <a:r>
              <a:rPr lang="en-IN" altLang="en-US" sz="1650" dirty="0" err="1">
                <a:latin typeface="Rockwell" panose="02060603020205020403" pitchFamily="18" charset="0"/>
                <a:cs typeface="Times New Roman" panose="02020603050405020304" pitchFamily="18" charset="0"/>
              </a:rPr>
              <a:t>args</a:t>
            </a:r>
            <a:r>
              <a:rPr lang="en-IN" altLang="en-US" sz="1650" dirty="0">
                <a:latin typeface="Rockwell" panose="02060603020205020403" pitchFamily="18" charset="0"/>
                <a:cs typeface="Times New Roman" panose="02020603050405020304" pitchFamily="18" charset="0"/>
              </a:rPr>
              <a:t>[]) throws </a:t>
            </a:r>
            <a:r>
              <a:rPr lang="en-IN" altLang="en-US" sz="1650" dirty="0" err="1">
                <a:latin typeface="Rockwell" panose="02060603020205020403" pitchFamily="18" charset="0"/>
                <a:cs typeface="Times New Roman" panose="02020603050405020304" pitchFamily="18" charset="0"/>
              </a:rPr>
              <a:t>IOException</a:t>
            </a: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ts val="1013"/>
              </a:lnSpc>
              <a:spcAft>
                <a:spcPts val="600"/>
              </a:spcAft>
            </a:pPr>
            <a:r>
              <a:rPr lang="en-IN" altLang="en-US" sz="1650"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dout</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 new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(new</a:t>
            </a: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Calibri" panose="020F0502020204030204" pitchFamily="34" charset="0"/>
                <a:cs typeface="Times New Roman" panose="02020603050405020304" pitchFamily="18" charset="0"/>
              </a:rPr>
              <a:t>FileOutputStream</a:t>
            </a:r>
            <a:r>
              <a:rPr lang="en-IN" altLang="en-US" sz="1650" dirty="0">
                <a:latin typeface="Rockwell" panose="02060603020205020403" pitchFamily="18" charset="0"/>
                <a:ea typeface="Calibri" panose="020F0502020204030204" pitchFamily="34" charset="0"/>
                <a:cs typeface="Times New Roman" panose="02020603050405020304" pitchFamily="18" charset="0"/>
              </a:rPr>
              <a:t>("file.dat"));</a:t>
            </a:r>
            <a:endParaRPr lang="en-IN" altLang="en-US" sz="1650" dirty="0">
              <a:latin typeface="Rockwell" panose="02060603020205020403" pitchFamily="18" charset="0"/>
              <a:ea typeface="Times New Roman" panose="02020603050405020304"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dout.writeDouble</a:t>
            </a:r>
            <a:r>
              <a:rPr lang="en-IN" altLang="en-US" sz="1650" dirty="0">
                <a:latin typeface="Rockwell" panose="02060603020205020403" pitchFamily="18" charset="0"/>
                <a:cs typeface="Times New Roman" panose="02020603050405020304" pitchFamily="18" charset="0"/>
              </a:rPr>
              <a:t>(1.1); </a:t>
            </a:r>
            <a:endParaRPr lang="en-IN" altLang="en-US" sz="1650" dirty="0">
              <a:latin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dout.writeInt</a:t>
            </a:r>
            <a:r>
              <a:rPr lang="en-IN" altLang="en-US" sz="1650" dirty="0">
                <a:latin typeface="Rockwell" panose="02060603020205020403" pitchFamily="18" charset="0"/>
                <a:cs typeface="Calibri" panose="020F0502020204030204" pitchFamily="34" charset="0"/>
              </a:rPr>
              <a:t>(55); </a:t>
            </a: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dout.writeBoolean</a:t>
            </a:r>
            <a:r>
              <a:rPr lang="en-IN" altLang="en-US" sz="1650" dirty="0">
                <a:latin typeface="Rockwell" panose="02060603020205020403" pitchFamily="18" charset="0"/>
                <a:cs typeface="Calibri" panose="020F0502020204030204" pitchFamily="34" charset="0"/>
              </a:rPr>
              <a:t>(true); </a:t>
            </a:r>
            <a:endParaRPr lang="en-IN" altLang="en-US" sz="1650" dirty="0">
              <a:latin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dout.writeChar</a:t>
            </a:r>
            <a:r>
              <a:rPr lang="en-IN" altLang="en-US" sz="1650" dirty="0">
                <a:latin typeface="Rockwell" panose="02060603020205020403" pitchFamily="18" charset="0"/>
                <a:cs typeface="Calibri" panose="020F0502020204030204" pitchFamily="34" charset="0"/>
              </a:rPr>
              <a:t>('4'); </a:t>
            </a:r>
            <a:endParaRPr lang="en-IN" altLang="en-US" sz="1650" dirty="0">
              <a:latin typeface="Calibri" panose="020F0502020204030204" pitchFamily="34" charset="0"/>
              <a:cs typeface="Times New Roman" panose="02020603050405020304" pitchFamily="18" charset="0"/>
            </a:endParaRPr>
          </a:p>
          <a:p>
            <a:pPr marL="269081" fontAlgn="base">
              <a:lnSpc>
                <a:spcPts val="1013"/>
              </a:lnSpc>
              <a:spcAft>
                <a:spcPts val="600"/>
              </a:spcAft>
            </a:pPr>
            <a:endParaRPr lang="en-IN" altLang="en-US" sz="1650" dirty="0">
              <a:latin typeface="Calibri" panose="020F0502020204030204" pitchFamily="34" charset="0"/>
              <a:cs typeface="Calibri" panose="020F0502020204030204" pitchFamily="34" charset="0"/>
            </a:endParaRPr>
          </a:p>
          <a:p>
            <a:pPr marL="269081" fontAlgn="base">
              <a:spcAft>
                <a:spcPct val="0"/>
              </a:spcAft>
            </a:pPr>
            <a:endParaRPr lang="en-IN" altLang="en-US" sz="1650" dirty="0">
              <a:latin typeface="Calibri" panose="020F0502020204030204" pitchFamily="34" charset="0"/>
              <a:cs typeface="Calibri" panose="020F0502020204030204" pitchFamily="34" charset="0"/>
            </a:endParaRPr>
          </a:p>
          <a:p>
            <a:pPr marL="269081"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AAE93FBE-530B-4430-A64E-7922C04E9A85}"/>
              </a:ext>
            </a:extLst>
          </p:cNvPr>
          <p:cNvSpPr>
            <a:spLocks noGrp="1"/>
          </p:cNvSpPr>
          <p:nvPr>
            <p:ph sz="quarter" idx="10"/>
          </p:nvPr>
        </p:nvSpPr>
        <p:spPr/>
        <p:txBody>
          <a:bodyPr rtlCol="0"/>
          <a:lstStyle/>
          <a:p>
            <a:pPr>
              <a:defRPr/>
            </a:pPr>
            <a:r>
              <a:rPr lang="en-US" dirty="0"/>
              <a:t>STREAM CLASSES - Example</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F737A27-1897-9DEB-AEB4-96A584BC5E29}"/>
                  </a:ext>
                </a:extLst>
              </p14:cNvPr>
              <p14:cNvContentPartPr/>
              <p14:nvPr/>
            </p14:nvContentPartPr>
            <p14:xfrm>
              <a:off x="500400" y="1901880"/>
              <a:ext cx="8072640" cy="4486680"/>
            </p14:xfrm>
          </p:contentPart>
        </mc:Choice>
        <mc:Fallback>
          <p:pic>
            <p:nvPicPr>
              <p:cNvPr id="2" name="Ink 1">
                <a:extLst>
                  <a:ext uri="{FF2B5EF4-FFF2-40B4-BE49-F238E27FC236}">
                    <a16:creationId xmlns:a16="http://schemas.microsoft.com/office/drawing/2014/main" id="{6F737A27-1897-9DEB-AEB4-96A584BC5E29}"/>
                  </a:ext>
                </a:extLst>
              </p:cNvPr>
              <p:cNvPicPr/>
              <p:nvPr/>
            </p:nvPicPr>
            <p:blipFill>
              <a:blip r:embed="rId4"/>
              <a:stretch>
                <a:fillRect/>
              </a:stretch>
            </p:blipFill>
            <p:spPr>
              <a:xfrm>
                <a:off x="491040" y="1892520"/>
                <a:ext cx="8091360" cy="4505400"/>
              </a:xfrm>
              <a:prstGeom prst="rect">
                <a:avLst/>
              </a:prstGeom>
            </p:spPr>
          </p:pic>
        </mc:Fallback>
      </mc:AlternateContent>
    </p:spTree>
    <p:extLst>
      <p:ext uri="{BB962C8B-B14F-4D97-AF65-F5344CB8AC3E}">
        <p14:creationId xmlns:p14="http://schemas.microsoft.com/office/powerpoint/2010/main" val="3289973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a:extLst>
              <a:ext uri="{FF2B5EF4-FFF2-40B4-BE49-F238E27FC236}">
                <a16:creationId xmlns:a16="http://schemas.microsoft.com/office/drawing/2014/main" id="{5B6649D6-237C-408B-B874-7C51692F4275}"/>
              </a:ext>
            </a:extLst>
          </p:cNvPr>
          <p:cNvSpPr>
            <a:spLocks noGrp="1"/>
          </p:cNvSpPr>
          <p:nvPr>
            <p:ph idx="1"/>
          </p:nvPr>
        </p:nvSpPr>
        <p:spPr>
          <a:xfrm>
            <a:off x="1170000" y="1828800"/>
            <a:ext cx="6172200" cy="2649636"/>
          </a:xfrm>
        </p:spPr>
        <p:txBody>
          <a:bodyPr/>
          <a:lstStyle/>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reading the data back using </a:t>
            </a: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 din = new </a:t>
            </a: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(new        </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FileInputStream</a:t>
            </a:r>
            <a:r>
              <a:rPr lang="en-IN" altLang="en-US" sz="1650" dirty="0">
                <a:latin typeface="Rockwell" panose="02060603020205020403" pitchFamily="18" charset="0"/>
                <a:cs typeface="Times New Roman" panose="02020603050405020304" pitchFamily="18" charset="0"/>
              </a:rPr>
              <a:t>("file.dat"));</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double a = </a:t>
            </a:r>
            <a:r>
              <a:rPr lang="en-IN" altLang="en-US" sz="1650" dirty="0" err="1">
                <a:latin typeface="Rockwell" panose="02060603020205020403" pitchFamily="18" charset="0"/>
                <a:cs typeface="Times New Roman" panose="02020603050405020304" pitchFamily="18" charset="0"/>
              </a:rPr>
              <a:t>din.readDouble</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03F8B0B-2BAB-4E09-8F2C-70446DE8942D}"/>
              </a:ext>
            </a:extLst>
          </p:cNvPr>
          <p:cNvSpPr>
            <a:spLocks noGrp="1"/>
          </p:cNvSpPr>
          <p:nvPr>
            <p:ph sz="quarter" idx="10"/>
          </p:nvPr>
        </p:nvSpPr>
        <p:spPr/>
        <p:txBody>
          <a:bodyPr rtlCol="0"/>
          <a:lstStyle/>
          <a:p>
            <a:pPr>
              <a:defRPr/>
            </a:pPr>
            <a:r>
              <a:rPr lang="en-US" dirty="0"/>
              <a:t>STREAM CLASSES - Example</a:t>
            </a:r>
          </a:p>
        </p:txBody>
      </p:sp>
      <p:sp>
        <p:nvSpPr>
          <p:cNvPr id="2" name="Rectangle 1"/>
          <p:cNvSpPr/>
          <p:nvPr/>
        </p:nvSpPr>
        <p:spPr>
          <a:xfrm>
            <a:off x="1485900" y="3449155"/>
            <a:ext cx="4572000" cy="2551596"/>
          </a:xfrm>
          <a:prstGeom prst="rect">
            <a:avLst/>
          </a:prstGeom>
        </p:spPr>
        <p:txBody>
          <a:bodyPr>
            <a:spAutoFit/>
          </a:bodyPr>
          <a:lstStyle/>
          <a:p>
            <a:pPr fontAlgn="base">
              <a:lnSpc>
                <a:spcPct val="107000"/>
              </a:lnSpc>
              <a:spcAft>
                <a:spcPts val="600"/>
              </a:spcAft>
            </a:pPr>
            <a:r>
              <a:rPr lang="en-IN" altLang="en-US" dirty="0" err="1">
                <a:latin typeface="Rockwell" panose="02060603020205020403" pitchFamily="18" charset="0"/>
                <a:ea typeface="Times New Roman" panose="02020603050405020304" pitchFamily="18" charset="0"/>
                <a:cs typeface="Courier New" panose="02070309020205020404" pitchFamily="49" charset="0"/>
              </a:rPr>
              <a:t>int</a:t>
            </a:r>
            <a:r>
              <a:rPr lang="en-IN" altLang="en-US" dirty="0">
                <a:latin typeface="Rockwell" panose="02060603020205020403" pitchFamily="18" charset="0"/>
                <a:ea typeface="Times New Roman" panose="02020603050405020304" pitchFamily="18" charset="0"/>
                <a:cs typeface="Courier New" panose="02070309020205020404" pitchFamily="49" charset="0"/>
              </a:rPr>
              <a:t> b =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din.readInt</a:t>
            </a:r>
            <a:r>
              <a:rPr lang="en-IN" altLang="en-US" dirty="0">
                <a:latin typeface="Rockwell" panose="02060603020205020403" pitchFamily="18" charset="0"/>
                <a:ea typeface="Times New Roman" panose="02020603050405020304" pitchFamily="18" charset="0"/>
                <a:cs typeface="Courier New" panose="02070309020205020404" pitchFamily="49" charset="0"/>
              </a:rPr>
              <a:t>();</a:t>
            </a:r>
          </a:p>
          <a:p>
            <a:pPr fontAlgn="base">
              <a:lnSpc>
                <a:spcPct val="107000"/>
              </a:lnSpc>
              <a:spcAft>
                <a:spcPts val="600"/>
              </a:spcAft>
            </a:pPr>
            <a:r>
              <a:rPr lang="en-IN" altLang="en-US" dirty="0">
                <a:latin typeface="Rockwell" panose="02060603020205020403" pitchFamily="18" charset="0"/>
                <a:ea typeface="Times New Roman" panose="02020603050405020304" pitchFamily="18" charset="0"/>
                <a:cs typeface="Courier New" panose="02070309020205020404" pitchFamily="49" charset="0"/>
              </a:rPr>
              <a:t>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boolean</a:t>
            </a:r>
            <a:r>
              <a:rPr lang="en-IN" altLang="en-US" dirty="0">
                <a:latin typeface="Rockwell" panose="02060603020205020403" pitchFamily="18" charset="0"/>
                <a:ea typeface="Times New Roman" panose="02020603050405020304" pitchFamily="18" charset="0"/>
                <a:cs typeface="Courier New" panose="02070309020205020404" pitchFamily="49" charset="0"/>
              </a:rPr>
              <a:t> c =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din.readBoolean</a:t>
            </a:r>
            <a:r>
              <a:rPr lang="en-IN" altLang="en-US"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dirty="0">
              <a:latin typeface="Calibri" panose="020F0502020204030204" pitchFamily="34" charset="0"/>
              <a:ea typeface="Calibri" panose="020F0502020204030204" pitchFamily="34" charset="0"/>
              <a:cs typeface="Courier New" panose="02070309020205020404" pitchFamily="49" charset="0"/>
            </a:endParaRPr>
          </a:p>
          <a:p>
            <a:pPr fontAlgn="base">
              <a:lnSpc>
                <a:spcPct val="107000"/>
              </a:lnSpc>
              <a:spcAft>
                <a:spcPts val="600"/>
              </a:spcAft>
            </a:pPr>
            <a:r>
              <a:rPr lang="en-IN" altLang="en-US" dirty="0">
                <a:latin typeface="Rockwell" panose="02060603020205020403" pitchFamily="18" charset="0"/>
                <a:ea typeface="Calibri" panose="020F0502020204030204" pitchFamily="34" charset="0"/>
                <a:cs typeface="Times New Roman" panose="02020603050405020304" pitchFamily="18" charset="0"/>
              </a:rPr>
              <a:t>  char</a:t>
            </a:r>
            <a:r>
              <a:rPr lang="en-IN" altLang="en-US" dirty="0">
                <a:latin typeface="Rockwell" panose="02060603020205020403" pitchFamily="18" charset="0"/>
                <a:cs typeface="Times New Roman" panose="02020603050405020304" pitchFamily="18" charset="0"/>
              </a:rPr>
              <a:t> d=</a:t>
            </a:r>
            <a:r>
              <a:rPr lang="en-IN" altLang="en-US" dirty="0" err="1">
                <a:latin typeface="Rockwell" panose="02060603020205020403" pitchFamily="18" charset="0"/>
                <a:cs typeface="Times New Roman" panose="02020603050405020304" pitchFamily="18" charset="0"/>
              </a:rPr>
              <a:t>din.readChar</a:t>
            </a:r>
            <a:r>
              <a:rPr lang="en-IN" altLang="en-US" dirty="0">
                <a:latin typeface="Rockwell" panose="02060603020205020403" pitchFamily="18" charset="0"/>
                <a:cs typeface="Times New Roman" panose="02020603050405020304" pitchFamily="18" charset="0"/>
              </a:rPr>
              <a:t>(); </a:t>
            </a:r>
            <a:endParaRPr lang="en-IN" altLang="en-US"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dirty="0">
                <a:latin typeface="Rockwell" panose="02060603020205020403" pitchFamily="18" charset="0"/>
                <a:cs typeface="Times New Roman" panose="02020603050405020304" pitchFamily="18" charset="0"/>
              </a:rPr>
              <a:t>    </a:t>
            </a:r>
            <a:r>
              <a:rPr lang="en-IN" altLang="en-US" dirty="0" err="1">
                <a:latin typeface="Rockwell" panose="02060603020205020403" pitchFamily="18" charset="0"/>
                <a:cs typeface="Times New Roman" panose="02020603050405020304" pitchFamily="18" charset="0"/>
              </a:rPr>
              <a:t>System.out.println</a:t>
            </a:r>
            <a:r>
              <a:rPr lang="en-IN" altLang="en-US" dirty="0">
                <a:latin typeface="Rockwell" panose="02060603020205020403" pitchFamily="18" charset="0"/>
                <a:cs typeface="Times New Roman" panose="02020603050405020304" pitchFamily="18" charset="0"/>
              </a:rPr>
              <a:t>("Values: " + a + " " + b + " " + c+" " + d); </a:t>
            </a:r>
            <a:endParaRPr lang="en-IN" altLang="en-US"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dirty="0">
                <a:latin typeface="Rockwell" panose="02060603020205020403" pitchFamily="18" charset="0"/>
                <a:cs typeface="Times New Roman" panose="02020603050405020304" pitchFamily="18" charset="0"/>
              </a:rPr>
              <a:t>       </a:t>
            </a:r>
            <a:r>
              <a:rPr lang="en-IN" altLang="en-US"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dirty="0">
                <a:latin typeface="Rockwell" panose="02060603020205020403" pitchFamily="18" charset="0"/>
                <a:cs typeface="Calibri" panose="020F0502020204030204" pitchFamily="34" charset="0"/>
              </a:rPr>
              <a:t>}</a:t>
            </a:r>
            <a:endParaRPr lang="en-IN" altLang="en-US" dirty="0">
              <a:latin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1DDAD7D-71FB-20E1-2404-222F371B047B}"/>
                  </a:ext>
                </a:extLst>
              </p14:cNvPr>
              <p14:cNvContentPartPr/>
              <p14:nvPr/>
            </p14:nvContentPartPr>
            <p14:xfrm>
              <a:off x="1675440" y="2449440"/>
              <a:ext cx="5435280" cy="2844000"/>
            </p14:xfrm>
          </p:contentPart>
        </mc:Choice>
        <mc:Fallback>
          <p:pic>
            <p:nvPicPr>
              <p:cNvPr id="3" name="Ink 2">
                <a:extLst>
                  <a:ext uri="{FF2B5EF4-FFF2-40B4-BE49-F238E27FC236}">
                    <a16:creationId xmlns:a16="http://schemas.microsoft.com/office/drawing/2014/main" id="{D1DDAD7D-71FB-20E1-2404-222F371B047B}"/>
                  </a:ext>
                </a:extLst>
              </p:cNvPr>
              <p:cNvPicPr/>
              <p:nvPr/>
            </p:nvPicPr>
            <p:blipFill>
              <a:blip r:embed="rId4"/>
              <a:stretch>
                <a:fillRect/>
              </a:stretch>
            </p:blipFill>
            <p:spPr>
              <a:xfrm>
                <a:off x="1666080" y="2440080"/>
                <a:ext cx="5454000" cy="2862720"/>
              </a:xfrm>
              <a:prstGeom prst="rect">
                <a:avLst/>
              </a:prstGeom>
            </p:spPr>
          </p:pic>
        </mc:Fallback>
      </mc:AlternateContent>
    </p:spTree>
    <p:extLst>
      <p:ext uri="{BB962C8B-B14F-4D97-AF65-F5344CB8AC3E}">
        <p14:creationId xmlns:p14="http://schemas.microsoft.com/office/powerpoint/2010/main" val="2866931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a:extLst>
              <a:ext uri="{FF2B5EF4-FFF2-40B4-BE49-F238E27FC236}">
                <a16:creationId xmlns:a16="http://schemas.microsoft.com/office/drawing/2014/main" id="{5B09C1E3-BE12-4E23-9CF9-64BF6ADC14FA}"/>
              </a:ext>
            </a:extLst>
          </p:cNvPr>
          <p:cNvSpPr>
            <a:spLocks noGrp="1"/>
          </p:cNvSpPr>
          <p:nvPr>
            <p:ph idx="1"/>
          </p:nvPr>
        </p:nvSpPr>
        <p:spPr>
          <a:xfrm>
            <a:off x="457200" y="1447801"/>
            <a:ext cx="8153400" cy="4388189"/>
          </a:xfrm>
        </p:spPr>
        <p:txBody>
          <a:bodyPr/>
          <a:lstStyle/>
          <a:p>
            <a:pPr fontAlgn="base">
              <a:lnSpc>
                <a:spcPct val="107000"/>
              </a:lnSpc>
              <a:spcAft>
                <a:spcPts val="600"/>
              </a:spcAft>
            </a:pPr>
            <a:r>
              <a:rPr lang="en-IN" altLang="en-US" sz="200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2000" b="1" u="sng"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000" b="1" u="sng"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000" b="1" u="sng" dirty="0" err="1">
                <a:latin typeface="Rockwell" panose="02060603020205020403" pitchFamily="18" charset="0"/>
                <a:ea typeface="Times New Roman" panose="02020603050405020304" pitchFamily="18" charset="0"/>
                <a:cs typeface="Courier New" panose="02070309020205020404" pitchFamily="49" charset="0"/>
              </a:rPr>
              <a:t>ObjectOutputStream</a:t>
            </a:r>
            <a:endParaRPr lang="en-IN" altLang="en-US" sz="2000" b="1" u="sng" dirty="0">
              <a:latin typeface="Rockwell" panose="02060603020205020403" pitchFamily="18" charset="0"/>
              <a:ea typeface="Times New Roman" panose="02020603050405020304" pitchFamily="18" charset="0"/>
              <a:cs typeface="Courier New" panose="02070309020205020404" pitchFamily="49" charset="0"/>
            </a:endParaRPr>
          </a:p>
          <a:p>
            <a:pPr fontAlgn="base">
              <a:lnSpc>
                <a:spcPct val="150000"/>
              </a:lnSpc>
              <a:spcBef>
                <a:spcPct val="0"/>
              </a:spcBef>
              <a:spcAft>
                <a:spcPct val="0"/>
              </a:spcAft>
            </a:pPr>
            <a:r>
              <a:rPr lang="en-US" altLang="en-US" sz="2000" dirty="0">
                <a:latin typeface="Rockwell" panose="02060603020205020403" pitchFamily="18" charset="0"/>
                <a:ea typeface="Times New Roman" panose="02020603050405020304" pitchFamily="18" charset="0"/>
                <a:cs typeface="Courier New" panose="02070309020205020404" pitchFamily="49" charset="0"/>
              </a:rPr>
              <a:t>The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is used to read the object written by using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a:t>
            </a:r>
          </a:p>
          <a:p>
            <a:pPr fontAlgn="base">
              <a:lnSpc>
                <a:spcPct val="150000"/>
              </a:lnSpc>
              <a:spcBef>
                <a:spcPct val="0"/>
              </a:spcBef>
              <a:spcAft>
                <a:spcPct val="0"/>
              </a:spcAft>
            </a:pPr>
            <a:r>
              <a:rPr lang="en-US" altLang="en-US" sz="2000" dirty="0">
                <a:latin typeface="Rockwell" panose="02060603020205020403" pitchFamily="18" charset="0"/>
                <a:ea typeface="Times New Roman" panose="02020603050405020304" pitchFamily="18" charset="0"/>
                <a:cs typeface="Courier New" panose="02070309020205020404" pitchFamily="49" charset="0"/>
              </a:rPr>
              <a:t>The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is used to write the object that can be read  by  using </a:t>
            </a:r>
          </a:p>
          <a:p>
            <a:pPr fontAlgn="base">
              <a:lnSpc>
                <a:spcPct val="150000"/>
              </a:lnSpc>
              <a:spcBef>
                <a:spcPct val="0"/>
              </a:spcBef>
              <a:spcAft>
                <a:spcPct val="0"/>
              </a:spcAft>
            </a:pP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b="1" dirty="0">
                <a:latin typeface="Rockwell" panose="02060603020205020403" pitchFamily="18" charset="0"/>
                <a:ea typeface="Times New Roman" panose="02020603050405020304" pitchFamily="18" charset="0"/>
                <a:cs typeface="Courier New" panose="02070309020205020404" pitchFamily="49" charset="0"/>
              </a:rPr>
              <a:t>.</a:t>
            </a:r>
          </a:p>
          <a:p>
            <a:pPr fontAlgn="base">
              <a:spcAft>
                <a:spcPts val="600"/>
              </a:spcAft>
            </a:pPr>
            <a:r>
              <a:rPr lang="en-IN" altLang="en-US" sz="2000" b="1" dirty="0">
                <a:solidFill>
                  <a:srgbClr val="CC3300"/>
                </a:solidFill>
                <a:latin typeface="Rockwell" panose="02060603020205020403" pitchFamily="18" charset="0"/>
                <a:ea typeface="Times New Roman" panose="02020603050405020304" pitchFamily="18" charset="0"/>
                <a:cs typeface="Calibri" panose="020F0502020204030204" pitchFamily="34" charset="0"/>
              </a:rPr>
              <a:t>Serialization</a:t>
            </a:r>
            <a:r>
              <a:rPr lang="en-IN" altLang="en-US" sz="2000" b="1" dirty="0">
                <a:solidFill>
                  <a:srgbClr val="4A4A4A"/>
                </a:solidFill>
                <a:latin typeface="Rockwell" panose="02060603020205020403" pitchFamily="18" charset="0"/>
                <a:ea typeface="Times New Roman" panose="02020603050405020304" pitchFamily="18" charset="0"/>
                <a:cs typeface="Calibri" panose="020F0502020204030204" pitchFamily="34" charset="0"/>
              </a:rPr>
              <a:t> </a:t>
            </a:r>
            <a:r>
              <a:rPr lang="en-IN" altLang="en-US" sz="2000" dirty="0">
                <a:solidFill>
                  <a:srgbClr val="4A4A4A"/>
                </a:solidFill>
                <a:latin typeface="Rockwell" panose="02060603020205020403" pitchFamily="18" charset="0"/>
                <a:ea typeface="Times New Roman" panose="02020603050405020304" pitchFamily="18" charset="0"/>
                <a:cs typeface="Calibri" panose="020F0502020204030204" pitchFamily="34" charset="0"/>
              </a:rPr>
              <a:t>is an important concept that deals with the conversion of objects into a byte stream to transport the java objects from one Java Virtual Machine to the other and recreate them to the original form.</a:t>
            </a:r>
            <a:endParaRPr lang="en-IN" altLang="en-US"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CDB93805-7E2A-4726-96D0-6E0027E12627}"/>
              </a:ext>
            </a:extLst>
          </p:cNvPr>
          <p:cNvSpPr>
            <a:spLocks noGrp="1"/>
          </p:cNvSpPr>
          <p:nvPr>
            <p:ph sz="quarter" idx="10"/>
          </p:nvPr>
        </p:nvSpPr>
        <p:spPr/>
        <p:txBody>
          <a:bodyPr rtlCol="0"/>
          <a:lstStyle/>
          <a:p>
            <a:pPr>
              <a:defRPr/>
            </a:pPr>
            <a:r>
              <a:rPr lang="en-IN" altLang="en-US" sz="28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8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800" b="0" dirty="0" err="1">
                <a:latin typeface="Rockwell" panose="02060603020205020403" pitchFamily="18" charset="0"/>
                <a:ea typeface="Times New Roman" panose="02020603050405020304" pitchFamily="18" charset="0"/>
                <a:cs typeface="Courier New" panose="02070309020205020404" pitchFamily="49" charset="0"/>
              </a:rPr>
              <a:t>ObjectOutputStream</a:t>
            </a:r>
            <a:endParaRPr lang="en-US" b="0" dirty="0"/>
          </a:p>
        </p:txBody>
      </p:sp>
    </p:spTree>
    <p:extLst>
      <p:ext uri="{BB962C8B-B14F-4D97-AF65-F5344CB8AC3E}">
        <p14:creationId xmlns:p14="http://schemas.microsoft.com/office/powerpoint/2010/main" val="481098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Content Placeholder 2">
            <a:extLst>
              <a:ext uri="{FF2B5EF4-FFF2-40B4-BE49-F238E27FC236}">
                <a16:creationId xmlns:a16="http://schemas.microsoft.com/office/drawing/2014/main" id="{9B2D6DCE-E878-4BA4-83ED-7FD759AAD049}"/>
              </a:ext>
            </a:extLst>
          </p:cNvPr>
          <p:cNvSpPr>
            <a:spLocks noGrp="1"/>
          </p:cNvSpPr>
          <p:nvPr>
            <p:ph idx="1"/>
          </p:nvPr>
        </p:nvSpPr>
        <p:spPr>
          <a:xfrm>
            <a:off x="1371600" y="1885951"/>
            <a:ext cx="6172200" cy="4606517"/>
          </a:xfrm>
        </p:spPr>
        <p:txBody>
          <a:bodyPr/>
          <a:lstStyle/>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import java.io.*; </a:t>
            </a:r>
            <a:endParaRPr lang="en-IN" altLang="en-US" sz="1650" dirty="0">
              <a:latin typeface="Rockwell" panose="02060603020205020403" pitchFamily="18"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class Demo implements</a:t>
            </a:r>
            <a:r>
              <a:rPr lang="en-IN" altLang="en-US" sz="1650" dirty="0">
                <a:latin typeface="Rockwell" panose="02060603020205020403" pitchFamily="18" charset="0"/>
                <a:ea typeface="Calibri" panose="020F0502020204030204" pitchFamily="34" charset="0"/>
                <a:cs typeface="Times New Roman" panose="02020603050405020304" pitchFamily="18" charset="0"/>
              </a:rPr>
              <a:t> </a:t>
            </a:r>
            <a:r>
              <a:rPr lang="en-IN" altLang="en-US" sz="1650" dirty="0">
                <a:latin typeface="Rockwell" panose="02060603020205020403" pitchFamily="18" charset="0"/>
                <a:cs typeface="Times New Roman" panose="02020603050405020304" pitchFamily="18" charset="0"/>
              </a:rPr>
              <a:t>Serializable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int a;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String b; </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public Demo(int a, String b)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this.a</a:t>
            </a:r>
            <a:r>
              <a:rPr lang="en-IN" altLang="en-US" sz="1650" dirty="0">
                <a:latin typeface="Rockwell" panose="02060603020205020403" pitchFamily="18" charset="0"/>
                <a:cs typeface="Times New Roman" panose="02020603050405020304" pitchFamily="18" charset="0"/>
              </a:rPr>
              <a:t> = a;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this.b</a:t>
            </a:r>
            <a:r>
              <a:rPr lang="en-IN" altLang="en-US" sz="1650" dirty="0">
                <a:latin typeface="Rockwell" panose="02060603020205020403" pitchFamily="18" charset="0"/>
                <a:cs typeface="Times New Roman" panose="02020603050405020304" pitchFamily="18" charset="0"/>
              </a:rPr>
              <a:t> = b;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350" dirty="0">
                <a:latin typeface="Rockwell" panose="02060603020205020403"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97D162AE-E16B-4A91-B06A-5CB8E9B66531}"/>
              </a:ext>
            </a:extLst>
          </p:cNvPr>
          <p:cNvSpPr>
            <a:spLocks noGrp="1"/>
          </p:cNvSpPr>
          <p:nvPr>
            <p:ph sz="quarter" idx="10"/>
          </p:nvPr>
        </p:nvSpPr>
        <p:spPr/>
        <p:txBody>
          <a:bodyPr rtlCol="0"/>
          <a:lstStyle/>
          <a:p>
            <a:pPr>
              <a:defRPr/>
            </a:pP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 Example</a:t>
            </a:r>
            <a:endParaRPr lang="en-US" b="0" dirty="0"/>
          </a:p>
        </p:txBody>
      </p:sp>
    </p:spTree>
    <p:extLst>
      <p:ext uri="{BB962C8B-B14F-4D97-AF65-F5344CB8AC3E}">
        <p14:creationId xmlns:p14="http://schemas.microsoft.com/office/powerpoint/2010/main" val="3936745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Content Placeholder 2">
            <a:extLst>
              <a:ext uri="{FF2B5EF4-FFF2-40B4-BE49-F238E27FC236}">
                <a16:creationId xmlns:a16="http://schemas.microsoft.com/office/drawing/2014/main" id="{D02918AE-E7C1-45DC-851F-16CCDE21FE1E}"/>
              </a:ext>
            </a:extLst>
          </p:cNvPr>
          <p:cNvSpPr>
            <a:spLocks noGrp="1"/>
          </p:cNvSpPr>
          <p:nvPr>
            <p:ph idx="1"/>
          </p:nvPr>
        </p:nvSpPr>
        <p:spPr>
          <a:xfrm>
            <a:off x="1066800" y="1447800"/>
            <a:ext cx="6172200" cy="6262740"/>
          </a:xfrm>
        </p:spPr>
        <p:txBody>
          <a:bodyPr/>
          <a:lstStyle/>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class Test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public static</a:t>
            </a:r>
            <a:r>
              <a:rPr lang="en-IN" altLang="en-US" sz="1650" dirty="0">
                <a:latin typeface="Rockwell" panose="02060603020205020403" pitchFamily="18" charset="0"/>
                <a:cs typeface="Times New Roman" panose="02020603050405020304" pitchFamily="18" charset="0"/>
              </a:rPr>
              <a:t> void main(String[] </a:t>
            </a:r>
            <a:r>
              <a:rPr lang="en-IN" altLang="en-US" sz="1650" dirty="0" err="1">
                <a:latin typeface="Rockwell" panose="02060603020205020403" pitchFamily="18" charset="0"/>
                <a:cs typeface="Times New Roman" panose="02020603050405020304" pitchFamily="18" charset="0"/>
              </a:rPr>
              <a:t>args</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Demo object = new Demo(100, “Sachin");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FileOutputStream</a:t>
            </a:r>
            <a:r>
              <a:rPr lang="en-IN" altLang="en-US" sz="1650" dirty="0">
                <a:latin typeface="Rockwell" panose="02060603020205020403" pitchFamily="18" charset="0"/>
                <a:cs typeface="Times New Roman" panose="02020603050405020304" pitchFamily="18" charset="0"/>
              </a:rPr>
              <a:t> file = new </a:t>
            </a:r>
            <a:r>
              <a:rPr lang="en-IN" altLang="en-US" sz="1650" dirty="0" err="1">
                <a:latin typeface="Rockwell" panose="02060603020205020403" pitchFamily="18" charset="0"/>
                <a:cs typeface="Times New Roman" panose="02020603050405020304" pitchFamily="18" charset="0"/>
              </a:rPr>
              <a:t>FileOutputStream</a:t>
            </a:r>
            <a:r>
              <a:rPr lang="en-IN" altLang="en-US" sz="1650" dirty="0">
                <a:latin typeface="Rockwell" panose="02060603020205020403" pitchFamily="18" charset="0"/>
                <a:cs typeface="Times New Roman" panose="02020603050405020304" pitchFamily="18" charset="0"/>
              </a:rPr>
              <a:t>(“</a:t>
            </a:r>
            <a:r>
              <a:rPr lang="en-IN" altLang="en-US" sz="1650" dirty="0" err="1">
                <a:latin typeface="Rockwell" panose="02060603020205020403" pitchFamily="18" charset="0"/>
                <a:cs typeface="Times New Roman" panose="02020603050405020304" pitchFamily="18" charset="0"/>
              </a:rPr>
              <a:t>MyFile</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ObjectOutputStream</a:t>
            </a:r>
            <a:r>
              <a:rPr lang="en-IN" altLang="en-US" sz="1650" dirty="0">
                <a:latin typeface="Rockwell" panose="02060603020205020403" pitchFamily="18" charset="0"/>
                <a:cs typeface="Times New Roman" panose="02020603050405020304" pitchFamily="18" charset="0"/>
              </a:rPr>
              <a:t> out = new</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ObjectOutputStream</a:t>
            </a:r>
            <a:r>
              <a:rPr lang="en-IN" altLang="en-US" sz="1650" dirty="0">
                <a:latin typeface="Rockwell" panose="02060603020205020403" pitchFamily="18" charset="0"/>
                <a:cs typeface="Times New Roman" panose="02020603050405020304" pitchFamily="18" charset="0"/>
              </a:rPr>
              <a:t>(file); </a:t>
            </a:r>
          </a:p>
          <a:p>
            <a:pPr fontAlgn="base">
              <a:lnSpc>
                <a:spcPct val="107000"/>
              </a:lnSpc>
              <a:spcAft>
                <a:spcPts val="600"/>
              </a:spcAft>
            </a:pP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out.writeObject</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(object);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out.close</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file.close</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System.out.println</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("Object has been serialized");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65ED643E-F630-476A-9504-CFEA2146EFE7}"/>
              </a:ext>
            </a:extLst>
          </p:cNvPr>
          <p:cNvSpPr>
            <a:spLocks noGrp="1"/>
          </p:cNvSpPr>
          <p:nvPr>
            <p:ph sz="quarter" idx="10"/>
          </p:nvPr>
        </p:nvSpPr>
        <p:spPr/>
        <p:txBody>
          <a:bodyPr rtlCol="0"/>
          <a:lstStyle/>
          <a:p>
            <a:pPr>
              <a:defRPr/>
            </a:pP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 Example</a:t>
            </a:r>
            <a:endParaRPr lang="en-US" b="0" dirty="0"/>
          </a:p>
        </p:txBody>
      </p:sp>
    </p:spTree>
    <p:extLst>
      <p:ext uri="{BB962C8B-B14F-4D97-AF65-F5344CB8AC3E}">
        <p14:creationId xmlns:p14="http://schemas.microsoft.com/office/powerpoint/2010/main" val="4052514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Line 1"/>
          <p:cNvSpPr>
            <a:spLocks noChangeShapeType="1"/>
          </p:cNvSpPr>
          <p:nvPr/>
        </p:nvSpPr>
        <p:spPr bwMode="auto">
          <a:xfrm>
            <a:off x="603250" y="784225"/>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36866" name="Text Box 2"/>
          <p:cNvSpPr txBox="1">
            <a:spLocks noChangeArrowheads="1"/>
          </p:cNvSpPr>
          <p:nvPr/>
        </p:nvSpPr>
        <p:spPr bwMode="auto">
          <a:xfrm>
            <a:off x="2420938" y="331788"/>
            <a:ext cx="44275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Example - Serialize an Object</a:t>
            </a:r>
          </a:p>
        </p:txBody>
      </p:sp>
      <p:sp>
        <p:nvSpPr>
          <p:cNvPr id="36867" name="AutoShape 3"/>
          <p:cNvSpPr>
            <a:spLocks noChangeArrowheads="1"/>
          </p:cNvSpPr>
          <p:nvPr/>
        </p:nvSpPr>
        <p:spPr bwMode="auto">
          <a:xfrm>
            <a:off x="620713" y="896938"/>
            <a:ext cx="7888287" cy="5516562"/>
          </a:xfrm>
          <a:prstGeom prst="roundRect">
            <a:avLst>
              <a:gd name="adj" fmla="val 23"/>
            </a:avLst>
          </a:prstGeom>
          <a:solidFill>
            <a:srgbClr val="FFFFCC"/>
          </a:solidFill>
          <a:ln w="9360">
            <a:solidFill>
              <a:srgbClr val="000000"/>
            </a:solidFill>
            <a:round/>
            <a:headEnd/>
            <a:tailEnd/>
          </a:ln>
        </p:spPr>
        <p:txBody>
          <a:bodyPr wrap="none" anchor="ctr"/>
          <a:lstStyle/>
          <a:p>
            <a:pPr>
              <a:defRPr/>
            </a:pPr>
            <a:endParaRPr lang="en-IN" sz="2177">
              <a:solidFill>
                <a:srgbClr val="000000"/>
              </a:solidFill>
            </a:endParaRPr>
          </a:p>
        </p:txBody>
      </p:sp>
      <p:sp>
        <p:nvSpPr>
          <p:cNvPr id="36868" name="Text Box 4"/>
          <p:cNvSpPr txBox="1">
            <a:spLocks noChangeArrowheads="1"/>
          </p:cNvSpPr>
          <p:nvPr/>
        </p:nvSpPr>
        <p:spPr bwMode="auto">
          <a:xfrm>
            <a:off x="766763" y="984250"/>
            <a:ext cx="766445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09550" indent="-2095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spcBef>
                <a:spcPts val="239"/>
              </a:spcBef>
              <a:buClr>
                <a:srgbClr val="000000"/>
              </a:buClr>
              <a:buSzPct val="168000"/>
              <a:defRPr/>
            </a:pPr>
            <a:r>
              <a:rPr lang="en-GB" sz="1270" dirty="0">
                <a:solidFill>
                  <a:srgbClr val="000000"/>
                </a:solidFill>
                <a:latin typeface="Courier" charset="0"/>
              </a:rPr>
              <a:t>import java.io.*;</a:t>
            </a:r>
          </a:p>
          <a:p>
            <a:pPr>
              <a:spcBef>
                <a:spcPts val="239"/>
              </a:spcBef>
              <a:buClr>
                <a:srgbClr val="000000"/>
              </a:buClr>
              <a:buSzPct val="168000"/>
              <a:defRPr/>
            </a:pPr>
            <a:endParaRPr lang="en-GB" sz="1270" dirty="0">
              <a:solidFill>
                <a:srgbClr val="000000"/>
              </a:solidFill>
              <a:latin typeface="Courier" charset="0"/>
            </a:endParaRPr>
          </a:p>
          <a:p>
            <a:pPr>
              <a:spcBef>
                <a:spcPts val="239"/>
              </a:spcBef>
              <a:buClr>
                <a:srgbClr val="000000"/>
              </a:buClr>
              <a:buSzPct val="168000"/>
              <a:defRPr/>
            </a:pPr>
            <a:r>
              <a:rPr lang="en-GB" sz="1270" dirty="0">
                <a:solidFill>
                  <a:srgbClr val="000000"/>
                </a:solidFill>
                <a:latin typeface="Courier" charset="0"/>
              </a:rPr>
              <a:t>public class Test1</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public void </a:t>
            </a:r>
            <a:r>
              <a:rPr lang="en-GB" sz="1270" dirty="0" err="1">
                <a:solidFill>
                  <a:srgbClr val="000000"/>
                </a:solidFill>
                <a:latin typeface="Courier" charset="0"/>
              </a:rPr>
              <a:t>saveObject</a:t>
            </a:r>
            <a:r>
              <a:rPr lang="en-GB" sz="1270" dirty="0">
                <a:solidFill>
                  <a:srgbClr val="000000"/>
                </a:solidFill>
                <a:latin typeface="Courier" charset="0"/>
              </a:rPr>
              <a:t>(String </a:t>
            </a:r>
            <a:r>
              <a:rPr lang="en-GB" sz="1270" dirty="0" err="1">
                <a:solidFill>
                  <a:srgbClr val="000000"/>
                </a:solidFill>
                <a:latin typeface="Courier" charset="0"/>
              </a:rPr>
              <a:t>outputFilename</a:t>
            </a:r>
            <a:r>
              <a:rPr lang="en-GB" sz="1270" dirty="0">
                <a:solidFill>
                  <a:srgbClr val="000000"/>
                </a:solidFill>
                <a:latin typeface="Courier" charset="0"/>
              </a:rPr>
              <a:t>, Object </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try</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FileOutputStream</a:t>
            </a:r>
            <a:r>
              <a:rPr lang="en-GB" sz="1270" dirty="0">
                <a:solidFill>
                  <a:srgbClr val="000000"/>
                </a:solidFill>
                <a:latin typeface="Courier" charset="0"/>
              </a:rPr>
              <a:t> </a:t>
            </a:r>
            <a:r>
              <a:rPr lang="en-GB" sz="1270" dirty="0" err="1">
                <a:solidFill>
                  <a:srgbClr val="000000"/>
                </a:solidFill>
                <a:latin typeface="Courier" charset="0"/>
              </a:rPr>
              <a:t>fpout</a:t>
            </a:r>
            <a:r>
              <a:rPr lang="en-GB" sz="1270" dirty="0">
                <a:solidFill>
                  <a:srgbClr val="000000"/>
                </a:solidFill>
                <a:latin typeface="Courier" charset="0"/>
              </a:rPr>
              <a:t> = new </a:t>
            </a:r>
            <a:r>
              <a:rPr lang="en-GB" sz="1270" dirty="0" err="1">
                <a:solidFill>
                  <a:srgbClr val="000000"/>
                </a:solidFill>
                <a:latin typeface="Courier" charset="0"/>
              </a:rPr>
              <a:t>FileOutputStream</a:t>
            </a:r>
            <a:r>
              <a:rPr lang="en-GB" sz="1270" dirty="0">
                <a:solidFill>
                  <a:srgbClr val="000000"/>
                </a:solidFill>
                <a:latin typeface="Courier" charset="0"/>
              </a:rPr>
              <a:t>(</a:t>
            </a:r>
            <a:r>
              <a:rPr lang="en-GB" sz="1270" dirty="0" err="1">
                <a:solidFill>
                  <a:srgbClr val="000000"/>
                </a:solidFill>
                <a:latin typeface="Courier" charset="0"/>
              </a:rPr>
              <a:t>outputFilename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ObjectOutputStream</a:t>
            </a:r>
            <a:r>
              <a:rPr lang="en-GB" sz="1270" dirty="0">
                <a:solidFill>
                  <a:srgbClr val="000000"/>
                </a:solidFill>
                <a:latin typeface="Courier" charset="0"/>
              </a:rPr>
              <a:t> </a:t>
            </a:r>
            <a:r>
              <a:rPr lang="en-GB" sz="1270" dirty="0" err="1">
                <a:solidFill>
                  <a:srgbClr val="000000"/>
                </a:solidFill>
                <a:latin typeface="Courier" charset="0"/>
              </a:rPr>
              <a:t>obOut</a:t>
            </a:r>
            <a:r>
              <a:rPr lang="en-GB" sz="1270" dirty="0">
                <a:solidFill>
                  <a:srgbClr val="000000"/>
                </a:solidFill>
                <a:latin typeface="Courier" charset="0"/>
              </a:rPr>
              <a:t> = new </a:t>
            </a:r>
            <a:r>
              <a:rPr lang="en-GB" sz="1270" dirty="0" err="1">
                <a:solidFill>
                  <a:srgbClr val="000000"/>
                </a:solidFill>
                <a:latin typeface="Courier" charset="0"/>
              </a:rPr>
              <a:t>ObjectOutputStream</a:t>
            </a:r>
            <a:r>
              <a:rPr lang="en-GB" sz="1270" dirty="0">
                <a:solidFill>
                  <a:srgbClr val="000000"/>
                </a:solidFill>
                <a:latin typeface="Courier" charset="0"/>
              </a:rPr>
              <a:t>(</a:t>
            </a:r>
            <a:r>
              <a:rPr lang="en-GB" sz="1270" dirty="0" err="1">
                <a:solidFill>
                  <a:srgbClr val="000000"/>
                </a:solidFill>
                <a:latin typeface="Courier" charset="0"/>
              </a:rPr>
              <a:t>fpout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obOut.writeObject</a:t>
            </a:r>
            <a:r>
              <a:rPr lang="en-GB" sz="1270" dirty="0">
                <a:solidFill>
                  <a:srgbClr val="000000"/>
                </a:solidFill>
                <a:latin typeface="Courier" charset="0"/>
              </a:rPr>
              <a:t>(</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obOut.flush</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obOut.close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catch (</a:t>
            </a:r>
            <a:r>
              <a:rPr lang="en-GB" sz="1270" dirty="0" err="1">
                <a:solidFill>
                  <a:srgbClr val="000000"/>
                </a:solidFill>
                <a:latin typeface="Courier" charset="0"/>
              </a:rPr>
              <a:t>IOException</a:t>
            </a:r>
            <a:r>
              <a:rPr lang="en-GB" sz="1270" dirty="0">
                <a:solidFill>
                  <a:srgbClr val="000000"/>
                </a:solidFill>
                <a:latin typeface="Courier" charset="0"/>
              </a:rPr>
              <a:t>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System.out.println</a:t>
            </a:r>
            <a:r>
              <a:rPr lang="en-GB" sz="1270" dirty="0">
                <a:solidFill>
                  <a:srgbClr val="000000"/>
                </a:solidFill>
                <a:latin typeface="Courier" charset="0"/>
              </a:rPr>
              <a:t>("Error:" +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endParaRPr lang="en-GB" sz="1270" dirty="0">
              <a:solidFill>
                <a:srgbClr val="000000"/>
              </a:solidFill>
              <a:latin typeface="Courier" charset="0"/>
            </a:endParaRPr>
          </a:p>
        </p:txBody>
      </p:sp>
    </p:spTree>
    <p:extLst>
      <p:ext uri="{BB962C8B-B14F-4D97-AF65-F5344CB8AC3E}">
        <p14:creationId xmlns:p14="http://schemas.microsoft.com/office/powerpoint/2010/main" val="3062953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Line 1"/>
          <p:cNvSpPr>
            <a:spLocks noChangeShapeType="1"/>
          </p:cNvSpPr>
          <p:nvPr/>
        </p:nvSpPr>
        <p:spPr bwMode="auto">
          <a:xfrm>
            <a:off x="654050" y="784225"/>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37890" name="Text Box 2"/>
          <p:cNvSpPr txBox="1">
            <a:spLocks noChangeArrowheads="1"/>
          </p:cNvSpPr>
          <p:nvPr/>
        </p:nvSpPr>
        <p:spPr bwMode="auto">
          <a:xfrm>
            <a:off x="1876425" y="323850"/>
            <a:ext cx="598963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Example - Read in a Serialized Object</a:t>
            </a:r>
          </a:p>
        </p:txBody>
      </p:sp>
      <p:sp>
        <p:nvSpPr>
          <p:cNvPr id="37891" name="AutoShape 3"/>
          <p:cNvSpPr>
            <a:spLocks noChangeArrowheads="1"/>
          </p:cNvSpPr>
          <p:nvPr/>
        </p:nvSpPr>
        <p:spPr bwMode="auto">
          <a:xfrm>
            <a:off x="671513" y="896938"/>
            <a:ext cx="7888287" cy="5516562"/>
          </a:xfrm>
          <a:prstGeom prst="roundRect">
            <a:avLst>
              <a:gd name="adj" fmla="val 23"/>
            </a:avLst>
          </a:prstGeom>
          <a:solidFill>
            <a:srgbClr val="FFFFCC"/>
          </a:solidFill>
          <a:ln w="9360">
            <a:solidFill>
              <a:srgbClr val="000000"/>
            </a:solidFill>
            <a:round/>
            <a:headEnd/>
            <a:tailEnd/>
          </a:ln>
        </p:spPr>
        <p:txBody>
          <a:bodyPr wrap="none" anchor="ctr"/>
          <a:lstStyle/>
          <a:p>
            <a:pPr>
              <a:defRPr/>
            </a:pPr>
            <a:endParaRPr lang="en-IN" sz="2177">
              <a:solidFill>
                <a:srgbClr val="000000"/>
              </a:solidFill>
            </a:endParaRPr>
          </a:p>
        </p:txBody>
      </p:sp>
      <p:sp>
        <p:nvSpPr>
          <p:cNvPr id="37892" name="Text Box 4"/>
          <p:cNvSpPr txBox="1">
            <a:spLocks noChangeArrowheads="1"/>
          </p:cNvSpPr>
          <p:nvPr/>
        </p:nvSpPr>
        <p:spPr bwMode="auto">
          <a:xfrm>
            <a:off x="817563" y="984250"/>
            <a:ext cx="766445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09550" indent="-2095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spcBef>
                <a:spcPts val="239"/>
              </a:spcBef>
              <a:buClr>
                <a:srgbClr val="000000"/>
              </a:buClr>
              <a:buSzPct val="168000"/>
              <a:defRPr/>
            </a:pPr>
            <a:r>
              <a:rPr lang="en-GB" sz="1270" dirty="0">
                <a:solidFill>
                  <a:srgbClr val="000000"/>
                </a:solidFill>
                <a:latin typeface="Courier" charset="0"/>
              </a:rPr>
              <a:t>import java.io.*;</a:t>
            </a:r>
          </a:p>
          <a:p>
            <a:pPr>
              <a:spcBef>
                <a:spcPts val="239"/>
              </a:spcBef>
              <a:buClr>
                <a:srgbClr val="000000"/>
              </a:buClr>
              <a:buSzPct val="168000"/>
              <a:defRPr/>
            </a:pPr>
            <a:endParaRPr lang="en-GB" sz="1270" dirty="0">
              <a:solidFill>
                <a:srgbClr val="000000"/>
              </a:solidFill>
              <a:latin typeface="Courier" charset="0"/>
            </a:endParaRPr>
          </a:p>
          <a:p>
            <a:pPr>
              <a:spcBef>
                <a:spcPts val="239"/>
              </a:spcBef>
              <a:buClr>
                <a:srgbClr val="000000"/>
              </a:buClr>
              <a:buSzPct val="168000"/>
              <a:defRPr/>
            </a:pPr>
            <a:r>
              <a:rPr lang="en-GB" sz="1270" dirty="0">
                <a:solidFill>
                  <a:srgbClr val="000000"/>
                </a:solidFill>
                <a:latin typeface="Courier" charset="0"/>
              </a:rPr>
              <a:t>public class Test2</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public Object </a:t>
            </a:r>
            <a:r>
              <a:rPr lang="en-GB" sz="1270" dirty="0" err="1">
                <a:solidFill>
                  <a:srgbClr val="000000"/>
                </a:solidFill>
                <a:latin typeface="Courier" charset="0"/>
              </a:rPr>
              <a:t>readObject</a:t>
            </a:r>
            <a:r>
              <a:rPr lang="en-GB" sz="1270" dirty="0">
                <a:solidFill>
                  <a:srgbClr val="000000"/>
                </a:solidFill>
                <a:latin typeface="Courier" charset="0"/>
              </a:rPr>
              <a:t>(String </a:t>
            </a:r>
            <a:r>
              <a:rPr lang="en-GB" sz="1270" dirty="0" err="1">
                <a:solidFill>
                  <a:srgbClr val="000000"/>
                </a:solidFill>
                <a:latin typeface="Courier" charset="0"/>
              </a:rPr>
              <a:t>inputFilename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try</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FileInputStream</a:t>
            </a:r>
            <a:r>
              <a:rPr lang="en-GB" sz="1270" dirty="0">
                <a:solidFill>
                  <a:srgbClr val="000000"/>
                </a:solidFill>
                <a:latin typeface="Courier" charset="0"/>
              </a:rPr>
              <a:t> </a:t>
            </a:r>
            <a:r>
              <a:rPr lang="en-GB" sz="1270" dirty="0" err="1">
                <a:solidFill>
                  <a:srgbClr val="000000"/>
                </a:solidFill>
                <a:latin typeface="Courier" charset="0"/>
              </a:rPr>
              <a:t>fpin</a:t>
            </a:r>
            <a:r>
              <a:rPr lang="en-GB" sz="1270" dirty="0">
                <a:solidFill>
                  <a:srgbClr val="000000"/>
                </a:solidFill>
                <a:latin typeface="Courier" charset="0"/>
              </a:rPr>
              <a:t> = new </a:t>
            </a:r>
            <a:r>
              <a:rPr lang="en-GB" sz="1270" dirty="0" err="1">
                <a:solidFill>
                  <a:srgbClr val="000000"/>
                </a:solidFill>
                <a:latin typeface="Courier" charset="0"/>
              </a:rPr>
              <a:t>FileInputStream</a:t>
            </a:r>
            <a:r>
              <a:rPr lang="en-GB" sz="1270" dirty="0">
                <a:solidFill>
                  <a:srgbClr val="000000"/>
                </a:solidFill>
                <a:latin typeface="Courier" charset="0"/>
              </a:rPr>
              <a:t>(</a:t>
            </a:r>
            <a:r>
              <a:rPr lang="en-GB" sz="1270" dirty="0" err="1">
                <a:solidFill>
                  <a:srgbClr val="000000"/>
                </a:solidFill>
                <a:latin typeface="Courier" charset="0"/>
              </a:rPr>
              <a:t>inputFilename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ObjectInputStream</a:t>
            </a:r>
            <a:r>
              <a:rPr lang="en-GB" sz="1270" dirty="0">
                <a:solidFill>
                  <a:srgbClr val="000000"/>
                </a:solidFill>
                <a:latin typeface="Courier" charset="0"/>
              </a:rPr>
              <a:t> </a:t>
            </a:r>
            <a:r>
              <a:rPr lang="en-GB" sz="1270" dirty="0" err="1">
                <a:solidFill>
                  <a:srgbClr val="000000"/>
                </a:solidFill>
                <a:latin typeface="Courier" charset="0"/>
              </a:rPr>
              <a:t>obIn</a:t>
            </a:r>
            <a:r>
              <a:rPr lang="en-GB" sz="1270" dirty="0">
                <a:solidFill>
                  <a:srgbClr val="000000"/>
                </a:solidFill>
                <a:latin typeface="Courier" charset="0"/>
              </a:rPr>
              <a:t> = new </a:t>
            </a:r>
            <a:r>
              <a:rPr lang="en-GB" sz="1270" dirty="0" err="1">
                <a:solidFill>
                  <a:srgbClr val="000000"/>
                </a:solidFill>
                <a:latin typeface="Courier" charset="0"/>
              </a:rPr>
              <a:t>ObjectInputStream</a:t>
            </a:r>
            <a:r>
              <a:rPr lang="en-GB" sz="1270" dirty="0">
                <a:solidFill>
                  <a:srgbClr val="000000"/>
                </a:solidFill>
                <a:latin typeface="Courier" charset="0"/>
              </a:rPr>
              <a:t>(</a:t>
            </a:r>
            <a:r>
              <a:rPr lang="en-GB" sz="1270" dirty="0" err="1">
                <a:solidFill>
                  <a:srgbClr val="000000"/>
                </a:solidFill>
                <a:latin typeface="Courier" charset="0"/>
              </a:rPr>
              <a:t>fpin</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Object </a:t>
            </a:r>
            <a:r>
              <a:rPr lang="en-GB" sz="1270" dirty="0" err="1">
                <a:solidFill>
                  <a:srgbClr val="000000"/>
                </a:solidFill>
                <a:latin typeface="Courier" charset="0"/>
              </a:rPr>
              <a:t>anObject</a:t>
            </a:r>
            <a:r>
              <a:rPr lang="en-GB" sz="1270" dirty="0">
                <a:solidFill>
                  <a:srgbClr val="000000"/>
                </a:solidFill>
                <a:latin typeface="Courier" charset="0"/>
              </a:rPr>
              <a:t> = </a:t>
            </a:r>
            <a:r>
              <a:rPr lang="en-GB" sz="1270" dirty="0" err="1">
                <a:solidFill>
                  <a:srgbClr val="000000"/>
                </a:solidFill>
                <a:latin typeface="Courier" charset="0"/>
              </a:rPr>
              <a:t>obIn.readObject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obIn.close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return </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catch (</a:t>
            </a:r>
            <a:r>
              <a:rPr lang="en-GB" sz="1270" dirty="0" err="1">
                <a:solidFill>
                  <a:srgbClr val="000000"/>
                </a:solidFill>
                <a:latin typeface="Courier" charset="0"/>
              </a:rPr>
              <a:t>IOException</a:t>
            </a:r>
            <a:r>
              <a:rPr lang="en-GB" sz="1270" dirty="0">
                <a:solidFill>
                  <a:srgbClr val="000000"/>
                </a:solidFill>
                <a:latin typeface="Courier" charset="0"/>
              </a:rPr>
              <a:t>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System.out.println</a:t>
            </a:r>
            <a:r>
              <a:rPr lang="en-GB" sz="1270" dirty="0">
                <a:solidFill>
                  <a:srgbClr val="000000"/>
                </a:solidFill>
                <a:latin typeface="Courier" charset="0"/>
              </a:rPr>
              <a:t>("Error:" +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endParaRPr lang="en-GB" sz="1270" dirty="0">
              <a:solidFill>
                <a:srgbClr val="000000"/>
              </a:solidFill>
              <a:latin typeface="Courier" charset="0"/>
            </a:endParaRPr>
          </a:p>
        </p:txBody>
      </p:sp>
    </p:spTree>
    <p:extLst>
      <p:ext uri="{BB962C8B-B14F-4D97-AF65-F5344CB8AC3E}">
        <p14:creationId xmlns:p14="http://schemas.microsoft.com/office/powerpoint/2010/main" val="2752229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Line 1"/>
          <p:cNvSpPr>
            <a:spLocks noChangeShapeType="1"/>
          </p:cNvSpPr>
          <p:nvPr/>
        </p:nvSpPr>
        <p:spPr bwMode="auto">
          <a:xfrm>
            <a:off x="492125" y="869950"/>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40962" name="Text Box 2"/>
          <p:cNvSpPr txBox="1">
            <a:spLocks noChangeArrowheads="1"/>
          </p:cNvSpPr>
          <p:nvPr/>
        </p:nvSpPr>
        <p:spPr bwMode="auto">
          <a:xfrm>
            <a:off x="454025" y="1752600"/>
            <a:ext cx="8002588"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5900" indent="-2159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1pPr>
            <a:lvl2pPr marL="431800" indent="-2159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9pPr>
          </a:lstStyle>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Java IO provides a class which is an abstract representation of a file or directory within the file system.</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has 2 constructors:</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lvl="1">
              <a:buClr>
                <a:srgbClr val="000000"/>
              </a:buClr>
              <a:buSzPct val="85000"/>
              <a:buFont typeface="Times New Roman" panose="02020603050405020304" pitchFamily="18" charset="0"/>
              <a:buNone/>
              <a:defRPr/>
            </a:pPr>
            <a:r>
              <a:rPr lang="en-GB" sz="1814" dirty="0">
                <a:solidFill>
                  <a:srgbClr val="000000"/>
                </a:solidFill>
                <a:latin typeface="Courier" charset="0"/>
              </a:rPr>
              <a:t>File(String </a:t>
            </a:r>
            <a:r>
              <a:rPr lang="en-GB" sz="1814" dirty="0" err="1">
                <a:solidFill>
                  <a:srgbClr val="000000"/>
                </a:solidFill>
                <a:latin typeface="Courier" charset="0"/>
              </a:rPr>
              <a:t>pathName</a:t>
            </a:r>
            <a:r>
              <a:rPr lang="en-GB" sz="1814" dirty="0">
                <a:solidFill>
                  <a:srgbClr val="000000"/>
                </a:solidFill>
                <a:latin typeface="Courier" charset="0"/>
              </a:rPr>
              <a:t>)</a:t>
            </a:r>
          </a:p>
          <a:p>
            <a:pPr lvl="1">
              <a:buClr>
                <a:srgbClr val="000000"/>
              </a:buClr>
              <a:buSzPct val="85000"/>
              <a:buFont typeface="Times New Roman" panose="02020603050405020304" pitchFamily="18" charset="0"/>
              <a:buNone/>
              <a:defRPr/>
            </a:pPr>
            <a:r>
              <a:rPr lang="en-GB" sz="1814" dirty="0">
                <a:solidFill>
                  <a:srgbClr val="000000"/>
                </a:solidFill>
                <a:latin typeface="Courier" charset="0"/>
              </a:rPr>
              <a:t>File(File parent, String child)</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provides several query methods:</a:t>
            </a:r>
          </a:p>
          <a:p>
            <a:pPr lvl="1">
              <a:buClr>
                <a:srgbClr val="000000"/>
              </a:buClr>
              <a:buSzPct val="85000"/>
              <a:buFont typeface="Times New Roman" panose="02020603050405020304" pitchFamily="18" charset="0"/>
              <a:buBlip>
                <a:blip r:embed="rId3"/>
              </a:buBlip>
              <a:defRPr/>
            </a:pPr>
            <a:r>
              <a:rPr lang="en-GB" sz="1814" dirty="0" err="1">
                <a:solidFill>
                  <a:srgbClr val="000000"/>
                </a:solidFill>
                <a:latin typeface="Helvetica" panose="020B0604020202020204" pitchFamily="34" charset="0"/>
              </a:rPr>
              <a:t>canRead</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canWrite</a:t>
            </a:r>
            <a:r>
              <a:rPr lang="en-GB" sz="1814" dirty="0">
                <a:solidFill>
                  <a:srgbClr val="000000"/>
                </a:solidFill>
                <a:latin typeface="Helvetica" panose="020B0604020202020204" pitchFamily="34" charset="0"/>
              </a:rPr>
              <a:t>(), exists(), </a:t>
            </a:r>
            <a:r>
              <a:rPr lang="en-GB" sz="1814" dirty="0" err="1">
                <a:solidFill>
                  <a:srgbClr val="000000"/>
                </a:solidFill>
                <a:latin typeface="Helvetica" panose="020B0604020202020204" pitchFamily="34" charset="0"/>
              </a:rPr>
              <a:t>getAbsolutePath</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getName</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getParent</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getPath</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isAbsolute</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isDirectory</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isHidden</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lastModified</a:t>
            </a:r>
            <a:r>
              <a:rPr lang="en-GB" sz="1814" dirty="0">
                <a:solidFill>
                  <a:srgbClr val="000000"/>
                </a:solidFill>
                <a:latin typeface="Helvetica" panose="020B0604020202020204" pitchFamily="34" charset="0"/>
              </a:rPr>
              <a:t>(), length(), and list()</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also provides several methods which act on the file system:</a:t>
            </a:r>
          </a:p>
          <a:p>
            <a:pPr lvl="1">
              <a:buClr>
                <a:srgbClr val="000000"/>
              </a:buClr>
              <a:buSzPct val="85000"/>
              <a:buFont typeface="Times New Roman" panose="02020603050405020304" pitchFamily="18" charset="0"/>
              <a:buBlip>
                <a:blip r:embed="rId3"/>
              </a:buBlip>
              <a:defRPr/>
            </a:pPr>
            <a:r>
              <a:rPr lang="en-GB" sz="1814" dirty="0" err="1">
                <a:solidFill>
                  <a:srgbClr val="000000"/>
                </a:solidFill>
                <a:latin typeface="Helvetica" panose="020B0604020202020204" pitchFamily="34" charset="0"/>
              </a:rPr>
              <a:t>createTempFile</a:t>
            </a:r>
            <a:r>
              <a:rPr lang="en-GB" sz="1814" dirty="0">
                <a:solidFill>
                  <a:srgbClr val="000000"/>
                </a:solidFill>
                <a:latin typeface="Helvetica" panose="020B0604020202020204" pitchFamily="34" charset="0"/>
              </a:rPr>
              <a:t>(), delete(), </a:t>
            </a:r>
            <a:r>
              <a:rPr lang="en-GB" sz="1814" dirty="0" err="1">
                <a:solidFill>
                  <a:srgbClr val="000000"/>
                </a:solidFill>
                <a:latin typeface="Helvetica" panose="020B0604020202020204" pitchFamily="34" charset="0"/>
              </a:rPr>
              <a:t>deleteOnExit</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mkdir</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mkdirs</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renameTo</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setLastModified</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setReadOnly</a:t>
            </a:r>
            <a:r>
              <a:rPr lang="en-GB" sz="1814" dirty="0">
                <a:solidFill>
                  <a:srgbClr val="000000"/>
                </a:solidFill>
                <a:latin typeface="Helvetica" panose="020B0604020202020204" pitchFamily="34" charset="0"/>
              </a:rPr>
              <a:t>()</a:t>
            </a:r>
          </a:p>
        </p:txBody>
      </p:sp>
      <p:sp>
        <p:nvSpPr>
          <p:cNvPr id="40963" name="Text Box 3"/>
          <p:cNvSpPr txBox="1">
            <a:spLocks noChangeArrowheads="1"/>
          </p:cNvSpPr>
          <p:nvPr/>
        </p:nvSpPr>
        <p:spPr bwMode="auto">
          <a:xfrm>
            <a:off x="3429000" y="403225"/>
            <a:ext cx="36242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The File Class</a:t>
            </a:r>
          </a:p>
        </p:txBody>
      </p:sp>
    </p:spTree>
    <p:extLst>
      <p:ext uri="{BB962C8B-B14F-4D97-AF65-F5344CB8AC3E}">
        <p14:creationId xmlns:p14="http://schemas.microsoft.com/office/powerpoint/2010/main" val="3205984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76250" y="1616869"/>
            <a:ext cx="7753350" cy="4152900"/>
          </a:xfrm>
          <a:prstGeom prst="rect">
            <a:avLst/>
          </a:prstGeom>
        </p:spPr>
      </p:pic>
    </p:spTree>
    <p:extLst>
      <p:ext uri="{BB962C8B-B14F-4D97-AF65-F5344CB8AC3E}">
        <p14:creationId xmlns:p14="http://schemas.microsoft.com/office/powerpoint/2010/main" val="1968701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 – Rename a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57200" y="1676400"/>
            <a:ext cx="8043451" cy="4191000"/>
          </a:xfrm>
          <a:prstGeom prst="rect">
            <a:avLst/>
          </a:prstGeom>
        </p:spPr>
      </p:pic>
    </p:spTree>
    <p:extLst>
      <p:ext uri="{BB962C8B-B14F-4D97-AF65-F5344CB8AC3E}">
        <p14:creationId xmlns:p14="http://schemas.microsoft.com/office/powerpoint/2010/main" val="172516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 – Delete a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57200" y="1752600"/>
            <a:ext cx="7564582" cy="3962400"/>
          </a:xfrm>
          <a:prstGeom prst="rect">
            <a:avLst/>
          </a:prstGeom>
        </p:spPr>
      </p:pic>
    </p:spTree>
    <p:extLst>
      <p:ext uri="{BB962C8B-B14F-4D97-AF65-F5344CB8AC3E}">
        <p14:creationId xmlns:p14="http://schemas.microsoft.com/office/powerpoint/2010/main" val="791018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685800" y="457200"/>
            <a:ext cx="7772400" cy="1143000"/>
          </a:xfrm>
        </p:spPr>
        <p:txBody>
          <a:bodyPr/>
          <a:lstStyle/>
          <a:p>
            <a:r>
              <a:rPr lang="en-US" altLang="en-US"/>
              <a:t>Binary Versus Text Files</a:t>
            </a:r>
          </a:p>
        </p:txBody>
      </p:sp>
      <p:sp>
        <p:nvSpPr>
          <p:cNvPr id="272387" name="Rectangle 3"/>
          <p:cNvSpPr>
            <a:spLocks noGrp="1" noChangeArrowheads="1"/>
          </p:cNvSpPr>
          <p:nvPr>
            <p:ph type="body" idx="1"/>
          </p:nvPr>
        </p:nvSpPr>
        <p:spPr>
          <a:xfrm>
            <a:off x="381000" y="1524000"/>
            <a:ext cx="8305800" cy="4953000"/>
          </a:xfrm>
        </p:spPr>
        <p:txBody>
          <a:bodyPr/>
          <a:lstStyle/>
          <a:p>
            <a:pPr>
              <a:lnSpc>
                <a:spcPct val="90000"/>
              </a:lnSpc>
            </a:pPr>
            <a:r>
              <a:rPr lang="en-US" altLang="en-US" sz="2000" i="1" dirty="0"/>
              <a:t>All</a:t>
            </a:r>
            <a:r>
              <a:rPr lang="en-US" altLang="en-US" sz="2000" dirty="0"/>
              <a:t> data and programs are ultimately just zeros and ones</a:t>
            </a:r>
          </a:p>
          <a:p>
            <a:pPr lvl="1">
              <a:lnSpc>
                <a:spcPct val="90000"/>
              </a:lnSpc>
            </a:pPr>
            <a:r>
              <a:rPr lang="en-US" altLang="en-US" sz="2000" dirty="0"/>
              <a:t>each digit can have one of two values, hence </a:t>
            </a:r>
            <a:r>
              <a:rPr lang="en-US" altLang="en-US" sz="2000" i="1" dirty="0"/>
              <a:t>binary</a:t>
            </a:r>
          </a:p>
          <a:p>
            <a:pPr lvl="1">
              <a:lnSpc>
                <a:spcPct val="90000"/>
              </a:lnSpc>
            </a:pPr>
            <a:r>
              <a:rPr lang="en-US" altLang="en-US" sz="2000" i="1" dirty="0"/>
              <a:t>bit</a:t>
            </a:r>
            <a:r>
              <a:rPr lang="en-US" altLang="en-US" sz="2000" dirty="0"/>
              <a:t> is one binary digit</a:t>
            </a:r>
          </a:p>
          <a:p>
            <a:pPr lvl="1">
              <a:lnSpc>
                <a:spcPct val="90000"/>
              </a:lnSpc>
            </a:pPr>
            <a:r>
              <a:rPr lang="en-US" altLang="en-US" sz="2000" i="1" dirty="0"/>
              <a:t>byte</a:t>
            </a:r>
            <a:r>
              <a:rPr lang="en-US" altLang="en-US" sz="2000" dirty="0"/>
              <a:t> is a group of eight bits</a:t>
            </a:r>
          </a:p>
          <a:p>
            <a:pPr>
              <a:lnSpc>
                <a:spcPct val="90000"/>
              </a:lnSpc>
            </a:pPr>
            <a:r>
              <a:rPr lang="en-US" altLang="en-US" sz="2000" i="1" dirty="0">
                <a:solidFill>
                  <a:srgbClr val="FF3300"/>
                </a:solidFill>
              </a:rPr>
              <a:t>Text files</a:t>
            </a:r>
            <a:r>
              <a:rPr lang="en-US" altLang="en-US" sz="2000" dirty="0"/>
              <a:t>: the bits represent printable characters</a:t>
            </a:r>
          </a:p>
          <a:p>
            <a:pPr lvl="1">
              <a:lnSpc>
                <a:spcPct val="90000"/>
              </a:lnSpc>
            </a:pPr>
            <a:r>
              <a:rPr lang="en-US" altLang="en-US" sz="2000" dirty="0"/>
              <a:t>one byte per character for ASCII, the most common code</a:t>
            </a:r>
          </a:p>
          <a:p>
            <a:pPr lvl="1">
              <a:lnSpc>
                <a:spcPct val="90000"/>
              </a:lnSpc>
            </a:pPr>
            <a:r>
              <a:rPr lang="en-US" altLang="en-US" sz="2000" dirty="0"/>
              <a:t>for example, Java source files are text files</a:t>
            </a:r>
          </a:p>
          <a:p>
            <a:pPr lvl="1">
              <a:lnSpc>
                <a:spcPct val="90000"/>
              </a:lnSpc>
            </a:pPr>
            <a:r>
              <a:rPr lang="en-US" altLang="en-US" sz="2000" dirty="0"/>
              <a:t>so is any file created with a "text editor"</a:t>
            </a:r>
          </a:p>
          <a:p>
            <a:pPr>
              <a:lnSpc>
                <a:spcPct val="90000"/>
              </a:lnSpc>
            </a:pPr>
            <a:r>
              <a:rPr lang="en-US" altLang="en-US" sz="2000" i="1" dirty="0">
                <a:solidFill>
                  <a:srgbClr val="FF3300"/>
                </a:solidFill>
              </a:rPr>
              <a:t>Binary files</a:t>
            </a:r>
            <a:r>
              <a:rPr lang="en-US" altLang="en-US" sz="2000" dirty="0"/>
              <a:t>: the bits represent other types of encoded information, such as executable instructions or numeric data</a:t>
            </a:r>
          </a:p>
          <a:p>
            <a:pPr lvl="1">
              <a:lnSpc>
                <a:spcPct val="90000"/>
              </a:lnSpc>
            </a:pPr>
            <a:r>
              <a:rPr lang="en-US" altLang="en-US" sz="2000" dirty="0"/>
              <a:t>these files are easily read by the computer but not humans</a:t>
            </a:r>
          </a:p>
          <a:p>
            <a:pPr lvl="1">
              <a:lnSpc>
                <a:spcPct val="90000"/>
              </a:lnSpc>
            </a:pPr>
            <a:r>
              <a:rPr lang="en-US" altLang="en-US" sz="2000" dirty="0"/>
              <a:t>they are </a:t>
            </a:r>
            <a:r>
              <a:rPr lang="en-US" altLang="en-US" sz="2000" i="1" dirty="0"/>
              <a:t>not</a:t>
            </a:r>
            <a:r>
              <a:rPr lang="en-US" altLang="en-US" sz="2000" dirty="0"/>
              <a:t> "printable" files</a:t>
            </a:r>
          </a:p>
          <a:p>
            <a:pPr lvl="2">
              <a:lnSpc>
                <a:spcPct val="90000"/>
              </a:lnSpc>
            </a:pPr>
            <a:r>
              <a:rPr lang="en-US" altLang="en-US" sz="2000" dirty="0"/>
              <a:t>actually, you </a:t>
            </a:r>
            <a:r>
              <a:rPr lang="en-US" altLang="en-US" sz="2000" i="1" dirty="0"/>
              <a:t>can</a:t>
            </a:r>
            <a:r>
              <a:rPr lang="en-US" altLang="en-US" sz="2000" dirty="0"/>
              <a:t> print them, but they will be unintelligible</a:t>
            </a:r>
          </a:p>
          <a:p>
            <a:pPr lvl="2">
              <a:lnSpc>
                <a:spcPct val="90000"/>
              </a:lnSpc>
            </a:pPr>
            <a:r>
              <a:rPr lang="en-US" altLang="en-US" sz="2000" dirty="0"/>
              <a:t>"printable" means "easily readable by humans when printed"</a:t>
            </a:r>
          </a:p>
        </p:txBody>
      </p:sp>
    </p:spTree>
    <p:extLst>
      <p:ext uri="{BB962C8B-B14F-4D97-AF65-F5344CB8AC3E}">
        <p14:creationId xmlns:p14="http://schemas.microsoft.com/office/powerpoint/2010/main" val="1282549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762000" y="304800"/>
            <a:ext cx="7772400" cy="1143000"/>
          </a:xfrm>
        </p:spPr>
        <p:txBody>
          <a:bodyPr/>
          <a:lstStyle/>
          <a:p>
            <a:r>
              <a:rPr lang="en-US" altLang="en-US"/>
              <a:t>Java: Text Versus Binary Files</a:t>
            </a:r>
          </a:p>
        </p:txBody>
      </p:sp>
      <p:sp>
        <p:nvSpPr>
          <p:cNvPr id="274435" name="Rectangle 3"/>
          <p:cNvSpPr>
            <a:spLocks noGrp="1" noChangeArrowheads="1"/>
          </p:cNvSpPr>
          <p:nvPr>
            <p:ph type="body" idx="1"/>
          </p:nvPr>
        </p:nvSpPr>
        <p:spPr>
          <a:xfrm>
            <a:off x="685800" y="1600200"/>
            <a:ext cx="8077200" cy="3124200"/>
          </a:xfrm>
        </p:spPr>
        <p:txBody>
          <a:bodyPr/>
          <a:lstStyle/>
          <a:p>
            <a:r>
              <a:rPr lang="en-US" altLang="en-US" sz="2000"/>
              <a:t>Text files are more readable by humans</a:t>
            </a:r>
          </a:p>
          <a:p>
            <a:r>
              <a:rPr lang="en-US" altLang="en-US" sz="2000"/>
              <a:t>Binary files are more efficient</a:t>
            </a:r>
          </a:p>
          <a:p>
            <a:pPr lvl="1"/>
            <a:r>
              <a:rPr lang="en-US" altLang="en-US" sz="2000"/>
              <a:t>computers read and write binary files more easily than text</a:t>
            </a:r>
          </a:p>
          <a:p>
            <a:r>
              <a:rPr lang="en-US" altLang="en-US" sz="2000"/>
              <a:t>Java binary files are portable</a:t>
            </a:r>
          </a:p>
          <a:p>
            <a:pPr lvl="1"/>
            <a:r>
              <a:rPr lang="en-US" altLang="en-US" sz="2000"/>
              <a:t>they can be used by Java on different machines</a:t>
            </a:r>
          </a:p>
          <a:p>
            <a:pPr lvl="1"/>
            <a:r>
              <a:rPr lang="en-US" altLang="en-US" sz="2000"/>
              <a:t>Reading and writing binary files is normally done by a program</a:t>
            </a:r>
          </a:p>
          <a:p>
            <a:pPr lvl="1"/>
            <a:r>
              <a:rPr lang="en-US" altLang="en-US" sz="2000"/>
              <a:t>text files are used only to communicate with humans</a:t>
            </a:r>
          </a:p>
        </p:txBody>
      </p:sp>
      <p:sp>
        <p:nvSpPr>
          <p:cNvPr id="274436" name="Rectangle 4"/>
          <p:cNvSpPr>
            <a:spLocks noChangeArrowheads="1"/>
          </p:cNvSpPr>
          <p:nvPr/>
        </p:nvSpPr>
        <p:spPr bwMode="auto">
          <a:xfrm>
            <a:off x="990600" y="4343400"/>
            <a:ext cx="3352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u="sng">
                <a:solidFill>
                  <a:srgbClr val="000000"/>
                </a:solidFill>
              </a:rPr>
              <a:t>Java Text Files</a:t>
            </a:r>
            <a:endParaRPr lang="en-US" altLang="en-US" sz="2000">
              <a:solidFill>
                <a:srgbClr val="000000"/>
              </a:solidFill>
            </a:endParaRPr>
          </a:p>
          <a:p>
            <a:r>
              <a:rPr lang="en-US" altLang="en-US" sz="2000">
                <a:solidFill>
                  <a:srgbClr val="000000"/>
                </a:solidFill>
              </a:rPr>
              <a:t>Source files</a:t>
            </a:r>
          </a:p>
          <a:p>
            <a:r>
              <a:rPr lang="en-US" altLang="en-US" sz="2000">
                <a:solidFill>
                  <a:srgbClr val="000000"/>
                </a:solidFill>
              </a:rPr>
              <a:t>Occasionally input files</a:t>
            </a:r>
          </a:p>
          <a:p>
            <a:r>
              <a:rPr lang="en-US" altLang="en-US" sz="2000">
                <a:solidFill>
                  <a:srgbClr val="000000"/>
                </a:solidFill>
              </a:rPr>
              <a:t>Occasionally output files</a:t>
            </a:r>
            <a:endParaRPr lang="en-US" altLang="en-US" sz="2000" u="sng">
              <a:solidFill>
                <a:srgbClr val="000000"/>
              </a:solidFill>
            </a:endParaRPr>
          </a:p>
        </p:txBody>
      </p:sp>
      <p:sp>
        <p:nvSpPr>
          <p:cNvPr id="274437" name="Rectangle 5"/>
          <p:cNvSpPr>
            <a:spLocks noChangeArrowheads="1"/>
          </p:cNvSpPr>
          <p:nvPr/>
        </p:nvSpPr>
        <p:spPr bwMode="auto">
          <a:xfrm>
            <a:off x="4572000" y="4343400"/>
            <a:ext cx="35814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u="sng">
                <a:solidFill>
                  <a:srgbClr val="000000"/>
                </a:solidFill>
              </a:rPr>
              <a:t>Java Binary Files</a:t>
            </a:r>
            <a:endParaRPr lang="en-US" altLang="en-US" sz="2000">
              <a:solidFill>
                <a:srgbClr val="000000"/>
              </a:solidFill>
            </a:endParaRPr>
          </a:p>
          <a:p>
            <a:r>
              <a:rPr lang="en-US" altLang="en-US" sz="2000">
                <a:solidFill>
                  <a:srgbClr val="000000"/>
                </a:solidFill>
              </a:rPr>
              <a:t>Executable files (created by compiling source files)</a:t>
            </a:r>
          </a:p>
          <a:p>
            <a:r>
              <a:rPr lang="en-US" altLang="en-US" sz="2000">
                <a:solidFill>
                  <a:srgbClr val="000000"/>
                </a:solidFill>
              </a:rPr>
              <a:t>Usually input files</a:t>
            </a:r>
          </a:p>
          <a:p>
            <a:r>
              <a:rPr lang="en-US" altLang="en-US" sz="2000">
                <a:solidFill>
                  <a:srgbClr val="000000"/>
                </a:solidFill>
              </a:rPr>
              <a:t>Usually output files</a:t>
            </a:r>
            <a:endParaRPr lang="en-US" altLang="en-US" sz="2000" u="sng">
              <a:solidFill>
                <a:srgbClr val="000000"/>
              </a:solidFill>
            </a:endParaRPr>
          </a:p>
        </p:txBody>
      </p:sp>
    </p:spTree>
    <p:extLst>
      <p:ext uri="{BB962C8B-B14F-4D97-AF65-F5344CB8AC3E}">
        <p14:creationId xmlns:p14="http://schemas.microsoft.com/office/powerpoint/2010/main" val="3111068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Example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457200" y="1524000"/>
            <a:ext cx="7543800" cy="4648200"/>
          </a:xfrm>
          <a:prstGeom prst="rect">
            <a:avLst/>
          </a:prstGeom>
        </p:spPr>
      </p:pic>
    </p:spTree>
    <p:extLst>
      <p:ext uri="{BB962C8B-B14F-4D97-AF65-F5344CB8AC3E}">
        <p14:creationId xmlns:p14="http://schemas.microsoft.com/office/powerpoint/2010/main" val="3179306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To read a line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04800" y="1399749"/>
            <a:ext cx="7696200" cy="5458251"/>
          </a:xfrm>
          <a:prstGeom prst="rect">
            <a:avLst/>
          </a:prstGeom>
        </p:spPr>
      </p:pic>
    </p:spTree>
    <p:extLst>
      <p:ext uri="{BB962C8B-B14F-4D97-AF65-F5344CB8AC3E}">
        <p14:creationId xmlns:p14="http://schemas.microsoft.com/office/powerpoint/2010/main" val="119583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To read from console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57200" y="1524000"/>
            <a:ext cx="7620000" cy="5085489"/>
          </a:xfrm>
          <a:prstGeom prst="rect">
            <a:avLst/>
          </a:prstGeom>
        </p:spPr>
      </p:pic>
    </p:spTree>
    <p:extLst>
      <p:ext uri="{BB962C8B-B14F-4D97-AF65-F5344CB8AC3E}">
        <p14:creationId xmlns:p14="http://schemas.microsoft.com/office/powerpoint/2010/main" val="2988450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Random Access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52400" y="1600200"/>
            <a:ext cx="8001000" cy="4704876"/>
          </a:xfrm>
          <a:prstGeom prst="rect">
            <a:avLst/>
          </a:prstGeom>
        </p:spPr>
      </p:pic>
    </p:spTree>
    <p:extLst>
      <p:ext uri="{BB962C8B-B14F-4D97-AF65-F5344CB8AC3E}">
        <p14:creationId xmlns:p14="http://schemas.microsoft.com/office/powerpoint/2010/main" val="35266277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Random Access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228600" y="1371600"/>
            <a:ext cx="8001000" cy="5235074"/>
          </a:xfrm>
          <a:prstGeom prst="rect">
            <a:avLst/>
          </a:prstGeom>
        </p:spPr>
      </p:pic>
    </p:spTree>
    <p:extLst>
      <p:ext uri="{BB962C8B-B14F-4D97-AF65-F5344CB8AC3E}">
        <p14:creationId xmlns:p14="http://schemas.microsoft.com/office/powerpoint/2010/main" val="194034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228600" y="341249"/>
            <a:ext cx="6002130" cy="677108"/>
          </a:xfrm>
        </p:spPr>
        <p:txBody>
          <a:bodyPr wrap="square">
            <a:spAutoFit/>
          </a:bodyPr>
          <a:lstStyle/>
          <a:p>
            <a:r>
              <a:rPr lang="en-IN" dirty="0" err="1"/>
              <a:t>BufferedReader</a:t>
            </a:r>
            <a:endParaRPr lang="en-IN" dirty="0"/>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228600" y="1219200"/>
            <a:ext cx="8077200" cy="5415442"/>
          </a:xfrm>
          <a:prstGeom prst="rect">
            <a:avLst/>
          </a:prstGeom>
        </p:spPr>
      </p:pic>
    </p:spTree>
    <p:extLst>
      <p:ext uri="{BB962C8B-B14F-4D97-AF65-F5344CB8AC3E}">
        <p14:creationId xmlns:p14="http://schemas.microsoft.com/office/powerpoint/2010/main" val="2380988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228600" y="341249"/>
            <a:ext cx="7696200" cy="677108"/>
          </a:xfrm>
        </p:spPr>
        <p:txBody>
          <a:bodyPr wrap="square">
            <a:spAutoFit/>
          </a:bodyPr>
          <a:lstStyle/>
          <a:p>
            <a:r>
              <a:rPr lang="en-IN" dirty="0"/>
              <a:t>File reader &amp; </a:t>
            </a:r>
            <a:r>
              <a:rPr lang="en-IN" dirty="0" err="1"/>
              <a:t>BufferedReader</a:t>
            </a:r>
            <a:endParaRPr lang="en-IN" dirty="0"/>
          </a:p>
        </p:txBody>
      </p:sp>
      <p:sp>
        <p:nvSpPr>
          <p:cNvPr id="265219" name="Rectangle 3"/>
          <p:cNvSpPr>
            <a:spLocks noGrp="1" noChangeArrowheads="1"/>
          </p:cNvSpPr>
          <p:nvPr>
            <p:ph type="body" idx="1"/>
          </p:nvPr>
        </p:nvSpPr>
        <p:spPr>
          <a:xfrm>
            <a:off x="685800" y="1981200"/>
            <a:ext cx="7772400" cy="430887"/>
          </a:xfrm>
        </p:spPr>
        <p:txBody>
          <a:bodyPr>
            <a:spAutoFit/>
          </a:bodyPr>
          <a:lstStyle/>
          <a:p>
            <a:endParaRPr lang="en-US" altLang="en-US" sz="2800" dirty="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225636" y="1752600"/>
            <a:ext cx="4204855" cy="3077878"/>
          </a:xfrm>
          <a:prstGeom prst="rect">
            <a:avLst/>
          </a:prstGeom>
        </p:spPr>
      </p:pic>
      <p:pic>
        <p:nvPicPr>
          <p:cNvPr id="3" name="Picture 2"/>
          <p:cNvPicPr>
            <a:picLocks noChangeAspect="1"/>
          </p:cNvPicPr>
          <p:nvPr/>
        </p:nvPicPr>
        <p:blipFill>
          <a:blip r:embed="rId3"/>
          <a:stretch>
            <a:fillRect/>
          </a:stretch>
        </p:blipFill>
        <p:spPr>
          <a:xfrm>
            <a:off x="228600" y="1752600"/>
            <a:ext cx="3762375" cy="2286000"/>
          </a:xfrm>
          <a:prstGeom prst="rect">
            <a:avLst/>
          </a:prstGeom>
        </p:spPr>
      </p:pic>
    </p:spTree>
    <p:extLst>
      <p:ext uri="{BB962C8B-B14F-4D97-AF65-F5344CB8AC3E}">
        <p14:creationId xmlns:p14="http://schemas.microsoft.com/office/powerpoint/2010/main" val="1034581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IN" dirty="0" err="1"/>
              <a:t>DataOutputStream</a:t>
            </a:r>
            <a:endParaRPr lang="en-IN" dirty="0"/>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304800" y="1600200"/>
            <a:ext cx="7924800" cy="4535091"/>
          </a:xfrm>
          <a:prstGeom prst="rect">
            <a:avLst/>
          </a:prstGeom>
        </p:spPr>
      </p:pic>
    </p:spTree>
    <p:extLst>
      <p:ext uri="{BB962C8B-B14F-4D97-AF65-F5344CB8AC3E}">
        <p14:creationId xmlns:p14="http://schemas.microsoft.com/office/powerpoint/2010/main" val="1842030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IN" dirty="0" err="1"/>
              <a:t>DataInputStream</a:t>
            </a:r>
            <a:endParaRPr lang="en-IN" dirty="0"/>
          </a:p>
        </p:txBody>
      </p:sp>
      <p:sp>
        <p:nvSpPr>
          <p:cNvPr id="265219" name="Rectangle 3"/>
          <p:cNvSpPr>
            <a:spLocks noGrp="1" noChangeArrowheads="1"/>
          </p:cNvSpPr>
          <p:nvPr>
            <p:ph type="body" idx="1"/>
          </p:nvPr>
        </p:nvSpPr>
        <p:spPr>
          <a:xfrm>
            <a:off x="685800" y="1981200"/>
            <a:ext cx="7772400" cy="430887"/>
          </a:xfrm>
        </p:spPr>
        <p:txBody>
          <a:bodyPr>
            <a:spAutoFit/>
          </a:bodyPr>
          <a:lstStyle/>
          <a:p>
            <a:endParaRPr lang="en-US" altLang="en-US" sz="2800" dirty="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381000" y="1371600"/>
            <a:ext cx="4533900" cy="4924425"/>
          </a:xfrm>
          <a:prstGeom prst="rect">
            <a:avLst/>
          </a:prstGeom>
        </p:spPr>
      </p:pic>
    </p:spTree>
    <p:extLst>
      <p:ext uri="{BB962C8B-B14F-4D97-AF65-F5344CB8AC3E}">
        <p14:creationId xmlns:p14="http://schemas.microsoft.com/office/powerpoint/2010/main" val="697172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CA6BC0-8222-4914-A409-FD08EB3CC2BE}"/>
</file>

<file path=customXml/itemProps2.xml><?xml version="1.0" encoding="utf-8"?>
<ds:datastoreItem xmlns:ds="http://schemas.openxmlformats.org/officeDocument/2006/customXml" ds:itemID="{FC1FE71D-50D1-4C70-AFBA-353912B34548}"/>
</file>

<file path=customXml/itemProps3.xml><?xml version="1.0" encoding="utf-8"?>
<ds:datastoreItem xmlns:ds="http://schemas.openxmlformats.org/officeDocument/2006/customXml" ds:itemID="{3E6FC50F-0193-46B5-A320-D37B20BDE899}"/>
</file>

<file path=docProps/app.xml><?xml version="1.0" encoding="utf-8"?>
<Properties xmlns="http://schemas.openxmlformats.org/officeDocument/2006/extended-properties" xmlns:vt="http://schemas.openxmlformats.org/officeDocument/2006/docPropsVTypes">
  <Template/>
  <TotalTime>3263</TotalTime>
  <Words>3800</Words>
  <Application>Microsoft Office PowerPoint</Application>
  <PresentationFormat>On-screen Show (4:3)</PresentationFormat>
  <Paragraphs>466</Paragraphs>
  <Slides>48</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48</vt:i4>
      </vt:variant>
    </vt:vector>
  </HeadingPairs>
  <TitlesOfParts>
    <vt:vector size="57" baseType="lpstr">
      <vt:lpstr>Arial</vt:lpstr>
      <vt:lpstr>Calibri</vt:lpstr>
      <vt:lpstr>Courier</vt:lpstr>
      <vt:lpstr>Helvetica</vt:lpstr>
      <vt:lpstr>Rockwell</vt:lpstr>
      <vt:lpstr>Times New Roman</vt:lpstr>
      <vt:lpstr>Verdana</vt:lpstr>
      <vt:lpstr>Office Theme</vt:lpstr>
      <vt:lpstr>1_Office Theme</vt:lpstr>
      <vt:lpstr>Object Oriented Programming  and Design</vt:lpstr>
      <vt:lpstr>Streams</vt:lpstr>
      <vt:lpstr>Files and Streams</vt:lpstr>
      <vt:lpstr>Streams</vt:lpstr>
      <vt:lpstr>Byte Streams</vt:lpstr>
      <vt:lpstr>Byte Streams</vt:lpstr>
      <vt:lpstr>PowerPoint Presentation</vt:lpstr>
      <vt:lpstr>PowerPoint Presentation</vt:lpstr>
      <vt:lpstr>PowerPoint Presentation</vt:lpstr>
      <vt:lpstr>PowerPoint Presentation</vt:lpstr>
      <vt:lpstr>PowerPoint Presentation</vt:lpstr>
      <vt:lpstr>PowerPoint Presentation</vt:lpstr>
      <vt:lpstr>Character Streams</vt:lpstr>
      <vt:lpstr>Character Streams</vt:lpstr>
      <vt:lpstr>Character Streams</vt:lpstr>
      <vt:lpstr>Character Streams</vt:lpstr>
      <vt:lpstr>Buffering</vt:lpstr>
      <vt:lpstr>Input/Output File Streams</vt:lpstr>
      <vt:lpstr>PowerPoint Presentation</vt:lpstr>
      <vt:lpstr>PowerPoint Presentation</vt:lpstr>
      <vt:lpstr>The Data Byte Streams</vt:lpstr>
      <vt:lpstr>The Data Byte Streams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operations</vt:lpstr>
      <vt:lpstr>File operations – Rename a file</vt:lpstr>
      <vt:lpstr>File operations – Delete a file</vt:lpstr>
      <vt:lpstr>Binary Versus Text Files</vt:lpstr>
      <vt:lpstr>Java: Text Versus Binary Files</vt:lpstr>
      <vt:lpstr>Example</vt:lpstr>
      <vt:lpstr>To read a line</vt:lpstr>
      <vt:lpstr>To read from console</vt:lpstr>
      <vt:lpstr>Random Access File</vt:lpstr>
      <vt:lpstr>Random Access File</vt:lpstr>
      <vt:lpstr>BufferedReader</vt:lpstr>
      <vt:lpstr>File reader &amp; BufferedReader</vt:lpstr>
      <vt:lpstr>DataOutputStream</vt:lpstr>
      <vt:lpstr>DataInputStream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Foundations for Data Science</dc:title>
  <dc:creator>HP</dc:creator>
  <cp:lastModifiedBy>Ramya M</cp:lastModifiedBy>
  <cp:revision>218</cp:revision>
  <dcterms:created xsi:type="dcterms:W3CDTF">2019-10-04T17:45:54Z</dcterms:created>
  <dcterms:modified xsi:type="dcterms:W3CDTF">2025-08-23T12:43:41Z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2018-11-30T00:00:00Z</vt:filetime>
  </property>
  <property fmtid="{D5CDD505-2E9C-101B-9397-08002B2CF9AE}" pid="3" name="Creator">
    <vt:lpwstr>Microsoft® PowerPoint® 2010</vt:lpwstr>
  </property>
  <property fmtid="{D5CDD505-2E9C-101B-9397-08002B2CF9AE}" pid="4" name="LastSaved">
    <vt:filetime>2019-10-04T00:00:00Z</vt:filetime>
  </property>
  <property fmtid="{D5CDD505-2E9C-101B-9397-08002B2CF9AE}" pid="5" name="ContentTypeId">
    <vt:lpwstr>0x01010028994405D97371449A1F1274BEB9B26D</vt:lpwstr>
  </property>
</Properties>
</file>