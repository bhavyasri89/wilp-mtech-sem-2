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"/>
  </p:notesMasterIdLst>
  <p:sldIdLst>
    <p:sldId id="260" r:id="rId2"/>
    <p:sldId id="520" r:id="rId3"/>
    <p:sldId id="600" r:id="rId4"/>
    <p:sldId id="601" r:id="rId5"/>
    <p:sldId id="602" r:id="rId6"/>
    <p:sldId id="603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5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98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BD826-9377-47B6-B1BF-0E3EE4E52F7D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67164-380E-4FDD-A799-9F8671C2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31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76200" y="5257800"/>
            <a:ext cx="2209800" cy="651176"/>
            <a:chOff x="76200" y="2209800"/>
            <a:chExt cx="2209800" cy="651176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427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75" b="1" spc="-113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175" spc="-113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spc="-113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675" spc="-113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675" spc="-113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C1E6-9A33-4660-8215-AD7CFB9E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A9E00-0706-4B0C-9543-052F6176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3FD4A-D7E4-4CFD-9684-6D45C1B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06762" y="6356354"/>
            <a:ext cx="1937238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848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76200" y="5257800"/>
            <a:ext cx="2209800" cy="651176"/>
            <a:chOff x="76200" y="2209800"/>
            <a:chExt cx="2209800" cy="651176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427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75" b="1" spc="-113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175" spc="-113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spc="-113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675" spc="-113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675" spc="-113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40E3B-903D-44FF-B76A-1A74F8CAA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AF849AF-005D-45B2-8B61-4DDF84849F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1B6769-8356-43BB-A576-AD606E3330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315200" y="6340479"/>
            <a:ext cx="1828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98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858000" y="762000"/>
            <a:ext cx="2209800" cy="651176"/>
            <a:chOff x="76200" y="2209800"/>
            <a:chExt cx="2209800" cy="651176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427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75" b="1" spc="-113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175" spc="-113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spc="-113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675" spc="-113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675" spc="-113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3449E-F921-4097-ACEB-2539608ECF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B3AF7-233A-45D2-85EE-5EC3FDF5EF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4B6A-FADE-4F8D-8A09-32D7B6587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313492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3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8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1"/>
            <a:ext cx="58674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825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825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113945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73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8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4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8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1"/>
            <a:ext cx="58674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825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825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4B0F8-D031-4A9E-92CA-E8B9C130C6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8829-EECA-49B6-9EB3-BCB216DDBB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3438-FC3D-42A9-8AF7-A14C2054D9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8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549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3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362203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314700" y="6598920"/>
            <a:ext cx="58674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825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825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9A58594-808C-449C-B483-BE1860649E7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8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61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1"/>
            <a:ext cx="58674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825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825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DD9E3-F004-45EE-BC53-8795F8E881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C770E-EF70-4FCE-A166-B9462D1C0F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FC222-269D-47E2-8242-B002730600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7264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962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4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600204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3276600" y="6596391"/>
            <a:ext cx="58674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825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825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4CF8A-883F-4144-AB15-923DF648E0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6268-F619-48BB-933B-E115CE93C6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EFE8-733E-4AFB-BDAB-0CE5D93733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10400" y="6206029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958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35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1"/>
            <a:ext cx="58674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825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825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6E1B0A-851E-4A0C-B89D-3CC106FF0C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4DB619-8B4A-4430-9A32-51334D35E4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986382B-03E0-49E8-ABB3-DDB7651045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0938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10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3276600" y="6596391"/>
            <a:ext cx="58674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825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825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05D9FA3-A275-4FFC-BD28-8294B363B9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8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65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4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3" y="1131250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26196"/>
            <a:ext cx="586740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7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75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675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67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8620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557213" marR="0" lvl="1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8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257175" marR="0" lvl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8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8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8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1"/>
            <a:ext cx="58674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825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825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3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4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3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63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39D9-F230-2C9E-F103-9C8514C91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9714F-82CD-5C58-C2FC-CA96B7667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081EC-D6FA-1EA1-E964-1DCD1419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614-557D-40E9-BE14-1A47E3179CB6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360B0-7C6F-D1D0-4877-5149DCB7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BDD5B-1789-669F-0DAC-77895CC6D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54425-284B-4198-A6A4-989606F22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270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9814-D939-81BC-4DDE-36221E379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147" y="1462405"/>
            <a:ext cx="5225396" cy="2858842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Copper Black</a:t>
            </a:r>
            <a:br>
              <a:rPr lang="en-US" dirty="0"/>
            </a:br>
            <a:r>
              <a:rPr lang="en-US" dirty="0"/>
              <a:t>Arial nova</a:t>
            </a:r>
            <a:br>
              <a:rPr lang="en-US" dirty="0"/>
            </a:br>
            <a:r>
              <a:rPr lang="en-US" dirty="0"/>
              <a:t>255,0,0</a:t>
            </a:r>
            <a:br>
              <a:rPr lang="en-US" dirty="0"/>
            </a:br>
            <a:r>
              <a:rPr lang="en-US" dirty="0"/>
              <a:t>204,0,0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AF71F9-9942-A737-7C14-8DD6F2E3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614-557D-40E9-BE14-1A47E3179CB6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4B027-9BFD-461F-623D-9D0EFC035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D9116-6C7C-7517-3E2F-05C29C78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54425-284B-4198-A6A4-989606F22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83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915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5" r:id="rId13"/>
    <p:sldLayoutId id="2147483660" r:id="rId14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0C164-BD80-4958-B5AD-15C0024F6F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CE4EB96-C0BE-4CCE-B15C-C776F702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900" y="3714750"/>
            <a:ext cx="5029200" cy="1143000"/>
          </a:xfrm>
        </p:spPr>
        <p:txBody>
          <a:bodyPr/>
          <a:lstStyle/>
          <a:p>
            <a:pPr algn="ctr"/>
            <a:r>
              <a:rPr lang="en-US" sz="2100"/>
              <a:t>Data </a:t>
            </a:r>
            <a:r>
              <a:rPr lang="en-US" sz="2100" dirty="0"/>
              <a:t>Structures and Algorithms Design</a:t>
            </a:r>
            <a:endParaRPr lang="en-US" sz="30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3028950" y="4800603"/>
            <a:ext cx="4514850" cy="514349"/>
          </a:xfrm>
        </p:spPr>
        <p:txBody>
          <a:bodyPr/>
          <a:lstStyle/>
          <a:p>
            <a:r>
              <a:rPr lang="en-US" sz="1200" dirty="0"/>
              <a:t>Harish Aggarwal</a:t>
            </a:r>
          </a:p>
          <a:p>
            <a:endParaRPr lang="en-US" sz="1050" i="1" dirty="0"/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1371600" y="4343400"/>
            <a:ext cx="6343650" cy="1200150"/>
          </a:xfrm>
        </p:spPr>
        <p:txBody>
          <a:bodyPr anchor="ctr"/>
          <a:lstStyle/>
          <a:p>
            <a:pPr algn="ctr"/>
            <a:r>
              <a:rPr lang="en-US" dirty="0"/>
              <a:t>Mid-Sem Review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EEC9-39FE-4ED3-9492-253B21FC61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F0E3EC0-DFF9-6DE8-5288-0BA5364B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93838"/>
            <a:ext cx="4343400" cy="490696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Lecture-01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Introduction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Handout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Text Books, Reference Books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Marks Distribution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Algorithm Analysis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Pseudo Code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Random Access model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Time Complexity of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Asymptotic Notations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Basic Maths Needed in the course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Lecture-02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General Rules and Problems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Mathematical analysis of Non-recursive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Mathematical analysis of Recursive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Iteration vs Recursion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Recurrence Tree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Iterative Substitution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Masters Theorem with example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699E7-A7D3-5596-4AF6-3A94B70F49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Re-Cap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B9483A-C0FA-DFF6-CA0F-97CFF3211246}"/>
              </a:ext>
            </a:extLst>
          </p:cNvPr>
          <p:cNvSpPr txBox="1">
            <a:spLocks/>
          </p:cNvSpPr>
          <p:nvPr/>
        </p:nvSpPr>
        <p:spPr bwMode="auto">
          <a:xfrm>
            <a:off x="4572000" y="1493838"/>
            <a:ext cx="4343400" cy="4906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Lecture-03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Abstract Data Types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Arrays and Linked Lists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List, Stack, Queues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Array and Linked Implementation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Add, Remove operations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Applications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Infix, </a:t>
            </a:r>
            <a:r>
              <a:rPr lang="en-US" altLang="en-US" sz="1200" dirty="0" err="1"/>
              <a:t>PreFix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PostFix</a:t>
            </a:r>
            <a:r>
              <a:rPr lang="en-US" altLang="en-US" sz="1200" dirty="0"/>
              <a:t> Notations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Lecture-04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Recurrence relation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Recursion Method (With help from Merge sort)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Substitution Method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Tree – Definitions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Binary Tree – 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Proper, (Strict/Full), Complete, Perfect</a:t>
            </a:r>
          </a:p>
          <a:p>
            <a:pPr marL="182880" lvl="1" indent="-182880" fontAlgn="base">
              <a:spcAft>
                <a:spcPct val="0"/>
              </a:spcAft>
              <a:buClr>
                <a:srgbClr val="101141"/>
              </a:buClr>
              <a:buFont typeface="Arial" pitchFamily="34" charset="0"/>
              <a:buChar char="•"/>
            </a:pPr>
            <a:r>
              <a:rPr lang="en-US" altLang="en-US" sz="1200" dirty="0"/>
              <a:t>Tree Traversal – </a:t>
            </a:r>
            <a:r>
              <a:rPr lang="en-US" altLang="en-US" sz="1200" dirty="0" err="1"/>
              <a:t>PreOrder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InOrder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PostOrder</a:t>
            </a: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endParaRPr lang="en-US" altLang="en-US" sz="1200" b="1" dirty="0"/>
          </a:p>
          <a:p>
            <a:pPr marL="0" indent="0" fontAlgn="base">
              <a:spcAft>
                <a:spcPct val="0"/>
              </a:spcAft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F0E3EC0-DFF9-6DE8-5288-0BA5364B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93838"/>
            <a:ext cx="4343400" cy="490696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Lecture-05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Sorting –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Bubble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Insertion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Selection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Bucket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Quick Sort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Complexity of Sorting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 err="1"/>
              <a:t>Heapify</a:t>
            </a:r>
            <a:endParaRPr lang="en-US" altLang="en-US" sz="1200" dirty="0"/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 Sort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Lecture-06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Hashing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Collisions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Handling collisions –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Chaining,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Linear Probing,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Quadratic Probing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Double Hashing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 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699E7-A7D3-5596-4AF6-3A94B70F49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Re-Cap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B9483A-C0FA-DFF6-CA0F-97CFF3211246}"/>
              </a:ext>
            </a:extLst>
          </p:cNvPr>
          <p:cNvSpPr txBox="1">
            <a:spLocks/>
          </p:cNvSpPr>
          <p:nvPr/>
        </p:nvSpPr>
        <p:spPr bwMode="auto">
          <a:xfrm>
            <a:off x="4572000" y="1493838"/>
            <a:ext cx="4343400" cy="4906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Lecture-07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Binary Search Tree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Addition, Deletion of Node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/>
              <a:t>Search</a:t>
            </a: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1091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1857-6993-CF26-2D83-7809E4579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2EF4E-1F51-7D4E-AB17-6A4B8264C36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Marks </a:t>
            </a:r>
            <a:r>
              <a:rPr lang="en-US" dirty="0" err="1"/>
              <a:t>BreakUp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58DE4C-5702-50FB-53F7-10FEB7F84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36" y="2159793"/>
            <a:ext cx="6419128" cy="253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622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27312-634A-B4D2-126B-D9709AF5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F74D8-8534-7443-6558-308BB300D1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Sample Question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39F0A2-4F08-2E8F-2551-7D4C650C7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99" y="1460213"/>
            <a:ext cx="8429625" cy="1447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11163" algn="l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Give pseudo code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Merge Sort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Use the array below to demonstrate how your code will work. That is – Show the state of Array after every loop.                                        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6A629DB-B82F-3606-9D4C-FD2734C05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19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8BA9D-3A3E-BA01-6CA8-D38F57036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99" y="2314577"/>
            <a:ext cx="8582438" cy="1704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Assume X as the last two digits of your role number. Then choose your Row given by X mod 9. 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For. E.g. 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If your role number is 2023cs04031. The your row corresponds to 31 mod 9 = Row 4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If your role number is 2023cs04025. The your row corresponds to 25 mod 9 = Row 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75745C1-7716-6402-0F0C-3648F8552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29031"/>
            <a:ext cx="8582438" cy="202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C43FA293-B860-BED4-A81E-DD2449351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657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88346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94405D97371449A1F1274BEB9B26D" ma:contentTypeVersion="7" ma:contentTypeDescription="Create a new document." ma:contentTypeScope="" ma:versionID="4d714d6f4e02b8797c18bae80915866a">
  <xsd:schema xmlns:xsd="http://www.w3.org/2001/XMLSchema" xmlns:xs="http://www.w3.org/2001/XMLSchema" xmlns:p="http://schemas.microsoft.com/office/2006/metadata/properties" xmlns:ns2="682cbc32-fee7-4912-b25f-d1e036e61d30" targetNamespace="http://schemas.microsoft.com/office/2006/metadata/properties" ma:root="true" ma:fieldsID="89d7d93295ea2ddc158f52b603a4dbe0" ns2:_="">
    <xsd:import namespace="682cbc32-fee7-4912-b25f-d1e036e61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cbc32-fee7-4912-b25f-d1e036e61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382895-30BA-44BF-B153-EB765F2FE073}"/>
</file>

<file path=customXml/itemProps2.xml><?xml version="1.0" encoding="utf-8"?>
<ds:datastoreItem xmlns:ds="http://schemas.openxmlformats.org/officeDocument/2006/customXml" ds:itemID="{C1DA53E8-5F9A-4A2B-9B26-7CABB1E4B3E7}"/>
</file>

<file path=customXml/itemProps3.xml><?xml version="1.0" encoding="utf-8"?>
<ds:datastoreItem xmlns:ds="http://schemas.openxmlformats.org/officeDocument/2006/customXml" ds:itemID="{4F7B9CCB-93EE-4BD5-ABA2-A1CC0CD0DCA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2813</TotalTime>
  <Words>282</Words>
  <Application>Microsoft Office PowerPoint</Application>
  <PresentationFormat>On-screen Show (4:3)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1_Office Theme</vt:lpstr>
      <vt:lpstr>Data Structures and Algorithms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Tricks and Tips</dc:title>
  <dc:creator>Harish Aggarwal</dc:creator>
  <cp:lastModifiedBy>Harish Aggarwal</cp:lastModifiedBy>
  <cp:revision>22</cp:revision>
  <dcterms:created xsi:type="dcterms:W3CDTF">2023-06-20T13:23:40Z</dcterms:created>
  <dcterms:modified xsi:type="dcterms:W3CDTF">2025-09-02T06:53:30Z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0x01010028994405D97371449A1F1274BEB9B26D</vt:lpwstr>
  </property>
</Properties>
</file>