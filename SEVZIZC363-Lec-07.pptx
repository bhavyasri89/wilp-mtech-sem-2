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0" r:id="rId2"/>
    <p:sldId id="257" r:id="rId3"/>
    <p:sldId id="599" r:id="rId4"/>
    <p:sldId id="600" r:id="rId5"/>
    <p:sldId id="376" r:id="rId6"/>
    <p:sldId id="400" r:id="rId7"/>
    <p:sldId id="429" r:id="rId8"/>
    <p:sldId id="409" r:id="rId9"/>
    <p:sldId id="381" r:id="rId10"/>
    <p:sldId id="430" r:id="rId11"/>
    <p:sldId id="459" r:id="rId12"/>
    <p:sldId id="460" r:id="rId13"/>
    <p:sldId id="461" r:id="rId14"/>
    <p:sldId id="462" r:id="rId15"/>
    <p:sldId id="463" r:id="rId16"/>
    <p:sldId id="434" r:id="rId17"/>
    <p:sldId id="444" r:id="rId18"/>
    <p:sldId id="464" r:id="rId19"/>
    <p:sldId id="385" r:id="rId20"/>
    <p:sldId id="386" r:id="rId21"/>
    <p:sldId id="435" r:id="rId22"/>
    <p:sldId id="436" r:id="rId23"/>
    <p:sldId id="437" r:id="rId24"/>
    <p:sldId id="387" r:id="rId25"/>
    <p:sldId id="439" r:id="rId26"/>
    <p:sldId id="467" r:id="rId27"/>
    <p:sldId id="440" r:id="rId28"/>
    <p:sldId id="468" r:id="rId29"/>
    <p:sldId id="471" r:id="rId30"/>
    <p:sldId id="472" r:id="rId31"/>
    <p:sldId id="443" r:id="rId32"/>
    <p:sldId id="426" r:id="rId33"/>
    <p:sldId id="544" r:id="rId34"/>
    <p:sldId id="425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7C18207-F25A-4EAF-AFF7-23242646E77D}">
          <p14:sldIdLst>
            <p14:sldId id="260"/>
            <p14:sldId id="257"/>
            <p14:sldId id="599"/>
            <p14:sldId id="600"/>
            <p14:sldId id="376"/>
            <p14:sldId id="400"/>
            <p14:sldId id="429"/>
            <p14:sldId id="409"/>
            <p14:sldId id="381"/>
            <p14:sldId id="430"/>
            <p14:sldId id="459"/>
            <p14:sldId id="460"/>
            <p14:sldId id="461"/>
            <p14:sldId id="462"/>
            <p14:sldId id="463"/>
            <p14:sldId id="434"/>
            <p14:sldId id="444"/>
            <p14:sldId id="464"/>
            <p14:sldId id="385"/>
            <p14:sldId id="386"/>
            <p14:sldId id="435"/>
            <p14:sldId id="436"/>
            <p14:sldId id="437"/>
            <p14:sldId id="387"/>
            <p14:sldId id="439"/>
            <p14:sldId id="467"/>
            <p14:sldId id="440"/>
            <p14:sldId id="468"/>
            <p14:sldId id="471"/>
            <p14:sldId id="472"/>
            <p14:sldId id="443"/>
            <p14:sldId id="426"/>
            <p14:sldId id="544"/>
            <p14:sldId id="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986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B4E8DC-0834-4650-9D61-C4E340743F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DAC8CB-8A01-44F9-850C-16FE848F51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79B6-C1D5-4ED8-A556-C696C458761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48502-FD76-4E89-AE94-AA0CB984F0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8A08-D39B-4959-9CF9-CD46C1288B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62BC3D-0DAC-4FAD-B9FD-6500134C69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1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4E17E-ACDA-4D33-BCAE-677FB616DBEF}" type="datetimeFigureOut">
              <a:rPr lang="en-IN" smtClean="0"/>
              <a:pPr/>
              <a:t>28-08-2025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8CD-08CE-4BE9-82DB-405CF9CCA28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C08CD-08CE-4BE9-82DB-405CF9CCA283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318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9C1E6-9A33-4660-8215-AD7CFB9E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0A9E00-0706-4B0C-9543-052F6176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3FD4A-D7E4-4CFD-9684-6D45C1BA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06762" y="6356352"/>
            <a:ext cx="1937238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Presenter details comes here</a:t>
            </a:r>
          </a:p>
          <a:p>
            <a:pPr lvl="0"/>
            <a:r>
              <a:rPr lang="en-GB" dirty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Please enter the presentation title here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40E3B-903D-44FF-B76A-1A74F8CAA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AF849AF-005D-45B2-8B61-4DDF84849F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81B6769-8356-43BB-A576-AD606E3330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315200" y="6340477"/>
            <a:ext cx="18288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33449E-F921-4097-ACEB-2539608ECFE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B3AF7-233A-45D2-85EE-5EC3FDF5EF5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D4B6A-FADE-4F8D-8A09-32D7B6587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313490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3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4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6959067" y="6113943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4B0F8-D031-4A9E-92CA-E8B9C130C6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8829-EECA-49B6-9EB3-BCB216DDB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03438-FC3D-42A9-8AF7-A14C2054D94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314700" y="6598919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9A58594-808C-449C-B483-BE1860649E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DD9E3-F004-45EE-BC53-8795F8E881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C770E-EF70-4FCE-A166-B9462D1C0F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FC222-269D-47E2-8242-B002730600B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7262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74CF8A-883F-4144-AB15-923DF648E0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C6268-F619-48BB-933B-E115CE93C6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EFE8-733E-4AFB-BDAB-0CE5D93733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10400" y="6206027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B6E1B0A-851E-4A0C-B89D-3CC106FF0C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4DB619-8B4A-4430-9A32-51334D35E4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986382B-03E0-49E8-ABB3-DDB7651045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7010400" y="6210936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2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2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1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5D9FA3-A275-4FFC-BD28-8294B363B9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972300" y="6142576"/>
            <a:ext cx="2133600" cy="403541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2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4" y="1131249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8112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A95B91-80DC-439F-8C70-3B1EBFBBF1F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95800" y="6363741"/>
            <a:ext cx="914400" cy="914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16052-1273-4EC0-ADD6-422E16AA4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E8E7A-623C-40DD-A712-BEEDA93A975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D26A9A-C7D3-441E-9815-2014756B549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7010400" y="6101551"/>
            <a:ext cx="2133600" cy="365125"/>
          </a:xfrm>
        </p:spPr>
        <p:txBody>
          <a:bodyPr/>
          <a:lstStyle/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21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90C164-BD80-4958-B5AD-15C0024F6F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C8D7E44-7D4F-4942-A8C9-2DF6BF8399E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CE4EB96-C0BE-4CCE-B15C-C776F7028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0"/>
            <a:ext cx="6705600" cy="1524000"/>
          </a:xfrm>
        </p:spPr>
        <p:txBody>
          <a:bodyPr/>
          <a:lstStyle/>
          <a:p>
            <a:pPr algn="ctr"/>
            <a:r>
              <a:rPr lang="en-US" sz="2800"/>
              <a:t>Data </a:t>
            </a:r>
            <a:r>
              <a:rPr lang="en-US" sz="2800" dirty="0"/>
              <a:t>Structures and Algorithms Design</a:t>
            </a:r>
            <a:endParaRPr lang="en-US" sz="40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257802"/>
            <a:ext cx="6019800" cy="685799"/>
          </a:xfrm>
        </p:spPr>
        <p:txBody>
          <a:bodyPr/>
          <a:lstStyle/>
          <a:p>
            <a:r>
              <a:rPr lang="en-US" sz="1600" dirty="0"/>
              <a:t>Harish Aggarwal</a:t>
            </a:r>
          </a:p>
          <a:p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 anchor="ctr"/>
          <a:lstStyle/>
          <a:p>
            <a:pPr algn="ctr"/>
            <a:r>
              <a:rPr lang="en-US" dirty="0"/>
              <a:t>Binary Search Trees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Lecture-01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Introduction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Handout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Text Books, Reference Books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Marks Distribution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Algorithm Analysis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Pseudo Code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Random Access model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Time Complexity of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Asymptotic Notations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Basic Maths Needed in the course</a:t>
            </a:r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Lecture-02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General Rules and Problems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Non-recursive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Mathematical analysis of Recursive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Iteration vs Recursion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Tree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Iterative Substitution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Masters Theorem with example</a:t>
            </a:r>
          </a:p>
          <a:p>
            <a:pPr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Lecture-03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Abstract Data Types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Arrays and Linked Lists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List, Stack, Queues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Array and Linked Implementation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Add, Remove operations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Applications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Infix, </a:t>
            </a:r>
            <a:r>
              <a:rPr lang="en-US" altLang="en-US" sz="1200" dirty="0" err="1"/>
              <a:t>PreFix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PostFix</a:t>
            </a:r>
            <a:r>
              <a:rPr lang="en-US" altLang="en-US" sz="1200" dirty="0"/>
              <a:t> Notations</a:t>
            </a:r>
          </a:p>
          <a:p>
            <a:pPr lvl="1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Lecture-04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Recurrence relation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Recursion Method (With help from Merge sort)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Substitution Method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Tree – Definitions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Binary Tree –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Proper, (Strict/Full), Complete, Perfect</a:t>
            </a:r>
          </a:p>
          <a:p>
            <a:pPr marL="182880" lvl="1" indent="-18288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Char char="•"/>
            </a:pPr>
            <a:r>
              <a:rPr lang="en-US" altLang="en-US" sz="1200" dirty="0"/>
              <a:t>Tree Traversal – </a:t>
            </a:r>
            <a:r>
              <a:rPr lang="en-US" altLang="en-US" sz="1200" dirty="0" err="1"/>
              <a:t>PreOrder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InOrder</a:t>
            </a:r>
            <a:r>
              <a:rPr lang="en-US" altLang="en-US" sz="1200" dirty="0"/>
              <a:t>, </a:t>
            </a:r>
            <a:r>
              <a:rPr lang="en-US" altLang="en-US" sz="1200" dirty="0" err="1"/>
              <a:t>PostOrder</a:t>
            </a: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endParaRPr lang="en-US" altLang="en-US" sz="1200" b="1" dirty="0"/>
          </a:p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0E3EC0-DFF9-6DE8-5288-0BA5364B6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93838"/>
            <a:ext cx="4343400" cy="4906962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Lecture-05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Sorting –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Bubble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Insertion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Selection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Bucket Sort</a:t>
            </a:r>
          </a:p>
          <a:p>
            <a:pPr marL="45720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Quick Sort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Complexity of Sorting Algorithms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Heaps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 err="1"/>
              <a:t>Heapify</a:t>
            </a:r>
            <a:endParaRPr lang="en-US" altLang="en-US" sz="1200" dirty="0"/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Heap Sort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dirty="0"/>
          </a:p>
          <a:p>
            <a:pPr marL="0" indent="0" fontAlgn="base">
              <a:spcAft>
                <a:spcPct val="0"/>
              </a:spcAft>
            </a:pPr>
            <a:r>
              <a:rPr lang="en-US" altLang="en-US" sz="1200" b="1" dirty="0"/>
              <a:t>Lecture-06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Hashing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Collisions</a:t>
            </a:r>
          </a:p>
          <a:p>
            <a:pPr marL="182880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Handling collisions –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Chaining,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Linear Probing,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Quadratic Probing </a:t>
            </a:r>
          </a:p>
          <a:p>
            <a:pPr marL="58293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100" dirty="0"/>
              <a:t>Double Hashing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1200" dirty="0"/>
              <a:t> </a:t>
            </a:r>
          </a:p>
          <a:p>
            <a:pPr marL="365760" lvl="1" indent="-182880" fontAlgn="base">
              <a:spcAft>
                <a:spcPct val="0"/>
              </a:spcAft>
              <a:buFont typeface="Arial" pitchFamily="34" charset="0"/>
              <a:buChar char="•"/>
            </a:pPr>
            <a:endParaRPr lang="en-US" altLang="en-US" sz="12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699E7-A7D3-5596-4AF6-3A94B70F49A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Re-Cap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2B9483A-C0FA-DFF6-CA0F-97CFF3211246}"/>
              </a:ext>
            </a:extLst>
          </p:cNvPr>
          <p:cNvSpPr txBox="1">
            <a:spLocks/>
          </p:cNvSpPr>
          <p:nvPr/>
        </p:nvSpPr>
        <p:spPr bwMode="auto">
          <a:xfrm>
            <a:off x="4572000" y="1493838"/>
            <a:ext cx="4343400" cy="4906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Aft>
                <a:spcPct val="0"/>
              </a:spcAft>
            </a:pP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1091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2E3E8-04ED-41E3-814C-ACE34C50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62089"/>
            <a:ext cx="8763000" cy="4838711"/>
          </a:xfrm>
        </p:spPr>
        <p:txBody>
          <a:bodyPr/>
          <a:lstStyle/>
          <a:p>
            <a:pPr marL="274320" lvl="1" indent="-27432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name suggests, the main use of this representation is for searching. In this representation we impose restriction on the kind of data a node can contain.</a:t>
            </a:r>
          </a:p>
          <a:p>
            <a:pPr marL="274320" lvl="1" indent="-27432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lvl="1" indent="-27432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6548-BDF9-4A0E-8749-9AF5268D32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Binary Search Trees (BSTs)</a:t>
            </a:r>
          </a:p>
        </p:txBody>
      </p:sp>
    </p:spTree>
    <p:extLst>
      <p:ext uri="{BB962C8B-B14F-4D97-AF65-F5344CB8AC3E}">
        <p14:creationId xmlns:p14="http://schemas.microsoft.com/office/powerpoint/2010/main" val="383592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Binary Search Trees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248421-1519-4710-856B-569231467FD0}"/>
              </a:ext>
            </a:extLst>
          </p:cNvPr>
          <p:cNvSpPr/>
          <p:nvPr/>
        </p:nvSpPr>
        <p:spPr>
          <a:xfrm>
            <a:off x="190603" y="1478368"/>
            <a:ext cx="8458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 Binary Search Tree (BST) is a binary tree with the following properties: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key of a node is always greater than the keys of the nodes in its left subtree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key of a node is always smaller than the keys of the nodes in its right subtree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Operations on BST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Building a BST from given elements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Search, Insertion, Deletion </a:t>
            </a:r>
          </a:p>
        </p:txBody>
      </p:sp>
      <p:sp>
        <p:nvSpPr>
          <p:cNvPr id="1042" name="Flowchart: Connector 1041">
            <a:extLst>
              <a:ext uri="{FF2B5EF4-FFF2-40B4-BE49-F238E27FC236}">
                <a16:creationId xmlns:a16="http://schemas.microsoft.com/office/drawing/2014/main" id="{9A3036A7-ADC9-45EA-8C36-632BF81C558B}"/>
              </a:ext>
            </a:extLst>
          </p:cNvPr>
          <p:cNvSpPr/>
          <p:nvPr/>
        </p:nvSpPr>
        <p:spPr>
          <a:xfrm>
            <a:off x="854074" y="4495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43" name="Flowchart: Connector 1042">
            <a:extLst>
              <a:ext uri="{FF2B5EF4-FFF2-40B4-BE49-F238E27FC236}">
                <a16:creationId xmlns:a16="http://schemas.microsoft.com/office/drawing/2014/main" id="{9C888EF0-CDD7-4C77-AAC7-3E4D79D50C29}"/>
              </a:ext>
            </a:extLst>
          </p:cNvPr>
          <p:cNvSpPr/>
          <p:nvPr/>
        </p:nvSpPr>
        <p:spPr>
          <a:xfrm>
            <a:off x="1463674" y="3597241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FFF5BB4C-12CF-4A7C-9A7B-E42C5FDA09DA}"/>
              </a:ext>
            </a:extLst>
          </p:cNvPr>
          <p:cNvCxnSpPr>
            <a:cxnSpLocks/>
          </p:cNvCxnSpPr>
          <p:nvPr/>
        </p:nvCxnSpPr>
        <p:spPr>
          <a:xfrm flipH="1">
            <a:off x="1311274" y="4098740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Flowchart: Connector 1044">
            <a:extLst>
              <a:ext uri="{FF2B5EF4-FFF2-40B4-BE49-F238E27FC236}">
                <a16:creationId xmlns:a16="http://schemas.microsoft.com/office/drawing/2014/main" id="{5B4D21EE-1AB7-4CEC-B5E3-3752CE617CDD}"/>
              </a:ext>
            </a:extLst>
          </p:cNvPr>
          <p:cNvSpPr/>
          <p:nvPr/>
        </p:nvSpPr>
        <p:spPr>
          <a:xfrm>
            <a:off x="1997074" y="44484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571563BB-4A97-4829-A827-B2A8C67F7F66}"/>
              </a:ext>
            </a:extLst>
          </p:cNvPr>
          <p:cNvCxnSpPr>
            <a:cxnSpLocks/>
            <a:endCxn id="1045" idx="1"/>
          </p:cNvCxnSpPr>
          <p:nvPr/>
        </p:nvCxnSpPr>
        <p:spPr>
          <a:xfrm>
            <a:off x="1907800" y="4130641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Flowchart: Connector 1046">
            <a:extLst>
              <a:ext uri="{FF2B5EF4-FFF2-40B4-BE49-F238E27FC236}">
                <a16:creationId xmlns:a16="http://schemas.microsoft.com/office/drawing/2014/main" id="{9D373F9A-E824-44E7-85B2-23AE533167A4}"/>
              </a:ext>
            </a:extLst>
          </p:cNvPr>
          <p:cNvSpPr/>
          <p:nvPr/>
        </p:nvSpPr>
        <p:spPr>
          <a:xfrm>
            <a:off x="5199354" y="298662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6979116C-3811-46A9-AD5E-5F5AC9CA0A3C}"/>
              </a:ext>
            </a:extLst>
          </p:cNvPr>
          <p:cNvCxnSpPr>
            <a:cxnSpLocks/>
            <a:stCxn id="1065" idx="3"/>
            <a:endCxn id="1047" idx="7"/>
          </p:cNvCxnSpPr>
          <p:nvPr/>
        </p:nvCxnSpPr>
        <p:spPr>
          <a:xfrm flipH="1">
            <a:off x="5719680" y="2737591"/>
            <a:ext cx="423299" cy="327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Flowchart: Connector 1048">
            <a:extLst>
              <a:ext uri="{FF2B5EF4-FFF2-40B4-BE49-F238E27FC236}">
                <a16:creationId xmlns:a16="http://schemas.microsoft.com/office/drawing/2014/main" id="{7F6615D9-EF59-4F6A-ADDA-3C10AA1AE784}"/>
              </a:ext>
            </a:extLst>
          </p:cNvPr>
          <p:cNvSpPr/>
          <p:nvPr/>
        </p:nvSpPr>
        <p:spPr>
          <a:xfrm>
            <a:off x="6946426" y="28157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BD116AED-01C7-44FE-B562-49564F31E9C7}"/>
              </a:ext>
            </a:extLst>
          </p:cNvPr>
          <p:cNvCxnSpPr>
            <a:cxnSpLocks/>
            <a:stCxn id="1065" idx="5"/>
            <a:endCxn id="1049" idx="1"/>
          </p:cNvCxnSpPr>
          <p:nvPr/>
        </p:nvCxnSpPr>
        <p:spPr>
          <a:xfrm>
            <a:off x="6574031" y="2737591"/>
            <a:ext cx="461669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1" name="Flowchart: Connector 1050">
            <a:extLst>
              <a:ext uri="{FF2B5EF4-FFF2-40B4-BE49-F238E27FC236}">
                <a16:creationId xmlns:a16="http://schemas.microsoft.com/office/drawing/2014/main" id="{89EE4626-7F20-4972-91DE-EFB030ADE8E7}"/>
              </a:ext>
            </a:extLst>
          </p:cNvPr>
          <p:cNvSpPr/>
          <p:nvPr/>
        </p:nvSpPr>
        <p:spPr>
          <a:xfrm>
            <a:off x="4267200" y="45232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1441F046-BDB5-41C4-9125-43FF3483161E}"/>
              </a:ext>
            </a:extLst>
          </p:cNvPr>
          <p:cNvCxnSpPr>
            <a:cxnSpLocks/>
            <a:stCxn id="1047" idx="3"/>
            <a:endCxn id="1060" idx="7"/>
          </p:cNvCxnSpPr>
          <p:nvPr/>
        </p:nvCxnSpPr>
        <p:spPr>
          <a:xfrm flipH="1">
            <a:off x="5124780" y="3441905"/>
            <a:ext cx="163848" cy="264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3" name="Flowchart: Connector 1052">
            <a:extLst>
              <a:ext uri="{FF2B5EF4-FFF2-40B4-BE49-F238E27FC236}">
                <a16:creationId xmlns:a16="http://schemas.microsoft.com/office/drawing/2014/main" id="{4B185006-DFC6-48E6-96F8-53E8847DE595}"/>
              </a:ext>
            </a:extLst>
          </p:cNvPr>
          <p:cNvSpPr/>
          <p:nvPr/>
        </p:nvSpPr>
        <p:spPr>
          <a:xfrm>
            <a:off x="5748905" y="364175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67756E4C-075F-4657-BABF-3410D3952E21}"/>
              </a:ext>
            </a:extLst>
          </p:cNvPr>
          <p:cNvCxnSpPr>
            <a:cxnSpLocks/>
            <a:stCxn id="1047" idx="5"/>
            <a:endCxn id="1053" idx="1"/>
          </p:cNvCxnSpPr>
          <p:nvPr/>
        </p:nvCxnSpPr>
        <p:spPr>
          <a:xfrm>
            <a:off x="5719680" y="3441905"/>
            <a:ext cx="118499" cy="27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5" name="Flowchart: Connector 1054">
            <a:extLst>
              <a:ext uri="{FF2B5EF4-FFF2-40B4-BE49-F238E27FC236}">
                <a16:creationId xmlns:a16="http://schemas.microsoft.com/office/drawing/2014/main" id="{11C62791-779A-4F56-9A20-4F21466AAF1B}"/>
              </a:ext>
            </a:extLst>
          </p:cNvPr>
          <p:cNvSpPr/>
          <p:nvPr/>
        </p:nvSpPr>
        <p:spPr>
          <a:xfrm>
            <a:off x="6502319" y="364175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14A4DFD2-D041-4188-9A66-0D381CB84C47}"/>
              </a:ext>
            </a:extLst>
          </p:cNvPr>
          <p:cNvCxnSpPr>
            <a:cxnSpLocks/>
            <a:stCxn id="1049" idx="3"/>
            <a:endCxn id="1055" idx="0"/>
          </p:cNvCxnSpPr>
          <p:nvPr/>
        </p:nvCxnSpPr>
        <p:spPr>
          <a:xfrm flipH="1">
            <a:off x="6807119" y="3270991"/>
            <a:ext cx="228581" cy="370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Flowchart: Connector 1056">
            <a:extLst>
              <a:ext uri="{FF2B5EF4-FFF2-40B4-BE49-F238E27FC236}">
                <a16:creationId xmlns:a16="http://schemas.microsoft.com/office/drawing/2014/main" id="{B2B901D7-2FB4-4626-ABCF-0BAC53498012}"/>
              </a:ext>
            </a:extLst>
          </p:cNvPr>
          <p:cNvSpPr/>
          <p:nvPr/>
        </p:nvSpPr>
        <p:spPr>
          <a:xfrm>
            <a:off x="7556026" y="36061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EE0CF32E-D46A-46F9-A60F-989A4451BE5D}"/>
              </a:ext>
            </a:extLst>
          </p:cNvPr>
          <p:cNvCxnSpPr>
            <a:cxnSpLocks/>
            <a:stCxn id="1049" idx="5"/>
            <a:endCxn id="1057" idx="1"/>
          </p:cNvCxnSpPr>
          <p:nvPr/>
        </p:nvCxnSpPr>
        <p:spPr>
          <a:xfrm>
            <a:off x="7466752" y="3270991"/>
            <a:ext cx="178548" cy="413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9F6402EA-2DD8-4AFF-9920-FF54BB94820A}"/>
              </a:ext>
            </a:extLst>
          </p:cNvPr>
          <p:cNvCxnSpPr>
            <a:cxnSpLocks/>
            <a:stCxn id="1060" idx="3"/>
            <a:endCxn id="1051" idx="0"/>
          </p:cNvCxnSpPr>
          <p:nvPr/>
        </p:nvCxnSpPr>
        <p:spPr>
          <a:xfrm flipH="1">
            <a:off x="4572000" y="4083890"/>
            <a:ext cx="121728" cy="439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Flowchart: Connector 1059">
            <a:extLst>
              <a:ext uri="{FF2B5EF4-FFF2-40B4-BE49-F238E27FC236}">
                <a16:creationId xmlns:a16="http://schemas.microsoft.com/office/drawing/2014/main" id="{1132EBE0-5BA8-4DB8-AD21-70BC8C23EFC8}"/>
              </a:ext>
            </a:extLst>
          </p:cNvPr>
          <p:cNvSpPr/>
          <p:nvPr/>
        </p:nvSpPr>
        <p:spPr>
          <a:xfrm>
            <a:off x="4604454" y="362860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061" name="Flowchart: Connector 1060">
            <a:extLst>
              <a:ext uri="{FF2B5EF4-FFF2-40B4-BE49-F238E27FC236}">
                <a16:creationId xmlns:a16="http://schemas.microsoft.com/office/drawing/2014/main" id="{694B0771-AD9B-4BDD-B638-9AB3E776FCC0}"/>
              </a:ext>
            </a:extLst>
          </p:cNvPr>
          <p:cNvSpPr/>
          <p:nvPr/>
        </p:nvSpPr>
        <p:spPr>
          <a:xfrm>
            <a:off x="5248685" y="440372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7CD4750C-A88D-4141-A120-160D52E7080E}"/>
              </a:ext>
            </a:extLst>
          </p:cNvPr>
          <p:cNvCxnSpPr>
            <a:cxnSpLocks/>
            <a:stCxn id="1060" idx="5"/>
            <a:endCxn id="1061" idx="0"/>
          </p:cNvCxnSpPr>
          <p:nvPr/>
        </p:nvCxnSpPr>
        <p:spPr>
          <a:xfrm>
            <a:off x="5124780" y="4083890"/>
            <a:ext cx="428705" cy="319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3" name="Flowchart: Connector 1062">
            <a:extLst>
              <a:ext uri="{FF2B5EF4-FFF2-40B4-BE49-F238E27FC236}">
                <a16:creationId xmlns:a16="http://schemas.microsoft.com/office/drawing/2014/main" id="{91864C96-87C6-417B-9C08-849893F9871E}"/>
              </a:ext>
            </a:extLst>
          </p:cNvPr>
          <p:cNvSpPr/>
          <p:nvPr/>
        </p:nvSpPr>
        <p:spPr>
          <a:xfrm>
            <a:off x="8153400" y="430474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</a:t>
            </a:r>
          </a:p>
        </p:txBody>
      </p: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78874BF3-944C-4BBD-B366-E16CC06FFC4B}"/>
              </a:ext>
            </a:extLst>
          </p:cNvPr>
          <p:cNvCxnSpPr>
            <a:cxnSpLocks/>
            <a:stCxn id="1057" idx="5"/>
            <a:endCxn id="1063" idx="0"/>
          </p:cNvCxnSpPr>
          <p:nvPr/>
        </p:nvCxnSpPr>
        <p:spPr>
          <a:xfrm>
            <a:off x="8076352" y="4061410"/>
            <a:ext cx="381848" cy="243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5" name="Flowchart: Connector 1064">
            <a:extLst>
              <a:ext uri="{FF2B5EF4-FFF2-40B4-BE49-F238E27FC236}">
                <a16:creationId xmlns:a16="http://schemas.microsoft.com/office/drawing/2014/main" id="{11002796-B9F8-464E-A0F7-30957494F907}"/>
              </a:ext>
            </a:extLst>
          </p:cNvPr>
          <p:cNvSpPr/>
          <p:nvPr/>
        </p:nvSpPr>
        <p:spPr>
          <a:xfrm>
            <a:off x="6053705" y="22823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092" name="Flowchart: Connector 1091">
            <a:extLst>
              <a:ext uri="{FF2B5EF4-FFF2-40B4-BE49-F238E27FC236}">
                <a16:creationId xmlns:a16="http://schemas.microsoft.com/office/drawing/2014/main" id="{25CF5445-2523-4323-98DD-5855D00D7426}"/>
              </a:ext>
            </a:extLst>
          </p:cNvPr>
          <p:cNvSpPr/>
          <p:nvPr/>
        </p:nvSpPr>
        <p:spPr>
          <a:xfrm>
            <a:off x="4711862" y="52578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093" name="Straight Arrow Connector 1092">
            <a:extLst>
              <a:ext uri="{FF2B5EF4-FFF2-40B4-BE49-F238E27FC236}">
                <a16:creationId xmlns:a16="http://schemas.microsoft.com/office/drawing/2014/main" id="{4D473195-D959-4910-9A23-D52767E871A2}"/>
              </a:ext>
            </a:extLst>
          </p:cNvPr>
          <p:cNvCxnSpPr>
            <a:cxnSpLocks/>
            <a:stCxn id="1051" idx="5"/>
            <a:endCxn id="1092" idx="0"/>
          </p:cNvCxnSpPr>
          <p:nvPr/>
        </p:nvCxnSpPr>
        <p:spPr>
          <a:xfrm>
            <a:off x="4787526" y="4978564"/>
            <a:ext cx="229136" cy="279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509FD2-5393-C59D-2C8B-695FF42C9E45}"/>
              </a:ext>
            </a:extLst>
          </p:cNvPr>
          <p:cNvSpPr txBox="1"/>
          <p:nvPr/>
        </p:nvSpPr>
        <p:spPr>
          <a:xfrm>
            <a:off x="304800" y="5892225"/>
            <a:ext cx="861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Many textbooks would depict that a BST cannot have duplicates and the = is not discussed. Nevertheless, refer to Introduction to Algorithm by CLRS – Chapter 12. </a:t>
            </a:r>
          </a:p>
        </p:txBody>
      </p:sp>
    </p:spTree>
    <p:extLst>
      <p:ext uri="{BB962C8B-B14F-4D97-AF65-F5344CB8AC3E}">
        <p14:creationId xmlns:p14="http://schemas.microsoft.com/office/powerpoint/2010/main" val="511130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6551F1-B931-4AF9-9035-DA6DC6991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28800"/>
            <a:ext cx="8229600" cy="3962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8B90B-1A95-40BC-9406-F93B43B7298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Binary Search Trees</a:t>
            </a:r>
          </a:p>
        </p:txBody>
      </p:sp>
    </p:spTree>
    <p:extLst>
      <p:ext uri="{BB962C8B-B14F-4D97-AF65-F5344CB8AC3E}">
        <p14:creationId xmlns:p14="http://schemas.microsoft.com/office/powerpoint/2010/main" val="1860642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6BAC34-2B17-4A0C-81A5-91C43091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620" y="1554157"/>
            <a:ext cx="8229600" cy="4525963"/>
          </a:xfrm>
        </p:spPr>
        <p:txBody>
          <a:bodyPr/>
          <a:lstStyle/>
          <a:p>
            <a:pPr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Inorder traversal of a binary search trees visits the keys in increasing order.</a:t>
            </a:r>
          </a:p>
          <a:p>
            <a:pPr fontAlgn="base"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keys in sorted order.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5DE6-F9F7-4818-ACAA-9B6C3FA561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BST – Inorder gives Sorted!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A5F6D94-639E-4E1B-BED2-5F2313B3894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3200400"/>
            <a:ext cx="3846511" cy="2551114"/>
            <a:chOff x="2362200" y="3276600"/>
            <a:chExt cx="3845960" cy="255039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D919D5A-397D-4D1E-A443-F6083D8D9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9650" y="3276600"/>
              <a:ext cx="531812" cy="490538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B45B58B-B129-40B1-9D87-42A80A828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9522" y="4150662"/>
              <a:ext cx="528638" cy="493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D5759F0-099A-463B-B421-F04B9748F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8705" y="4252264"/>
              <a:ext cx="528637" cy="493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9153A89-B1E1-4F3D-A1E3-E7A7F2392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720" y="5333277"/>
              <a:ext cx="531812" cy="493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  <a:sym typeface="Symbol" panose="05050102010706020507" pitchFamily="18" charset="2"/>
                </a:rPr>
                <a:t>4</a:t>
              </a:r>
            </a:p>
          </p:txBody>
        </p:sp>
        <p:cxnSp>
          <p:nvCxnSpPr>
            <p:cNvPr id="11" name="AutoShape 1038">
              <a:extLst>
                <a:ext uri="{FF2B5EF4-FFF2-40B4-BE49-F238E27FC236}">
                  <a16:creationId xmlns:a16="http://schemas.microsoft.com/office/drawing/2014/main" id="{0219D730-75A2-4AC2-8B40-7E39436B645E}"/>
                </a:ext>
              </a:extLst>
            </p:cNvPr>
            <p:cNvCxnSpPr>
              <a:cxnSpLocks noChangeShapeType="1"/>
              <a:stCxn id="7" idx="3"/>
              <a:endCxn id="9" idx="7"/>
            </p:cNvCxnSpPr>
            <p:nvPr/>
          </p:nvCxnSpPr>
          <p:spPr bwMode="auto">
            <a:xfrm flipH="1">
              <a:off x="3549925" y="3695300"/>
              <a:ext cx="827607" cy="62926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1039">
              <a:extLst>
                <a:ext uri="{FF2B5EF4-FFF2-40B4-BE49-F238E27FC236}">
                  <a16:creationId xmlns:a16="http://schemas.microsoft.com/office/drawing/2014/main" id="{654D5DB7-3222-43CF-9639-57D7143D55F2}"/>
                </a:ext>
              </a:extLst>
            </p:cNvPr>
            <p:cNvCxnSpPr>
              <a:cxnSpLocks noChangeShapeType="1"/>
              <a:stCxn id="8" idx="1"/>
              <a:endCxn id="7" idx="5"/>
            </p:cNvCxnSpPr>
            <p:nvPr/>
          </p:nvCxnSpPr>
          <p:spPr bwMode="auto">
            <a:xfrm flipH="1" flipV="1">
              <a:off x="4753580" y="3695300"/>
              <a:ext cx="1003359" cy="527665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041">
              <a:extLst>
                <a:ext uri="{FF2B5EF4-FFF2-40B4-BE49-F238E27FC236}">
                  <a16:creationId xmlns:a16="http://schemas.microsoft.com/office/drawing/2014/main" id="{07AC84D4-470E-43F3-9202-2195DA40561A}"/>
                </a:ext>
              </a:extLst>
            </p:cNvPr>
            <p:cNvCxnSpPr>
              <a:cxnSpLocks noChangeShapeType="1"/>
              <a:stCxn id="17" idx="7"/>
              <a:endCxn id="8" idx="3"/>
            </p:cNvCxnSpPr>
            <p:nvPr/>
          </p:nvCxnSpPr>
          <p:spPr bwMode="auto">
            <a:xfrm flipV="1">
              <a:off x="5066509" y="4572072"/>
              <a:ext cx="690430" cy="833508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044">
              <a:extLst>
                <a:ext uri="{FF2B5EF4-FFF2-40B4-BE49-F238E27FC236}">
                  <a16:creationId xmlns:a16="http://schemas.microsoft.com/office/drawing/2014/main" id="{99B6B641-04E4-43C0-822D-B70ABB30B001}"/>
                </a:ext>
              </a:extLst>
            </p:cNvPr>
            <p:cNvCxnSpPr>
              <a:cxnSpLocks noChangeShapeType="1"/>
              <a:stCxn id="16" idx="7"/>
              <a:endCxn id="9" idx="3"/>
            </p:cNvCxnSpPr>
            <p:nvPr/>
          </p:nvCxnSpPr>
          <p:spPr bwMode="auto">
            <a:xfrm flipV="1">
              <a:off x="2813420" y="4673674"/>
              <a:ext cx="362702" cy="676273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AutoShape 1045">
              <a:extLst>
                <a:ext uri="{FF2B5EF4-FFF2-40B4-BE49-F238E27FC236}">
                  <a16:creationId xmlns:a16="http://schemas.microsoft.com/office/drawing/2014/main" id="{1D52B40B-1E0B-4D1A-9440-6E49FD5AB764}"/>
                </a:ext>
              </a:extLst>
            </p:cNvPr>
            <p:cNvCxnSpPr>
              <a:cxnSpLocks noChangeShapeType="1"/>
              <a:stCxn id="10" idx="1"/>
              <a:endCxn id="9" idx="5"/>
            </p:cNvCxnSpPr>
            <p:nvPr/>
          </p:nvCxnSpPr>
          <p:spPr bwMode="auto">
            <a:xfrm flipH="1" flipV="1">
              <a:off x="3549925" y="4673674"/>
              <a:ext cx="373677" cy="73190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37E329F-3171-4A0F-B780-1B313F873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277644"/>
              <a:ext cx="528637" cy="493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184C93B-C4DB-44FC-9A02-D2459700F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578" y="5333277"/>
              <a:ext cx="531813" cy="4937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anchor="ctr" anchorCtr="1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>
                  <a:latin typeface="Times New Roman" panose="02020603050405020304" pitchFamily="18" charset="0"/>
                  <a:sym typeface="Symbol" panose="05050102010706020507" pitchFamily="18" charset="2"/>
                </a:rPr>
                <a:t>8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33A676A-F851-4716-960F-1C777D524E86}"/>
              </a:ext>
            </a:extLst>
          </p:cNvPr>
          <p:cNvSpPr txBox="1"/>
          <p:nvPr/>
        </p:nvSpPr>
        <p:spPr>
          <a:xfrm>
            <a:off x="4591050" y="4898062"/>
            <a:ext cx="3416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Inorder Traversal (Left, root, right)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1,2,4,6,8,9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Sorted !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43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2E3E8-04ED-41E3-814C-ACE34C50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575588"/>
            <a:ext cx="8610600" cy="4525963"/>
          </a:xfrm>
        </p:spPr>
        <p:txBody>
          <a:bodyPr/>
          <a:lstStyle/>
          <a:p>
            <a:pPr marL="0" lvl="0" indent="0" algn="just">
              <a:spcBef>
                <a:spcPts val="0"/>
              </a:spcBef>
              <a:buClrTx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 Following are the main operations that are supported by binary search trees:</a:t>
            </a:r>
          </a:p>
          <a:p>
            <a:pPr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/find minimum/find maximum element in binary search trees.</a:t>
            </a:r>
          </a:p>
          <a:p>
            <a:pPr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in binary search trees.</a:t>
            </a:r>
          </a:p>
          <a:p>
            <a:pPr lvl="1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element from binary search trees.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6548-BDF9-4A0E-8749-9AF5268D32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Operations on BST</a:t>
            </a:r>
          </a:p>
        </p:txBody>
      </p:sp>
    </p:spTree>
    <p:extLst>
      <p:ext uri="{BB962C8B-B14F-4D97-AF65-F5344CB8AC3E}">
        <p14:creationId xmlns:p14="http://schemas.microsoft.com/office/powerpoint/2010/main" val="130531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Building a BST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248421-1519-4710-856B-569231467FD0}"/>
              </a:ext>
            </a:extLst>
          </p:cNvPr>
          <p:cNvSpPr/>
          <p:nvPr/>
        </p:nvSpPr>
        <p:spPr>
          <a:xfrm>
            <a:off x="342900" y="1524000"/>
            <a:ext cx="7751763" cy="1071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dirty="0"/>
              <a:t>Build a BST from a sequence of nodes read one a time</a:t>
            </a:r>
          </a:p>
          <a:p>
            <a:pPr>
              <a:lnSpc>
                <a:spcPct val="190000"/>
              </a:lnSpc>
              <a:buClr>
                <a:srgbClr val="008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z="1400" b="1" dirty="0">
                <a:solidFill>
                  <a:srgbClr val="008000"/>
                </a:solidFill>
              </a:rPr>
              <a:t>Example:</a:t>
            </a:r>
            <a:r>
              <a:rPr lang="en-GB" sz="1400" dirty="0"/>
              <a:t>    Inserting </a:t>
            </a:r>
            <a:r>
              <a:rPr lang="en-GB" sz="1400" b="1" dirty="0"/>
              <a:t>(in this order!)</a:t>
            </a:r>
          </a:p>
          <a:p>
            <a:pPr>
              <a:lnSpc>
                <a:spcPct val="190000"/>
              </a:lnSpc>
              <a:buClr>
                <a:srgbClr val="008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sz="1400" b="1" dirty="0"/>
          </a:p>
        </p:txBody>
      </p:sp>
      <p:grpSp>
        <p:nvGrpSpPr>
          <p:cNvPr id="518" name="Group 476">
            <a:extLst>
              <a:ext uri="{FF2B5EF4-FFF2-40B4-BE49-F238E27FC236}">
                <a16:creationId xmlns:a16="http://schemas.microsoft.com/office/drawing/2014/main" id="{1B4A11EC-696F-4BFF-8CA5-3E51FCE3ADF9}"/>
              </a:ext>
            </a:extLst>
          </p:cNvPr>
          <p:cNvGrpSpPr>
            <a:grpSpLocks/>
          </p:cNvGrpSpPr>
          <p:nvPr/>
        </p:nvGrpSpPr>
        <p:grpSpPr bwMode="auto">
          <a:xfrm>
            <a:off x="5791204" y="2263773"/>
            <a:ext cx="655638" cy="438151"/>
            <a:chOff x="3648" y="1104"/>
            <a:chExt cx="413" cy="276"/>
          </a:xfrm>
        </p:grpSpPr>
        <p:sp>
          <p:nvSpPr>
            <p:cNvPr id="519" name="AutoShape 477">
              <a:extLst>
                <a:ext uri="{FF2B5EF4-FFF2-40B4-BE49-F238E27FC236}">
                  <a16:creationId xmlns:a16="http://schemas.microsoft.com/office/drawing/2014/main" id="{BADBFB97-C1DE-4322-AA11-B332BD7B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104"/>
              <a:ext cx="413" cy="276"/>
            </a:xfrm>
            <a:prstGeom prst="roundRect">
              <a:avLst>
                <a:gd name="adj" fmla="val 36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" name="Group 478">
              <a:extLst>
                <a:ext uri="{FF2B5EF4-FFF2-40B4-BE49-F238E27FC236}">
                  <a16:creationId xmlns:a16="http://schemas.microsoft.com/office/drawing/2014/main" id="{811DCCE7-2B9D-44D3-BF82-E5B9493C3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104"/>
              <a:ext cx="402" cy="266"/>
              <a:chOff x="3648" y="1104"/>
              <a:chExt cx="402" cy="266"/>
            </a:xfrm>
          </p:grpSpPr>
          <p:sp>
            <p:nvSpPr>
              <p:cNvPr id="521" name="AutoShape 479">
                <a:extLst>
                  <a:ext uri="{FF2B5EF4-FFF2-40B4-BE49-F238E27FC236}">
                    <a16:creationId xmlns:a16="http://schemas.microsoft.com/office/drawing/2014/main" id="{75D11EB8-CBE1-4F7C-972C-A1FBD0A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104"/>
                <a:ext cx="402" cy="266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2" name="Group 480">
                <a:extLst>
                  <a:ext uri="{FF2B5EF4-FFF2-40B4-BE49-F238E27FC236}">
                    <a16:creationId xmlns:a16="http://schemas.microsoft.com/office/drawing/2014/main" id="{F8A53873-37A3-4DDE-96AE-A1E9ABB74F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104"/>
                <a:ext cx="392" cy="256"/>
                <a:chOff x="3648" y="1104"/>
                <a:chExt cx="392" cy="256"/>
              </a:xfrm>
            </p:grpSpPr>
            <p:sp>
              <p:nvSpPr>
                <p:cNvPr id="523" name="AutoShape 481">
                  <a:extLst>
                    <a:ext uri="{FF2B5EF4-FFF2-40B4-BE49-F238E27FC236}">
                      <a16:creationId xmlns:a16="http://schemas.microsoft.com/office/drawing/2014/main" id="{89FC8088-C147-4D51-B747-686BE1D0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104"/>
                  <a:ext cx="392" cy="256"/>
                </a:xfrm>
                <a:prstGeom prst="roundRect">
                  <a:avLst>
                    <a:gd name="adj" fmla="val 389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482">
                  <a:extLst>
                    <a:ext uri="{FF2B5EF4-FFF2-40B4-BE49-F238E27FC236}">
                      <a16:creationId xmlns:a16="http://schemas.microsoft.com/office/drawing/2014/main" id="{09A63177-7751-40ED-B010-C48417A3A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1104"/>
                  <a:ext cx="383" cy="248"/>
                  <a:chOff x="3648" y="1104"/>
                  <a:chExt cx="383" cy="248"/>
                </a:xfrm>
              </p:grpSpPr>
              <p:sp>
                <p:nvSpPr>
                  <p:cNvPr id="525" name="AutoShape 483">
                    <a:extLst>
                      <a:ext uri="{FF2B5EF4-FFF2-40B4-BE49-F238E27FC236}">
                        <a16:creationId xmlns:a16="http://schemas.microsoft.com/office/drawing/2014/main" id="{B91F5266-71B3-493B-BE49-EA6F8D51E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104"/>
                    <a:ext cx="383" cy="248"/>
                  </a:xfrm>
                  <a:prstGeom prst="roundRect">
                    <a:avLst>
                      <a:gd name="adj" fmla="val 403"/>
                    </a:avLst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526" name="Group 484">
                    <a:extLst>
                      <a:ext uri="{FF2B5EF4-FFF2-40B4-BE49-F238E27FC236}">
                        <a16:creationId xmlns:a16="http://schemas.microsoft.com/office/drawing/2014/main" id="{C3417786-1BB9-4BA8-9D10-7718B4BB26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1104"/>
                    <a:ext cx="375" cy="240"/>
                    <a:chOff x="3648" y="1104"/>
                    <a:chExt cx="375" cy="240"/>
                  </a:xfrm>
                </p:grpSpPr>
                <p:sp>
                  <p:nvSpPr>
                    <p:cNvPr id="527" name="AutoShape 485">
                      <a:extLst>
                        <a:ext uri="{FF2B5EF4-FFF2-40B4-BE49-F238E27FC236}">
                          <a16:creationId xmlns:a16="http://schemas.microsoft.com/office/drawing/2014/main" id="{ADE52DB1-7368-48A3-90CB-307493A2CB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1104"/>
                      <a:ext cx="375" cy="240"/>
                    </a:xfrm>
                    <a:prstGeom prst="roundRect">
                      <a:avLst>
                        <a:gd name="adj" fmla="val 417"/>
                      </a:avLst>
                    </a:prstGeom>
                    <a:no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28" name="Group 486">
                      <a:extLst>
                        <a:ext uri="{FF2B5EF4-FFF2-40B4-BE49-F238E27FC236}">
                          <a16:creationId xmlns:a16="http://schemas.microsoft.com/office/drawing/2014/main" id="{59BD7663-1C68-406F-B2B2-6979CE8196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8" y="1104"/>
                      <a:ext cx="368" cy="234"/>
                      <a:chOff x="3648" y="1104"/>
                      <a:chExt cx="368" cy="234"/>
                    </a:xfrm>
                  </p:grpSpPr>
                  <p:sp>
                    <p:nvSpPr>
                      <p:cNvPr id="529" name="AutoShape 487">
                        <a:extLst>
                          <a:ext uri="{FF2B5EF4-FFF2-40B4-BE49-F238E27FC236}">
                            <a16:creationId xmlns:a16="http://schemas.microsoft.com/office/drawing/2014/main" id="{0BFB56CE-5682-4E37-9252-9AE344885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48" y="1104"/>
                        <a:ext cx="368" cy="234"/>
                      </a:xfrm>
                      <a:prstGeom prst="roundRect">
                        <a:avLst>
                          <a:gd name="adj" fmla="val 426"/>
                        </a:avLst>
                      </a:prstGeom>
                      <a:noFill/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530" name="Group 488">
                        <a:extLst>
                          <a:ext uri="{FF2B5EF4-FFF2-40B4-BE49-F238E27FC236}">
                            <a16:creationId xmlns:a16="http://schemas.microsoft.com/office/drawing/2014/main" id="{4F1D4DA4-161A-4E72-865E-89B1B239F6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8" y="1104"/>
                        <a:ext cx="362" cy="228"/>
                        <a:chOff x="3648" y="1104"/>
                        <a:chExt cx="362" cy="228"/>
                      </a:xfrm>
                    </p:grpSpPr>
                    <p:sp>
                      <p:nvSpPr>
                        <p:cNvPr id="531" name="AutoShape 489">
                          <a:extLst>
                            <a:ext uri="{FF2B5EF4-FFF2-40B4-BE49-F238E27FC236}">
                              <a16:creationId xmlns:a16="http://schemas.microsoft.com/office/drawing/2014/main" id="{270AA04D-81C2-48D6-B95F-C029DF4F465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48" y="1104"/>
                          <a:ext cx="362" cy="228"/>
                        </a:xfrm>
                        <a:prstGeom prst="roundRect">
                          <a:avLst>
                            <a:gd name="adj" fmla="val 435"/>
                          </a:avLst>
                        </a:prstGeom>
                        <a:noFill/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532" name="Group 490">
                          <a:extLst>
                            <a:ext uri="{FF2B5EF4-FFF2-40B4-BE49-F238E27FC236}">
                              <a16:creationId xmlns:a16="http://schemas.microsoft.com/office/drawing/2014/main" id="{9D73922B-ED18-4FBA-B2B9-1F388B906D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48" y="1104"/>
                          <a:ext cx="356" cy="223"/>
                          <a:chOff x="3648" y="1104"/>
                          <a:chExt cx="356" cy="223"/>
                        </a:xfrm>
                      </p:grpSpPr>
                      <p:sp>
                        <p:nvSpPr>
                          <p:cNvPr id="533" name="AutoShape 491">
                            <a:extLst>
                              <a:ext uri="{FF2B5EF4-FFF2-40B4-BE49-F238E27FC236}">
                                <a16:creationId xmlns:a16="http://schemas.microsoft.com/office/drawing/2014/main" id="{6B242BB0-05F2-4205-ABBC-820A94A7247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48" y="1104"/>
                            <a:ext cx="356" cy="223"/>
                          </a:xfrm>
                          <a:prstGeom prst="roundRect">
                            <a:avLst>
                              <a:gd name="adj" fmla="val 449"/>
                            </a:avLst>
                          </a:prstGeom>
                          <a:noFill/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534" name="Group 492">
                            <a:extLst>
                              <a:ext uri="{FF2B5EF4-FFF2-40B4-BE49-F238E27FC236}">
                                <a16:creationId xmlns:a16="http://schemas.microsoft.com/office/drawing/2014/main" id="{C4BB1E47-C025-44B4-A2C8-EB115ED9A25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48" y="1104"/>
                            <a:ext cx="352" cy="219"/>
                            <a:chOff x="3648" y="1104"/>
                            <a:chExt cx="352" cy="219"/>
                          </a:xfrm>
                        </p:grpSpPr>
                        <p:sp>
                          <p:nvSpPr>
                            <p:cNvPr id="535" name="AutoShape 493">
                              <a:extLst>
                                <a:ext uri="{FF2B5EF4-FFF2-40B4-BE49-F238E27FC236}">
                                  <a16:creationId xmlns:a16="http://schemas.microsoft.com/office/drawing/2014/main" id="{761F2DE8-FF59-4B27-B5B4-DCB7B53870A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648" y="1104"/>
                              <a:ext cx="352" cy="219"/>
                            </a:xfrm>
                            <a:prstGeom prst="roundRect">
                              <a:avLst>
                                <a:gd name="adj" fmla="val 458"/>
                              </a:avLst>
                            </a:prstGeom>
                            <a:noFill/>
                            <a:ln w="9525">
                              <a:noFill/>
                              <a:round/>
                              <a:headEnd/>
                              <a:tailEnd/>
                            </a:ln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536" name="Group 494">
                              <a:extLst>
                                <a:ext uri="{FF2B5EF4-FFF2-40B4-BE49-F238E27FC236}">
                                  <a16:creationId xmlns:a16="http://schemas.microsoft.com/office/drawing/2014/main" id="{3976735E-6D06-4E6A-8564-6DD497EEE2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48" y="1104"/>
                              <a:ext cx="349" cy="217"/>
                              <a:chOff x="3648" y="1104"/>
                              <a:chExt cx="349" cy="217"/>
                            </a:xfrm>
                          </p:grpSpPr>
                          <p:sp>
                            <p:nvSpPr>
                              <p:cNvPr id="537" name="AutoShape 495">
                                <a:extLst>
                                  <a:ext uri="{FF2B5EF4-FFF2-40B4-BE49-F238E27FC236}">
                                    <a16:creationId xmlns:a16="http://schemas.microsoft.com/office/drawing/2014/main" id="{C55A061C-FAEC-4368-845D-FF2132EA735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48" y="1104"/>
                                <a:ext cx="349" cy="217"/>
                              </a:xfrm>
                              <a:prstGeom prst="roundRect">
                                <a:avLst>
                                  <a:gd name="adj" fmla="val 463"/>
                                </a:avLst>
                              </a:prstGeom>
                              <a:noFill/>
                              <a:ln w="9525">
                                <a:noFill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 wrap="none" anchor="ctr"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grpSp>
                            <p:nvGrpSpPr>
                              <p:cNvPr id="538" name="Group 496">
                                <a:extLst>
                                  <a:ext uri="{FF2B5EF4-FFF2-40B4-BE49-F238E27FC236}">
                                    <a16:creationId xmlns:a16="http://schemas.microsoft.com/office/drawing/2014/main" id="{51A144E9-E81D-4C5C-A9D2-6EA336D87D8D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3648" y="1104"/>
                                <a:ext cx="347" cy="215"/>
                                <a:chOff x="3648" y="1104"/>
                                <a:chExt cx="347" cy="215"/>
                              </a:xfrm>
                            </p:grpSpPr>
                            <p:sp>
                              <p:nvSpPr>
                                <p:cNvPr id="539" name="AutoShape 497">
                                  <a:extLst>
                                    <a:ext uri="{FF2B5EF4-FFF2-40B4-BE49-F238E27FC236}">
                                      <a16:creationId xmlns:a16="http://schemas.microsoft.com/office/drawing/2014/main" id="{715FB97E-9F8E-4F98-B28A-224B834B0E2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5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0" name="AutoShape 498">
                                  <a:extLst>
                                    <a:ext uri="{FF2B5EF4-FFF2-40B4-BE49-F238E27FC236}">
                                      <a16:creationId xmlns:a16="http://schemas.microsoft.com/office/drawing/2014/main" id="{AFA297CB-EA2E-458E-B1AC-E6893BEE9FC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1" name="AutoShape 499">
                                  <a:extLst>
                                    <a:ext uri="{FF2B5EF4-FFF2-40B4-BE49-F238E27FC236}">
                                      <a16:creationId xmlns:a16="http://schemas.microsoft.com/office/drawing/2014/main" id="{C5673269-BE36-4EB3-A257-E3A8652B6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671" name="Flowchart: Connector 670">
            <a:extLst>
              <a:ext uri="{FF2B5EF4-FFF2-40B4-BE49-F238E27FC236}">
                <a16:creationId xmlns:a16="http://schemas.microsoft.com/office/drawing/2014/main" id="{308EE913-DB99-431E-8FDA-F7DFF7751523}"/>
              </a:ext>
            </a:extLst>
          </p:cNvPr>
          <p:cNvSpPr/>
          <p:nvPr/>
        </p:nvSpPr>
        <p:spPr>
          <a:xfrm>
            <a:off x="533400" y="3083231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sp>
        <p:nvSpPr>
          <p:cNvPr id="672" name="Flowchart: Connector 671">
            <a:extLst>
              <a:ext uri="{FF2B5EF4-FFF2-40B4-BE49-F238E27FC236}">
                <a16:creationId xmlns:a16="http://schemas.microsoft.com/office/drawing/2014/main" id="{6DBFEF5B-E037-4AF5-8673-A8220CF82732}"/>
              </a:ext>
            </a:extLst>
          </p:cNvPr>
          <p:cNvSpPr/>
          <p:nvPr/>
        </p:nvSpPr>
        <p:spPr>
          <a:xfrm>
            <a:off x="2514601" y="389486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673" name="Flowchart: Connector 672">
            <a:extLst>
              <a:ext uri="{FF2B5EF4-FFF2-40B4-BE49-F238E27FC236}">
                <a16:creationId xmlns:a16="http://schemas.microsoft.com/office/drawing/2014/main" id="{669D28FD-8474-42E6-BED3-4EC7A49B9B67}"/>
              </a:ext>
            </a:extLst>
          </p:cNvPr>
          <p:cNvSpPr/>
          <p:nvPr/>
        </p:nvSpPr>
        <p:spPr>
          <a:xfrm>
            <a:off x="3124201" y="2996305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E16145D6-E206-4C30-A0C0-3832EB669BEC}"/>
              </a:ext>
            </a:extLst>
          </p:cNvPr>
          <p:cNvCxnSpPr>
            <a:cxnSpLocks/>
          </p:cNvCxnSpPr>
          <p:nvPr/>
        </p:nvCxnSpPr>
        <p:spPr>
          <a:xfrm flipH="1">
            <a:off x="2971801" y="3497804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" name="Flowchart: Connector 674">
            <a:extLst>
              <a:ext uri="{FF2B5EF4-FFF2-40B4-BE49-F238E27FC236}">
                <a16:creationId xmlns:a16="http://schemas.microsoft.com/office/drawing/2014/main" id="{0A608EA6-4C1F-451F-B4D0-21B60F4E0E87}"/>
              </a:ext>
            </a:extLst>
          </p:cNvPr>
          <p:cNvSpPr/>
          <p:nvPr/>
        </p:nvSpPr>
        <p:spPr>
          <a:xfrm>
            <a:off x="3657601" y="384754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cxnSp>
        <p:nvCxnSpPr>
          <p:cNvPr id="676" name="Straight Arrow Connector 675">
            <a:extLst>
              <a:ext uri="{FF2B5EF4-FFF2-40B4-BE49-F238E27FC236}">
                <a16:creationId xmlns:a16="http://schemas.microsoft.com/office/drawing/2014/main" id="{21B2E385-351A-41EC-8D13-201CB8440BC4}"/>
              </a:ext>
            </a:extLst>
          </p:cNvPr>
          <p:cNvCxnSpPr>
            <a:cxnSpLocks/>
            <a:endCxn id="675" idx="1"/>
          </p:cNvCxnSpPr>
          <p:nvPr/>
        </p:nvCxnSpPr>
        <p:spPr>
          <a:xfrm>
            <a:off x="3568327" y="3529705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7" name="Flowchart: Connector 676">
            <a:extLst>
              <a:ext uri="{FF2B5EF4-FFF2-40B4-BE49-F238E27FC236}">
                <a16:creationId xmlns:a16="http://schemas.microsoft.com/office/drawing/2014/main" id="{57D09D4E-F210-4AEA-BA5C-C865E8814367}"/>
              </a:ext>
            </a:extLst>
          </p:cNvPr>
          <p:cNvSpPr/>
          <p:nvPr/>
        </p:nvSpPr>
        <p:spPr>
          <a:xfrm>
            <a:off x="5943600" y="379192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678" name="Flowchart: Connector 677">
            <a:extLst>
              <a:ext uri="{FF2B5EF4-FFF2-40B4-BE49-F238E27FC236}">
                <a16:creationId xmlns:a16="http://schemas.microsoft.com/office/drawing/2014/main" id="{04232B25-173C-4FF8-B762-22AF800A6507}"/>
              </a:ext>
            </a:extLst>
          </p:cNvPr>
          <p:cNvSpPr/>
          <p:nvPr/>
        </p:nvSpPr>
        <p:spPr>
          <a:xfrm>
            <a:off x="6553200" y="2893361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679" name="Straight Arrow Connector 678">
            <a:extLst>
              <a:ext uri="{FF2B5EF4-FFF2-40B4-BE49-F238E27FC236}">
                <a16:creationId xmlns:a16="http://schemas.microsoft.com/office/drawing/2014/main" id="{A5B5928A-321B-47EE-AB6B-ED3FD5EADD93}"/>
              </a:ext>
            </a:extLst>
          </p:cNvPr>
          <p:cNvCxnSpPr>
            <a:cxnSpLocks/>
          </p:cNvCxnSpPr>
          <p:nvPr/>
        </p:nvCxnSpPr>
        <p:spPr>
          <a:xfrm flipH="1">
            <a:off x="6400800" y="3394860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16A8EE39-56CB-45F7-9876-B24A2C5BD6F8}"/>
              </a:ext>
            </a:extLst>
          </p:cNvPr>
          <p:cNvSpPr/>
          <p:nvPr/>
        </p:nvSpPr>
        <p:spPr>
          <a:xfrm>
            <a:off x="7086600" y="374459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cxnSp>
        <p:nvCxnSpPr>
          <p:cNvPr id="681" name="Straight Arrow Connector 680">
            <a:extLst>
              <a:ext uri="{FF2B5EF4-FFF2-40B4-BE49-F238E27FC236}">
                <a16:creationId xmlns:a16="http://schemas.microsoft.com/office/drawing/2014/main" id="{ED4E02DE-F9FB-43D2-826C-41C648CE1FED}"/>
              </a:ext>
            </a:extLst>
          </p:cNvPr>
          <p:cNvCxnSpPr>
            <a:cxnSpLocks/>
            <a:endCxn id="680" idx="1"/>
          </p:cNvCxnSpPr>
          <p:nvPr/>
        </p:nvCxnSpPr>
        <p:spPr>
          <a:xfrm>
            <a:off x="6997326" y="3426761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2" name="Flowchart: Connector 681">
            <a:extLst>
              <a:ext uri="{FF2B5EF4-FFF2-40B4-BE49-F238E27FC236}">
                <a16:creationId xmlns:a16="http://schemas.microsoft.com/office/drawing/2014/main" id="{97A3EE69-16E0-43F2-826A-B536D40400FF}"/>
              </a:ext>
            </a:extLst>
          </p:cNvPr>
          <p:cNvSpPr/>
          <p:nvPr/>
        </p:nvSpPr>
        <p:spPr>
          <a:xfrm>
            <a:off x="5410200" y="469047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683" name="Straight Arrow Connector 682">
            <a:extLst>
              <a:ext uri="{FF2B5EF4-FFF2-40B4-BE49-F238E27FC236}">
                <a16:creationId xmlns:a16="http://schemas.microsoft.com/office/drawing/2014/main" id="{18945C02-03A4-4387-8E9B-FA1299EC9212}"/>
              </a:ext>
            </a:extLst>
          </p:cNvPr>
          <p:cNvCxnSpPr>
            <a:cxnSpLocks/>
          </p:cNvCxnSpPr>
          <p:nvPr/>
        </p:nvCxnSpPr>
        <p:spPr>
          <a:xfrm flipH="1">
            <a:off x="5867400" y="4293419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Flowchart: Connector 683">
            <a:extLst>
              <a:ext uri="{FF2B5EF4-FFF2-40B4-BE49-F238E27FC236}">
                <a16:creationId xmlns:a16="http://schemas.microsoft.com/office/drawing/2014/main" id="{C9CFAB48-E078-44E3-B653-F556DDA0BD5E}"/>
              </a:ext>
            </a:extLst>
          </p:cNvPr>
          <p:cNvSpPr/>
          <p:nvPr/>
        </p:nvSpPr>
        <p:spPr>
          <a:xfrm>
            <a:off x="6566274" y="458921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685" name="Straight Arrow Connector 684">
            <a:extLst>
              <a:ext uri="{FF2B5EF4-FFF2-40B4-BE49-F238E27FC236}">
                <a16:creationId xmlns:a16="http://schemas.microsoft.com/office/drawing/2014/main" id="{B92C963C-9D34-42B8-8D86-C2F7089AD917}"/>
              </a:ext>
            </a:extLst>
          </p:cNvPr>
          <p:cNvCxnSpPr>
            <a:cxnSpLocks/>
            <a:stCxn id="677" idx="5"/>
            <a:endCxn id="684" idx="1"/>
          </p:cNvCxnSpPr>
          <p:nvPr/>
        </p:nvCxnSpPr>
        <p:spPr>
          <a:xfrm>
            <a:off x="6463926" y="4247205"/>
            <a:ext cx="191622" cy="420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231A2B1-0971-45AF-A167-1236946E8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4" y="2228889"/>
            <a:ext cx="63722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28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Building a BST</a:t>
            </a:r>
          </a:p>
        </p:txBody>
      </p:sp>
      <p:grpSp>
        <p:nvGrpSpPr>
          <p:cNvPr id="518" name="Group 476">
            <a:extLst>
              <a:ext uri="{FF2B5EF4-FFF2-40B4-BE49-F238E27FC236}">
                <a16:creationId xmlns:a16="http://schemas.microsoft.com/office/drawing/2014/main" id="{1B4A11EC-696F-4BFF-8CA5-3E51FCE3ADF9}"/>
              </a:ext>
            </a:extLst>
          </p:cNvPr>
          <p:cNvGrpSpPr>
            <a:grpSpLocks/>
          </p:cNvGrpSpPr>
          <p:nvPr/>
        </p:nvGrpSpPr>
        <p:grpSpPr bwMode="auto">
          <a:xfrm>
            <a:off x="5791204" y="2263773"/>
            <a:ext cx="655638" cy="438151"/>
            <a:chOff x="3648" y="1104"/>
            <a:chExt cx="413" cy="276"/>
          </a:xfrm>
        </p:grpSpPr>
        <p:sp>
          <p:nvSpPr>
            <p:cNvPr id="519" name="AutoShape 477">
              <a:extLst>
                <a:ext uri="{FF2B5EF4-FFF2-40B4-BE49-F238E27FC236}">
                  <a16:creationId xmlns:a16="http://schemas.microsoft.com/office/drawing/2014/main" id="{BADBFB97-C1DE-4322-AA11-B332BD7B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104"/>
              <a:ext cx="413" cy="276"/>
            </a:xfrm>
            <a:prstGeom prst="roundRect">
              <a:avLst>
                <a:gd name="adj" fmla="val 36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" name="Group 478">
              <a:extLst>
                <a:ext uri="{FF2B5EF4-FFF2-40B4-BE49-F238E27FC236}">
                  <a16:creationId xmlns:a16="http://schemas.microsoft.com/office/drawing/2014/main" id="{811DCCE7-2B9D-44D3-BF82-E5B9493C3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104"/>
              <a:ext cx="402" cy="266"/>
              <a:chOff x="3648" y="1104"/>
              <a:chExt cx="402" cy="266"/>
            </a:xfrm>
          </p:grpSpPr>
          <p:sp>
            <p:nvSpPr>
              <p:cNvPr id="521" name="AutoShape 479">
                <a:extLst>
                  <a:ext uri="{FF2B5EF4-FFF2-40B4-BE49-F238E27FC236}">
                    <a16:creationId xmlns:a16="http://schemas.microsoft.com/office/drawing/2014/main" id="{75D11EB8-CBE1-4F7C-972C-A1FBD0A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104"/>
                <a:ext cx="402" cy="266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2" name="Group 480">
                <a:extLst>
                  <a:ext uri="{FF2B5EF4-FFF2-40B4-BE49-F238E27FC236}">
                    <a16:creationId xmlns:a16="http://schemas.microsoft.com/office/drawing/2014/main" id="{F8A53873-37A3-4DDE-96AE-A1E9ABB74F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104"/>
                <a:ext cx="392" cy="256"/>
                <a:chOff x="3648" y="1104"/>
                <a:chExt cx="392" cy="256"/>
              </a:xfrm>
            </p:grpSpPr>
            <p:sp>
              <p:nvSpPr>
                <p:cNvPr id="523" name="AutoShape 481">
                  <a:extLst>
                    <a:ext uri="{FF2B5EF4-FFF2-40B4-BE49-F238E27FC236}">
                      <a16:creationId xmlns:a16="http://schemas.microsoft.com/office/drawing/2014/main" id="{89FC8088-C147-4D51-B747-686BE1D0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104"/>
                  <a:ext cx="392" cy="256"/>
                </a:xfrm>
                <a:prstGeom prst="roundRect">
                  <a:avLst>
                    <a:gd name="adj" fmla="val 389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482">
                  <a:extLst>
                    <a:ext uri="{FF2B5EF4-FFF2-40B4-BE49-F238E27FC236}">
                      <a16:creationId xmlns:a16="http://schemas.microsoft.com/office/drawing/2014/main" id="{09A63177-7751-40ED-B010-C48417A3A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1104"/>
                  <a:ext cx="383" cy="248"/>
                  <a:chOff x="3648" y="1104"/>
                  <a:chExt cx="383" cy="248"/>
                </a:xfrm>
              </p:grpSpPr>
              <p:sp>
                <p:nvSpPr>
                  <p:cNvPr id="525" name="AutoShape 483">
                    <a:extLst>
                      <a:ext uri="{FF2B5EF4-FFF2-40B4-BE49-F238E27FC236}">
                        <a16:creationId xmlns:a16="http://schemas.microsoft.com/office/drawing/2014/main" id="{B91F5266-71B3-493B-BE49-EA6F8D51E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104"/>
                    <a:ext cx="383" cy="248"/>
                  </a:xfrm>
                  <a:prstGeom prst="roundRect">
                    <a:avLst>
                      <a:gd name="adj" fmla="val 403"/>
                    </a:avLst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526" name="Group 484">
                    <a:extLst>
                      <a:ext uri="{FF2B5EF4-FFF2-40B4-BE49-F238E27FC236}">
                        <a16:creationId xmlns:a16="http://schemas.microsoft.com/office/drawing/2014/main" id="{C3417786-1BB9-4BA8-9D10-7718B4BB26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1104"/>
                    <a:ext cx="375" cy="240"/>
                    <a:chOff x="3648" y="1104"/>
                    <a:chExt cx="375" cy="240"/>
                  </a:xfrm>
                </p:grpSpPr>
                <p:sp>
                  <p:nvSpPr>
                    <p:cNvPr id="527" name="AutoShape 485">
                      <a:extLst>
                        <a:ext uri="{FF2B5EF4-FFF2-40B4-BE49-F238E27FC236}">
                          <a16:creationId xmlns:a16="http://schemas.microsoft.com/office/drawing/2014/main" id="{ADE52DB1-7368-48A3-90CB-307493A2CB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1104"/>
                      <a:ext cx="375" cy="240"/>
                    </a:xfrm>
                    <a:prstGeom prst="roundRect">
                      <a:avLst>
                        <a:gd name="adj" fmla="val 417"/>
                      </a:avLst>
                    </a:prstGeom>
                    <a:no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28" name="Group 486">
                      <a:extLst>
                        <a:ext uri="{FF2B5EF4-FFF2-40B4-BE49-F238E27FC236}">
                          <a16:creationId xmlns:a16="http://schemas.microsoft.com/office/drawing/2014/main" id="{59BD7663-1C68-406F-B2B2-6979CE8196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8" y="1104"/>
                      <a:ext cx="368" cy="234"/>
                      <a:chOff x="3648" y="1104"/>
                      <a:chExt cx="368" cy="234"/>
                    </a:xfrm>
                  </p:grpSpPr>
                  <p:sp>
                    <p:nvSpPr>
                      <p:cNvPr id="529" name="AutoShape 487">
                        <a:extLst>
                          <a:ext uri="{FF2B5EF4-FFF2-40B4-BE49-F238E27FC236}">
                            <a16:creationId xmlns:a16="http://schemas.microsoft.com/office/drawing/2014/main" id="{0BFB56CE-5682-4E37-9252-9AE344885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48" y="1104"/>
                        <a:ext cx="368" cy="234"/>
                      </a:xfrm>
                      <a:prstGeom prst="roundRect">
                        <a:avLst>
                          <a:gd name="adj" fmla="val 426"/>
                        </a:avLst>
                      </a:prstGeom>
                      <a:noFill/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530" name="Group 488">
                        <a:extLst>
                          <a:ext uri="{FF2B5EF4-FFF2-40B4-BE49-F238E27FC236}">
                            <a16:creationId xmlns:a16="http://schemas.microsoft.com/office/drawing/2014/main" id="{4F1D4DA4-161A-4E72-865E-89B1B239F6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8" y="1104"/>
                        <a:ext cx="362" cy="228"/>
                        <a:chOff x="3648" y="1104"/>
                        <a:chExt cx="362" cy="228"/>
                      </a:xfrm>
                    </p:grpSpPr>
                    <p:sp>
                      <p:nvSpPr>
                        <p:cNvPr id="531" name="AutoShape 489">
                          <a:extLst>
                            <a:ext uri="{FF2B5EF4-FFF2-40B4-BE49-F238E27FC236}">
                              <a16:creationId xmlns:a16="http://schemas.microsoft.com/office/drawing/2014/main" id="{270AA04D-81C2-48D6-B95F-C029DF4F465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48" y="1104"/>
                          <a:ext cx="362" cy="228"/>
                        </a:xfrm>
                        <a:prstGeom prst="roundRect">
                          <a:avLst>
                            <a:gd name="adj" fmla="val 435"/>
                          </a:avLst>
                        </a:prstGeom>
                        <a:noFill/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532" name="Group 490">
                          <a:extLst>
                            <a:ext uri="{FF2B5EF4-FFF2-40B4-BE49-F238E27FC236}">
                              <a16:creationId xmlns:a16="http://schemas.microsoft.com/office/drawing/2014/main" id="{9D73922B-ED18-4FBA-B2B9-1F388B906D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48" y="1104"/>
                          <a:ext cx="356" cy="223"/>
                          <a:chOff x="3648" y="1104"/>
                          <a:chExt cx="356" cy="223"/>
                        </a:xfrm>
                      </p:grpSpPr>
                      <p:sp>
                        <p:nvSpPr>
                          <p:cNvPr id="533" name="AutoShape 491">
                            <a:extLst>
                              <a:ext uri="{FF2B5EF4-FFF2-40B4-BE49-F238E27FC236}">
                                <a16:creationId xmlns:a16="http://schemas.microsoft.com/office/drawing/2014/main" id="{6B242BB0-05F2-4205-ABBC-820A94A7247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48" y="1104"/>
                            <a:ext cx="356" cy="223"/>
                          </a:xfrm>
                          <a:prstGeom prst="roundRect">
                            <a:avLst>
                              <a:gd name="adj" fmla="val 449"/>
                            </a:avLst>
                          </a:prstGeom>
                          <a:noFill/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534" name="Group 492">
                            <a:extLst>
                              <a:ext uri="{FF2B5EF4-FFF2-40B4-BE49-F238E27FC236}">
                                <a16:creationId xmlns:a16="http://schemas.microsoft.com/office/drawing/2014/main" id="{C4BB1E47-C025-44B4-A2C8-EB115ED9A25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48" y="1104"/>
                            <a:ext cx="352" cy="219"/>
                            <a:chOff x="3648" y="1104"/>
                            <a:chExt cx="352" cy="219"/>
                          </a:xfrm>
                        </p:grpSpPr>
                        <p:sp>
                          <p:nvSpPr>
                            <p:cNvPr id="535" name="AutoShape 493">
                              <a:extLst>
                                <a:ext uri="{FF2B5EF4-FFF2-40B4-BE49-F238E27FC236}">
                                  <a16:creationId xmlns:a16="http://schemas.microsoft.com/office/drawing/2014/main" id="{761F2DE8-FF59-4B27-B5B4-DCB7B53870A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648" y="1104"/>
                              <a:ext cx="352" cy="219"/>
                            </a:xfrm>
                            <a:prstGeom prst="roundRect">
                              <a:avLst>
                                <a:gd name="adj" fmla="val 458"/>
                              </a:avLst>
                            </a:prstGeom>
                            <a:noFill/>
                            <a:ln w="9525">
                              <a:noFill/>
                              <a:round/>
                              <a:headEnd/>
                              <a:tailEnd/>
                            </a:ln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536" name="Group 494">
                              <a:extLst>
                                <a:ext uri="{FF2B5EF4-FFF2-40B4-BE49-F238E27FC236}">
                                  <a16:creationId xmlns:a16="http://schemas.microsoft.com/office/drawing/2014/main" id="{3976735E-6D06-4E6A-8564-6DD497EEE2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48" y="1104"/>
                              <a:ext cx="349" cy="217"/>
                              <a:chOff x="3648" y="1104"/>
                              <a:chExt cx="349" cy="217"/>
                            </a:xfrm>
                          </p:grpSpPr>
                          <p:sp>
                            <p:nvSpPr>
                              <p:cNvPr id="537" name="AutoShape 495">
                                <a:extLst>
                                  <a:ext uri="{FF2B5EF4-FFF2-40B4-BE49-F238E27FC236}">
                                    <a16:creationId xmlns:a16="http://schemas.microsoft.com/office/drawing/2014/main" id="{C55A061C-FAEC-4368-845D-FF2132EA735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48" y="1104"/>
                                <a:ext cx="349" cy="217"/>
                              </a:xfrm>
                              <a:prstGeom prst="roundRect">
                                <a:avLst>
                                  <a:gd name="adj" fmla="val 463"/>
                                </a:avLst>
                              </a:prstGeom>
                              <a:noFill/>
                              <a:ln w="9525">
                                <a:noFill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 wrap="none" anchor="ctr"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grpSp>
                            <p:nvGrpSpPr>
                              <p:cNvPr id="538" name="Group 496">
                                <a:extLst>
                                  <a:ext uri="{FF2B5EF4-FFF2-40B4-BE49-F238E27FC236}">
                                    <a16:creationId xmlns:a16="http://schemas.microsoft.com/office/drawing/2014/main" id="{51A144E9-E81D-4C5C-A9D2-6EA336D87D8D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3648" y="1104"/>
                                <a:ext cx="347" cy="215"/>
                                <a:chOff x="3648" y="1104"/>
                                <a:chExt cx="347" cy="215"/>
                              </a:xfrm>
                            </p:grpSpPr>
                            <p:sp>
                              <p:nvSpPr>
                                <p:cNvPr id="539" name="AutoShape 497">
                                  <a:extLst>
                                    <a:ext uri="{FF2B5EF4-FFF2-40B4-BE49-F238E27FC236}">
                                      <a16:creationId xmlns:a16="http://schemas.microsoft.com/office/drawing/2014/main" id="{715FB97E-9F8E-4F98-B28A-224B834B0E2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5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0" name="AutoShape 498">
                                  <a:extLst>
                                    <a:ext uri="{FF2B5EF4-FFF2-40B4-BE49-F238E27FC236}">
                                      <a16:creationId xmlns:a16="http://schemas.microsoft.com/office/drawing/2014/main" id="{AFA297CB-EA2E-458E-B1AC-E6893BEE9FC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1" name="AutoShape 499">
                                  <a:extLst>
                                    <a:ext uri="{FF2B5EF4-FFF2-40B4-BE49-F238E27FC236}">
                                      <a16:creationId xmlns:a16="http://schemas.microsoft.com/office/drawing/2014/main" id="{C5673269-BE36-4EB3-A257-E3A8652B6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677" name="Flowchart: Connector 676">
            <a:extLst>
              <a:ext uri="{FF2B5EF4-FFF2-40B4-BE49-F238E27FC236}">
                <a16:creationId xmlns:a16="http://schemas.microsoft.com/office/drawing/2014/main" id="{57D09D4E-F210-4AEA-BA5C-C865E8814367}"/>
              </a:ext>
            </a:extLst>
          </p:cNvPr>
          <p:cNvSpPr/>
          <p:nvPr/>
        </p:nvSpPr>
        <p:spPr>
          <a:xfrm>
            <a:off x="803031" y="325758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678" name="Flowchart: Connector 677">
            <a:extLst>
              <a:ext uri="{FF2B5EF4-FFF2-40B4-BE49-F238E27FC236}">
                <a16:creationId xmlns:a16="http://schemas.microsoft.com/office/drawing/2014/main" id="{04232B25-173C-4FF8-B762-22AF800A6507}"/>
              </a:ext>
            </a:extLst>
          </p:cNvPr>
          <p:cNvSpPr/>
          <p:nvPr/>
        </p:nvSpPr>
        <p:spPr>
          <a:xfrm>
            <a:off x="1412631" y="2359024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679" name="Straight Arrow Connector 678">
            <a:extLst>
              <a:ext uri="{FF2B5EF4-FFF2-40B4-BE49-F238E27FC236}">
                <a16:creationId xmlns:a16="http://schemas.microsoft.com/office/drawing/2014/main" id="{A5B5928A-321B-47EE-AB6B-ED3FD5EADD93}"/>
              </a:ext>
            </a:extLst>
          </p:cNvPr>
          <p:cNvCxnSpPr>
            <a:cxnSpLocks/>
          </p:cNvCxnSpPr>
          <p:nvPr/>
        </p:nvCxnSpPr>
        <p:spPr>
          <a:xfrm flipH="1">
            <a:off x="1260231" y="2860523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0" name="Flowchart: Connector 679">
            <a:extLst>
              <a:ext uri="{FF2B5EF4-FFF2-40B4-BE49-F238E27FC236}">
                <a16:creationId xmlns:a16="http://schemas.microsoft.com/office/drawing/2014/main" id="{16A8EE39-56CB-45F7-9876-B24A2C5BD6F8}"/>
              </a:ext>
            </a:extLst>
          </p:cNvPr>
          <p:cNvSpPr/>
          <p:nvPr/>
        </p:nvSpPr>
        <p:spPr>
          <a:xfrm>
            <a:off x="1946031" y="321026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cxnSp>
        <p:nvCxnSpPr>
          <p:cNvPr id="681" name="Straight Arrow Connector 680">
            <a:extLst>
              <a:ext uri="{FF2B5EF4-FFF2-40B4-BE49-F238E27FC236}">
                <a16:creationId xmlns:a16="http://schemas.microsoft.com/office/drawing/2014/main" id="{ED4E02DE-F9FB-43D2-826C-41C648CE1FED}"/>
              </a:ext>
            </a:extLst>
          </p:cNvPr>
          <p:cNvCxnSpPr>
            <a:cxnSpLocks/>
            <a:endCxn id="680" idx="1"/>
          </p:cNvCxnSpPr>
          <p:nvPr/>
        </p:nvCxnSpPr>
        <p:spPr>
          <a:xfrm>
            <a:off x="1856757" y="2892424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2" name="Flowchart: Connector 681">
            <a:extLst>
              <a:ext uri="{FF2B5EF4-FFF2-40B4-BE49-F238E27FC236}">
                <a16:creationId xmlns:a16="http://schemas.microsoft.com/office/drawing/2014/main" id="{97A3EE69-16E0-43F2-826A-B536D40400FF}"/>
              </a:ext>
            </a:extLst>
          </p:cNvPr>
          <p:cNvSpPr/>
          <p:nvPr/>
        </p:nvSpPr>
        <p:spPr>
          <a:xfrm>
            <a:off x="269631" y="415614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683" name="Straight Arrow Connector 682">
            <a:extLst>
              <a:ext uri="{FF2B5EF4-FFF2-40B4-BE49-F238E27FC236}">
                <a16:creationId xmlns:a16="http://schemas.microsoft.com/office/drawing/2014/main" id="{18945C02-03A4-4387-8E9B-FA1299EC9212}"/>
              </a:ext>
            </a:extLst>
          </p:cNvPr>
          <p:cNvCxnSpPr>
            <a:cxnSpLocks/>
          </p:cNvCxnSpPr>
          <p:nvPr/>
        </p:nvCxnSpPr>
        <p:spPr>
          <a:xfrm flipH="1">
            <a:off x="726831" y="3759082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Flowchart: Connector 683">
            <a:extLst>
              <a:ext uri="{FF2B5EF4-FFF2-40B4-BE49-F238E27FC236}">
                <a16:creationId xmlns:a16="http://schemas.microsoft.com/office/drawing/2014/main" id="{C9CFAB48-E078-44E3-B653-F556DDA0BD5E}"/>
              </a:ext>
            </a:extLst>
          </p:cNvPr>
          <p:cNvSpPr/>
          <p:nvPr/>
        </p:nvSpPr>
        <p:spPr>
          <a:xfrm>
            <a:off x="1425705" y="405488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685" name="Straight Arrow Connector 684">
            <a:extLst>
              <a:ext uri="{FF2B5EF4-FFF2-40B4-BE49-F238E27FC236}">
                <a16:creationId xmlns:a16="http://schemas.microsoft.com/office/drawing/2014/main" id="{B92C963C-9D34-42B8-8D86-C2F7089AD917}"/>
              </a:ext>
            </a:extLst>
          </p:cNvPr>
          <p:cNvCxnSpPr>
            <a:cxnSpLocks/>
            <a:stCxn id="677" idx="5"/>
            <a:endCxn id="684" idx="1"/>
          </p:cNvCxnSpPr>
          <p:nvPr/>
        </p:nvCxnSpPr>
        <p:spPr>
          <a:xfrm>
            <a:off x="1323357" y="3712868"/>
            <a:ext cx="191622" cy="420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8912565-83E0-45C6-BB6F-43458FF579C6}"/>
              </a:ext>
            </a:extLst>
          </p:cNvPr>
          <p:cNvSpPr/>
          <p:nvPr/>
        </p:nvSpPr>
        <p:spPr>
          <a:xfrm>
            <a:off x="3657600" y="326075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69C96C1-9289-4ECC-8063-A1B82F56FD0B}"/>
              </a:ext>
            </a:extLst>
          </p:cNvPr>
          <p:cNvSpPr/>
          <p:nvPr/>
        </p:nvSpPr>
        <p:spPr>
          <a:xfrm>
            <a:off x="4267200" y="2362200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CE0F2A-BA51-40E6-B1A9-759265E5B655}"/>
              </a:ext>
            </a:extLst>
          </p:cNvPr>
          <p:cNvCxnSpPr>
            <a:cxnSpLocks/>
          </p:cNvCxnSpPr>
          <p:nvPr/>
        </p:nvCxnSpPr>
        <p:spPr>
          <a:xfrm flipH="1">
            <a:off x="4114800" y="2863699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42409A1-2B99-4062-9B34-F9F9CADDCFEE}"/>
              </a:ext>
            </a:extLst>
          </p:cNvPr>
          <p:cNvSpPr/>
          <p:nvPr/>
        </p:nvSpPr>
        <p:spPr>
          <a:xfrm>
            <a:off x="4800600" y="321343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8F137E-0551-41E5-AFF4-0E5005F2E43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4711326" y="2895600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2AA1C19C-498C-4C78-88BF-23F473CC6161}"/>
              </a:ext>
            </a:extLst>
          </p:cNvPr>
          <p:cNvSpPr/>
          <p:nvPr/>
        </p:nvSpPr>
        <p:spPr>
          <a:xfrm>
            <a:off x="3124200" y="415931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8814BF-4A5C-48A0-81E9-2C495AFB3CC4}"/>
              </a:ext>
            </a:extLst>
          </p:cNvPr>
          <p:cNvCxnSpPr>
            <a:cxnSpLocks/>
          </p:cNvCxnSpPr>
          <p:nvPr/>
        </p:nvCxnSpPr>
        <p:spPr>
          <a:xfrm flipH="1">
            <a:off x="3581400" y="3762258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97684D8-EA31-4DE5-9FF4-29AA3887EE0D}"/>
              </a:ext>
            </a:extLst>
          </p:cNvPr>
          <p:cNvSpPr/>
          <p:nvPr/>
        </p:nvSpPr>
        <p:spPr>
          <a:xfrm>
            <a:off x="4280274" y="40580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E8F8F5-5D3A-4277-BEFA-D4571E3EA1A1}"/>
              </a:ext>
            </a:extLst>
          </p:cNvPr>
          <p:cNvCxnSpPr>
            <a:cxnSpLocks/>
            <a:stCxn id="46" idx="5"/>
            <a:endCxn id="53" idx="1"/>
          </p:cNvCxnSpPr>
          <p:nvPr/>
        </p:nvCxnSpPr>
        <p:spPr>
          <a:xfrm>
            <a:off x="4177926" y="3716044"/>
            <a:ext cx="191622" cy="420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060C909-2C6C-4DDB-982E-AF11516673E9}"/>
              </a:ext>
            </a:extLst>
          </p:cNvPr>
          <p:cNvSpPr/>
          <p:nvPr/>
        </p:nvSpPr>
        <p:spPr>
          <a:xfrm>
            <a:off x="2577726" y="504526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431903-FF92-4463-A8FF-DF345BCA7F5B}"/>
              </a:ext>
            </a:extLst>
          </p:cNvPr>
          <p:cNvCxnSpPr>
            <a:cxnSpLocks/>
          </p:cNvCxnSpPr>
          <p:nvPr/>
        </p:nvCxnSpPr>
        <p:spPr>
          <a:xfrm flipH="1">
            <a:off x="3034926" y="4648200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76256E6-5BAA-4A75-BF00-45533065C7CD}"/>
              </a:ext>
            </a:extLst>
          </p:cNvPr>
          <p:cNvSpPr/>
          <p:nvPr/>
        </p:nvSpPr>
        <p:spPr>
          <a:xfrm>
            <a:off x="1981200" y="595966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BDFC68-CD4E-438F-AFB7-78C2BD704889}"/>
              </a:ext>
            </a:extLst>
          </p:cNvPr>
          <p:cNvCxnSpPr>
            <a:cxnSpLocks/>
          </p:cNvCxnSpPr>
          <p:nvPr/>
        </p:nvCxnSpPr>
        <p:spPr>
          <a:xfrm flipH="1">
            <a:off x="2438400" y="5562600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C24B44B1-2E3F-43E1-99AD-D56EE73B2B3B}"/>
              </a:ext>
            </a:extLst>
          </p:cNvPr>
          <p:cNvSpPr/>
          <p:nvPr/>
        </p:nvSpPr>
        <p:spPr>
          <a:xfrm>
            <a:off x="5410200" y="403860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E611A4-311A-4ABF-B61B-21B99462D017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5320926" y="3720762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58585A25-9D11-4CFE-ABF8-464206B68B4B}"/>
              </a:ext>
            </a:extLst>
          </p:cNvPr>
          <p:cNvSpPr/>
          <p:nvPr/>
        </p:nvSpPr>
        <p:spPr>
          <a:xfrm>
            <a:off x="4863726" y="496906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03745F-404E-4BE0-8616-C0C183E4AAF1}"/>
              </a:ext>
            </a:extLst>
          </p:cNvPr>
          <p:cNvCxnSpPr>
            <a:cxnSpLocks/>
          </p:cNvCxnSpPr>
          <p:nvPr/>
        </p:nvCxnSpPr>
        <p:spPr>
          <a:xfrm flipH="1">
            <a:off x="5320926" y="4572000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F5558B2-14ED-4CDB-AAF1-A78BA84AB61C}"/>
              </a:ext>
            </a:extLst>
          </p:cNvPr>
          <p:cNvSpPr/>
          <p:nvPr/>
        </p:nvSpPr>
        <p:spPr>
          <a:xfrm>
            <a:off x="5499474" y="5728038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95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6ECEC1-1A50-4809-8797-6E3E423565FF}"/>
              </a:ext>
            </a:extLst>
          </p:cNvPr>
          <p:cNvCxnSpPr>
            <a:cxnSpLocks/>
            <a:endCxn id="63" idx="1"/>
          </p:cNvCxnSpPr>
          <p:nvPr/>
        </p:nvCxnSpPr>
        <p:spPr>
          <a:xfrm>
            <a:off x="5410200" y="5410200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AE611B0-FC0D-45EF-8E3C-6E44D9E2D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500754"/>
            <a:ext cx="63817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47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Building a BST</a:t>
            </a:r>
          </a:p>
        </p:txBody>
      </p:sp>
      <p:grpSp>
        <p:nvGrpSpPr>
          <p:cNvPr id="518" name="Group 476">
            <a:extLst>
              <a:ext uri="{FF2B5EF4-FFF2-40B4-BE49-F238E27FC236}">
                <a16:creationId xmlns:a16="http://schemas.microsoft.com/office/drawing/2014/main" id="{1B4A11EC-696F-4BFF-8CA5-3E51FCE3ADF9}"/>
              </a:ext>
            </a:extLst>
          </p:cNvPr>
          <p:cNvGrpSpPr>
            <a:grpSpLocks/>
          </p:cNvGrpSpPr>
          <p:nvPr/>
        </p:nvGrpSpPr>
        <p:grpSpPr bwMode="auto">
          <a:xfrm>
            <a:off x="5791204" y="2263773"/>
            <a:ext cx="655638" cy="438151"/>
            <a:chOff x="3648" y="1104"/>
            <a:chExt cx="413" cy="276"/>
          </a:xfrm>
        </p:grpSpPr>
        <p:sp>
          <p:nvSpPr>
            <p:cNvPr id="519" name="AutoShape 477">
              <a:extLst>
                <a:ext uri="{FF2B5EF4-FFF2-40B4-BE49-F238E27FC236}">
                  <a16:creationId xmlns:a16="http://schemas.microsoft.com/office/drawing/2014/main" id="{BADBFB97-C1DE-4322-AA11-B332BD7B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104"/>
              <a:ext cx="413" cy="276"/>
            </a:xfrm>
            <a:prstGeom prst="roundRect">
              <a:avLst>
                <a:gd name="adj" fmla="val 36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" name="Group 478">
              <a:extLst>
                <a:ext uri="{FF2B5EF4-FFF2-40B4-BE49-F238E27FC236}">
                  <a16:creationId xmlns:a16="http://schemas.microsoft.com/office/drawing/2014/main" id="{811DCCE7-2B9D-44D3-BF82-E5B9493C3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104"/>
              <a:ext cx="402" cy="266"/>
              <a:chOff x="3648" y="1104"/>
              <a:chExt cx="402" cy="266"/>
            </a:xfrm>
          </p:grpSpPr>
          <p:sp>
            <p:nvSpPr>
              <p:cNvPr id="521" name="AutoShape 479">
                <a:extLst>
                  <a:ext uri="{FF2B5EF4-FFF2-40B4-BE49-F238E27FC236}">
                    <a16:creationId xmlns:a16="http://schemas.microsoft.com/office/drawing/2014/main" id="{75D11EB8-CBE1-4F7C-972C-A1FBD0A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104"/>
                <a:ext cx="402" cy="266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2" name="Group 480">
                <a:extLst>
                  <a:ext uri="{FF2B5EF4-FFF2-40B4-BE49-F238E27FC236}">
                    <a16:creationId xmlns:a16="http://schemas.microsoft.com/office/drawing/2014/main" id="{F8A53873-37A3-4DDE-96AE-A1E9ABB74F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104"/>
                <a:ext cx="392" cy="256"/>
                <a:chOff x="3648" y="1104"/>
                <a:chExt cx="392" cy="256"/>
              </a:xfrm>
            </p:grpSpPr>
            <p:sp>
              <p:nvSpPr>
                <p:cNvPr id="523" name="AutoShape 481">
                  <a:extLst>
                    <a:ext uri="{FF2B5EF4-FFF2-40B4-BE49-F238E27FC236}">
                      <a16:creationId xmlns:a16="http://schemas.microsoft.com/office/drawing/2014/main" id="{89FC8088-C147-4D51-B747-686BE1D0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104"/>
                  <a:ext cx="392" cy="256"/>
                </a:xfrm>
                <a:prstGeom prst="roundRect">
                  <a:avLst>
                    <a:gd name="adj" fmla="val 389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482">
                  <a:extLst>
                    <a:ext uri="{FF2B5EF4-FFF2-40B4-BE49-F238E27FC236}">
                      <a16:creationId xmlns:a16="http://schemas.microsoft.com/office/drawing/2014/main" id="{09A63177-7751-40ED-B010-C48417A3A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1104"/>
                  <a:ext cx="383" cy="248"/>
                  <a:chOff x="3648" y="1104"/>
                  <a:chExt cx="383" cy="248"/>
                </a:xfrm>
              </p:grpSpPr>
              <p:sp>
                <p:nvSpPr>
                  <p:cNvPr id="525" name="AutoShape 483">
                    <a:extLst>
                      <a:ext uri="{FF2B5EF4-FFF2-40B4-BE49-F238E27FC236}">
                        <a16:creationId xmlns:a16="http://schemas.microsoft.com/office/drawing/2014/main" id="{B91F5266-71B3-493B-BE49-EA6F8D51E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104"/>
                    <a:ext cx="383" cy="248"/>
                  </a:xfrm>
                  <a:prstGeom prst="roundRect">
                    <a:avLst>
                      <a:gd name="adj" fmla="val 403"/>
                    </a:avLst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526" name="Group 484">
                    <a:extLst>
                      <a:ext uri="{FF2B5EF4-FFF2-40B4-BE49-F238E27FC236}">
                        <a16:creationId xmlns:a16="http://schemas.microsoft.com/office/drawing/2014/main" id="{C3417786-1BB9-4BA8-9D10-7718B4BB26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1104"/>
                    <a:ext cx="375" cy="240"/>
                    <a:chOff x="3648" y="1104"/>
                    <a:chExt cx="375" cy="240"/>
                  </a:xfrm>
                </p:grpSpPr>
                <p:sp>
                  <p:nvSpPr>
                    <p:cNvPr id="527" name="AutoShape 485">
                      <a:extLst>
                        <a:ext uri="{FF2B5EF4-FFF2-40B4-BE49-F238E27FC236}">
                          <a16:creationId xmlns:a16="http://schemas.microsoft.com/office/drawing/2014/main" id="{ADE52DB1-7368-48A3-90CB-307493A2CB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1104"/>
                      <a:ext cx="375" cy="240"/>
                    </a:xfrm>
                    <a:prstGeom prst="roundRect">
                      <a:avLst>
                        <a:gd name="adj" fmla="val 417"/>
                      </a:avLst>
                    </a:prstGeom>
                    <a:no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28" name="Group 486">
                      <a:extLst>
                        <a:ext uri="{FF2B5EF4-FFF2-40B4-BE49-F238E27FC236}">
                          <a16:creationId xmlns:a16="http://schemas.microsoft.com/office/drawing/2014/main" id="{59BD7663-1C68-406F-B2B2-6979CE8196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8" y="1104"/>
                      <a:ext cx="368" cy="234"/>
                      <a:chOff x="3648" y="1104"/>
                      <a:chExt cx="368" cy="234"/>
                    </a:xfrm>
                  </p:grpSpPr>
                  <p:sp>
                    <p:nvSpPr>
                      <p:cNvPr id="529" name="AutoShape 487">
                        <a:extLst>
                          <a:ext uri="{FF2B5EF4-FFF2-40B4-BE49-F238E27FC236}">
                            <a16:creationId xmlns:a16="http://schemas.microsoft.com/office/drawing/2014/main" id="{0BFB56CE-5682-4E37-9252-9AE344885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48" y="1104"/>
                        <a:ext cx="368" cy="234"/>
                      </a:xfrm>
                      <a:prstGeom prst="roundRect">
                        <a:avLst>
                          <a:gd name="adj" fmla="val 426"/>
                        </a:avLst>
                      </a:prstGeom>
                      <a:noFill/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530" name="Group 488">
                        <a:extLst>
                          <a:ext uri="{FF2B5EF4-FFF2-40B4-BE49-F238E27FC236}">
                            <a16:creationId xmlns:a16="http://schemas.microsoft.com/office/drawing/2014/main" id="{4F1D4DA4-161A-4E72-865E-89B1B239F6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8" y="1104"/>
                        <a:ext cx="362" cy="228"/>
                        <a:chOff x="3648" y="1104"/>
                        <a:chExt cx="362" cy="228"/>
                      </a:xfrm>
                    </p:grpSpPr>
                    <p:sp>
                      <p:nvSpPr>
                        <p:cNvPr id="531" name="AutoShape 489">
                          <a:extLst>
                            <a:ext uri="{FF2B5EF4-FFF2-40B4-BE49-F238E27FC236}">
                              <a16:creationId xmlns:a16="http://schemas.microsoft.com/office/drawing/2014/main" id="{270AA04D-81C2-48D6-B95F-C029DF4F465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48" y="1104"/>
                          <a:ext cx="362" cy="228"/>
                        </a:xfrm>
                        <a:prstGeom prst="roundRect">
                          <a:avLst>
                            <a:gd name="adj" fmla="val 435"/>
                          </a:avLst>
                        </a:prstGeom>
                        <a:noFill/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532" name="Group 490">
                          <a:extLst>
                            <a:ext uri="{FF2B5EF4-FFF2-40B4-BE49-F238E27FC236}">
                              <a16:creationId xmlns:a16="http://schemas.microsoft.com/office/drawing/2014/main" id="{9D73922B-ED18-4FBA-B2B9-1F388B906D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48" y="1104"/>
                          <a:ext cx="356" cy="223"/>
                          <a:chOff x="3648" y="1104"/>
                          <a:chExt cx="356" cy="223"/>
                        </a:xfrm>
                      </p:grpSpPr>
                      <p:sp>
                        <p:nvSpPr>
                          <p:cNvPr id="533" name="AutoShape 491">
                            <a:extLst>
                              <a:ext uri="{FF2B5EF4-FFF2-40B4-BE49-F238E27FC236}">
                                <a16:creationId xmlns:a16="http://schemas.microsoft.com/office/drawing/2014/main" id="{6B242BB0-05F2-4205-ABBC-820A94A7247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48" y="1104"/>
                            <a:ext cx="356" cy="223"/>
                          </a:xfrm>
                          <a:prstGeom prst="roundRect">
                            <a:avLst>
                              <a:gd name="adj" fmla="val 449"/>
                            </a:avLst>
                          </a:prstGeom>
                          <a:noFill/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534" name="Group 492">
                            <a:extLst>
                              <a:ext uri="{FF2B5EF4-FFF2-40B4-BE49-F238E27FC236}">
                                <a16:creationId xmlns:a16="http://schemas.microsoft.com/office/drawing/2014/main" id="{C4BB1E47-C025-44B4-A2C8-EB115ED9A25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48" y="1104"/>
                            <a:ext cx="352" cy="219"/>
                            <a:chOff x="3648" y="1104"/>
                            <a:chExt cx="352" cy="219"/>
                          </a:xfrm>
                        </p:grpSpPr>
                        <p:sp>
                          <p:nvSpPr>
                            <p:cNvPr id="535" name="AutoShape 493">
                              <a:extLst>
                                <a:ext uri="{FF2B5EF4-FFF2-40B4-BE49-F238E27FC236}">
                                  <a16:creationId xmlns:a16="http://schemas.microsoft.com/office/drawing/2014/main" id="{761F2DE8-FF59-4B27-B5B4-DCB7B53870A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648" y="1104"/>
                              <a:ext cx="352" cy="219"/>
                            </a:xfrm>
                            <a:prstGeom prst="roundRect">
                              <a:avLst>
                                <a:gd name="adj" fmla="val 458"/>
                              </a:avLst>
                            </a:prstGeom>
                            <a:noFill/>
                            <a:ln w="9525">
                              <a:noFill/>
                              <a:round/>
                              <a:headEnd/>
                              <a:tailEnd/>
                            </a:ln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536" name="Group 494">
                              <a:extLst>
                                <a:ext uri="{FF2B5EF4-FFF2-40B4-BE49-F238E27FC236}">
                                  <a16:creationId xmlns:a16="http://schemas.microsoft.com/office/drawing/2014/main" id="{3976735E-6D06-4E6A-8564-6DD497EEE2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48" y="1104"/>
                              <a:ext cx="349" cy="217"/>
                              <a:chOff x="3648" y="1104"/>
                              <a:chExt cx="349" cy="217"/>
                            </a:xfrm>
                          </p:grpSpPr>
                          <p:sp>
                            <p:nvSpPr>
                              <p:cNvPr id="537" name="AutoShape 495">
                                <a:extLst>
                                  <a:ext uri="{FF2B5EF4-FFF2-40B4-BE49-F238E27FC236}">
                                    <a16:creationId xmlns:a16="http://schemas.microsoft.com/office/drawing/2014/main" id="{C55A061C-FAEC-4368-845D-FF2132EA735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48" y="1104"/>
                                <a:ext cx="349" cy="217"/>
                              </a:xfrm>
                              <a:prstGeom prst="roundRect">
                                <a:avLst>
                                  <a:gd name="adj" fmla="val 463"/>
                                </a:avLst>
                              </a:prstGeom>
                              <a:noFill/>
                              <a:ln w="9525">
                                <a:noFill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 wrap="none" anchor="ctr"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grpSp>
                            <p:nvGrpSpPr>
                              <p:cNvPr id="538" name="Group 496">
                                <a:extLst>
                                  <a:ext uri="{FF2B5EF4-FFF2-40B4-BE49-F238E27FC236}">
                                    <a16:creationId xmlns:a16="http://schemas.microsoft.com/office/drawing/2014/main" id="{51A144E9-E81D-4C5C-A9D2-6EA336D87D8D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3648" y="1104"/>
                                <a:ext cx="347" cy="215"/>
                                <a:chOff x="3648" y="1104"/>
                                <a:chExt cx="347" cy="215"/>
                              </a:xfrm>
                            </p:grpSpPr>
                            <p:sp>
                              <p:nvSpPr>
                                <p:cNvPr id="539" name="AutoShape 497">
                                  <a:extLst>
                                    <a:ext uri="{FF2B5EF4-FFF2-40B4-BE49-F238E27FC236}">
                                      <a16:creationId xmlns:a16="http://schemas.microsoft.com/office/drawing/2014/main" id="{715FB97E-9F8E-4F98-B28A-224B834B0E2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5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0" name="AutoShape 498">
                                  <a:extLst>
                                    <a:ext uri="{FF2B5EF4-FFF2-40B4-BE49-F238E27FC236}">
                                      <a16:creationId xmlns:a16="http://schemas.microsoft.com/office/drawing/2014/main" id="{AFA297CB-EA2E-458E-B1AC-E6893BEE9FC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1" name="AutoShape 499">
                                  <a:extLst>
                                    <a:ext uri="{FF2B5EF4-FFF2-40B4-BE49-F238E27FC236}">
                                      <a16:creationId xmlns:a16="http://schemas.microsoft.com/office/drawing/2014/main" id="{C5673269-BE36-4EB3-A257-E3A8652B6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8912565-83E0-45C6-BB6F-43458FF579C6}"/>
              </a:ext>
            </a:extLst>
          </p:cNvPr>
          <p:cNvSpPr/>
          <p:nvPr/>
        </p:nvSpPr>
        <p:spPr>
          <a:xfrm>
            <a:off x="3048000" y="296395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69C96C1-9289-4ECC-8063-A1B82F56FD0B}"/>
              </a:ext>
            </a:extLst>
          </p:cNvPr>
          <p:cNvSpPr/>
          <p:nvPr/>
        </p:nvSpPr>
        <p:spPr>
          <a:xfrm>
            <a:off x="4267200" y="2362200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CE0F2A-BA51-40E6-B1A9-759265E5B655}"/>
              </a:ext>
            </a:extLst>
          </p:cNvPr>
          <p:cNvCxnSpPr>
            <a:cxnSpLocks/>
            <a:stCxn id="47" idx="3"/>
            <a:endCxn id="46" idx="7"/>
          </p:cNvCxnSpPr>
          <p:nvPr/>
        </p:nvCxnSpPr>
        <p:spPr>
          <a:xfrm flipH="1">
            <a:off x="3568326" y="2817485"/>
            <a:ext cx="788148" cy="224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42409A1-2B99-4062-9B34-F9F9CADDCFEE}"/>
              </a:ext>
            </a:extLst>
          </p:cNvPr>
          <p:cNvSpPr/>
          <p:nvPr/>
        </p:nvSpPr>
        <p:spPr>
          <a:xfrm>
            <a:off x="5283948" y="30966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8F137E-0551-41E5-AFF4-0E5005F2E431}"/>
              </a:ext>
            </a:extLst>
          </p:cNvPr>
          <p:cNvCxnSpPr>
            <a:cxnSpLocks/>
            <a:stCxn id="47" idx="5"/>
            <a:endCxn id="49" idx="1"/>
          </p:cNvCxnSpPr>
          <p:nvPr/>
        </p:nvCxnSpPr>
        <p:spPr>
          <a:xfrm>
            <a:off x="4787526" y="2817485"/>
            <a:ext cx="585696" cy="357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2AA1C19C-498C-4C78-88BF-23F473CC6161}"/>
              </a:ext>
            </a:extLst>
          </p:cNvPr>
          <p:cNvSpPr/>
          <p:nvPr/>
        </p:nvSpPr>
        <p:spPr>
          <a:xfrm>
            <a:off x="2404866" y="349735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8814BF-4A5C-48A0-81E9-2C495AFB3CC4}"/>
              </a:ext>
            </a:extLst>
          </p:cNvPr>
          <p:cNvCxnSpPr>
            <a:cxnSpLocks/>
            <a:stCxn id="46" idx="3"/>
            <a:endCxn id="51" idx="7"/>
          </p:cNvCxnSpPr>
          <p:nvPr/>
        </p:nvCxnSpPr>
        <p:spPr>
          <a:xfrm flipH="1">
            <a:off x="2925192" y="3419240"/>
            <a:ext cx="212082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97684D8-EA31-4DE5-9FF4-29AA3887EE0D}"/>
              </a:ext>
            </a:extLst>
          </p:cNvPr>
          <p:cNvSpPr/>
          <p:nvPr/>
        </p:nvSpPr>
        <p:spPr>
          <a:xfrm>
            <a:off x="3837756" y="37187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E8F8F5-5D3A-4277-BEFA-D4571E3EA1A1}"/>
              </a:ext>
            </a:extLst>
          </p:cNvPr>
          <p:cNvCxnSpPr>
            <a:cxnSpLocks/>
            <a:stCxn id="46" idx="5"/>
            <a:endCxn id="53" idx="1"/>
          </p:cNvCxnSpPr>
          <p:nvPr/>
        </p:nvCxnSpPr>
        <p:spPr>
          <a:xfrm>
            <a:off x="3568326" y="3419240"/>
            <a:ext cx="358704" cy="377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060C909-2C6C-4DDB-982E-AF11516673E9}"/>
              </a:ext>
            </a:extLst>
          </p:cNvPr>
          <p:cNvSpPr/>
          <p:nvPr/>
        </p:nvSpPr>
        <p:spPr>
          <a:xfrm>
            <a:off x="1795266" y="409514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431903-FF92-4463-A8FF-DF345BCA7F5B}"/>
              </a:ext>
            </a:extLst>
          </p:cNvPr>
          <p:cNvCxnSpPr>
            <a:cxnSpLocks/>
            <a:stCxn id="51" idx="3"/>
            <a:endCxn id="55" idx="7"/>
          </p:cNvCxnSpPr>
          <p:nvPr/>
        </p:nvCxnSpPr>
        <p:spPr>
          <a:xfrm flipH="1">
            <a:off x="2315592" y="3952640"/>
            <a:ext cx="178548" cy="22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76256E6-5BAA-4A75-BF00-45533065C7CD}"/>
              </a:ext>
            </a:extLst>
          </p:cNvPr>
          <p:cNvSpPr/>
          <p:nvPr/>
        </p:nvSpPr>
        <p:spPr>
          <a:xfrm>
            <a:off x="1223766" y="468648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BDFC68-CD4E-438F-AFB7-78C2BD704889}"/>
              </a:ext>
            </a:extLst>
          </p:cNvPr>
          <p:cNvCxnSpPr>
            <a:cxnSpLocks/>
            <a:stCxn id="55" idx="3"/>
            <a:endCxn id="57" idx="7"/>
          </p:cNvCxnSpPr>
          <p:nvPr/>
        </p:nvCxnSpPr>
        <p:spPr>
          <a:xfrm flipH="1">
            <a:off x="1744092" y="4550434"/>
            <a:ext cx="140448" cy="214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C24B44B1-2E3F-43E1-99AD-D56EE73B2B3B}"/>
              </a:ext>
            </a:extLst>
          </p:cNvPr>
          <p:cNvSpPr/>
          <p:nvPr/>
        </p:nvSpPr>
        <p:spPr>
          <a:xfrm>
            <a:off x="6192660" y="387381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E611A4-311A-4ABF-B61B-21B99462D017}"/>
              </a:ext>
            </a:extLst>
          </p:cNvPr>
          <p:cNvCxnSpPr>
            <a:cxnSpLocks/>
            <a:stCxn id="49" idx="5"/>
            <a:endCxn id="59" idx="1"/>
          </p:cNvCxnSpPr>
          <p:nvPr/>
        </p:nvCxnSpPr>
        <p:spPr>
          <a:xfrm>
            <a:off x="5804274" y="3551898"/>
            <a:ext cx="477660" cy="400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58585A25-9D11-4CFE-ABF8-464206B68B4B}"/>
              </a:ext>
            </a:extLst>
          </p:cNvPr>
          <p:cNvSpPr/>
          <p:nvPr/>
        </p:nvSpPr>
        <p:spPr>
          <a:xfrm>
            <a:off x="5582087" y="455201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03745F-404E-4BE0-8616-C0C183E4AAF1}"/>
              </a:ext>
            </a:extLst>
          </p:cNvPr>
          <p:cNvCxnSpPr>
            <a:cxnSpLocks/>
            <a:stCxn id="59" idx="3"/>
            <a:endCxn id="61" idx="7"/>
          </p:cNvCxnSpPr>
          <p:nvPr/>
        </p:nvCxnSpPr>
        <p:spPr>
          <a:xfrm flipH="1">
            <a:off x="6102413" y="4329102"/>
            <a:ext cx="179521" cy="301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F5558B2-14ED-4CDB-AAF1-A78BA84AB61C}"/>
              </a:ext>
            </a:extLst>
          </p:cNvPr>
          <p:cNvSpPr/>
          <p:nvPr/>
        </p:nvSpPr>
        <p:spPr>
          <a:xfrm>
            <a:off x="6238875" y="518967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95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6ECEC1-1A50-4809-8797-6E3E423565FF}"/>
              </a:ext>
            </a:extLst>
          </p:cNvPr>
          <p:cNvCxnSpPr>
            <a:cxnSpLocks/>
            <a:stCxn id="61" idx="5"/>
            <a:endCxn id="63" idx="1"/>
          </p:cNvCxnSpPr>
          <p:nvPr/>
        </p:nvCxnSpPr>
        <p:spPr>
          <a:xfrm>
            <a:off x="6102413" y="5007296"/>
            <a:ext cx="225736" cy="260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4D461035-A43E-4F69-9A6E-CABAB44111DE}"/>
              </a:ext>
            </a:extLst>
          </p:cNvPr>
          <p:cNvSpPr/>
          <p:nvPr/>
        </p:nvSpPr>
        <p:spPr>
          <a:xfrm>
            <a:off x="4634153" y="3804309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66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E9F603E-399E-4DCE-90E6-AB74677553E3}"/>
              </a:ext>
            </a:extLst>
          </p:cNvPr>
          <p:cNvCxnSpPr>
            <a:cxnSpLocks/>
            <a:stCxn id="49" idx="3"/>
            <a:endCxn id="83" idx="7"/>
          </p:cNvCxnSpPr>
          <p:nvPr/>
        </p:nvCxnSpPr>
        <p:spPr>
          <a:xfrm flipH="1">
            <a:off x="5154479" y="3551898"/>
            <a:ext cx="218743" cy="330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FFEC04E0-841A-4AB7-B872-0C1D117B5EB0}"/>
              </a:ext>
            </a:extLst>
          </p:cNvPr>
          <p:cNvSpPr/>
          <p:nvPr/>
        </p:nvSpPr>
        <p:spPr>
          <a:xfrm>
            <a:off x="5656144" y="601980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67DA62-8D16-474D-9609-A25E56141596}"/>
              </a:ext>
            </a:extLst>
          </p:cNvPr>
          <p:cNvCxnSpPr>
            <a:cxnSpLocks/>
            <a:stCxn id="63" idx="3"/>
            <a:endCxn id="87" idx="7"/>
          </p:cNvCxnSpPr>
          <p:nvPr/>
        </p:nvCxnSpPr>
        <p:spPr>
          <a:xfrm flipH="1">
            <a:off x="6176470" y="5644956"/>
            <a:ext cx="151679" cy="45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7750401E-E28A-4A9D-80F3-63BA58713800}"/>
              </a:ext>
            </a:extLst>
          </p:cNvPr>
          <p:cNvSpPr/>
          <p:nvPr/>
        </p:nvSpPr>
        <p:spPr>
          <a:xfrm>
            <a:off x="637612" y="5286609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1E6EB4A-1587-4EE5-A778-654589C2E18A}"/>
              </a:ext>
            </a:extLst>
          </p:cNvPr>
          <p:cNvCxnSpPr>
            <a:cxnSpLocks/>
            <a:stCxn id="57" idx="3"/>
            <a:endCxn id="91" idx="7"/>
          </p:cNvCxnSpPr>
          <p:nvPr/>
        </p:nvCxnSpPr>
        <p:spPr>
          <a:xfrm flipH="1">
            <a:off x="1157938" y="5141768"/>
            <a:ext cx="155102" cy="222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16F2A980-A8DA-473F-B2E2-B81262A7CA7A}"/>
              </a:ext>
            </a:extLst>
          </p:cNvPr>
          <p:cNvSpPr/>
          <p:nvPr/>
        </p:nvSpPr>
        <p:spPr>
          <a:xfrm>
            <a:off x="0" y="5859841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181E375-9E18-4A30-9380-992BA0495538}"/>
              </a:ext>
            </a:extLst>
          </p:cNvPr>
          <p:cNvCxnSpPr>
            <a:cxnSpLocks/>
            <a:stCxn id="91" idx="3"/>
            <a:endCxn id="102" idx="7"/>
          </p:cNvCxnSpPr>
          <p:nvPr/>
        </p:nvCxnSpPr>
        <p:spPr>
          <a:xfrm flipH="1">
            <a:off x="520326" y="5741894"/>
            <a:ext cx="206560" cy="196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37B61EC0-90B1-4B49-88A0-A41B139288B7}"/>
              </a:ext>
            </a:extLst>
          </p:cNvPr>
          <p:cNvSpPr/>
          <p:nvPr/>
        </p:nvSpPr>
        <p:spPr>
          <a:xfrm>
            <a:off x="3241230" y="4261885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7955D35-D90A-4E97-A261-DBC6845D26B8}"/>
              </a:ext>
            </a:extLst>
          </p:cNvPr>
          <p:cNvCxnSpPr>
            <a:cxnSpLocks/>
            <a:stCxn id="51" idx="5"/>
            <a:endCxn id="106" idx="1"/>
          </p:cNvCxnSpPr>
          <p:nvPr/>
        </p:nvCxnSpPr>
        <p:spPr>
          <a:xfrm>
            <a:off x="2925192" y="3952640"/>
            <a:ext cx="405312" cy="38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1BC48C-9F02-4188-B66B-45C7F1124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5" y="1471286"/>
            <a:ext cx="63912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47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Building a BST</a:t>
            </a:r>
          </a:p>
        </p:txBody>
      </p:sp>
      <p:grpSp>
        <p:nvGrpSpPr>
          <p:cNvPr id="518" name="Group 476">
            <a:extLst>
              <a:ext uri="{FF2B5EF4-FFF2-40B4-BE49-F238E27FC236}">
                <a16:creationId xmlns:a16="http://schemas.microsoft.com/office/drawing/2014/main" id="{1B4A11EC-696F-4BFF-8CA5-3E51FCE3ADF9}"/>
              </a:ext>
            </a:extLst>
          </p:cNvPr>
          <p:cNvGrpSpPr>
            <a:grpSpLocks/>
          </p:cNvGrpSpPr>
          <p:nvPr/>
        </p:nvGrpSpPr>
        <p:grpSpPr bwMode="auto">
          <a:xfrm>
            <a:off x="5791204" y="2263773"/>
            <a:ext cx="655638" cy="438151"/>
            <a:chOff x="3648" y="1104"/>
            <a:chExt cx="413" cy="276"/>
          </a:xfrm>
        </p:grpSpPr>
        <p:sp>
          <p:nvSpPr>
            <p:cNvPr id="519" name="AutoShape 477">
              <a:extLst>
                <a:ext uri="{FF2B5EF4-FFF2-40B4-BE49-F238E27FC236}">
                  <a16:creationId xmlns:a16="http://schemas.microsoft.com/office/drawing/2014/main" id="{BADBFB97-C1DE-4322-AA11-B332BD7B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104"/>
              <a:ext cx="413" cy="276"/>
            </a:xfrm>
            <a:prstGeom prst="roundRect">
              <a:avLst>
                <a:gd name="adj" fmla="val 36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" name="Group 478">
              <a:extLst>
                <a:ext uri="{FF2B5EF4-FFF2-40B4-BE49-F238E27FC236}">
                  <a16:creationId xmlns:a16="http://schemas.microsoft.com/office/drawing/2014/main" id="{811DCCE7-2B9D-44D3-BF82-E5B9493C3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104"/>
              <a:ext cx="402" cy="266"/>
              <a:chOff x="3648" y="1104"/>
              <a:chExt cx="402" cy="266"/>
            </a:xfrm>
          </p:grpSpPr>
          <p:sp>
            <p:nvSpPr>
              <p:cNvPr id="521" name="AutoShape 479">
                <a:extLst>
                  <a:ext uri="{FF2B5EF4-FFF2-40B4-BE49-F238E27FC236}">
                    <a16:creationId xmlns:a16="http://schemas.microsoft.com/office/drawing/2014/main" id="{75D11EB8-CBE1-4F7C-972C-A1FBD0A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104"/>
                <a:ext cx="402" cy="266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2" name="Group 480">
                <a:extLst>
                  <a:ext uri="{FF2B5EF4-FFF2-40B4-BE49-F238E27FC236}">
                    <a16:creationId xmlns:a16="http://schemas.microsoft.com/office/drawing/2014/main" id="{F8A53873-37A3-4DDE-96AE-A1E9ABB74F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104"/>
                <a:ext cx="392" cy="256"/>
                <a:chOff x="3648" y="1104"/>
                <a:chExt cx="392" cy="256"/>
              </a:xfrm>
            </p:grpSpPr>
            <p:sp>
              <p:nvSpPr>
                <p:cNvPr id="523" name="AutoShape 481">
                  <a:extLst>
                    <a:ext uri="{FF2B5EF4-FFF2-40B4-BE49-F238E27FC236}">
                      <a16:creationId xmlns:a16="http://schemas.microsoft.com/office/drawing/2014/main" id="{89FC8088-C147-4D51-B747-686BE1D0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104"/>
                  <a:ext cx="392" cy="256"/>
                </a:xfrm>
                <a:prstGeom prst="roundRect">
                  <a:avLst>
                    <a:gd name="adj" fmla="val 389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482">
                  <a:extLst>
                    <a:ext uri="{FF2B5EF4-FFF2-40B4-BE49-F238E27FC236}">
                      <a16:creationId xmlns:a16="http://schemas.microsoft.com/office/drawing/2014/main" id="{09A63177-7751-40ED-B010-C48417A3A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1104"/>
                  <a:ext cx="383" cy="248"/>
                  <a:chOff x="3648" y="1104"/>
                  <a:chExt cx="383" cy="248"/>
                </a:xfrm>
              </p:grpSpPr>
              <p:sp>
                <p:nvSpPr>
                  <p:cNvPr id="525" name="AutoShape 483">
                    <a:extLst>
                      <a:ext uri="{FF2B5EF4-FFF2-40B4-BE49-F238E27FC236}">
                        <a16:creationId xmlns:a16="http://schemas.microsoft.com/office/drawing/2014/main" id="{B91F5266-71B3-493B-BE49-EA6F8D51E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104"/>
                    <a:ext cx="383" cy="248"/>
                  </a:xfrm>
                  <a:prstGeom prst="roundRect">
                    <a:avLst>
                      <a:gd name="adj" fmla="val 403"/>
                    </a:avLst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526" name="Group 484">
                    <a:extLst>
                      <a:ext uri="{FF2B5EF4-FFF2-40B4-BE49-F238E27FC236}">
                        <a16:creationId xmlns:a16="http://schemas.microsoft.com/office/drawing/2014/main" id="{C3417786-1BB9-4BA8-9D10-7718B4BB26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1104"/>
                    <a:ext cx="375" cy="240"/>
                    <a:chOff x="3648" y="1104"/>
                    <a:chExt cx="375" cy="240"/>
                  </a:xfrm>
                </p:grpSpPr>
                <p:sp>
                  <p:nvSpPr>
                    <p:cNvPr id="527" name="AutoShape 485">
                      <a:extLst>
                        <a:ext uri="{FF2B5EF4-FFF2-40B4-BE49-F238E27FC236}">
                          <a16:creationId xmlns:a16="http://schemas.microsoft.com/office/drawing/2014/main" id="{ADE52DB1-7368-48A3-90CB-307493A2CB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1104"/>
                      <a:ext cx="375" cy="240"/>
                    </a:xfrm>
                    <a:prstGeom prst="roundRect">
                      <a:avLst>
                        <a:gd name="adj" fmla="val 417"/>
                      </a:avLst>
                    </a:prstGeom>
                    <a:no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28" name="Group 486">
                      <a:extLst>
                        <a:ext uri="{FF2B5EF4-FFF2-40B4-BE49-F238E27FC236}">
                          <a16:creationId xmlns:a16="http://schemas.microsoft.com/office/drawing/2014/main" id="{59BD7663-1C68-406F-B2B2-6979CE8196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8" y="1104"/>
                      <a:ext cx="368" cy="234"/>
                      <a:chOff x="3648" y="1104"/>
                      <a:chExt cx="368" cy="234"/>
                    </a:xfrm>
                  </p:grpSpPr>
                  <p:sp>
                    <p:nvSpPr>
                      <p:cNvPr id="529" name="AutoShape 487">
                        <a:extLst>
                          <a:ext uri="{FF2B5EF4-FFF2-40B4-BE49-F238E27FC236}">
                            <a16:creationId xmlns:a16="http://schemas.microsoft.com/office/drawing/2014/main" id="{0BFB56CE-5682-4E37-9252-9AE344885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48" y="1104"/>
                        <a:ext cx="368" cy="234"/>
                      </a:xfrm>
                      <a:prstGeom prst="roundRect">
                        <a:avLst>
                          <a:gd name="adj" fmla="val 426"/>
                        </a:avLst>
                      </a:prstGeom>
                      <a:noFill/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530" name="Group 488">
                        <a:extLst>
                          <a:ext uri="{FF2B5EF4-FFF2-40B4-BE49-F238E27FC236}">
                            <a16:creationId xmlns:a16="http://schemas.microsoft.com/office/drawing/2014/main" id="{4F1D4DA4-161A-4E72-865E-89B1B239F6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8" y="1104"/>
                        <a:ext cx="362" cy="228"/>
                        <a:chOff x="3648" y="1104"/>
                        <a:chExt cx="362" cy="228"/>
                      </a:xfrm>
                    </p:grpSpPr>
                    <p:sp>
                      <p:nvSpPr>
                        <p:cNvPr id="531" name="AutoShape 489">
                          <a:extLst>
                            <a:ext uri="{FF2B5EF4-FFF2-40B4-BE49-F238E27FC236}">
                              <a16:creationId xmlns:a16="http://schemas.microsoft.com/office/drawing/2014/main" id="{270AA04D-81C2-48D6-B95F-C029DF4F465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48" y="1104"/>
                          <a:ext cx="362" cy="228"/>
                        </a:xfrm>
                        <a:prstGeom prst="roundRect">
                          <a:avLst>
                            <a:gd name="adj" fmla="val 435"/>
                          </a:avLst>
                        </a:prstGeom>
                        <a:noFill/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532" name="Group 490">
                          <a:extLst>
                            <a:ext uri="{FF2B5EF4-FFF2-40B4-BE49-F238E27FC236}">
                              <a16:creationId xmlns:a16="http://schemas.microsoft.com/office/drawing/2014/main" id="{9D73922B-ED18-4FBA-B2B9-1F388B906D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48" y="1104"/>
                          <a:ext cx="356" cy="223"/>
                          <a:chOff x="3648" y="1104"/>
                          <a:chExt cx="356" cy="223"/>
                        </a:xfrm>
                      </p:grpSpPr>
                      <p:sp>
                        <p:nvSpPr>
                          <p:cNvPr id="533" name="AutoShape 491">
                            <a:extLst>
                              <a:ext uri="{FF2B5EF4-FFF2-40B4-BE49-F238E27FC236}">
                                <a16:creationId xmlns:a16="http://schemas.microsoft.com/office/drawing/2014/main" id="{6B242BB0-05F2-4205-ABBC-820A94A7247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48" y="1104"/>
                            <a:ext cx="356" cy="223"/>
                          </a:xfrm>
                          <a:prstGeom prst="roundRect">
                            <a:avLst>
                              <a:gd name="adj" fmla="val 449"/>
                            </a:avLst>
                          </a:prstGeom>
                          <a:noFill/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534" name="Group 492">
                            <a:extLst>
                              <a:ext uri="{FF2B5EF4-FFF2-40B4-BE49-F238E27FC236}">
                                <a16:creationId xmlns:a16="http://schemas.microsoft.com/office/drawing/2014/main" id="{C4BB1E47-C025-44B4-A2C8-EB115ED9A25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48" y="1104"/>
                            <a:ext cx="352" cy="219"/>
                            <a:chOff x="3648" y="1104"/>
                            <a:chExt cx="352" cy="219"/>
                          </a:xfrm>
                        </p:grpSpPr>
                        <p:sp>
                          <p:nvSpPr>
                            <p:cNvPr id="535" name="AutoShape 493">
                              <a:extLst>
                                <a:ext uri="{FF2B5EF4-FFF2-40B4-BE49-F238E27FC236}">
                                  <a16:creationId xmlns:a16="http://schemas.microsoft.com/office/drawing/2014/main" id="{761F2DE8-FF59-4B27-B5B4-DCB7B53870A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648" y="1104"/>
                              <a:ext cx="352" cy="219"/>
                            </a:xfrm>
                            <a:prstGeom prst="roundRect">
                              <a:avLst>
                                <a:gd name="adj" fmla="val 458"/>
                              </a:avLst>
                            </a:prstGeom>
                            <a:noFill/>
                            <a:ln w="9525">
                              <a:noFill/>
                              <a:round/>
                              <a:headEnd/>
                              <a:tailEnd/>
                            </a:ln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536" name="Group 494">
                              <a:extLst>
                                <a:ext uri="{FF2B5EF4-FFF2-40B4-BE49-F238E27FC236}">
                                  <a16:creationId xmlns:a16="http://schemas.microsoft.com/office/drawing/2014/main" id="{3976735E-6D06-4E6A-8564-6DD497EEE2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48" y="1104"/>
                              <a:ext cx="349" cy="217"/>
                              <a:chOff x="3648" y="1104"/>
                              <a:chExt cx="349" cy="217"/>
                            </a:xfrm>
                          </p:grpSpPr>
                          <p:sp>
                            <p:nvSpPr>
                              <p:cNvPr id="537" name="AutoShape 495">
                                <a:extLst>
                                  <a:ext uri="{FF2B5EF4-FFF2-40B4-BE49-F238E27FC236}">
                                    <a16:creationId xmlns:a16="http://schemas.microsoft.com/office/drawing/2014/main" id="{C55A061C-FAEC-4368-845D-FF2132EA735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48" y="1104"/>
                                <a:ext cx="349" cy="217"/>
                              </a:xfrm>
                              <a:prstGeom prst="roundRect">
                                <a:avLst>
                                  <a:gd name="adj" fmla="val 463"/>
                                </a:avLst>
                              </a:prstGeom>
                              <a:noFill/>
                              <a:ln w="9525">
                                <a:noFill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 wrap="none" anchor="ctr"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grpSp>
                            <p:nvGrpSpPr>
                              <p:cNvPr id="538" name="Group 496">
                                <a:extLst>
                                  <a:ext uri="{FF2B5EF4-FFF2-40B4-BE49-F238E27FC236}">
                                    <a16:creationId xmlns:a16="http://schemas.microsoft.com/office/drawing/2014/main" id="{51A144E9-E81D-4C5C-A9D2-6EA336D87D8D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3648" y="1104"/>
                                <a:ext cx="347" cy="215"/>
                                <a:chOff x="3648" y="1104"/>
                                <a:chExt cx="347" cy="215"/>
                              </a:xfrm>
                            </p:grpSpPr>
                            <p:sp>
                              <p:nvSpPr>
                                <p:cNvPr id="539" name="AutoShape 497">
                                  <a:extLst>
                                    <a:ext uri="{FF2B5EF4-FFF2-40B4-BE49-F238E27FC236}">
                                      <a16:creationId xmlns:a16="http://schemas.microsoft.com/office/drawing/2014/main" id="{715FB97E-9F8E-4F98-B28A-224B834B0E2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5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0" name="AutoShape 498">
                                  <a:extLst>
                                    <a:ext uri="{FF2B5EF4-FFF2-40B4-BE49-F238E27FC236}">
                                      <a16:creationId xmlns:a16="http://schemas.microsoft.com/office/drawing/2014/main" id="{AFA297CB-EA2E-458E-B1AC-E6893BEE9FC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1" name="AutoShape 499">
                                  <a:extLst>
                                    <a:ext uri="{FF2B5EF4-FFF2-40B4-BE49-F238E27FC236}">
                                      <a16:creationId xmlns:a16="http://schemas.microsoft.com/office/drawing/2014/main" id="{C5673269-BE36-4EB3-A257-E3A8652B6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8912565-83E0-45C6-BB6F-43458FF579C6}"/>
              </a:ext>
            </a:extLst>
          </p:cNvPr>
          <p:cNvSpPr/>
          <p:nvPr/>
        </p:nvSpPr>
        <p:spPr>
          <a:xfrm>
            <a:off x="3090873" y="275976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69C96C1-9289-4ECC-8063-A1B82F56FD0B}"/>
              </a:ext>
            </a:extLst>
          </p:cNvPr>
          <p:cNvSpPr/>
          <p:nvPr/>
        </p:nvSpPr>
        <p:spPr>
          <a:xfrm>
            <a:off x="4091439" y="2044698"/>
            <a:ext cx="609600" cy="5334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CE0F2A-BA51-40E6-B1A9-759265E5B655}"/>
              </a:ext>
            </a:extLst>
          </p:cNvPr>
          <p:cNvCxnSpPr>
            <a:cxnSpLocks/>
            <a:stCxn id="47" idx="3"/>
            <a:endCxn id="46" idx="7"/>
          </p:cNvCxnSpPr>
          <p:nvPr/>
        </p:nvCxnSpPr>
        <p:spPr>
          <a:xfrm flipH="1">
            <a:off x="3611199" y="2499983"/>
            <a:ext cx="569514" cy="33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42409A1-2B99-4062-9B34-F9F9CADDCFEE}"/>
              </a:ext>
            </a:extLst>
          </p:cNvPr>
          <p:cNvSpPr/>
          <p:nvPr/>
        </p:nvSpPr>
        <p:spPr>
          <a:xfrm>
            <a:off x="5815941" y="262035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8F137E-0551-41E5-AFF4-0E5005F2E431}"/>
              </a:ext>
            </a:extLst>
          </p:cNvPr>
          <p:cNvCxnSpPr>
            <a:cxnSpLocks/>
            <a:stCxn id="47" idx="5"/>
            <a:endCxn id="49" idx="1"/>
          </p:cNvCxnSpPr>
          <p:nvPr/>
        </p:nvCxnSpPr>
        <p:spPr>
          <a:xfrm>
            <a:off x="4611765" y="2499983"/>
            <a:ext cx="1293450" cy="198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2AA1C19C-498C-4C78-88BF-23F473CC6161}"/>
              </a:ext>
            </a:extLst>
          </p:cNvPr>
          <p:cNvSpPr/>
          <p:nvPr/>
        </p:nvSpPr>
        <p:spPr>
          <a:xfrm>
            <a:off x="2211408" y="33633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8814BF-4A5C-48A0-81E9-2C495AFB3CC4}"/>
              </a:ext>
            </a:extLst>
          </p:cNvPr>
          <p:cNvCxnSpPr>
            <a:cxnSpLocks/>
            <a:stCxn id="46" idx="3"/>
            <a:endCxn id="51" idx="7"/>
          </p:cNvCxnSpPr>
          <p:nvPr/>
        </p:nvCxnSpPr>
        <p:spPr>
          <a:xfrm flipH="1">
            <a:off x="2731734" y="3215054"/>
            <a:ext cx="448413" cy="22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97684D8-EA31-4DE5-9FF4-29AA3887EE0D}"/>
              </a:ext>
            </a:extLst>
          </p:cNvPr>
          <p:cNvSpPr/>
          <p:nvPr/>
        </p:nvSpPr>
        <p:spPr>
          <a:xfrm>
            <a:off x="4115568" y="34361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E8F8F5-5D3A-4277-BEFA-D4571E3EA1A1}"/>
              </a:ext>
            </a:extLst>
          </p:cNvPr>
          <p:cNvCxnSpPr>
            <a:cxnSpLocks/>
            <a:stCxn id="46" idx="5"/>
            <a:endCxn id="53" idx="1"/>
          </p:cNvCxnSpPr>
          <p:nvPr/>
        </p:nvCxnSpPr>
        <p:spPr>
          <a:xfrm>
            <a:off x="3611199" y="3215054"/>
            <a:ext cx="593643" cy="299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060C909-2C6C-4DDB-982E-AF11516673E9}"/>
              </a:ext>
            </a:extLst>
          </p:cNvPr>
          <p:cNvSpPr/>
          <p:nvPr/>
        </p:nvSpPr>
        <p:spPr>
          <a:xfrm>
            <a:off x="1618873" y="389144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431903-FF92-4463-A8FF-DF345BCA7F5B}"/>
              </a:ext>
            </a:extLst>
          </p:cNvPr>
          <p:cNvCxnSpPr>
            <a:cxnSpLocks/>
            <a:stCxn id="51" idx="3"/>
            <a:endCxn id="55" idx="7"/>
          </p:cNvCxnSpPr>
          <p:nvPr/>
        </p:nvCxnSpPr>
        <p:spPr>
          <a:xfrm flipH="1">
            <a:off x="2139199" y="3818598"/>
            <a:ext cx="161483" cy="15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76256E6-5BAA-4A75-BF00-45533065C7CD}"/>
              </a:ext>
            </a:extLst>
          </p:cNvPr>
          <p:cNvSpPr/>
          <p:nvPr/>
        </p:nvSpPr>
        <p:spPr>
          <a:xfrm>
            <a:off x="1053494" y="442484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BDFC68-CD4E-438F-AFB7-78C2BD704889}"/>
              </a:ext>
            </a:extLst>
          </p:cNvPr>
          <p:cNvCxnSpPr>
            <a:cxnSpLocks/>
            <a:stCxn id="55" idx="3"/>
            <a:endCxn id="57" idx="7"/>
          </p:cNvCxnSpPr>
          <p:nvPr/>
        </p:nvCxnSpPr>
        <p:spPr>
          <a:xfrm flipH="1">
            <a:off x="1573820" y="4346726"/>
            <a:ext cx="134327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C24B44B1-2E3F-43E1-99AD-D56EE73B2B3B}"/>
              </a:ext>
            </a:extLst>
          </p:cNvPr>
          <p:cNvSpPr/>
          <p:nvPr/>
        </p:nvSpPr>
        <p:spPr>
          <a:xfrm>
            <a:off x="7390980" y="313198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E611A4-311A-4ABF-B61B-21B99462D017}"/>
              </a:ext>
            </a:extLst>
          </p:cNvPr>
          <p:cNvCxnSpPr>
            <a:cxnSpLocks/>
            <a:stCxn id="49" idx="5"/>
            <a:endCxn id="59" idx="1"/>
          </p:cNvCxnSpPr>
          <p:nvPr/>
        </p:nvCxnSpPr>
        <p:spPr>
          <a:xfrm>
            <a:off x="6336267" y="3075635"/>
            <a:ext cx="1143987" cy="134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Connector 60">
            <a:extLst>
              <a:ext uri="{FF2B5EF4-FFF2-40B4-BE49-F238E27FC236}">
                <a16:creationId xmlns:a16="http://schemas.microsoft.com/office/drawing/2014/main" id="{58585A25-9D11-4CFE-ABF8-464206B68B4B}"/>
              </a:ext>
            </a:extLst>
          </p:cNvPr>
          <p:cNvSpPr/>
          <p:nvPr/>
        </p:nvSpPr>
        <p:spPr>
          <a:xfrm>
            <a:off x="6825354" y="37119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03745F-404E-4BE0-8616-C0C183E4AAF1}"/>
              </a:ext>
            </a:extLst>
          </p:cNvPr>
          <p:cNvCxnSpPr>
            <a:cxnSpLocks/>
            <a:stCxn id="59" idx="3"/>
            <a:endCxn id="61" idx="7"/>
          </p:cNvCxnSpPr>
          <p:nvPr/>
        </p:nvCxnSpPr>
        <p:spPr>
          <a:xfrm flipH="1">
            <a:off x="7345680" y="3587271"/>
            <a:ext cx="134574" cy="202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lowchart: Connector 62">
            <a:extLst>
              <a:ext uri="{FF2B5EF4-FFF2-40B4-BE49-F238E27FC236}">
                <a16:creationId xmlns:a16="http://schemas.microsoft.com/office/drawing/2014/main" id="{0F5558B2-14ED-4CDB-AAF1-A78BA84AB61C}"/>
              </a:ext>
            </a:extLst>
          </p:cNvPr>
          <p:cNvSpPr/>
          <p:nvPr/>
        </p:nvSpPr>
        <p:spPr>
          <a:xfrm>
            <a:off x="7541580" y="425058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95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6ECEC1-1A50-4809-8797-6E3E423565FF}"/>
              </a:ext>
            </a:extLst>
          </p:cNvPr>
          <p:cNvCxnSpPr>
            <a:cxnSpLocks/>
            <a:stCxn id="61" idx="5"/>
            <a:endCxn id="63" idx="1"/>
          </p:cNvCxnSpPr>
          <p:nvPr/>
        </p:nvCxnSpPr>
        <p:spPr>
          <a:xfrm>
            <a:off x="7345680" y="4167216"/>
            <a:ext cx="285174" cy="161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Connector 82">
            <a:extLst>
              <a:ext uri="{FF2B5EF4-FFF2-40B4-BE49-F238E27FC236}">
                <a16:creationId xmlns:a16="http://schemas.microsoft.com/office/drawing/2014/main" id="{4D461035-A43E-4F69-9A6E-CABAB44111DE}"/>
              </a:ext>
            </a:extLst>
          </p:cNvPr>
          <p:cNvSpPr/>
          <p:nvPr/>
        </p:nvSpPr>
        <p:spPr>
          <a:xfrm>
            <a:off x="4923928" y="339515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66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E9F603E-399E-4DCE-90E6-AB74677553E3}"/>
              </a:ext>
            </a:extLst>
          </p:cNvPr>
          <p:cNvCxnSpPr>
            <a:cxnSpLocks/>
            <a:stCxn id="49" idx="3"/>
            <a:endCxn id="83" idx="7"/>
          </p:cNvCxnSpPr>
          <p:nvPr/>
        </p:nvCxnSpPr>
        <p:spPr>
          <a:xfrm flipH="1">
            <a:off x="5444254" y="3075635"/>
            <a:ext cx="460961" cy="397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Flowchart: Connector 86">
            <a:extLst>
              <a:ext uri="{FF2B5EF4-FFF2-40B4-BE49-F238E27FC236}">
                <a16:creationId xmlns:a16="http://schemas.microsoft.com/office/drawing/2014/main" id="{FFEC04E0-841A-4AB7-B872-0C1D117B5EB0}"/>
              </a:ext>
            </a:extLst>
          </p:cNvPr>
          <p:cNvSpPr/>
          <p:nvPr/>
        </p:nvSpPr>
        <p:spPr>
          <a:xfrm>
            <a:off x="6931980" y="49708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67DA62-8D16-474D-9609-A25E56141596}"/>
              </a:ext>
            </a:extLst>
          </p:cNvPr>
          <p:cNvCxnSpPr>
            <a:cxnSpLocks/>
            <a:stCxn id="63" idx="3"/>
            <a:endCxn id="87" idx="7"/>
          </p:cNvCxnSpPr>
          <p:nvPr/>
        </p:nvCxnSpPr>
        <p:spPr>
          <a:xfrm flipH="1">
            <a:off x="7452306" y="4705873"/>
            <a:ext cx="178548" cy="34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7750401E-E28A-4A9D-80F3-63BA58713800}"/>
              </a:ext>
            </a:extLst>
          </p:cNvPr>
          <p:cNvSpPr/>
          <p:nvPr/>
        </p:nvSpPr>
        <p:spPr>
          <a:xfrm>
            <a:off x="520326" y="495824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1E6EB4A-1587-4EE5-A778-654589C2E18A}"/>
              </a:ext>
            </a:extLst>
          </p:cNvPr>
          <p:cNvCxnSpPr>
            <a:cxnSpLocks/>
            <a:stCxn id="57" idx="3"/>
            <a:endCxn id="91" idx="7"/>
          </p:cNvCxnSpPr>
          <p:nvPr/>
        </p:nvCxnSpPr>
        <p:spPr>
          <a:xfrm flipH="1">
            <a:off x="1040652" y="4880126"/>
            <a:ext cx="102116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16F2A980-A8DA-473F-B2E2-B81262A7CA7A}"/>
              </a:ext>
            </a:extLst>
          </p:cNvPr>
          <p:cNvSpPr/>
          <p:nvPr/>
        </p:nvSpPr>
        <p:spPr>
          <a:xfrm>
            <a:off x="0" y="551694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181E375-9E18-4A30-9380-992BA0495538}"/>
              </a:ext>
            </a:extLst>
          </p:cNvPr>
          <p:cNvCxnSpPr>
            <a:cxnSpLocks/>
            <a:stCxn id="91" idx="3"/>
            <a:endCxn id="102" idx="7"/>
          </p:cNvCxnSpPr>
          <p:nvPr/>
        </p:nvCxnSpPr>
        <p:spPr>
          <a:xfrm flipH="1">
            <a:off x="520326" y="5413526"/>
            <a:ext cx="89274" cy="181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37B61EC0-90B1-4B49-88A0-A41B139288B7}"/>
              </a:ext>
            </a:extLst>
          </p:cNvPr>
          <p:cNvSpPr/>
          <p:nvPr/>
        </p:nvSpPr>
        <p:spPr>
          <a:xfrm>
            <a:off x="2832820" y="389454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7955D35-D90A-4E97-A261-DBC6845D26B8}"/>
              </a:ext>
            </a:extLst>
          </p:cNvPr>
          <p:cNvCxnSpPr>
            <a:cxnSpLocks/>
            <a:stCxn id="51" idx="5"/>
            <a:endCxn id="106" idx="1"/>
          </p:cNvCxnSpPr>
          <p:nvPr/>
        </p:nvCxnSpPr>
        <p:spPr>
          <a:xfrm>
            <a:off x="2731734" y="3818598"/>
            <a:ext cx="190360" cy="154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0312BB05-D811-4B87-B85B-FB7E7745771F}"/>
              </a:ext>
            </a:extLst>
          </p:cNvPr>
          <p:cNvSpPr/>
          <p:nvPr/>
        </p:nvSpPr>
        <p:spPr>
          <a:xfrm>
            <a:off x="3579673" y="3891441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58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954C38F-80BF-40DB-A058-6A0586EC3461}"/>
              </a:ext>
            </a:extLst>
          </p:cNvPr>
          <p:cNvCxnSpPr>
            <a:cxnSpLocks/>
            <a:stCxn id="53" idx="3"/>
            <a:endCxn id="97" idx="7"/>
          </p:cNvCxnSpPr>
          <p:nvPr/>
        </p:nvCxnSpPr>
        <p:spPr>
          <a:xfrm flipH="1">
            <a:off x="4099999" y="3891441"/>
            <a:ext cx="104843" cy="78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lowchart: Connector 113">
            <a:extLst>
              <a:ext uri="{FF2B5EF4-FFF2-40B4-BE49-F238E27FC236}">
                <a16:creationId xmlns:a16="http://schemas.microsoft.com/office/drawing/2014/main" id="{5C9E1D4C-BB0D-4E76-B718-CA6FA3BBC13B}"/>
              </a:ext>
            </a:extLst>
          </p:cNvPr>
          <p:cNvSpPr/>
          <p:nvPr/>
        </p:nvSpPr>
        <p:spPr>
          <a:xfrm>
            <a:off x="5569179" y="3891441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75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E2D002C-3480-4289-BB13-C5CFEB6C84C6}"/>
              </a:ext>
            </a:extLst>
          </p:cNvPr>
          <p:cNvCxnSpPr>
            <a:cxnSpLocks/>
            <a:stCxn id="83" idx="5"/>
            <a:endCxn id="114" idx="1"/>
          </p:cNvCxnSpPr>
          <p:nvPr/>
        </p:nvCxnSpPr>
        <p:spPr>
          <a:xfrm>
            <a:off x="5444254" y="3850439"/>
            <a:ext cx="214199" cy="119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62749719-3578-4BB7-9113-D73AA482119B}"/>
              </a:ext>
            </a:extLst>
          </p:cNvPr>
          <p:cNvSpPr/>
          <p:nvPr/>
        </p:nvSpPr>
        <p:spPr>
          <a:xfrm>
            <a:off x="4567093" y="3947664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94A70E6-D973-4F2D-9204-B54C67EE6439}"/>
              </a:ext>
            </a:extLst>
          </p:cNvPr>
          <p:cNvCxnSpPr>
            <a:cxnSpLocks/>
            <a:stCxn id="53" idx="5"/>
            <a:endCxn id="144" idx="1"/>
          </p:cNvCxnSpPr>
          <p:nvPr/>
        </p:nvCxnSpPr>
        <p:spPr>
          <a:xfrm>
            <a:off x="4635894" y="3891441"/>
            <a:ext cx="20473" cy="13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Flowchart: Connector 156">
            <a:extLst>
              <a:ext uri="{FF2B5EF4-FFF2-40B4-BE49-F238E27FC236}">
                <a16:creationId xmlns:a16="http://schemas.microsoft.com/office/drawing/2014/main" id="{60D6BB4F-0801-4034-B543-75B3023731EE}"/>
              </a:ext>
            </a:extLst>
          </p:cNvPr>
          <p:cNvSpPr/>
          <p:nvPr/>
        </p:nvSpPr>
        <p:spPr>
          <a:xfrm>
            <a:off x="6172200" y="441960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82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D38B5D9F-1649-45E7-97A0-F081C3759E81}"/>
              </a:ext>
            </a:extLst>
          </p:cNvPr>
          <p:cNvCxnSpPr>
            <a:cxnSpLocks/>
            <a:stCxn id="114" idx="5"/>
            <a:endCxn id="157" idx="1"/>
          </p:cNvCxnSpPr>
          <p:nvPr/>
        </p:nvCxnSpPr>
        <p:spPr>
          <a:xfrm>
            <a:off x="6089505" y="4346726"/>
            <a:ext cx="171969" cy="150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2D26A713-8885-4E40-A71F-57F78945227B}"/>
              </a:ext>
            </a:extLst>
          </p:cNvPr>
          <p:cNvSpPr/>
          <p:nvPr/>
        </p:nvSpPr>
        <p:spPr>
          <a:xfrm>
            <a:off x="646872" y="6050341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6091AAA-E24E-461A-B0EA-5E24C381FE8E}"/>
              </a:ext>
            </a:extLst>
          </p:cNvPr>
          <p:cNvCxnSpPr>
            <a:cxnSpLocks/>
            <a:stCxn id="102" idx="5"/>
            <a:endCxn id="168" idx="1"/>
          </p:cNvCxnSpPr>
          <p:nvPr/>
        </p:nvCxnSpPr>
        <p:spPr>
          <a:xfrm>
            <a:off x="520326" y="5972226"/>
            <a:ext cx="215820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F5D4B6E-048E-41D7-A656-FCFC9BB06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29760"/>
            <a:ext cx="6343650" cy="476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56A43F-CBDC-408E-8815-00D894FA4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340" y="5954712"/>
            <a:ext cx="63722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10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Building a BST (2)</a:t>
            </a:r>
          </a:p>
        </p:txBody>
      </p:sp>
      <p:grpSp>
        <p:nvGrpSpPr>
          <p:cNvPr id="518" name="Group 476">
            <a:extLst>
              <a:ext uri="{FF2B5EF4-FFF2-40B4-BE49-F238E27FC236}">
                <a16:creationId xmlns:a16="http://schemas.microsoft.com/office/drawing/2014/main" id="{1B4A11EC-696F-4BFF-8CA5-3E51FCE3ADF9}"/>
              </a:ext>
            </a:extLst>
          </p:cNvPr>
          <p:cNvGrpSpPr>
            <a:grpSpLocks/>
          </p:cNvGrpSpPr>
          <p:nvPr/>
        </p:nvGrpSpPr>
        <p:grpSpPr bwMode="auto">
          <a:xfrm>
            <a:off x="5585965" y="1630483"/>
            <a:ext cx="655638" cy="438151"/>
            <a:chOff x="3648" y="1104"/>
            <a:chExt cx="413" cy="276"/>
          </a:xfrm>
        </p:grpSpPr>
        <p:sp>
          <p:nvSpPr>
            <p:cNvPr id="519" name="AutoShape 477">
              <a:extLst>
                <a:ext uri="{FF2B5EF4-FFF2-40B4-BE49-F238E27FC236}">
                  <a16:creationId xmlns:a16="http://schemas.microsoft.com/office/drawing/2014/main" id="{BADBFB97-C1DE-4322-AA11-B332BD7B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104"/>
              <a:ext cx="413" cy="276"/>
            </a:xfrm>
            <a:prstGeom prst="roundRect">
              <a:avLst>
                <a:gd name="adj" fmla="val 36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" name="Group 478">
              <a:extLst>
                <a:ext uri="{FF2B5EF4-FFF2-40B4-BE49-F238E27FC236}">
                  <a16:creationId xmlns:a16="http://schemas.microsoft.com/office/drawing/2014/main" id="{811DCCE7-2B9D-44D3-BF82-E5B9493C3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104"/>
              <a:ext cx="402" cy="266"/>
              <a:chOff x="3648" y="1104"/>
              <a:chExt cx="402" cy="266"/>
            </a:xfrm>
          </p:grpSpPr>
          <p:sp>
            <p:nvSpPr>
              <p:cNvPr id="521" name="AutoShape 479">
                <a:extLst>
                  <a:ext uri="{FF2B5EF4-FFF2-40B4-BE49-F238E27FC236}">
                    <a16:creationId xmlns:a16="http://schemas.microsoft.com/office/drawing/2014/main" id="{75D11EB8-CBE1-4F7C-972C-A1FBD0A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104"/>
                <a:ext cx="402" cy="266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2" name="Group 480">
                <a:extLst>
                  <a:ext uri="{FF2B5EF4-FFF2-40B4-BE49-F238E27FC236}">
                    <a16:creationId xmlns:a16="http://schemas.microsoft.com/office/drawing/2014/main" id="{F8A53873-37A3-4DDE-96AE-A1E9ABB74F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104"/>
                <a:ext cx="392" cy="256"/>
                <a:chOff x="3648" y="1104"/>
                <a:chExt cx="392" cy="256"/>
              </a:xfrm>
            </p:grpSpPr>
            <p:sp>
              <p:nvSpPr>
                <p:cNvPr id="523" name="AutoShape 481">
                  <a:extLst>
                    <a:ext uri="{FF2B5EF4-FFF2-40B4-BE49-F238E27FC236}">
                      <a16:creationId xmlns:a16="http://schemas.microsoft.com/office/drawing/2014/main" id="{89FC8088-C147-4D51-B747-686BE1D0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104"/>
                  <a:ext cx="392" cy="256"/>
                </a:xfrm>
                <a:prstGeom prst="roundRect">
                  <a:avLst>
                    <a:gd name="adj" fmla="val 389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482">
                  <a:extLst>
                    <a:ext uri="{FF2B5EF4-FFF2-40B4-BE49-F238E27FC236}">
                      <a16:creationId xmlns:a16="http://schemas.microsoft.com/office/drawing/2014/main" id="{09A63177-7751-40ED-B010-C48417A3A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1104"/>
                  <a:ext cx="383" cy="248"/>
                  <a:chOff x="3648" y="1104"/>
                  <a:chExt cx="383" cy="248"/>
                </a:xfrm>
              </p:grpSpPr>
              <p:sp>
                <p:nvSpPr>
                  <p:cNvPr id="525" name="AutoShape 483">
                    <a:extLst>
                      <a:ext uri="{FF2B5EF4-FFF2-40B4-BE49-F238E27FC236}">
                        <a16:creationId xmlns:a16="http://schemas.microsoft.com/office/drawing/2014/main" id="{B91F5266-71B3-493B-BE49-EA6F8D51E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104"/>
                    <a:ext cx="383" cy="248"/>
                  </a:xfrm>
                  <a:prstGeom prst="roundRect">
                    <a:avLst>
                      <a:gd name="adj" fmla="val 403"/>
                    </a:avLst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526" name="Group 484">
                    <a:extLst>
                      <a:ext uri="{FF2B5EF4-FFF2-40B4-BE49-F238E27FC236}">
                        <a16:creationId xmlns:a16="http://schemas.microsoft.com/office/drawing/2014/main" id="{C3417786-1BB9-4BA8-9D10-7718B4BB26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1104"/>
                    <a:ext cx="375" cy="240"/>
                    <a:chOff x="3648" y="1104"/>
                    <a:chExt cx="375" cy="240"/>
                  </a:xfrm>
                </p:grpSpPr>
                <p:sp>
                  <p:nvSpPr>
                    <p:cNvPr id="527" name="AutoShape 485">
                      <a:extLst>
                        <a:ext uri="{FF2B5EF4-FFF2-40B4-BE49-F238E27FC236}">
                          <a16:creationId xmlns:a16="http://schemas.microsoft.com/office/drawing/2014/main" id="{ADE52DB1-7368-48A3-90CB-307493A2CB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1104"/>
                      <a:ext cx="375" cy="240"/>
                    </a:xfrm>
                    <a:prstGeom prst="roundRect">
                      <a:avLst>
                        <a:gd name="adj" fmla="val 417"/>
                      </a:avLst>
                    </a:prstGeom>
                    <a:no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28" name="Group 486">
                      <a:extLst>
                        <a:ext uri="{FF2B5EF4-FFF2-40B4-BE49-F238E27FC236}">
                          <a16:creationId xmlns:a16="http://schemas.microsoft.com/office/drawing/2014/main" id="{59BD7663-1C68-406F-B2B2-6979CE8196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8" y="1104"/>
                      <a:ext cx="368" cy="234"/>
                      <a:chOff x="3648" y="1104"/>
                      <a:chExt cx="368" cy="234"/>
                    </a:xfrm>
                  </p:grpSpPr>
                  <p:sp>
                    <p:nvSpPr>
                      <p:cNvPr id="529" name="AutoShape 487">
                        <a:extLst>
                          <a:ext uri="{FF2B5EF4-FFF2-40B4-BE49-F238E27FC236}">
                            <a16:creationId xmlns:a16="http://schemas.microsoft.com/office/drawing/2014/main" id="{0BFB56CE-5682-4E37-9252-9AE344885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48" y="1104"/>
                        <a:ext cx="368" cy="234"/>
                      </a:xfrm>
                      <a:prstGeom prst="roundRect">
                        <a:avLst>
                          <a:gd name="adj" fmla="val 426"/>
                        </a:avLst>
                      </a:prstGeom>
                      <a:noFill/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530" name="Group 488">
                        <a:extLst>
                          <a:ext uri="{FF2B5EF4-FFF2-40B4-BE49-F238E27FC236}">
                            <a16:creationId xmlns:a16="http://schemas.microsoft.com/office/drawing/2014/main" id="{4F1D4DA4-161A-4E72-865E-89B1B239F6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8" y="1104"/>
                        <a:ext cx="362" cy="228"/>
                        <a:chOff x="3648" y="1104"/>
                        <a:chExt cx="362" cy="228"/>
                      </a:xfrm>
                    </p:grpSpPr>
                    <p:sp>
                      <p:nvSpPr>
                        <p:cNvPr id="531" name="AutoShape 489">
                          <a:extLst>
                            <a:ext uri="{FF2B5EF4-FFF2-40B4-BE49-F238E27FC236}">
                              <a16:creationId xmlns:a16="http://schemas.microsoft.com/office/drawing/2014/main" id="{270AA04D-81C2-48D6-B95F-C029DF4F465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48" y="1104"/>
                          <a:ext cx="362" cy="228"/>
                        </a:xfrm>
                        <a:prstGeom prst="roundRect">
                          <a:avLst>
                            <a:gd name="adj" fmla="val 435"/>
                          </a:avLst>
                        </a:prstGeom>
                        <a:noFill/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532" name="Group 490">
                          <a:extLst>
                            <a:ext uri="{FF2B5EF4-FFF2-40B4-BE49-F238E27FC236}">
                              <a16:creationId xmlns:a16="http://schemas.microsoft.com/office/drawing/2014/main" id="{9D73922B-ED18-4FBA-B2B9-1F388B906D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48" y="1104"/>
                          <a:ext cx="356" cy="223"/>
                          <a:chOff x="3648" y="1104"/>
                          <a:chExt cx="356" cy="223"/>
                        </a:xfrm>
                      </p:grpSpPr>
                      <p:sp>
                        <p:nvSpPr>
                          <p:cNvPr id="533" name="AutoShape 491">
                            <a:extLst>
                              <a:ext uri="{FF2B5EF4-FFF2-40B4-BE49-F238E27FC236}">
                                <a16:creationId xmlns:a16="http://schemas.microsoft.com/office/drawing/2014/main" id="{6B242BB0-05F2-4205-ABBC-820A94A7247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48" y="1104"/>
                            <a:ext cx="356" cy="223"/>
                          </a:xfrm>
                          <a:prstGeom prst="roundRect">
                            <a:avLst>
                              <a:gd name="adj" fmla="val 449"/>
                            </a:avLst>
                          </a:prstGeom>
                          <a:noFill/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534" name="Group 492">
                            <a:extLst>
                              <a:ext uri="{FF2B5EF4-FFF2-40B4-BE49-F238E27FC236}">
                                <a16:creationId xmlns:a16="http://schemas.microsoft.com/office/drawing/2014/main" id="{C4BB1E47-C025-44B4-A2C8-EB115ED9A25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48" y="1104"/>
                            <a:ext cx="352" cy="219"/>
                            <a:chOff x="3648" y="1104"/>
                            <a:chExt cx="352" cy="219"/>
                          </a:xfrm>
                        </p:grpSpPr>
                        <p:sp>
                          <p:nvSpPr>
                            <p:cNvPr id="535" name="AutoShape 493">
                              <a:extLst>
                                <a:ext uri="{FF2B5EF4-FFF2-40B4-BE49-F238E27FC236}">
                                  <a16:creationId xmlns:a16="http://schemas.microsoft.com/office/drawing/2014/main" id="{761F2DE8-FF59-4B27-B5B4-DCB7B53870A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648" y="1104"/>
                              <a:ext cx="352" cy="219"/>
                            </a:xfrm>
                            <a:prstGeom prst="roundRect">
                              <a:avLst>
                                <a:gd name="adj" fmla="val 458"/>
                              </a:avLst>
                            </a:prstGeom>
                            <a:noFill/>
                            <a:ln w="9525">
                              <a:noFill/>
                              <a:round/>
                              <a:headEnd/>
                              <a:tailEnd/>
                            </a:ln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536" name="Group 494">
                              <a:extLst>
                                <a:ext uri="{FF2B5EF4-FFF2-40B4-BE49-F238E27FC236}">
                                  <a16:creationId xmlns:a16="http://schemas.microsoft.com/office/drawing/2014/main" id="{3976735E-6D06-4E6A-8564-6DD497EEE2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48" y="1104"/>
                              <a:ext cx="349" cy="217"/>
                              <a:chOff x="3648" y="1104"/>
                              <a:chExt cx="349" cy="217"/>
                            </a:xfrm>
                          </p:grpSpPr>
                          <p:sp>
                            <p:nvSpPr>
                              <p:cNvPr id="537" name="AutoShape 495">
                                <a:extLst>
                                  <a:ext uri="{FF2B5EF4-FFF2-40B4-BE49-F238E27FC236}">
                                    <a16:creationId xmlns:a16="http://schemas.microsoft.com/office/drawing/2014/main" id="{C55A061C-FAEC-4368-845D-FF2132EA735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48" y="1104"/>
                                <a:ext cx="349" cy="217"/>
                              </a:xfrm>
                              <a:prstGeom prst="roundRect">
                                <a:avLst>
                                  <a:gd name="adj" fmla="val 463"/>
                                </a:avLst>
                              </a:prstGeom>
                              <a:noFill/>
                              <a:ln w="9525">
                                <a:noFill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 wrap="none" anchor="ctr"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grpSp>
                            <p:nvGrpSpPr>
                              <p:cNvPr id="538" name="Group 496">
                                <a:extLst>
                                  <a:ext uri="{FF2B5EF4-FFF2-40B4-BE49-F238E27FC236}">
                                    <a16:creationId xmlns:a16="http://schemas.microsoft.com/office/drawing/2014/main" id="{51A144E9-E81D-4C5C-A9D2-6EA336D87D8D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3648" y="1104"/>
                                <a:ext cx="347" cy="215"/>
                                <a:chOff x="3648" y="1104"/>
                                <a:chExt cx="347" cy="215"/>
                              </a:xfrm>
                            </p:grpSpPr>
                            <p:sp>
                              <p:nvSpPr>
                                <p:cNvPr id="539" name="AutoShape 497">
                                  <a:extLst>
                                    <a:ext uri="{FF2B5EF4-FFF2-40B4-BE49-F238E27FC236}">
                                      <a16:creationId xmlns:a16="http://schemas.microsoft.com/office/drawing/2014/main" id="{715FB97E-9F8E-4F98-B28A-224B834B0E2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5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0" name="AutoShape 498">
                                  <a:extLst>
                                    <a:ext uri="{FF2B5EF4-FFF2-40B4-BE49-F238E27FC236}">
                                      <a16:creationId xmlns:a16="http://schemas.microsoft.com/office/drawing/2014/main" id="{AFA297CB-EA2E-458E-B1AC-E6893BEE9FC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1" name="AutoShape 499">
                                  <a:extLst>
                                    <a:ext uri="{FF2B5EF4-FFF2-40B4-BE49-F238E27FC236}">
                                      <a16:creationId xmlns:a16="http://schemas.microsoft.com/office/drawing/2014/main" id="{C5673269-BE36-4EB3-A257-E3A8652B6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8912565-83E0-45C6-BB6F-43458FF579C6}"/>
              </a:ext>
            </a:extLst>
          </p:cNvPr>
          <p:cNvSpPr/>
          <p:nvPr/>
        </p:nvSpPr>
        <p:spPr>
          <a:xfrm>
            <a:off x="5320263" y="66284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69C96C1-9289-4ECC-8063-A1B82F56FD0B}"/>
              </a:ext>
            </a:extLst>
          </p:cNvPr>
          <p:cNvSpPr/>
          <p:nvPr/>
        </p:nvSpPr>
        <p:spPr>
          <a:xfrm>
            <a:off x="5929863" y="1365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CE0F2A-BA51-40E6-B1A9-759265E5B655}"/>
              </a:ext>
            </a:extLst>
          </p:cNvPr>
          <p:cNvCxnSpPr>
            <a:cxnSpLocks/>
            <a:stCxn id="47" idx="3"/>
            <a:endCxn id="46" idx="7"/>
          </p:cNvCxnSpPr>
          <p:nvPr/>
        </p:nvCxnSpPr>
        <p:spPr>
          <a:xfrm flipH="1">
            <a:off x="5840589" y="591810"/>
            <a:ext cx="178548" cy="14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42409A1-2B99-4062-9B34-F9F9CADDCFEE}"/>
              </a:ext>
            </a:extLst>
          </p:cNvPr>
          <p:cNvSpPr/>
          <p:nvPr/>
        </p:nvSpPr>
        <p:spPr>
          <a:xfrm>
            <a:off x="7059125" y="122498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95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8F137E-0551-41E5-AFF4-0E5005F2E431}"/>
              </a:ext>
            </a:extLst>
          </p:cNvPr>
          <p:cNvCxnSpPr>
            <a:cxnSpLocks/>
            <a:stCxn id="47" idx="5"/>
            <a:endCxn id="49" idx="1"/>
          </p:cNvCxnSpPr>
          <p:nvPr/>
        </p:nvCxnSpPr>
        <p:spPr>
          <a:xfrm>
            <a:off x="6450189" y="591810"/>
            <a:ext cx="698210" cy="71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2AA1C19C-498C-4C78-88BF-23F473CC6161}"/>
              </a:ext>
            </a:extLst>
          </p:cNvPr>
          <p:cNvSpPr/>
          <p:nvPr/>
        </p:nvSpPr>
        <p:spPr>
          <a:xfrm>
            <a:off x="4612241" y="112647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75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8814BF-4A5C-48A0-81E9-2C495AFB3CC4}"/>
              </a:ext>
            </a:extLst>
          </p:cNvPr>
          <p:cNvCxnSpPr>
            <a:cxnSpLocks/>
            <a:stCxn id="46" idx="3"/>
            <a:endCxn id="51" idx="7"/>
          </p:cNvCxnSpPr>
          <p:nvPr/>
        </p:nvCxnSpPr>
        <p:spPr>
          <a:xfrm flipH="1">
            <a:off x="5132567" y="1118127"/>
            <a:ext cx="276970" cy="86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97684D8-EA31-4DE5-9FF4-29AA3887EE0D}"/>
              </a:ext>
            </a:extLst>
          </p:cNvPr>
          <p:cNvSpPr/>
          <p:nvPr/>
        </p:nvSpPr>
        <p:spPr>
          <a:xfrm>
            <a:off x="5960051" y="112274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E8F8F5-5D3A-4277-BEFA-D4571E3EA1A1}"/>
              </a:ext>
            </a:extLst>
          </p:cNvPr>
          <p:cNvCxnSpPr>
            <a:cxnSpLocks/>
            <a:stCxn id="46" idx="5"/>
            <a:endCxn id="53" idx="1"/>
          </p:cNvCxnSpPr>
          <p:nvPr/>
        </p:nvCxnSpPr>
        <p:spPr>
          <a:xfrm>
            <a:off x="5840589" y="1118127"/>
            <a:ext cx="208736" cy="8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060C909-2C6C-4DDB-982E-AF11516673E9}"/>
              </a:ext>
            </a:extLst>
          </p:cNvPr>
          <p:cNvSpPr/>
          <p:nvPr/>
        </p:nvSpPr>
        <p:spPr>
          <a:xfrm>
            <a:off x="3929564" y="154072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66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431903-FF92-4463-A8FF-DF345BCA7F5B}"/>
              </a:ext>
            </a:extLst>
          </p:cNvPr>
          <p:cNvCxnSpPr>
            <a:cxnSpLocks/>
            <a:stCxn id="51" idx="3"/>
            <a:endCxn id="55" idx="7"/>
          </p:cNvCxnSpPr>
          <p:nvPr/>
        </p:nvCxnSpPr>
        <p:spPr>
          <a:xfrm flipH="1">
            <a:off x="4449890" y="1581758"/>
            <a:ext cx="251625" cy="3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76256E6-5BAA-4A75-BF00-45533065C7CD}"/>
              </a:ext>
            </a:extLst>
          </p:cNvPr>
          <p:cNvSpPr/>
          <p:nvPr/>
        </p:nvSpPr>
        <p:spPr>
          <a:xfrm>
            <a:off x="3409231" y="200412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BDFC68-CD4E-438F-AFB7-78C2BD704889}"/>
              </a:ext>
            </a:extLst>
          </p:cNvPr>
          <p:cNvCxnSpPr>
            <a:cxnSpLocks/>
            <a:stCxn id="55" idx="3"/>
            <a:endCxn id="57" idx="7"/>
          </p:cNvCxnSpPr>
          <p:nvPr/>
        </p:nvCxnSpPr>
        <p:spPr>
          <a:xfrm flipH="1">
            <a:off x="3929557" y="1996006"/>
            <a:ext cx="89281" cy="8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C24B44B1-2E3F-43E1-99AD-D56EE73B2B3B}"/>
              </a:ext>
            </a:extLst>
          </p:cNvPr>
          <p:cNvSpPr/>
          <p:nvPr/>
        </p:nvSpPr>
        <p:spPr>
          <a:xfrm>
            <a:off x="7729591" y="194528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E611A4-311A-4ABF-B61B-21B99462D017}"/>
              </a:ext>
            </a:extLst>
          </p:cNvPr>
          <p:cNvCxnSpPr>
            <a:cxnSpLocks/>
            <a:stCxn id="49" idx="5"/>
            <a:endCxn id="59" idx="1"/>
          </p:cNvCxnSpPr>
          <p:nvPr/>
        </p:nvCxnSpPr>
        <p:spPr>
          <a:xfrm>
            <a:off x="7579451" y="1680267"/>
            <a:ext cx="239414" cy="34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7750401E-E28A-4A9D-80F3-63BA58713800}"/>
              </a:ext>
            </a:extLst>
          </p:cNvPr>
          <p:cNvSpPr/>
          <p:nvPr/>
        </p:nvSpPr>
        <p:spPr>
          <a:xfrm>
            <a:off x="4799185" y="2895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1E6EB4A-1587-4EE5-A778-654589C2E18A}"/>
              </a:ext>
            </a:extLst>
          </p:cNvPr>
          <p:cNvCxnSpPr>
            <a:cxnSpLocks/>
            <a:stCxn id="168" idx="5"/>
            <a:endCxn id="91" idx="1"/>
          </p:cNvCxnSpPr>
          <p:nvPr/>
        </p:nvCxnSpPr>
        <p:spPr>
          <a:xfrm>
            <a:off x="4631053" y="2953863"/>
            <a:ext cx="257406" cy="19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16F2A980-A8DA-473F-B2E2-B81262A7CA7A}"/>
              </a:ext>
            </a:extLst>
          </p:cNvPr>
          <p:cNvSpPr/>
          <p:nvPr/>
        </p:nvSpPr>
        <p:spPr>
          <a:xfrm>
            <a:off x="4176614" y="346337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58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181E375-9E18-4A30-9380-992BA0495538}"/>
              </a:ext>
            </a:extLst>
          </p:cNvPr>
          <p:cNvCxnSpPr>
            <a:cxnSpLocks/>
            <a:stCxn id="91" idx="3"/>
            <a:endCxn id="102" idx="7"/>
          </p:cNvCxnSpPr>
          <p:nvPr/>
        </p:nvCxnSpPr>
        <p:spPr>
          <a:xfrm flipH="1">
            <a:off x="4696940" y="3350885"/>
            <a:ext cx="191519" cy="190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37B61EC0-90B1-4B49-88A0-A41B139288B7}"/>
              </a:ext>
            </a:extLst>
          </p:cNvPr>
          <p:cNvSpPr/>
          <p:nvPr/>
        </p:nvSpPr>
        <p:spPr>
          <a:xfrm>
            <a:off x="5267412" y="16395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82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7955D35-D90A-4E97-A261-DBC6845D26B8}"/>
              </a:ext>
            </a:extLst>
          </p:cNvPr>
          <p:cNvCxnSpPr>
            <a:cxnSpLocks/>
            <a:stCxn id="51" idx="5"/>
            <a:endCxn id="106" idx="1"/>
          </p:cNvCxnSpPr>
          <p:nvPr/>
        </p:nvCxnSpPr>
        <p:spPr>
          <a:xfrm>
            <a:off x="5132567" y="1581758"/>
            <a:ext cx="224119" cy="135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62749719-3578-4BB7-9113-D73AA482119B}"/>
              </a:ext>
            </a:extLst>
          </p:cNvPr>
          <p:cNvSpPr/>
          <p:nvPr/>
        </p:nvSpPr>
        <p:spPr>
          <a:xfrm>
            <a:off x="5439725" y="346090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94A70E6-D973-4F2D-9204-B54C67EE6439}"/>
              </a:ext>
            </a:extLst>
          </p:cNvPr>
          <p:cNvCxnSpPr>
            <a:cxnSpLocks/>
            <a:stCxn id="91" idx="5"/>
            <a:endCxn id="144" idx="1"/>
          </p:cNvCxnSpPr>
          <p:nvPr/>
        </p:nvCxnSpPr>
        <p:spPr>
          <a:xfrm>
            <a:off x="5319511" y="3350885"/>
            <a:ext cx="209488" cy="188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2D26A713-8885-4E40-A71F-57F78945227B}"/>
              </a:ext>
            </a:extLst>
          </p:cNvPr>
          <p:cNvSpPr/>
          <p:nvPr/>
        </p:nvSpPr>
        <p:spPr>
          <a:xfrm>
            <a:off x="4110727" y="249857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6091AAA-E24E-461A-B0EA-5E24C381FE8E}"/>
              </a:ext>
            </a:extLst>
          </p:cNvPr>
          <p:cNvCxnSpPr>
            <a:cxnSpLocks/>
            <a:stCxn id="57" idx="5"/>
            <a:endCxn id="168" idx="1"/>
          </p:cNvCxnSpPr>
          <p:nvPr/>
        </p:nvCxnSpPr>
        <p:spPr>
          <a:xfrm>
            <a:off x="3929557" y="2459407"/>
            <a:ext cx="270444" cy="117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658649F5-BC6C-4EAE-BDB1-9FDA69138F6B}"/>
              </a:ext>
            </a:extLst>
          </p:cNvPr>
          <p:cNvSpPr/>
          <p:nvPr/>
        </p:nvSpPr>
        <p:spPr>
          <a:xfrm>
            <a:off x="3624764" y="401652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ED7CA9B-B4F5-40E6-BD96-B15AAA49CA63}"/>
              </a:ext>
            </a:extLst>
          </p:cNvPr>
          <p:cNvCxnSpPr>
            <a:cxnSpLocks/>
            <a:stCxn id="102" idx="3"/>
            <a:endCxn id="105" idx="7"/>
          </p:cNvCxnSpPr>
          <p:nvPr/>
        </p:nvCxnSpPr>
        <p:spPr>
          <a:xfrm flipH="1">
            <a:off x="4145090" y="3918661"/>
            <a:ext cx="120798" cy="17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4E798A46-178E-47BC-83E2-8186FD10BEA7}"/>
              </a:ext>
            </a:extLst>
          </p:cNvPr>
          <p:cNvSpPr/>
          <p:nvPr/>
        </p:nvSpPr>
        <p:spPr>
          <a:xfrm>
            <a:off x="4441531" y="457513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F1A70FA-0217-4AE7-819A-8828C38A2EA2}"/>
              </a:ext>
            </a:extLst>
          </p:cNvPr>
          <p:cNvCxnSpPr>
            <a:cxnSpLocks/>
            <a:stCxn id="105" idx="5"/>
            <a:endCxn id="109" idx="1"/>
          </p:cNvCxnSpPr>
          <p:nvPr/>
        </p:nvCxnSpPr>
        <p:spPr>
          <a:xfrm>
            <a:off x="4145090" y="4471807"/>
            <a:ext cx="385715" cy="181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9461318E-3D2E-41B8-8263-22589F1ED00A}"/>
              </a:ext>
            </a:extLst>
          </p:cNvPr>
          <p:cNvSpPr/>
          <p:nvPr/>
        </p:nvSpPr>
        <p:spPr>
          <a:xfrm>
            <a:off x="6112581" y="406554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C2E5E0A-B304-44D6-BC4E-4C240DF2FA4A}"/>
              </a:ext>
            </a:extLst>
          </p:cNvPr>
          <p:cNvCxnSpPr>
            <a:cxnSpLocks/>
            <a:stCxn id="144" idx="5"/>
            <a:endCxn id="112" idx="1"/>
          </p:cNvCxnSpPr>
          <p:nvPr/>
        </p:nvCxnSpPr>
        <p:spPr>
          <a:xfrm>
            <a:off x="5960051" y="3916193"/>
            <a:ext cx="241804" cy="22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lowchart: Connector 176">
            <a:extLst>
              <a:ext uri="{FF2B5EF4-FFF2-40B4-BE49-F238E27FC236}">
                <a16:creationId xmlns:a16="http://schemas.microsoft.com/office/drawing/2014/main" id="{CF38599F-E45F-4603-A2E6-23BB39AA0734}"/>
              </a:ext>
            </a:extLst>
          </p:cNvPr>
          <p:cNvSpPr/>
          <p:nvPr/>
        </p:nvSpPr>
        <p:spPr>
          <a:xfrm>
            <a:off x="3844636" y="526276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5F9759C-1D35-409E-B75F-FCF4CE3A3865}"/>
              </a:ext>
            </a:extLst>
          </p:cNvPr>
          <p:cNvCxnSpPr>
            <a:cxnSpLocks/>
            <a:stCxn id="109" idx="3"/>
            <a:endCxn id="177" idx="7"/>
          </p:cNvCxnSpPr>
          <p:nvPr/>
        </p:nvCxnSpPr>
        <p:spPr>
          <a:xfrm flipH="1">
            <a:off x="4364962" y="5030419"/>
            <a:ext cx="165843" cy="310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Flowchart: Connector 203">
            <a:extLst>
              <a:ext uri="{FF2B5EF4-FFF2-40B4-BE49-F238E27FC236}">
                <a16:creationId xmlns:a16="http://schemas.microsoft.com/office/drawing/2014/main" id="{13F1F68D-C792-43F8-84DB-79E473B87B28}"/>
              </a:ext>
            </a:extLst>
          </p:cNvPr>
          <p:cNvSpPr/>
          <p:nvPr/>
        </p:nvSpPr>
        <p:spPr>
          <a:xfrm>
            <a:off x="3029088" y="4615397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81DBD01B-599E-47B0-B5B6-13645CF4CB2B}"/>
              </a:ext>
            </a:extLst>
          </p:cNvPr>
          <p:cNvCxnSpPr>
            <a:cxnSpLocks/>
            <a:stCxn id="105" idx="3"/>
            <a:endCxn id="204" idx="7"/>
          </p:cNvCxnSpPr>
          <p:nvPr/>
        </p:nvCxnSpPr>
        <p:spPr>
          <a:xfrm flipH="1">
            <a:off x="3549414" y="4471807"/>
            <a:ext cx="164624" cy="221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Flowchart: Connector 284">
            <a:extLst>
              <a:ext uri="{FF2B5EF4-FFF2-40B4-BE49-F238E27FC236}">
                <a16:creationId xmlns:a16="http://schemas.microsoft.com/office/drawing/2014/main" id="{D24CC94C-30ED-46F0-9682-E8C114756289}"/>
              </a:ext>
            </a:extLst>
          </p:cNvPr>
          <p:cNvSpPr/>
          <p:nvPr/>
        </p:nvSpPr>
        <p:spPr>
          <a:xfrm>
            <a:off x="4405945" y="595039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523A7904-482E-42DD-9637-4881A525BD69}"/>
              </a:ext>
            </a:extLst>
          </p:cNvPr>
          <p:cNvCxnSpPr>
            <a:cxnSpLocks/>
            <a:stCxn id="177" idx="5"/>
            <a:endCxn id="285" idx="1"/>
          </p:cNvCxnSpPr>
          <p:nvPr/>
        </p:nvCxnSpPr>
        <p:spPr>
          <a:xfrm>
            <a:off x="4364962" y="5718047"/>
            <a:ext cx="130257" cy="310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Flowchart: Connector 286">
            <a:extLst>
              <a:ext uri="{FF2B5EF4-FFF2-40B4-BE49-F238E27FC236}">
                <a16:creationId xmlns:a16="http://schemas.microsoft.com/office/drawing/2014/main" id="{E277BDDB-73AD-4ADB-AD04-F09628C8ABCB}"/>
              </a:ext>
            </a:extLst>
          </p:cNvPr>
          <p:cNvSpPr/>
          <p:nvPr/>
        </p:nvSpPr>
        <p:spPr>
          <a:xfrm>
            <a:off x="3311957" y="5943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E8BD8037-DD3F-4BC8-869F-8EF3E886EF68}"/>
              </a:ext>
            </a:extLst>
          </p:cNvPr>
          <p:cNvCxnSpPr>
            <a:cxnSpLocks/>
            <a:stCxn id="177" idx="3"/>
            <a:endCxn id="287" idx="7"/>
          </p:cNvCxnSpPr>
          <p:nvPr/>
        </p:nvCxnSpPr>
        <p:spPr>
          <a:xfrm flipH="1">
            <a:off x="3832283" y="5718047"/>
            <a:ext cx="101627" cy="30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" name="Picture 295">
            <a:extLst>
              <a:ext uri="{FF2B5EF4-FFF2-40B4-BE49-F238E27FC236}">
                <a16:creationId xmlns:a16="http://schemas.microsoft.com/office/drawing/2014/main" id="{D2B8CF69-C3FB-4897-AC43-2A1EF06EB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94" y="5525611"/>
            <a:ext cx="3657773" cy="50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9358DB-7E94-44BE-A55C-1BE5B1073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87225"/>
            <a:ext cx="3921557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69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Building a BST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D9748F2-9D19-4F8A-805F-B15904C6D90F}"/>
              </a:ext>
            </a:extLst>
          </p:cNvPr>
          <p:cNvSpPr/>
          <p:nvPr/>
        </p:nvSpPr>
        <p:spPr>
          <a:xfrm>
            <a:off x="342900" y="1524000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Totally Different BST for given set of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Depends on the order of 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Height of the tree could be different for same set of numbers</a:t>
            </a:r>
          </a:p>
        </p:txBody>
      </p:sp>
    </p:spTree>
    <p:extLst>
      <p:ext uri="{BB962C8B-B14F-4D97-AF65-F5344CB8AC3E}">
        <p14:creationId xmlns:p14="http://schemas.microsoft.com/office/powerpoint/2010/main" val="2711641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Recursive Search of Binary Tree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83D069-3A13-456E-AED9-E0F66DC5DA14}"/>
              </a:ext>
            </a:extLst>
          </p:cNvPr>
          <p:cNvSpPr txBox="1">
            <a:spLocks noChangeArrowheads="1"/>
          </p:cNvSpPr>
          <p:nvPr/>
        </p:nvSpPr>
        <p:spPr>
          <a:xfrm>
            <a:off x="428596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b="1" dirty="0">
                <a:solidFill>
                  <a:srgbClr val="FF0000"/>
                </a:solidFill>
              </a:rPr>
              <a:t>Node Find</a:t>
            </a:r>
            <a:r>
              <a:rPr lang="en-US" dirty="0"/>
              <a:t>( Node n, Value key) {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if (n == null) 			// Not found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	return( n );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else if (</a:t>
            </a:r>
            <a:r>
              <a:rPr lang="en-US" dirty="0" err="1"/>
              <a:t>n.data</a:t>
            </a:r>
            <a:r>
              <a:rPr lang="en-US" dirty="0"/>
              <a:t> == key) 	          // Found it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	return( n );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else if (</a:t>
            </a:r>
            <a:r>
              <a:rPr lang="en-US" dirty="0" err="1"/>
              <a:t>n.data</a:t>
            </a:r>
            <a:r>
              <a:rPr lang="en-US" dirty="0"/>
              <a:t> &gt; key) 	          // In left subtree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	return Find( </a:t>
            </a:r>
            <a:r>
              <a:rPr lang="en-US" dirty="0" err="1"/>
              <a:t>n.left</a:t>
            </a:r>
            <a:r>
              <a:rPr lang="en-US" dirty="0"/>
              <a:t> );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else 				// In right subtree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		return Find( </a:t>
            </a:r>
            <a:r>
              <a:rPr lang="en-US" dirty="0" err="1"/>
              <a:t>n.right</a:t>
            </a:r>
            <a:r>
              <a:rPr lang="en-US" dirty="0"/>
              <a:t> );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r>
              <a:rPr lang="en-US" dirty="0"/>
              <a:t>}</a:t>
            </a:r>
          </a:p>
          <a:p>
            <a:pPr marL="533400" indent="-533400">
              <a:lnSpc>
                <a:spcPct val="80000"/>
              </a:lnSpc>
              <a:buFont typeface="Wingdings" pitchFamily="2" charset="2"/>
              <a:buNone/>
            </a:pPr>
            <a:endParaRPr lang="en-US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705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Example Binary Searches</a:t>
            </a:r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9B674250-C255-4793-A308-17CFC566C37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Find ( 2 )</a:t>
            </a:r>
          </a:p>
          <a:p>
            <a:pPr lvl="1">
              <a:buFont typeface="Arial" pitchFamily="34" charset="0"/>
              <a:buNone/>
            </a:pPr>
            <a:endParaRPr lang="en-US" dirty="0"/>
          </a:p>
        </p:txBody>
      </p:sp>
      <p:sp>
        <p:nvSpPr>
          <p:cNvPr id="307" name="Text Box 58">
            <a:extLst>
              <a:ext uri="{FF2B5EF4-FFF2-40B4-BE49-F238E27FC236}">
                <a16:creationId xmlns:a16="http://schemas.microsoft.com/office/drawing/2014/main" id="{B322B66C-3179-48F9-98DB-A72C76BA1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6667" y="2390787"/>
            <a:ext cx="2286000" cy="120032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10 &gt; 2, left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5 &gt; 2, left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2 = 2, found</a:t>
            </a:r>
          </a:p>
        </p:txBody>
      </p:sp>
      <p:sp>
        <p:nvSpPr>
          <p:cNvPr id="309" name="Flowchart: Connector 308">
            <a:extLst>
              <a:ext uri="{FF2B5EF4-FFF2-40B4-BE49-F238E27FC236}">
                <a16:creationId xmlns:a16="http://schemas.microsoft.com/office/drawing/2014/main" id="{09F62CA7-C91E-463B-8B81-C06F43199E3D}"/>
              </a:ext>
            </a:extLst>
          </p:cNvPr>
          <p:cNvSpPr/>
          <p:nvPr/>
        </p:nvSpPr>
        <p:spPr>
          <a:xfrm>
            <a:off x="3505200" y="3194881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10" name="Flowchart: Connector 309">
            <a:extLst>
              <a:ext uri="{FF2B5EF4-FFF2-40B4-BE49-F238E27FC236}">
                <a16:creationId xmlns:a16="http://schemas.microsoft.com/office/drawing/2014/main" id="{674A0A5F-0050-4D2A-AA62-64C994EBE029}"/>
              </a:ext>
            </a:extLst>
          </p:cNvPr>
          <p:cNvSpPr/>
          <p:nvPr/>
        </p:nvSpPr>
        <p:spPr>
          <a:xfrm>
            <a:off x="4114800" y="2296322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8518F37-0FF9-47C2-B10D-A09B337D2249}"/>
              </a:ext>
            </a:extLst>
          </p:cNvPr>
          <p:cNvCxnSpPr>
            <a:cxnSpLocks/>
          </p:cNvCxnSpPr>
          <p:nvPr/>
        </p:nvCxnSpPr>
        <p:spPr>
          <a:xfrm flipH="1">
            <a:off x="3962400" y="2797821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Flowchart: Connector 311">
            <a:extLst>
              <a:ext uri="{FF2B5EF4-FFF2-40B4-BE49-F238E27FC236}">
                <a16:creationId xmlns:a16="http://schemas.microsoft.com/office/drawing/2014/main" id="{70E8D493-9027-4FBA-945F-0CD07081FAAA}"/>
              </a:ext>
            </a:extLst>
          </p:cNvPr>
          <p:cNvSpPr/>
          <p:nvPr/>
        </p:nvSpPr>
        <p:spPr>
          <a:xfrm>
            <a:off x="4648200" y="314756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A529DECA-7B83-4859-80B9-B1D8DB4A2B2D}"/>
              </a:ext>
            </a:extLst>
          </p:cNvPr>
          <p:cNvCxnSpPr>
            <a:cxnSpLocks/>
            <a:endCxn id="312" idx="1"/>
          </p:cNvCxnSpPr>
          <p:nvPr/>
        </p:nvCxnSpPr>
        <p:spPr>
          <a:xfrm>
            <a:off x="4558926" y="2829722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Flowchart: Connector 313">
            <a:extLst>
              <a:ext uri="{FF2B5EF4-FFF2-40B4-BE49-F238E27FC236}">
                <a16:creationId xmlns:a16="http://schemas.microsoft.com/office/drawing/2014/main" id="{346622FA-2C9D-4418-8CD7-0C9C8E67FBF7}"/>
              </a:ext>
            </a:extLst>
          </p:cNvPr>
          <p:cNvSpPr/>
          <p:nvPr/>
        </p:nvSpPr>
        <p:spPr>
          <a:xfrm>
            <a:off x="2959287" y="3904855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559233B0-5558-487B-94CD-A252DD9E962B}"/>
              </a:ext>
            </a:extLst>
          </p:cNvPr>
          <p:cNvCxnSpPr>
            <a:cxnSpLocks/>
            <a:stCxn id="309" idx="3"/>
            <a:endCxn id="314" idx="7"/>
          </p:cNvCxnSpPr>
          <p:nvPr/>
        </p:nvCxnSpPr>
        <p:spPr>
          <a:xfrm flipH="1">
            <a:off x="3479613" y="3650166"/>
            <a:ext cx="114861" cy="33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Flowchart: Connector 315">
            <a:extLst>
              <a:ext uri="{FF2B5EF4-FFF2-40B4-BE49-F238E27FC236}">
                <a16:creationId xmlns:a16="http://schemas.microsoft.com/office/drawing/2014/main" id="{512CA41D-5100-49F2-97D0-41F871A235CB}"/>
              </a:ext>
            </a:extLst>
          </p:cNvPr>
          <p:cNvSpPr/>
          <p:nvPr/>
        </p:nvSpPr>
        <p:spPr>
          <a:xfrm>
            <a:off x="5257800" y="38267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E592B60A-C523-460E-8A44-18C60503A881}"/>
              </a:ext>
            </a:extLst>
          </p:cNvPr>
          <p:cNvCxnSpPr>
            <a:cxnSpLocks/>
            <a:stCxn id="312" idx="5"/>
            <a:endCxn id="316" idx="1"/>
          </p:cNvCxnSpPr>
          <p:nvPr/>
        </p:nvCxnSpPr>
        <p:spPr>
          <a:xfrm>
            <a:off x="5168526" y="3602845"/>
            <a:ext cx="178548" cy="302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Connector 320">
            <a:extLst>
              <a:ext uri="{FF2B5EF4-FFF2-40B4-BE49-F238E27FC236}">
                <a16:creationId xmlns:a16="http://schemas.microsoft.com/office/drawing/2014/main" id="{38556368-95BD-42B5-BBF6-D31CC9AB2396}"/>
              </a:ext>
            </a:extLst>
          </p:cNvPr>
          <p:cNvSpPr/>
          <p:nvPr/>
        </p:nvSpPr>
        <p:spPr>
          <a:xfrm>
            <a:off x="4032063" y="387995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CC2D4098-2210-4E02-8331-218065574980}"/>
              </a:ext>
            </a:extLst>
          </p:cNvPr>
          <p:cNvCxnSpPr>
            <a:cxnSpLocks/>
            <a:stCxn id="312" idx="3"/>
            <a:endCxn id="321" idx="7"/>
          </p:cNvCxnSpPr>
          <p:nvPr/>
        </p:nvCxnSpPr>
        <p:spPr>
          <a:xfrm flipH="1">
            <a:off x="4552389" y="3602845"/>
            <a:ext cx="185085" cy="35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Flowchart: Connector 326">
            <a:extLst>
              <a:ext uri="{FF2B5EF4-FFF2-40B4-BE49-F238E27FC236}">
                <a16:creationId xmlns:a16="http://schemas.microsoft.com/office/drawing/2014/main" id="{2671CF0C-DB57-4E19-A2C8-B9BB0E03399C}"/>
              </a:ext>
            </a:extLst>
          </p:cNvPr>
          <p:cNvSpPr/>
          <p:nvPr/>
        </p:nvSpPr>
        <p:spPr>
          <a:xfrm>
            <a:off x="4664861" y="4572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5547583E-BD5E-4A7A-99C1-64783220882A}"/>
              </a:ext>
            </a:extLst>
          </p:cNvPr>
          <p:cNvCxnSpPr>
            <a:cxnSpLocks/>
            <a:stCxn id="321" idx="5"/>
            <a:endCxn id="327" idx="1"/>
          </p:cNvCxnSpPr>
          <p:nvPr/>
        </p:nvCxnSpPr>
        <p:spPr>
          <a:xfrm>
            <a:off x="4552389" y="4335243"/>
            <a:ext cx="201746" cy="314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04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Example Binary Searches</a:t>
            </a:r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9B674250-C255-4793-A308-17CFC566C37E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Find ( 28 )</a:t>
            </a:r>
          </a:p>
          <a:p>
            <a:pPr lvl="1">
              <a:buFont typeface="Arial" pitchFamily="34" charset="0"/>
              <a:buNone/>
            </a:pPr>
            <a:endParaRPr lang="en-US" dirty="0"/>
          </a:p>
        </p:txBody>
      </p:sp>
      <p:sp>
        <p:nvSpPr>
          <p:cNvPr id="307" name="Text Box 58">
            <a:extLst>
              <a:ext uri="{FF2B5EF4-FFF2-40B4-BE49-F238E27FC236}">
                <a16:creationId xmlns:a16="http://schemas.microsoft.com/office/drawing/2014/main" id="{B322B66C-3179-48F9-98DB-A72C76BA1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398597"/>
            <a:ext cx="2286000" cy="2031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28 &gt; 10 , Right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28 &lt; 30, left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28 &gt; 25, Right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28 &lt; 29, Right</a:t>
            </a:r>
          </a:p>
          <a:p>
            <a:pPr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Null (Not found)</a:t>
            </a:r>
          </a:p>
        </p:txBody>
      </p:sp>
      <p:sp>
        <p:nvSpPr>
          <p:cNvPr id="309" name="Flowchart: Connector 308">
            <a:extLst>
              <a:ext uri="{FF2B5EF4-FFF2-40B4-BE49-F238E27FC236}">
                <a16:creationId xmlns:a16="http://schemas.microsoft.com/office/drawing/2014/main" id="{09F62CA7-C91E-463B-8B81-C06F43199E3D}"/>
              </a:ext>
            </a:extLst>
          </p:cNvPr>
          <p:cNvSpPr/>
          <p:nvPr/>
        </p:nvSpPr>
        <p:spPr>
          <a:xfrm>
            <a:off x="3505200" y="319488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10" name="Flowchart: Connector 309">
            <a:extLst>
              <a:ext uri="{FF2B5EF4-FFF2-40B4-BE49-F238E27FC236}">
                <a16:creationId xmlns:a16="http://schemas.microsoft.com/office/drawing/2014/main" id="{674A0A5F-0050-4D2A-AA62-64C994EBE029}"/>
              </a:ext>
            </a:extLst>
          </p:cNvPr>
          <p:cNvSpPr/>
          <p:nvPr/>
        </p:nvSpPr>
        <p:spPr>
          <a:xfrm>
            <a:off x="4114800" y="2296322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8518F37-0FF9-47C2-B10D-A09B337D2249}"/>
              </a:ext>
            </a:extLst>
          </p:cNvPr>
          <p:cNvCxnSpPr>
            <a:cxnSpLocks/>
          </p:cNvCxnSpPr>
          <p:nvPr/>
        </p:nvCxnSpPr>
        <p:spPr>
          <a:xfrm flipH="1">
            <a:off x="3962400" y="2797821"/>
            <a:ext cx="241674" cy="42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Flowchart: Connector 311">
            <a:extLst>
              <a:ext uri="{FF2B5EF4-FFF2-40B4-BE49-F238E27FC236}">
                <a16:creationId xmlns:a16="http://schemas.microsoft.com/office/drawing/2014/main" id="{70E8D493-9027-4FBA-945F-0CD07081FAAA}"/>
              </a:ext>
            </a:extLst>
          </p:cNvPr>
          <p:cNvSpPr/>
          <p:nvPr/>
        </p:nvSpPr>
        <p:spPr>
          <a:xfrm>
            <a:off x="4648200" y="314756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A529DECA-7B83-4859-80B9-B1D8DB4A2B2D}"/>
              </a:ext>
            </a:extLst>
          </p:cNvPr>
          <p:cNvCxnSpPr>
            <a:cxnSpLocks/>
            <a:endCxn id="312" idx="1"/>
          </p:cNvCxnSpPr>
          <p:nvPr/>
        </p:nvCxnSpPr>
        <p:spPr>
          <a:xfrm>
            <a:off x="4558926" y="2829722"/>
            <a:ext cx="178548" cy="395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Flowchart: Connector 313">
            <a:extLst>
              <a:ext uri="{FF2B5EF4-FFF2-40B4-BE49-F238E27FC236}">
                <a16:creationId xmlns:a16="http://schemas.microsoft.com/office/drawing/2014/main" id="{346622FA-2C9D-4418-8CD7-0C9C8E67FBF7}"/>
              </a:ext>
            </a:extLst>
          </p:cNvPr>
          <p:cNvSpPr/>
          <p:nvPr/>
        </p:nvSpPr>
        <p:spPr>
          <a:xfrm>
            <a:off x="2959287" y="390485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315" name="Straight Arrow Connector 314">
            <a:extLst>
              <a:ext uri="{FF2B5EF4-FFF2-40B4-BE49-F238E27FC236}">
                <a16:creationId xmlns:a16="http://schemas.microsoft.com/office/drawing/2014/main" id="{559233B0-5558-487B-94CD-A252DD9E962B}"/>
              </a:ext>
            </a:extLst>
          </p:cNvPr>
          <p:cNvCxnSpPr>
            <a:cxnSpLocks/>
            <a:stCxn id="309" idx="3"/>
            <a:endCxn id="314" idx="7"/>
          </p:cNvCxnSpPr>
          <p:nvPr/>
        </p:nvCxnSpPr>
        <p:spPr>
          <a:xfrm flipH="1">
            <a:off x="3479613" y="3650166"/>
            <a:ext cx="114861" cy="33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Flowchart: Connector 315">
            <a:extLst>
              <a:ext uri="{FF2B5EF4-FFF2-40B4-BE49-F238E27FC236}">
                <a16:creationId xmlns:a16="http://schemas.microsoft.com/office/drawing/2014/main" id="{512CA41D-5100-49F2-97D0-41F871A235CB}"/>
              </a:ext>
            </a:extLst>
          </p:cNvPr>
          <p:cNvSpPr/>
          <p:nvPr/>
        </p:nvSpPr>
        <p:spPr>
          <a:xfrm>
            <a:off x="5257800" y="382674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E592B60A-C523-460E-8A44-18C60503A881}"/>
              </a:ext>
            </a:extLst>
          </p:cNvPr>
          <p:cNvCxnSpPr>
            <a:cxnSpLocks/>
            <a:stCxn id="312" idx="5"/>
            <a:endCxn id="316" idx="1"/>
          </p:cNvCxnSpPr>
          <p:nvPr/>
        </p:nvCxnSpPr>
        <p:spPr>
          <a:xfrm>
            <a:off x="5168526" y="3602845"/>
            <a:ext cx="178548" cy="302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Connector 320">
            <a:extLst>
              <a:ext uri="{FF2B5EF4-FFF2-40B4-BE49-F238E27FC236}">
                <a16:creationId xmlns:a16="http://schemas.microsoft.com/office/drawing/2014/main" id="{38556368-95BD-42B5-BBF6-D31CC9AB2396}"/>
              </a:ext>
            </a:extLst>
          </p:cNvPr>
          <p:cNvSpPr/>
          <p:nvPr/>
        </p:nvSpPr>
        <p:spPr>
          <a:xfrm>
            <a:off x="4032063" y="3879958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cxnSp>
        <p:nvCxnSpPr>
          <p:cNvPr id="322" name="Straight Arrow Connector 321">
            <a:extLst>
              <a:ext uri="{FF2B5EF4-FFF2-40B4-BE49-F238E27FC236}">
                <a16:creationId xmlns:a16="http://schemas.microsoft.com/office/drawing/2014/main" id="{CC2D4098-2210-4E02-8331-218065574980}"/>
              </a:ext>
            </a:extLst>
          </p:cNvPr>
          <p:cNvCxnSpPr>
            <a:cxnSpLocks/>
            <a:stCxn id="312" idx="3"/>
            <a:endCxn id="321" idx="7"/>
          </p:cNvCxnSpPr>
          <p:nvPr/>
        </p:nvCxnSpPr>
        <p:spPr>
          <a:xfrm flipH="1">
            <a:off x="4552389" y="3602845"/>
            <a:ext cx="185085" cy="355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Flowchart: Connector 326">
            <a:extLst>
              <a:ext uri="{FF2B5EF4-FFF2-40B4-BE49-F238E27FC236}">
                <a16:creationId xmlns:a16="http://schemas.microsoft.com/office/drawing/2014/main" id="{2671CF0C-DB57-4E19-A2C8-B9BB0E03399C}"/>
              </a:ext>
            </a:extLst>
          </p:cNvPr>
          <p:cNvSpPr/>
          <p:nvPr/>
        </p:nvSpPr>
        <p:spPr>
          <a:xfrm>
            <a:off x="4664861" y="4572000"/>
            <a:ext cx="609600" cy="533400"/>
          </a:xfrm>
          <a:prstGeom prst="flowChartConnector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5547583E-BD5E-4A7A-99C1-64783220882A}"/>
              </a:ext>
            </a:extLst>
          </p:cNvPr>
          <p:cNvCxnSpPr>
            <a:cxnSpLocks/>
            <a:stCxn id="321" idx="5"/>
            <a:endCxn id="327" idx="1"/>
          </p:cNvCxnSpPr>
          <p:nvPr/>
        </p:nvCxnSpPr>
        <p:spPr>
          <a:xfrm>
            <a:off x="4552389" y="4335243"/>
            <a:ext cx="201746" cy="314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785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2E3E8-04ED-41E3-814C-ACE34C50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5530852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ClrTx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BSTs, the minimum element, is the left-most node, which does not has left child. In the BST below, the minimum element is 4.</a:t>
            </a:r>
          </a:p>
          <a:p>
            <a:pPr>
              <a:lnSpc>
                <a:spcPct val="90000"/>
              </a:lnSpc>
            </a:pPr>
            <a:endParaRPr lang="en-US" altLang="en-US" u="sng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u="sng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Tree-Minimum(</a:t>
            </a:r>
            <a:r>
              <a:rPr lang="en-US" altLang="en-US" i="1" u="sng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u="sng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     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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NIL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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		       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ClrTx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ClrTx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O(n) in the worst case </a:t>
            </a:r>
          </a:p>
          <a:p>
            <a:pPr lvl="0">
              <a:spcBef>
                <a:spcPts val="0"/>
              </a:spcBef>
              <a:buClrTx/>
              <a:buFont typeface="Wingdings" panose="05000000000000000000" pitchFamily="2" charset="2"/>
              <a:buChar char="Ø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/>
            </a:endParaRPr>
          </a:p>
          <a:p>
            <a:pPr lvl="0">
              <a:spcBef>
                <a:spcPts val="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Space complexity O(n) for recursive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6548-BDF9-4A0E-8749-9AF5268D32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Finding minimum element in Binary search trees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411EBE3-A88D-44C3-9F7A-2A64A3BE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981200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10</a:t>
            </a:r>
            <a:endParaRPr lang="en-US" altLang="en-US" u="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D8E55B-66C1-468F-A798-C545D0B2715C}"/>
              </a:ext>
            </a:extLst>
          </p:cNvPr>
          <p:cNvGrpSpPr>
            <a:grpSpLocks/>
          </p:cNvGrpSpPr>
          <p:nvPr/>
        </p:nvGrpSpPr>
        <p:grpSpPr bwMode="auto">
          <a:xfrm>
            <a:off x="6275388" y="2435225"/>
            <a:ext cx="2671762" cy="868363"/>
            <a:chOff x="1620" y="1679"/>
            <a:chExt cx="1683" cy="54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DC74E92-5F8B-4B4F-91F2-378231EB8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u="none" dirty="0"/>
                <a:t>6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E6DE60-2DCC-4B82-9E99-28F91C91A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16</a:t>
              </a:r>
              <a:endParaRPr lang="en-US" altLang="en-US" u="none" dirty="0"/>
            </a:p>
          </p:txBody>
        </p:sp>
        <p:cxnSp>
          <p:nvCxnSpPr>
            <p:cNvPr id="10" name="AutoShape 9">
              <a:extLst>
                <a:ext uri="{FF2B5EF4-FFF2-40B4-BE49-F238E27FC236}">
                  <a16:creationId xmlns:a16="http://schemas.microsoft.com/office/drawing/2014/main" id="{57D1EC4B-E8BA-4936-A986-121F7A88A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2D84622A-6D11-4318-8577-77072F2BF36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23DF4-B413-468E-BF79-0B51A44FAAD4}"/>
              </a:ext>
            </a:extLst>
          </p:cNvPr>
          <p:cNvGrpSpPr>
            <a:grpSpLocks/>
          </p:cNvGrpSpPr>
          <p:nvPr/>
        </p:nvGrpSpPr>
        <p:grpSpPr bwMode="auto">
          <a:xfrm>
            <a:off x="5454650" y="3225800"/>
            <a:ext cx="1990725" cy="1174750"/>
            <a:chOff x="1103" y="2177"/>
            <a:chExt cx="1254" cy="7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53D13E2-F700-484E-B090-7700C337F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4</a:t>
              </a:r>
              <a:endParaRPr lang="en-US" altLang="en-US" u="none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C60012-9B5E-4625-B703-C49193C12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9</a:t>
              </a:r>
              <a:endParaRPr lang="en-US" altLang="en-US" u="none" dirty="0"/>
            </a:p>
          </p:txBody>
        </p:sp>
        <p:cxnSp>
          <p:nvCxnSpPr>
            <p:cNvPr id="15" name="AutoShape 14">
              <a:extLst>
                <a:ext uri="{FF2B5EF4-FFF2-40B4-BE49-F238E27FC236}">
                  <a16:creationId xmlns:a16="http://schemas.microsoft.com/office/drawing/2014/main" id="{AF6610F1-77A0-463D-8A7A-8CF30324A2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5">
              <a:extLst>
                <a:ext uri="{FF2B5EF4-FFF2-40B4-BE49-F238E27FC236}">
                  <a16:creationId xmlns:a16="http://schemas.microsoft.com/office/drawing/2014/main" id="{14F2166D-14C2-4E45-90D1-9B156BA8D2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1F6456-87D0-4EE5-8B75-5E144BEDB018}"/>
              </a:ext>
            </a:extLst>
          </p:cNvPr>
          <p:cNvGrpSpPr>
            <a:grpSpLocks/>
          </p:cNvGrpSpPr>
          <p:nvPr/>
        </p:nvGrpSpPr>
        <p:grpSpPr bwMode="auto">
          <a:xfrm>
            <a:off x="7850188" y="3225799"/>
            <a:ext cx="657225" cy="1149350"/>
            <a:chOff x="2612" y="2177"/>
            <a:chExt cx="414" cy="72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62CEAE5-2113-4F35-9A40-E89A6C0D2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u="none" dirty="0"/>
                <a:t>13</a:t>
              </a:r>
            </a:p>
          </p:txBody>
        </p:sp>
        <p:cxnSp>
          <p:nvCxnSpPr>
            <p:cNvPr id="19" name="AutoShape 19">
              <a:extLst>
                <a:ext uri="{FF2B5EF4-FFF2-40B4-BE49-F238E27FC236}">
                  <a16:creationId xmlns:a16="http://schemas.microsoft.com/office/drawing/2014/main" id="{DA95B611-DAD0-412E-A70F-75C959A50B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20" name="Group 26">
            <a:extLst>
              <a:ext uri="{FF2B5EF4-FFF2-40B4-BE49-F238E27FC236}">
                <a16:creationId xmlns:a16="http://schemas.microsoft.com/office/drawing/2014/main" id="{E1B2AF2A-E4E3-4772-AB2B-241DBE38735B}"/>
              </a:ext>
            </a:extLst>
          </p:cNvPr>
          <p:cNvGrpSpPr>
            <a:grpSpLocks/>
          </p:cNvGrpSpPr>
          <p:nvPr/>
        </p:nvGrpSpPr>
        <p:grpSpPr bwMode="auto">
          <a:xfrm>
            <a:off x="6545263" y="4371975"/>
            <a:ext cx="642937" cy="1174750"/>
            <a:chOff x="1790" y="2899"/>
            <a:chExt cx="405" cy="740"/>
          </a:xfrm>
        </p:grpSpPr>
        <p:sp>
          <p:nvSpPr>
            <p:cNvPr id="21" name="Oval 27">
              <a:extLst>
                <a:ext uri="{FF2B5EF4-FFF2-40B4-BE49-F238E27FC236}">
                  <a16:creationId xmlns:a16="http://schemas.microsoft.com/office/drawing/2014/main" id="{43F8F85E-9CEC-447B-80A8-C3AFF8B0C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u="none" dirty="0"/>
                <a:t>7</a:t>
              </a:r>
            </a:p>
          </p:txBody>
        </p:sp>
        <p:cxnSp>
          <p:nvCxnSpPr>
            <p:cNvPr id="22" name="AutoShape 28">
              <a:extLst>
                <a:ext uri="{FF2B5EF4-FFF2-40B4-BE49-F238E27FC236}">
                  <a16:creationId xmlns:a16="http://schemas.microsoft.com/office/drawing/2014/main" id="{3E63CAB8-F289-4319-B2BA-B0C950D010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8460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2E3E8-04ED-41E3-814C-ACE34C50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61" y="1524000"/>
            <a:ext cx="5813027" cy="452596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ClrTx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BSTs the Maximum element is the right –most node which does not have right child. In the BSTs above the maximum element is 16.</a:t>
            </a:r>
          </a:p>
          <a:p>
            <a:pPr marL="0" lvl="0" indent="0">
              <a:spcBef>
                <a:spcPts val="0"/>
              </a:spcBef>
              <a:buClrTx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ClrTx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u="sng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Tree-Maximum(</a:t>
            </a:r>
            <a:r>
              <a:rPr lang="en-US" altLang="en-US" i="1" u="sng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u="sng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       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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NIL	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charset="2"/>
              </a:rPr>
              <a:t>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		       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O(n) in the worst case </a:t>
            </a: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/>
            </a:endParaRPr>
          </a:p>
          <a:p>
            <a:pPr lvl="0"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/>
              </a:rPr>
              <a:t>Space complexity O(n) for recursive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6548-BDF9-4A0E-8749-9AF5268D32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dirty="0"/>
              <a:t>Finding max element in Binary search trees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E300B0-8DD7-4ECE-B08D-510012C98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1981200"/>
            <a:ext cx="515938" cy="531813"/>
          </a:xfrm>
          <a:prstGeom prst="ellipse">
            <a:avLst/>
          </a:prstGeom>
          <a:solidFill>
            <a:srgbClr val="CCECFF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dirty="0"/>
              <a:t>10</a:t>
            </a:r>
            <a:endParaRPr lang="en-US" altLang="en-US" u="none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CA4A22-DDAF-47AF-B5C8-5AEC19E1D081}"/>
              </a:ext>
            </a:extLst>
          </p:cNvPr>
          <p:cNvGrpSpPr>
            <a:grpSpLocks/>
          </p:cNvGrpSpPr>
          <p:nvPr/>
        </p:nvGrpSpPr>
        <p:grpSpPr bwMode="auto">
          <a:xfrm>
            <a:off x="6275388" y="2435225"/>
            <a:ext cx="2671762" cy="868363"/>
            <a:chOff x="1620" y="1679"/>
            <a:chExt cx="1683" cy="54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9E02FB-D236-4B5C-9FCF-2613EE349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u="none" dirty="0"/>
                <a:t>6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3D4A8E-2A47-41D6-9292-A87B70038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" y="1891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16</a:t>
              </a:r>
              <a:endParaRPr lang="en-US" altLang="en-US" u="none" dirty="0"/>
            </a:p>
          </p:txBody>
        </p:sp>
        <p:cxnSp>
          <p:nvCxnSpPr>
            <p:cNvPr id="10" name="AutoShape 9">
              <a:extLst>
                <a:ext uri="{FF2B5EF4-FFF2-40B4-BE49-F238E27FC236}">
                  <a16:creationId xmlns:a16="http://schemas.microsoft.com/office/drawing/2014/main" id="{5A02AD1C-7B59-490F-A650-EAB712C226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00" y="1679"/>
              <a:ext cx="541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10">
              <a:extLst>
                <a:ext uri="{FF2B5EF4-FFF2-40B4-BE49-F238E27FC236}">
                  <a16:creationId xmlns:a16="http://schemas.microsoft.com/office/drawing/2014/main" id="{EB700BA2-4C8E-4A36-A759-BCFDB74F8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83" y="1679"/>
              <a:ext cx="588" cy="2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D5F0CF-34DC-41D9-88D0-011CCB556900}"/>
              </a:ext>
            </a:extLst>
          </p:cNvPr>
          <p:cNvGrpSpPr>
            <a:grpSpLocks/>
          </p:cNvGrpSpPr>
          <p:nvPr/>
        </p:nvGrpSpPr>
        <p:grpSpPr bwMode="auto">
          <a:xfrm>
            <a:off x="5454650" y="3225800"/>
            <a:ext cx="1990725" cy="1174750"/>
            <a:chOff x="1103" y="2177"/>
            <a:chExt cx="1254" cy="7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BFD5588-A791-4D5D-B68D-47EA8EBDB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582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4</a:t>
              </a:r>
              <a:endParaRPr lang="en-US" altLang="en-US" u="none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86CCF7-F65B-4952-BCBB-8554EAB20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56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9</a:t>
              </a:r>
              <a:endParaRPr lang="en-US" altLang="en-US" u="none" dirty="0"/>
            </a:p>
          </p:txBody>
        </p:sp>
        <p:cxnSp>
          <p:nvCxnSpPr>
            <p:cNvPr id="15" name="AutoShape 14">
              <a:extLst>
                <a:ext uri="{FF2B5EF4-FFF2-40B4-BE49-F238E27FC236}">
                  <a16:creationId xmlns:a16="http://schemas.microsoft.com/office/drawing/2014/main" id="{0E2AB876-D1A9-44E8-8B29-1DB7D1E8C4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266" y="2177"/>
              <a:ext cx="40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16" name="AutoShape 15">
              <a:extLst>
                <a:ext uri="{FF2B5EF4-FFF2-40B4-BE49-F238E27FC236}">
                  <a16:creationId xmlns:a16="http://schemas.microsoft.com/office/drawing/2014/main" id="{00004FCA-DA92-4490-B8F4-1030C82A84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97" y="2177"/>
              <a:ext cx="298" cy="38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A07616-D589-405C-88BB-08597D982AFF}"/>
              </a:ext>
            </a:extLst>
          </p:cNvPr>
          <p:cNvGrpSpPr>
            <a:grpSpLocks/>
          </p:cNvGrpSpPr>
          <p:nvPr/>
        </p:nvGrpSpPr>
        <p:grpSpPr bwMode="auto">
          <a:xfrm>
            <a:off x="7850188" y="3225799"/>
            <a:ext cx="657225" cy="1149350"/>
            <a:chOff x="2612" y="2177"/>
            <a:chExt cx="414" cy="72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B851463-F229-4EBE-81DC-D727ECE19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" y="2566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u="none" dirty="0"/>
                <a:t>13</a:t>
              </a:r>
            </a:p>
          </p:txBody>
        </p:sp>
        <p:cxnSp>
          <p:nvCxnSpPr>
            <p:cNvPr id="19" name="AutoShape 19">
              <a:extLst>
                <a:ext uri="{FF2B5EF4-FFF2-40B4-BE49-F238E27FC236}">
                  <a16:creationId xmlns:a16="http://schemas.microsoft.com/office/drawing/2014/main" id="{DF301C4F-23AE-4B10-A971-4C3F8E2F04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775" y="2177"/>
              <a:ext cx="251" cy="38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20" name="Group 26">
            <a:extLst>
              <a:ext uri="{FF2B5EF4-FFF2-40B4-BE49-F238E27FC236}">
                <a16:creationId xmlns:a16="http://schemas.microsoft.com/office/drawing/2014/main" id="{325AE447-813A-468E-8ACA-CDE0FC89B274}"/>
              </a:ext>
            </a:extLst>
          </p:cNvPr>
          <p:cNvGrpSpPr>
            <a:grpSpLocks/>
          </p:cNvGrpSpPr>
          <p:nvPr/>
        </p:nvGrpSpPr>
        <p:grpSpPr bwMode="auto">
          <a:xfrm>
            <a:off x="6545263" y="4371975"/>
            <a:ext cx="642937" cy="1174750"/>
            <a:chOff x="1790" y="2899"/>
            <a:chExt cx="405" cy="740"/>
          </a:xfrm>
        </p:grpSpPr>
        <p:sp>
          <p:nvSpPr>
            <p:cNvPr id="21" name="Oval 27">
              <a:extLst>
                <a:ext uri="{FF2B5EF4-FFF2-40B4-BE49-F238E27FC236}">
                  <a16:creationId xmlns:a16="http://schemas.microsoft.com/office/drawing/2014/main" id="{7F808113-CFC4-43FE-9526-1263D2487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3304"/>
              <a:ext cx="325" cy="335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u="none" dirty="0"/>
                <a:t>7</a:t>
              </a:r>
            </a:p>
          </p:txBody>
        </p:sp>
        <p:cxnSp>
          <p:nvCxnSpPr>
            <p:cNvPr id="22" name="AutoShape 28">
              <a:extLst>
                <a:ext uri="{FF2B5EF4-FFF2-40B4-BE49-F238E27FC236}">
                  <a16:creationId xmlns:a16="http://schemas.microsoft.com/office/drawing/2014/main" id="{CD6CD3E1-6392-41EA-8A1A-90AEA85647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953" y="2899"/>
              <a:ext cx="242" cy="40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5394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Complexity of Search</a:t>
            </a:r>
            <a:endParaRPr lang="en-US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C61C79-37B2-433B-9DEE-1CC17437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Running time of searching in a BST is proportional to the height of the tree.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n is the number of nodes in a BST, then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Best Case </a:t>
            </a:r>
            <a:r>
              <a:rPr lang="en-US" dirty="0"/>
              <a:t>– O(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  <a:p>
            <a:r>
              <a:rPr lang="en-US" b="1" dirty="0">
                <a:solidFill>
                  <a:srgbClr val="FF0000"/>
                </a:solidFill>
              </a:rPr>
              <a:t>Worst Case </a:t>
            </a:r>
            <a:r>
              <a:rPr lang="en-US" dirty="0"/>
              <a:t>– O(n)</a:t>
            </a:r>
          </a:p>
        </p:txBody>
      </p:sp>
    </p:spTree>
    <p:extLst>
      <p:ext uri="{BB962C8B-B14F-4D97-AF65-F5344CB8AC3E}">
        <p14:creationId xmlns:p14="http://schemas.microsoft.com/office/powerpoint/2010/main" val="2173750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Insertion</a:t>
            </a:r>
            <a:endParaRPr lang="en-US" sz="32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73B6676-A2C9-4A44-A338-464B0E9D414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b="1" dirty="0">
                <a:solidFill>
                  <a:srgbClr val="FF0000"/>
                </a:solidFill>
              </a:rPr>
              <a:t>Insert Algorithm</a:t>
            </a:r>
            <a:endParaRPr lang="en-US" b="1" dirty="0">
              <a:solidFill>
                <a:srgbClr val="FF0000"/>
              </a:solidFill>
            </a:endParaRPr>
          </a:p>
          <a:p>
            <a:pPr marL="609600" indent="-609600">
              <a:buFontTx/>
              <a:buNone/>
            </a:pPr>
            <a:endParaRPr lang="en-CA" sz="1000" dirty="0"/>
          </a:p>
          <a:p>
            <a:pPr marL="609600" indent="-609600">
              <a:buFont typeface="Arial" panose="020B0604020202020204" pitchFamily="34" charset="0"/>
              <a:buChar char="•"/>
            </a:pPr>
            <a:r>
              <a:rPr lang="en-CA" dirty="0"/>
              <a:t>If value we want to insert &lt; key of current node, we have to go to the left subtree</a:t>
            </a:r>
            <a:endParaRPr lang="en-US" dirty="0"/>
          </a:p>
          <a:p>
            <a:pPr marL="609600" indent="-609600">
              <a:buFont typeface="Arial" panose="020B0604020202020204" pitchFamily="34" charset="0"/>
              <a:buChar char="•"/>
            </a:pPr>
            <a:r>
              <a:rPr lang="en-CA" dirty="0"/>
              <a:t>Otherwise we have to go to the right subtree</a:t>
            </a:r>
            <a:endParaRPr lang="en-US" dirty="0"/>
          </a:p>
          <a:p>
            <a:pPr marL="609600" indent="-609600">
              <a:buFont typeface="Arial" panose="020B0604020202020204" pitchFamily="34" charset="0"/>
              <a:buChar char="•"/>
            </a:pPr>
            <a:r>
              <a:rPr lang="en-CA" dirty="0"/>
              <a:t>If the current node is empty (not existing) create a node with the value we are inserting and place it here</a:t>
            </a:r>
            <a:r>
              <a:rPr lang="en-US" dirty="0"/>
              <a:t>.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805270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Insertion - Example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E0F8A0-A8A0-4C97-834B-3FBE2DF591B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1"/>
            <a:ext cx="7772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sz="2800" b="1">
                <a:solidFill>
                  <a:schemeClr val="accent2"/>
                </a:solidFill>
              </a:rPr>
              <a:t>For example, inserting ’15’ into the BST?</a:t>
            </a:r>
            <a:endParaRPr lang="en-US" sz="2800" b="1" dirty="0">
              <a:solidFill>
                <a:schemeClr val="accent2"/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D00921B-BF43-49CD-B244-7011C1178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2667" y="2286001"/>
            <a:ext cx="5486400" cy="37258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1435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2E3E8-04ED-41E3-814C-ACE34C50A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1" y="1455926"/>
            <a:ext cx="8839200" cy="452596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X has two children then its in-order predecessor is the maximum value in its left subtree and its in-order successor is the minimum value in its right subtree.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6548-BDF9-4A0E-8749-9AF5268D321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Where is In-order Predecessor &amp; Successor 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2B02B3-5A35-4E79-875D-7BF1687FECCB}"/>
              </a:ext>
            </a:extLst>
          </p:cNvPr>
          <p:cNvSpPr/>
          <p:nvPr/>
        </p:nvSpPr>
        <p:spPr>
          <a:xfrm>
            <a:off x="2769394" y="2988905"/>
            <a:ext cx="381000" cy="381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BBA746-0A4E-4ED8-8E83-996122FE2E18}"/>
              </a:ext>
            </a:extLst>
          </p:cNvPr>
          <p:cNvSpPr/>
          <p:nvPr/>
        </p:nvSpPr>
        <p:spPr>
          <a:xfrm>
            <a:off x="2057400" y="3657600"/>
            <a:ext cx="381000" cy="381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3A403A-61A6-4B63-9D88-61171E760AB9}"/>
              </a:ext>
            </a:extLst>
          </p:cNvPr>
          <p:cNvSpPr/>
          <p:nvPr/>
        </p:nvSpPr>
        <p:spPr>
          <a:xfrm>
            <a:off x="1350243" y="4233684"/>
            <a:ext cx="381000" cy="381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E0993C3-D2B4-462D-AF8E-F7B99214DC26}"/>
              </a:ext>
            </a:extLst>
          </p:cNvPr>
          <p:cNvSpPr/>
          <p:nvPr/>
        </p:nvSpPr>
        <p:spPr>
          <a:xfrm>
            <a:off x="2903189" y="4205258"/>
            <a:ext cx="381000" cy="381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7CAB2D-5952-4DC4-BD32-F4708646884D}"/>
              </a:ext>
            </a:extLst>
          </p:cNvPr>
          <p:cNvSpPr/>
          <p:nvPr/>
        </p:nvSpPr>
        <p:spPr>
          <a:xfrm>
            <a:off x="966862" y="4914900"/>
            <a:ext cx="381000" cy="381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59EBE7-E194-41DC-8E31-3E92E7C53BB1}"/>
              </a:ext>
            </a:extLst>
          </p:cNvPr>
          <p:cNvSpPr/>
          <p:nvPr/>
        </p:nvSpPr>
        <p:spPr>
          <a:xfrm>
            <a:off x="1831330" y="4923719"/>
            <a:ext cx="381000" cy="381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CD258B7-90BD-4BF4-8D0E-01A4B78C3B8E}"/>
              </a:ext>
            </a:extLst>
          </p:cNvPr>
          <p:cNvSpPr/>
          <p:nvPr/>
        </p:nvSpPr>
        <p:spPr>
          <a:xfrm>
            <a:off x="2505298" y="4923804"/>
            <a:ext cx="381000" cy="3810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EA22D5-7B3D-424A-B877-440B53D3D51F}"/>
              </a:ext>
            </a:extLst>
          </p:cNvPr>
          <p:cNvSpPr/>
          <p:nvPr/>
        </p:nvSpPr>
        <p:spPr>
          <a:xfrm>
            <a:off x="3300561" y="4914900"/>
            <a:ext cx="381000" cy="38100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3524CC-8CCA-418A-9ED8-50BB6652E40F}"/>
              </a:ext>
            </a:extLst>
          </p:cNvPr>
          <p:cNvCxnSpPr>
            <a:cxnSpLocks/>
            <a:stCxn id="7" idx="3"/>
            <a:endCxn id="8" idx="7"/>
          </p:cNvCxnSpPr>
          <p:nvPr/>
        </p:nvCxnSpPr>
        <p:spPr>
          <a:xfrm flipH="1">
            <a:off x="2382604" y="3314109"/>
            <a:ext cx="442586" cy="399287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0660607-9807-460C-9832-FC580CF439CD}"/>
              </a:ext>
            </a:extLst>
          </p:cNvPr>
          <p:cNvCxnSpPr>
            <a:cxnSpLocks/>
            <a:stCxn id="8" idx="3"/>
            <a:endCxn id="9" idx="6"/>
          </p:cNvCxnSpPr>
          <p:nvPr/>
        </p:nvCxnSpPr>
        <p:spPr>
          <a:xfrm flipH="1">
            <a:off x="1731243" y="3982804"/>
            <a:ext cx="381953" cy="44138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EA354B-DDF8-4699-8DE0-03533A0E0DB4}"/>
              </a:ext>
            </a:extLst>
          </p:cNvPr>
          <p:cNvCxnSpPr>
            <a:cxnSpLocks/>
            <a:stCxn id="9" idx="4"/>
            <a:endCxn id="11" idx="7"/>
          </p:cNvCxnSpPr>
          <p:nvPr/>
        </p:nvCxnSpPr>
        <p:spPr>
          <a:xfrm flipH="1">
            <a:off x="1292066" y="4614684"/>
            <a:ext cx="248677" cy="35601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6B48046-884D-4F86-82E6-36DEEA4A4783}"/>
              </a:ext>
            </a:extLst>
          </p:cNvPr>
          <p:cNvCxnSpPr>
            <a:cxnSpLocks/>
            <a:stCxn id="10" idx="2"/>
            <a:endCxn id="8" idx="5"/>
          </p:cNvCxnSpPr>
          <p:nvPr/>
        </p:nvCxnSpPr>
        <p:spPr>
          <a:xfrm flipH="1" flipV="1">
            <a:off x="2382604" y="3982804"/>
            <a:ext cx="520585" cy="412954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5C6300-CD8D-4A90-BB75-6FDB2E8B9FA5}"/>
              </a:ext>
            </a:extLst>
          </p:cNvPr>
          <p:cNvCxnSpPr>
            <a:cxnSpLocks/>
            <a:stCxn id="12" idx="1"/>
            <a:endCxn id="9" idx="4"/>
          </p:cNvCxnSpPr>
          <p:nvPr/>
        </p:nvCxnSpPr>
        <p:spPr>
          <a:xfrm flipH="1" flipV="1">
            <a:off x="1540743" y="4614684"/>
            <a:ext cx="346383" cy="36483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6FBDDE-8C9A-4C46-BE14-8ABD332A952A}"/>
              </a:ext>
            </a:extLst>
          </p:cNvPr>
          <p:cNvCxnSpPr>
            <a:cxnSpLocks/>
            <a:stCxn id="10" idx="4"/>
            <a:endCxn id="13" idx="7"/>
          </p:cNvCxnSpPr>
          <p:nvPr/>
        </p:nvCxnSpPr>
        <p:spPr>
          <a:xfrm flipH="1">
            <a:off x="2830502" y="4586258"/>
            <a:ext cx="263187" cy="393342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89FAA86-B859-4751-AD08-72DE5800BE12}"/>
              </a:ext>
            </a:extLst>
          </p:cNvPr>
          <p:cNvCxnSpPr>
            <a:cxnSpLocks/>
            <a:stCxn id="14" idx="1"/>
            <a:endCxn id="10" idx="4"/>
          </p:cNvCxnSpPr>
          <p:nvPr/>
        </p:nvCxnSpPr>
        <p:spPr>
          <a:xfrm flipH="1" flipV="1">
            <a:off x="3093689" y="4586258"/>
            <a:ext cx="262668" cy="3844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3505D5C-0199-4362-96D0-1816B55BEA50}"/>
              </a:ext>
            </a:extLst>
          </p:cNvPr>
          <p:cNvSpPr txBox="1"/>
          <p:nvPr/>
        </p:nvSpPr>
        <p:spPr>
          <a:xfrm>
            <a:off x="1765369" y="343577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00235B-BB18-4F81-B7E2-EDC2A3825C82}"/>
              </a:ext>
            </a:extLst>
          </p:cNvPr>
          <p:cNvSpPr txBox="1"/>
          <p:nvPr/>
        </p:nvSpPr>
        <p:spPr>
          <a:xfrm>
            <a:off x="462523" y="5612557"/>
            <a:ext cx="177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Predecessor of 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A99475-748A-446E-91F1-6754E615A0CF}"/>
              </a:ext>
            </a:extLst>
          </p:cNvPr>
          <p:cNvSpPr txBox="1"/>
          <p:nvPr/>
        </p:nvSpPr>
        <p:spPr>
          <a:xfrm>
            <a:off x="2382604" y="5632382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Successor of X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F3D7065-4FFB-4DDE-900B-CD2AA6FF28E5}"/>
              </a:ext>
            </a:extLst>
          </p:cNvPr>
          <p:cNvCxnSpPr>
            <a:stCxn id="39" idx="0"/>
          </p:cNvCxnSpPr>
          <p:nvPr/>
        </p:nvCxnSpPr>
        <p:spPr>
          <a:xfrm flipV="1">
            <a:off x="1347862" y="5304719"/>
            <a:ext cx="483468" cy="307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DF7358-6F31-4527-89F7-B07CEB2B238E}"/>
              </a:ext>
            </a:extLst>
          </p:cNvPr>
          <p:cNvCxnSpPr>
            <a:cxnSpLocks/>
            <a:stCxn id="40" idx="0"/>
          </p:cNvCxnSpPr>
          <p:nvPr/>
        </p:nvCxnSpPr>
        <p:spPr>
          <a:xfrm flipH="1" flipV="1">
            <a:off x="2874023" y="5345976"/>
            <a:ext cx="279786" cy="286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88" name="Picture 87">
            <a:extLst>
              <a:ext uri="{FF2B5EF4-FFF2-40B4-BE49-F238E27FC236}">
                <a16:creationId xmlns:a16="http://schemas.microsoft.com/office/drawing/2014/main" id="{12055716-0E4B-4622-8DA1-EE19A8F4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326" y="2654318"/>
            <a:ext cx="4448961" cy="3098352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08827671-ADFE-4D7E-B012-A08E45A2B5A5}"/>
              </a:ext>
            </a:extLst>
          </p:cNvPr>
          <p:cNvSpPr txBox="1"/>
          <p:nvPr/>
        </p:nvSpPr>
        <p:spPr>
          <a:xfrm>
            <a:off x="152400" y="6151465"/>
            <a:ext cx="860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Note : When the node X does not have children, how to find the predecessor ? Refer CLRS</a:t>
            </a:r>
          </a:p>
        </p:txBody>
      </p:sp>
    </p:spTree>
    <p:extLst>
      <p:ext uri="{BB962C8B-B14F-4D97-AF65-F5344CB8AC3E}">
        <p14:creationId xmlns:p14="http://schemas.microsoft.com/office/powerpoint/2010/main" val="59668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Deletion</a:t>
            </a:r>
            <a:endParaRPr lang="en-US" sz="32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4167899-B2B9-42B4-B7C9-368BEF0716E8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98477"/>
            <a:ext cx="82296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CA" dirty="0"/>
              <a:t>Similar to the insert function, after deletion of a node, the property of the BST must be maintained.</a:t>
            </a:r>
            <a:endParaRPr lang="en-US" dirty="0"/>
          </a:p>
          <a:p>
            <a:pPr marL="609600" indent="-609600">
              <a:lnSpc>
                <a:spcPct val="90000"/>
              </a:lnSpc>
              <a:buFontTx/>
              <a:buNone/>
              <a:defRPr/>
            </a:pPr>
            <a:endParaRPr lang="en-CA" dirty="0"/>
          </a:p>
          <a:p>
            <a:pPr marL="609600" indent="-609600">
              <a:lnSpc>
                <a:spcPct val="90000"/>
              </a:lnSpc>
              <a:buFontTx/>
              <a:buNone/>
              <a:defRPr/>
            </a:pPr>
            <a:r>
              <a:rPr lang="en-CA" dirty="0"/>
              <a:t>There are 3 possible cases</a:t>
            </a:r>
            <a:endParaRPr lang="en-US" dirty="0"/>
          </a:p>
          <a:p>
            <a:pPr marL="0" indent="0">
              <a:lnSpc>
                <a:spcPct val="90000"/>
              </a:lnSpc>
              <a:defRPr/>
            </a:pPr>
            <a:endParaRPr lang="en-CA" b="1" dirty="0"/>
          </a:p>
          <a:p>
            <a:pPr marL="0" indent="0">
              <a:lnSpc>
                <a:spcPct val="90000"/>
              </a:lnSpc>
              <a:defRPr/>
            </a:pPr>
            <a:r>
              <a:rPr lang="en-CA" b="1" dirty="0"/>
              <a:t>Case1 </a:t>
            </a:r>
            <a:r>
              <a:rPr lang="en-CA" dirty="0"/>
              <a:t>: Node to be deleted has no children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CA" sz="2000" dirty="0">
                <a:latin typeface="+mn-lt"/>
                <a:cs typeface="+mn-cs"/>
              </a:rPr>
              <a:t>Just delete the node.</a:t>
            </a:r>
            <a:endParaRPr lang="en-US" sz="2000" dirty="0">
              <a:latin typeface="+mn-lt"/>
              <a:cs typeface="+mn-cs"/>
            </a:endParaRPr>
          </a:p>
          <a:p>
            <a:pPr marL="609600" indent="-6096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CA" b="1" dirty="0"/>
          </a:p>
          <a:p>
            <a:pPr marL="0" indent="0">
              <a:lnSpc>
                <a:spcPct val="90000"/>
              </a:lnSpc>
              <a:defRPr/>
            </a:pPr>
            <a:r>
              <a:rPr lang="en-CA" b="1" dirty="0"/>
              <a:t>Case2</a:t>
            </a:r>
            <a:r>
              <a:rPr lang="en-CA" dirty="0"/>
              <a:t> : Node to be deleted has only one child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CA" sz="2000" dirty="0">
                <a:latin typeface="+mn-lt"/>
                <a:cs typeface="+mn-cs"/>
              </a:rPr>
              <a:t>Replace the no</a:t>
            </a:r>
            <a:r>
              <a:rPr lang="en-US" sz="2000" dirty="0">
                <a:latin typeface="+mn-lt"/>
                <a:cs typeface="+mn-cs"/>
              </a:rPr>
              <a:t>de with its child and make the parent of the deleted node to be a parent of the child of the deleted node</a:t>
            </a:r>
            <a:endParaRPr lang="en-CA" sz="2000" dirty="0">
              <a:latin typeface="+mn-lt"/>
              <a:cs typeface="+mn-cs"/>
            </a:endParaRPr>
          </a:p>
          <a:p>
            <a:pPr marL="609600" indent="-6096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CA" b="1" dirty="0"/>
          </a:p>
          <a:p>
            <a:pPr marL="0" indent="0">
              <a:lnSpc>
                <a:spcPct val="90000"/>
              </a:lnSpc>
              <a:defRPr/>
            </a:pPr>
            <a:r>
              <a:rPr lang="en-CA" b="1" dirty="0"/>
              <a:t>Case3 :</a:t>
            </a:r>
            <a:r>
              <a:rPr lang="en-CA" dirty="0"/>
              <a:t> Node to be deleted has two children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latin typeface="+mn-lt"/>
                <a:cs typeface="+mn-cs"/>
              </a:rPr>
              <a:t>Find minimum value of right subtree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latin typeface="+mn-lt"/>
                <a:cs typeface="+mn-cs"/>
              </a:rPr>
              <a:t>Delete minimum node of right subtree but keep its value</a:t>
            </a:r>
          </a:p>
          <a:p>
            <a:pPr lvl="2"/>
            <a:r>
              <a:rPr lang="en-CA" sz="2000" dirty="0">
                <a:latin typeface="+mn-lt"/>
                <a:cs typeface="+mn-cs"/>
              </a:rPr>
              <a:t>Minimum Node can be a Leaf – Follow Case 1</a:t>
            </a:r>
          </a:p>
          <a:p>
            <a:pPr lvl="2"/>
            <a:r>
              <a:rPr lang="en-CA" sz="2000" dirty="0">
                <a:latin typeface="+mn-lt"/>
                <a:cs typeface="+mn-cs"/>
              </a:rPr>
              <a:t>Minimum Node can be having only one Right Child – Follow Case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latin typeface="+mn-lt"/>
                <a:cs typeface="+mn-cs"/>
              </a:rPr>
              <a:t>Replace the value of the node to be deleted by the minimum value whose node was deleted earlier.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latin typeface="+mn-lt"/>
                <a:cs typeface="+mn-cs"/>
              </a:rPr>
              <a:t>Alternatively, Use Max Node in the Left Sub Tree and follow the steps as above</a:t>
            </a:r>
            <a:endParaRPr lang="en-US" sz="2000" dirty="0">
              <a:latin typeface="+mn-lt"/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US" sz="1500" dirty="0">
              <a:latin typeface="+mn-lt"/>
              <a:cs typeface="+mn-cs"/>
            </a:endParaRPr>
          </a:p>
          <a:p>
            <a:pPr marL="609600" indent="-609600">
              <a:lnSpc>
                <a:spcPct val="90000"/>
              </a:lnSpc>
              <a:buFontTx/>
              <a:buNone/>
              <a:defRPr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4765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Deletion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F8F860-0F16-4BAB-9F7A-6A667EBCA01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445418"/>
            <a:ext cx="8001000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sz="2800" b="1" dirty="0"/>
              <a:t>Case 1 - Node to be deleted has No children</a:t>
            </a:r>
          </a:p>
          <a:p>
            <a:pPr marL="609600" indent="-609600">
              <a:buFontTx/>
              <a:buNone/>
            </a:pPr>
            <a:r>
              <a:rPr lang="en-CA" sz="2800" b="1" dirty="0"/>
              <a:t>	</a:t>
            </a:r>
            <a:r>
              <a:rPr lang="en-CA" sz="2800" dirty="0"/>
              <a:t>- Just delete the Node</a:t>
            </a:r>
            <a:endParaRPr lang="en-US" sz="2800" dirty="0"/>
          </a:p>
          <a:p>
            <a:pPr marL="609600" indent="-609600">
              <a:buFontTx/>
              <a:buNone/>
            </a:pPr>
            <a:endParaRPr lang="en-US" sz="2800" b="1" dirty="0">
              <a:solidFill>
                <a:schemeClr val="accent2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29B1E39-EF72-40C4-9D57-9AA1EAB35B40}"/>
              </a:ext>
            </a:extLst>
          </p:cNvPr>
          <p:cNvSpPr/>
          <p:nvPr/>
        </p:nvSpPr>
        <p:spPr>
          <a:xfrm>
            <a:off x="5046954" y="306651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6C6390-6512-4110-BE10-AB69F1AF2FE7}"/>
              </a:ext>
            </a:extLst>
          </p:cNvPr>
          <p:cNvCxnSpPr>
            <a:cxnSpLocks/>
            <a:stCxn id="25" idx="3"/>
            <a:endCxn id="6" idx="7"/>
          </p:cNvCxnSpPr>
          <p:nvPr/>
        </p:nvCxnSpPr>
        <p:spPr>
          <a:xfrm flipH="1">
            <a:off x="5567280" y="2817485"/>
            <a:ext cx="423299" cy="327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D6D4904-89AC-4D18-86B4-17512B890969}"/>
              </a:ext>
            </a:extLst>
          </p:cNvPr>
          <p:cNvSpPr/>
          <p:nvPr/>
        </p:nvSpPr>
        <p:spPr>
          <a:xfrm>
            <a:off x="6794026" y="2895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4271FD-8902-45BD-9F5F-EDE3EB2FC0A4}"/>
              </a:ext>
            </a:extLst>
          </p:cNvPr>
          <p:cNvCxnSpPr>
            <a:cxnSpLocks/>
            <a:stCxn id="25" idx="5"/>
            <a:endCxn id="9" idx="1"/>
          </p:cNvCxnSpPr>
          <p:nvPr/>
        </p:nvCxnSpPr>
        <p:spPr>
          <a:xfrm>
            <a:off x="6421631" y="2817485"/>
            <a:ext cx="461669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E2B2179-0172-46F0-9D26-0066A4F23EC9}"/>
              </a:ext>
            </a:extLst>
          </p:cNvPr>
          <p:cNvSpPr/>
          <p:nvPr/>
        </p:nvSpPr>
        <p:spPr>
          <a:xfrm>
            <a:off x="3971192" y="453435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273659-D8C9-4591-A288-89DC4D1D5132}"/>
              </a:ext>
            </a:extLst>
          </p:cNvPr>
          <p:cNvCxnSpPr>
            <a:cxnSpLocks/>
            <a:stCxn id="6" idx="3"/>
            <a:endCxn id="20" idx="7"/>
          </p:cNvCxnSpPr>
          <p:nvPr/>
        </p:nvCxnSpPr>
        <p:spPr>
          <a:xfrm flipH="1">
            <a:off x="4972380" y="3521799"/>
            <a:ext cx="163848" cy="264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EFAB490B-4E85-41B6-926F-D590A52949DF}"/>
              </a:ext>
            </a:extLst>
          </p:cNvPr>
          <p:cNvSpPr/>
          <p:nvPr/>
        </p:nvSpPr>
        <p:spPr>
          <a:xfrm>
            <a:off x="5596505" y="372165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B669C83-92BA-4A59-85D8-B5B2A9DB44BB}"/>
              </a:ext>
            </a:extLst>
          </p:cNvPr>
          <p:cNvCxnSpPr>
            <a:cxnSpLocks/>
            <a:stCxn id="6" idx="5"/>
            <a:endCxn id="13" idx="1"/>
          </p:cNvCxnSpPr>
          <p:nvPr/>
        </p:nvCxnSpPr>
        <p:spPr>
          <a:xfrm>
            <a:off x="5567280" y="3521799"/>
            <a:ext cx="118499" cy="27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43815FB-DA4B-4395-BD4A-46570963BEA9}"/>
              </a:ext>
            </a:extLst>
          </p:cNvPr>
          <p:cNvSpPr/>
          <p:nvPr/>
        </p:nvSpPr>
        <p:spPr>
          <a:xfrm>
            <a:off x="6349919" y="372165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E2DF6A-9F62-4633-B5A0-9860866AD538}"/>
              </a:ext>
            </a:extLst>
          </p:cNvPr>
          <p:cNvCxnSpPr>
            <a:cxnSpLocks/>
            <a:stCxn id="9" idx="3"/>
            <a:endCxn id="15" idx="0"/>
          </p:cNvCxnSpPr>
          <p:nvPr/>
        </p:nvCxnSpPr>
        <p:spPr>
          <a:xfrm flipH="1">
            <a:off x="6654719" y="3350885"/>
            <a:ext cx="228581" cy="370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301F96A-0651-4236-9046-11208C16AD55}"/>
              </a:ext>
            </a:extLst>
          </p:cNvPr>
          <p:cNvSpPr/>
          <p:nvPr/>
        </p:nvSpPr>
        <p:spPr>
          <a:xfrm>
            <a:off x="7547440" y="361630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B4664D-8B35-4CB7-A43B-D9221FF2B9CA}"/>
              </a:ext>
            </a:extLst>
          </p:cNvPr>
          <p:cNvCxnSpPr>
            <a:cxnSpLocks/>
            <a:stCxn id="9" idx="5"/>
            <a:endCxn id="17" idx="1"/>
          </p:cNvCxnSpPr>
          <p:nvPr/>
        </p:nvCxnSpPr>
        <p:spPr>
          <a:xfrm>
            <a:off x="7314352" y="3350885"/>
            <a:ext cx="322362" cy="343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C3FE5C-2CA1-4AA5-8A10-702D35C2094A}"/>
              </a:ext>
            </a:extLst>
          </p:cNvPr>
          <p:cNvCxnSpPr>
            <a:cxnSpLocks/>
            <a:stCxn id="20" idx="3"/>
            <a:endCxn id="11" idx="0"/>
          </p:cNvCxnSpPr>
          <p:nvPr/>
        </p:nvCxnSpPr>
        <p:spPr>
          <a:xfrm flipH="1">
            <a:off x="4275992" y="4163784"/>
            <a:ext cx="265336" cy="370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76398C4-DE72-4A37-9118-A6B703C825F9}"/>
              </a:ext>
            </a:extLst>
          </p:cNvPr>
          <p:cNvSpPr/>
          <p:nvPr/>
        </p:nvSpPr>
        <p:spPr>
          <a:xfrm>
            <a:off x="4452054" y="370849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F6A4070-F2FE-49F7-B757-69C9CDDAEA30}"/>
              </a:ext>
            </a:extLst>
          </p:cNvPr>
          <p:cNvSpPr/>
          <p:nvPr/>
        </p:nvSpPr>
        <p:spPr>
          <a:xfrm>
            <a:off x="5096285" y="448361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886477-5C8E-4257-9110-DD80AE72AE42}"/>
              </a:ext>
            </a:extLst>
          </p:cNvPr>
          <p:cNvCxnSpPr>
            <a:cxnSpLocks/>
            <a:stCxn id="20" idx="5"/>
            <a:endCxn id="21" idx="0"/>
          </p:cNvCxnSpPr>
          <p:nvPr/>
        </p:nvCxnSpPr>
        <p:spPr>
          <a:xfrm>
            <a:off x="4972380" y="4163784"/>
            <a:ext cx="428705" cy="319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D0F4B657-FD5A-4261-82F2-38802D7F9AF5}"/>
              </a:ext>
            </a:extLst>
          </p:cNvPr>
          <p:cNvSpPr/>
          <p:nvPr/>
        </p:nvSpPr>
        <p:spPr>
          <a:xfrm>
            <a:off x="8001000" y="438463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04AC17-52AD-4CCA-848C-E205BF6DE747}"/>
              </a:ext>
            </a:extLst>
          </p:cNvPr>
          <p:cNvCxnSpPr>
            <a:cxnSpLocks/>
            <a:stCxn id="17" idx="5"/>
            <a:endCxn id="23" idx="0"/>
          </p:cNvCxnSpPr>
          <p:nvPr/>
        </p:nvCxnSpPr>
        <p:spPr>
          <a:xfrm>
            <a:off x="8067766" y="4071593"/>
            <a:ext cx="238034" cy="313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0D8E1FA-2E85-4551-9448-C3035CC305A7}"/>
              </a:ext>
            </a:extLst>
          </p:cNvPr>
          <p:cNvSpPr/>
          <p:nvPr/>
        </p:nvSpPr>
        <p:spPr>
          <a:xfrm>
            <a:off x="5901305" y="23622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512FFCF-E5D7-4271-8046-C95DBD3BF611}"/>
              </a:ext>
            </a:extLst>
          </p:cNvPr>
          <p:cNvSpPr/>
          <p:nvPr/>
        </p:nvSpPr>
        <p:spPr>
          <a:xfrm>
            <a:off x="4559462" y="533769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4AED27-DA3B-427C-9D86-39FB7204892B}"/>
              </a:ext>
            </a:extLst>
          </p:cNvPr>
          <p:cNvCxnSpPr>
            <a:cxnSpLocks/>
            <a:stCxn id="11" idx="5"/>
            <a:endCxn id="26" idx="0"/>
          </p:cNvCxnSpPr>
          <p:nvPr/>
        </p:nvCxnSpPr>
        <p:spPr>
          <a:xfrm>
            <a:off x="4491518" y="4989641"/>
            <a:ext cx="372744" cy="348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3">
            <a:extLst>
              <a:ext uri="{FF2B5EF4-FFF2-40B4-BE49-F238E27FC236}">
                <a16:creationId xmlns:a16="http://schemas.microsoft.com/office/drawing/2014/main" id="{9D8DDB3F-FAFA-4C0E-B062-726464A87743}"/>
              </a:ext>
            </a:extLst>
          </p:cNvPr>
          <p:cNvSpPr txBox="1">
            <a:spLocks noChangeArrowheads="1"/>
          </p:cNvSpPr>
          <p:nvPr/>
        </p:nvSpPr>
        <p:spPr>
          <a:xfrm>
            <a:off x="256209" y="2254827"/>
            <a:ext cx="3858591" cy="718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dirty="0"/>
              <a:t>Delete - 3, 9, 11, 15, 17, 22</a:t>
            </a:r>
          </a:p>
          <a:p>
            <a:pPr marL="609600" indent="-609600">
              <a:buFontTx/>
              <a:buNone/>
            </a:pPr>
            <a:endParaRPr lang="en-CA" sz="2800" dirty="0"/>
          </a:p>
          <a:p>
            <a:pPr marL="609600" indent="-609600">
              <a:buFontTx/>
              <a:buNone/>
            </a:pP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DEBAE13A-2FE8-4FEE-9A10-B3886FB31786}"/>
              </a:ext>
            </a:extLst>
          </p:cNvPr>
          <p:cNvSpPr/>
          <p:nvPr/>
        </p:nvSpPr>
        <p:spPr>
          <a:xfrm>
            <a:off x="7085523" y="441513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A42746-A7F1-4EF9-B4AE-BC39C1CE2DD2}"/>
              </a:ext>
            </a:extLst>
          </p:cNvPr>
          <p:cNvCxnSpPr>
            <a:cxnSpLocks/>
            <a:stCxn id="17" idx="3"/>
            <a:endCxn id="34" idx="0"/>
          </p:cNvCxnSpPr>
          <p:nvPr/>
        </p:nvCxnSpPr>
        <p:spPr>
          <a:xfrm flipH="1">
            <a:off x="7390323" y="4071593"/>
            <a:ext cx="246391" cy="343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947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Deletion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F8F860-0F16-4BAB-9F7A-6A667EBCA01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445418"/>
            <a:ext cx="8610600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sz="4800" b="1" dirty="0"/>
              <a:t>Case 2 - Node to be deleted has One children</a:t>
            </a:r>
          </a:p>
          <a:p>
            <a:pPr marL="609600" indent="-609600"/>
            <a:r>
              <a:rPr lang="en-CA" sz="4800" dirty="0"/>
              <a:t>- Replace the no</a:t>
            </a:r>
            <a:r>
              <a:rPr lang="en-US" sz="4800" dirty="0"/>
              <a:t>de with its child and make the parent of the deleted node to be a parent of the child of the deleted node</a:t>
            </a:r>
            <a:endParaRPr lang="en-CA" sz="4800" dirty="0"/>
          </a:p>
          <a:p>
            <a:pPr marL="609600" indent="-609600">
              <a:buFontTx/>
              <a:buNone/>
            </a:pPr>
            <a:r>
              <a:rPr lang="en-CA" sz="4800" dirty="0"/>
              <a:t>- 25, 40, 42</a:t>
            </a:r>
            <a:endParaRPr lang="en-US" sz="4800" dirty="0"/>
          </a:p>
          <a:p>
            <a:pPr marL="609600" indent="-609600">
              <a:buFontTx/>
              <a:buNone/>
            </a:pPr>
            <a:endParaRPr lang="en-US" sz="2800" b="1" dirty="0">
              <a:solidFill>
                <a:schemeClr val="accent2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29B1E39-EF72-40C4-9D57-9AA1EAB35B40}"/>
              </a:ext>
            </a:extLst>
          </p:cNvPr>
          <p:cNvSpPr/>
          <p:nvPr/>
        </p:nvSpPr>
        <p:spPr>
          <a:xfrm>
            <a:off x="2991978" y="312171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6C6390-6512-4110-BE10-AB69F1AF2FE7}"/>
              </a:ext>
            </a:extLst>
          </p:cNvPr>
          <p:cNvCxnSpPr>
            <a:cxnSpLocks/>
            <a:stCxn id="25" idx="3"/>
            <a:endCxn id="6" idx="7"/>
          </p:cNvCxnSpPr>
          <p:nvPr/>
        </p:nvCxnSpPr>
        <p:spPr>
          <a:xfrm flipH="1">
            <a:off x="3512304" y="2969885"/>
            <a:ext cx="382929" cy="22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D6D4904-89AC-4D18-86B4-17512B890969}"/>
              </a:ext>
            </a:extLst>
          </p:cNvPr>
          <p:cNvSpPr/>
          <p:nvPr/>
        </p:nvSpPr>
        <p:spPr>
          <a:xfrm>
            <a:off x="4698680" y="30480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4271FD-8902-45BD-9F5F-EDE3EB2FC0A4}"/>
              </a:ext>
            </a:extLst>
          </p:cNvPr>
          <p:cNvCxnSpPr>
            <a:cxnSpLocks/>
            <a:stCxn id="25" idx="5"/>
            <a:endCxn id="9" idx="1"/>
          </p:cNvCxnSpPr>
          <p:nvPr/>
        </p:nvCxnSpPr>
        <p:spPr>
          <a:xfrm>
            <a:off x="4326285" y="2969885"/>
            <a:ext cx="461669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E2B2179-0172-46F0-9D26-0066A4F23EC9}"/>
              </a:ext>
            </a:extLst>
          </p:cNvPr>
          <p:cNvSpPr/>
          <p:nvPr/>
        </p:nvSpPr>
        <p:spPr>
          <a:xfrm>
            <a:off x="1683611" y="443371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273659-D8C9-4591-A288-89DC4D1D5132}"/>
              </a:ext>
            </a:extLst>
          </p:cNvPr>
          <p:cNvCxnSpPr>
            <a:cxnSpLocks/>
            <a:stCxn id="6" idx="3"/>
            <a:endCxn id="20" idx="7"/>
          </p:cNvCxnSpPr>
          <p:nvPr/>
        </p:nvCxnSpPr>
        <p:spPr>
          <a:xfrm flipH="1">
            <a:off x="2787760" y="3577004"/>
            <a:ext cx="293492" cy="27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43815FB-DA4B-4395-BD4A-46570963BEA9}"/>
              </a:ext>
            </a:extLst>
          </p:cNvPr>
          <p:cNvSpPr/>
          <p:nvPr/>
        </p:nvSpPr>
        <p:spPr>
          <a:xfrm>
            <a:off x="5045845" y="523296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E2DF6A-9F62-4633-B5A0-9860866AD538}"/>
              </a:ext>
            </a:extLst>
          </p:cNvPr>
          <p:cNvCxnSpPr>
            <a:cxnSpLocks/>
            <a:stCxn id="34" idx="5"/>
            <a:endCxn id="15" idx="1"/>
          </p:cNvCxnSpPr>
          <p:nvPr/>
        </p:nvCxnSpPr>
        <p:spPr>
          <a:xfrm>
            <a:off x="4935885" y="5045657"/>
            <a:ext cx="199234" cy="265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301F96A-0651-4236-9046-11208C16AD55}"/>
              </a:ext>
            </a:extLst>
          </p:cNvPr>
          <p:cNvSpPr/>
          <p:nvPr/>
        </p:nvSpPr>
        <p:spPr>
          <a:xfrm>
            <a:off x="5452094" y="376870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B4664D-8B35-4CB7-A43B-D9221FF2B9CA}"/>
              </a:ext>
            </a:extLst>
          </p:cNvPr>
          <p:cNvCxnSpPr>
            <a:cxnSpLocks/>
            <a:stCxn id="9" idx="5"/>
            <a:endCxn id="17" idx="1"/>
          </p:cNvCxnSpPr>
          <p:nvPr/>
        </p:nvCxnSpPr>
        <p:spPr>
          <a:xfrm>
            <a:off x="5219006" y="3503285"/>
            <a:ext cx="322362" cy="343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C3FE5C-2CA1-4AA5-8A10-702D35C2094A}"/>
              </a:ext>
            </a:extLst>
          </p:cNvPr>
          <p:cNvCxnSpPr>
            <a:cxnSpLocks/>
            <a:stCxn id="20" idx="3"/>
            <a:endCxn id="11" idx="0"/>
          </p:cNvCxnSpPr>
          <p:nvPr/>
        </p:nvCxnSpPr>
        <p:spPr>
          <a:xfrm flipH="1">
            <a:off x="1988411" y="4231378"/>
            <a:ext cx="368297" cy="202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76398C4-DE72-4A37-9118-A6B703C825F9}"/>
              </a:ext>
            </a:extLst>
          </p:cNvPr>
          <p:cNvSpPr/>
          <p:nvPr/>
        </p:nvSpPr>
        <p:spPr>
          <a:xfrm>
            <a:off x="2267434" y="377609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F6A4070-F2FE-49F7-B757-69C9CDDAEA30}"/>
              </a:ext>
            </a:extLst>
          </p:cNvPr>
          <p:cNvSpPr/>
          <p:nvPr/>
        </p:nvSpPr>
        <p:spPr>
          <a:xfrm>
            <a:off x="2973200" y="451604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886477-5C8E-4257-9110-DD80AE72AE42}"/>
              </a:ext>
            </a:extLst>
          </p:cNvPr>
          <p:cNvCxnSpPr>
            <a:cxnSpLocks/>
            <a:stCxn id="20" idx="5"/>
            <a:endCxn id="21" idx="0"/>
          </p:cNvCxnSpPr>
          <p:nvPr/>
        </p:nvCxnSpPr>
        <p:spPr>
          <a:xfrm>
            <a:off x="2787760" y="4231378"/>
            <a:ext cx="490240" cy="28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D0F4B657-FD5A-4261-82F2-38802D7F9AF5}"/>
              </a:ext>
            </a:extLst>
          </p:cNvPr>
          <p:cNvSpPr/>
          <p:nvPr/>
        </p:nvSpPr>
        <p:spPr>
          <a:xfrm>
            <a:off x="6611521" y="443371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04AC17-52AD-4CCA-848C-E205BF6DE747}"/>
              </a:ext>
            </a:extLst>
          </p:cNvPr>
          <p:cNvCxnSpPr>
            <a:cxnSpLocks/>
            <a:stCxn id="17" idx="5"/>
            <a:endCxn id="23" idx="0"/>
          </p:cNvCxnSpPr>
          <p:nvPr/>
        </p:nvCxnSpPr>
        <p:spPr>
          <a:xfrm>
            <a:off x="5972420" y="4223993"/>
            <a:ext cx="943901" cy="209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0D8E1FA-2E85-4551-9448-C3035CC305A7}"/>
              </a:ext>
            </a:extLst>
          </p:cNvPr>
          <p:cNvSpPr/>
          <p:nvPr/>
        </p:nvSpPr>
        <p:spPr>
          <a:xfrm>
            <a:off x="3805959" y="2514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512FFCF-E5D7-4271-8046-C95DBD3BF611}"/>
              </a:ext>
            </a:extLst>
          </p:cNvPr>
          <p:cNvSpPr/>
          <p:nvPr/>
        </p:nvSpPr>
        <p:spPr>
          <a:xfrm>
            <a:off x="2383778" y="527291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4AED27-DA3B-427C-9D86-39FB7204892B}"/>
              </a:ext>
            </a:extLst>
          </p:cNvPr>
          <p:cNvCxnSpPr>
            <a:cxnSpLocks/>
            <a:stCxn id="11" idx="5"/>
            <a:endCxn id="26" idx="0"/>
          </p:cNvCxnSpPr>
          <p:nvPr/>
        </p:nvCxnSpPr>
        <p:spPr>
          <a:xfrm>
            <a:off x="2203937" y="4889004"/>
            <a:ext cx="484641" cy="383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DEBAE13A-2FE8-4FEE-9A10-B3886FB31786}"/>
              </a:ext>
            </a:extLst>
          </p:cNvPr>
          <p:cNvSpPr/>
          <p:nvPr/>
        </p:nvSpPr>
        <p:spPr>
          <a:xfrm>
            <a:off x="4415559" y="459037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A42746-A7F1-4EF9-B4AE-BC39C1CE2DD2}"/>
              </a:ext>
            </a:extLst>
          </p:cNvPr>
          <p:cNvCxnSpPr>
            <a:cxnSpLocks/>
            <a:stCxn id="17" idx="3"/>
            <a:endCxn id="34" idx="0"/>
          </p:cNvCxnSpPr>
          <p:nvPr/>
        </p:nvCxnSpPr>
        <p:spPr>
          <a:xfrm flipH="1">
            <a:off x="4720359" y="4223993"/>
            <a:ext cx="821009" cy="366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152E1A8E-AD37-4BBF-BFB0-06A3FB68795F}"/>
              </a:ext>
            </a:extLst>
          </p:cNvPr>
          <p:cNvSpPr/>
          <p:nvPr/>
        </p:nvSpPr>
        <p:spPr>
          <a:xfrm>
            <a:off x="1250635" y="523256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6A2DCB-7DD3-422E-A0AC-ADAC32D3F82F}"/>
              </a:ext>
            </a:extLst>
          </p:cNvPr>
          <p:cNvCxnSpPr>
            <a:cxnSpLocks/>
            <a:stCxn id="11" idx="3"/>
            <a:endCxn id="37" idx="0"/>
          </p:cNvCxnSpPr>
          <p:nvPr/>
        </p:nvCxnSpPr>
        <p:spPr>
          <a:xfrm flipH="1">
            <a:off x="1555435" y="4889004"/>
            <a:ext cx="217450" cy="34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D670B70-F14F-47E0-8CEA-B6A5C9AC88CA}"/>
              </a:ext>
            </a:extLst>
          </p:cNvPr>
          <p:cNvSpPr/>
          <p:nvPr/>
        </p:nvSpPr>
        <p:spPr>
          <a:xfrm>
            <a:off x="7148029" y="512377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544AE0-93C4-4E90-86E7-538405FBA020}"/>
              </a:ext>
            </a:extLst>
          </p:cNvPr>
          <p:cNvCxnSpPr>
            <a:cxnSpLocks/>
            <a:stCxn id="23" idx="5"/>
            <a:endCxn id="46" idx="0"/>
          </p:cNvCxnSpPr>
          <p:nvPr/>
        </p:nvCxnSpPr>
        <p:spPr>
          <a:xfrm>
            <a:off x="7131847" y="4889004"/>
            <a:ext cx="320982" cy="234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57886C13-DEA9-4CA8-9637-9B877D71E14A}"/>
              </a:ext>
            </a:extLst>
          </p:cNvPr>
          <p:cNvSpPr/>
          <p:nvPr/>
        </p:nvSpPr>
        <p:spPr>
          <a:xfrm>
            <a:off x="6052300" y="517736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18E0B5-C345-45C7-BBBC-55D290A6941A}"/>
              </a:ext>
            </a:extLst>
          </p:cNvPr>
          <p:cNvCxnSpPr>
            <a:cxnSpLocks/>
            <a:stCxn id="23" idx="3"/>
            <a:endCxn id="50" idx="7"/>
          </p:cNvCxnSpPr>
          <p:nvPr/>
        </p:nvCxnSpPr>
        <p:spPr>
          <a:xfrm flipH="1">
            <a:off x="6572626" y="4889004"/>
            <a:ext cx="128169" cy="366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673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Deletion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F8F860-0F16-4BAB-9F7A-6A667EBCA01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371600"/>
            <a:ext cx="8305800" cy="1767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sz="1100" b="1" dirty="0"/>
              <a:t>Case 3 - Node to be deleted has Two children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1100" dirty="0"/>
              <a:t>Find minimum value of right subtree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1100" dirty="0"/>
              <a:t>Delete minimum node of right subtree but keep its value</a:t>
            </a:r>
          </a:p>
          <a:p>
            <a:pPr lvl="2"/>
            <a:r>
              <a:rPr lang="en-CA" sz="1050" dirty="0"/>
              <a:t>Minimum Node can be a Leaf – Follow Case 1 – Just Delete the Node</a:t>
            </a:r>
          </a:p>
          <a:p>
            <a:pPr lvl="2"/>
            <a:r>
              <a:rPr lang="en-CA" sz="1050" dirty="0"/>
              <a:t>Minimum Node can be having only one Right Child – Follow Case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1100" dirty="0"/>
              <a:t>Replace the value of the node to be deleted by the minimum value whose node was deleted earlier.</a:t>
            </a:r>
            <a:endParaRPr lang="en-US" sz="1100" dirty="0"/>
          </a:p>
          <a:p>
            <a:pPr marL="609600" indent="-609600">
              <a:buFontTx/>
              <a:buNone/>
            </a:pPr>
            <a:endParaRPr lang="en-CA" sz="1100" b="1" dirty="0"/>
          </a:p>
          <a:p>
            <a:pPr marL="609600" indent="-609600">
              <a:buFontTx/>
              <a:buNone/>
            </a:pPr>
            <a:r>
              <a:rPr lang="en-CA" sz="1100" dirty="0"/>
              <a:t>12, 22, 30, 45, 48</a:t>
            </a:r>
          </a:p>
          <a:p>
            <a:pPr marL="609600" indent="-609600">
              <a:buFontTx/>
              <a:buNone/>
            </a:pPr>
            <a:r>
              <a:rPr lang="en-CA" sz="1100" dirty="0"/>
              <a:t>15, 24, 38, 47, 50 (Corresponding Min in Right Sub Tree)</a:t>
            </a:r>
          </a:p>
          <a:p>
            <a:pPr marL="609600" indent="-609600">
              <a:buFontTx/>
              <a:buNone/>
            </a:pPr>
            <a:endParaRPr lang="en-US" sz="1100" dirty="0"/>
          </a:p>
          <a:p>
            <a:pPr marL="609600" indent="-609600">
              <a:buFontTx/>
              <a:buNone/>
            </a:pPr>
            <a:endParaRPr lang="en-US" sz="1100" b="1" dirty="0">
              <a:solidFill>
                <a:schemeClr val="accent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F7981C-52AB-4B45-8EDF-D3CFF0649DFC}"/>
              </a:ext>
            </a:extLst>
          </p:cNvPr>
          <p:cNvGrpSpPr/>
          <p:nvPr/>
        </p:nvGrpSpPr>
        <p:grpSpPr>
          <a:xfrm>
            <a:off x="1250635" y="3429000"/>
            <a:ext cx="6597965" cy="3048000"/>
            <a:chOff x="1250635" y="3185290"/>
            <a:chExt cx="6654453" cy="3291710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429B1E39-EF72-40C4-9D57-9AA1EAB35B40}"/>
                </a:ext>
              </a:extLst>
            </p:cNvPr>
            <p:cNvSpPr/>
            <p:nvPr/>
          </p:nvSpPr>
          <p:spPr>
            <a:xfrm>
              <a:off x="2991978" y="3792409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25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96C6390-6512-4110-BE10-AB69F1AF2FE7}"/>
                </a:ext>
              </a:extLst>
            </p:cNvPr>
            <p:cNvCxnSpPr>
              <a:cxnSpLocks/>
              <a:stCxn id="25" idx="3"/>
              <a:endCxn id="6" idx="7"/>
            </p:cNvCxnSpPr>
            <p:nvPr/>
          </p:nvCxnSpPr>
          <p:spPr>
            <a:xfrm flipH="1">
              <a:off x="3512304" y="3640575"/>
              <a:ext cx="382929" cy="22994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6D6D4904-89AC-4D18-86B4-17512B890969}"/>
                </a:ext>
              </a:extLst>
            </p:cNvPr>
            <p:cNvSpPr/>
            <p:nvPr/>
          </p:nvSpPr>
          <p:spPr>
            <a:xfrm>
              <a:off x="4631085" y="3810365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40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64271FD-8902-45BD-9F5F-EDE3EB2FC0A4}"/>
                </a:ext>
              </a:extLst>
            </p:cNvPr>
            <p:cNvCxnSpPr>
              <a:cxnSpLocks/>
              <a:stCxn id="25" idx="5"/>
              <a:endCxn id="9" idx="1"/>
            </p:cNvCxnSpPr>
            <p:nvPr/>
          </p:nvCxnSpPr>
          <p:spPr>
            <a:xfrm>
              <a:off x="4326285" y="3640575"/>
              <a:ext cx="394074" cy="2479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0E2B2179-0172-46F0-9D26-0066A4F23EC9}"/>
                </a:ext>
              </a:extLst>
            </p:cNvPr>
            <p:cNvSpPr/>
            <p:nvPr/>
          </p:nvSpPr>
          <p:spPr>
            <a:xfrm>
              <a:off x="1683611" y="5104409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B273659-D8C9-4591-A288-89DC4D1D5132}"/>
                </a:ext>
              </a:extLst>
            </p:cNvPr>
            <p:cNvCxnSpPr>
              <a:cxnSpLocks/>
              <a:stCxn id="6" idx="3"/>
              <a:endCxn id="20" idx="7"/>
            </p:cNvCxnSpPr>
            <p:nvPr/>
          </p:nvCxnSpPr>
          <p:spPr>
            <a:xfrm flipH="1">
              <a:off x="2787760" y="4247694"/>
              <a:ext cx="293492" cy="2772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843815FB-DA4B-4395-BD4A-46570963BEA9}"/>
                </a:ext>
              </a:extLst>
            </p:cNvPr>
            <p:cNvSpPr/>
            <p:nvPr/>
          </p:nvSpPr>
          <p:spPr>
            <a:xfrm>
              <a:off x="5457265" y="5836329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43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E2DF6A-9F62-4633-B5A0-9860866AD538}"/>
                </a:ext>
              </a:extLst>
            </p:cNvPr>
            <p:cNvCxnSpPr>
              <a:cxnSpLocks/>
              <a:stCxn id="34" idx="5"/>
              <a:endCxn id="15" idx="1"/>
            </p:cNvCxnSpPr>
            <p:nvPr/>
          </p:nvCxnSpPr>
          <p:spPr>
            <a:xfrm>
              <a:off x="5507580" y="5664815"/>
              <a:ext cx="38959" cy="2496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9301F96A-0651-4236-9046-11208C16AD55}"/>
                </a:ext>
              </a:extLst>
            </p:cNvPr>
            <p:cNvSpPr/>
            <p:nvPr/>
          </p:nvSpPr>
          <p:spPr>
            <a:xfrm>
              <a:off x="5747109" y="4443643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45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9B4664D-8B35-4CB7-A43B-D9221FF2B9CA}"/>
                </a:ext>
              </a:extLst>
            </p:cNvPr>
            <p:cNvCxnSpPr>
              <a:cxnSpLocks/>
              <a:stCxn id="9" idx="5"/>
              <a:endCxn id="17" idx="1"/>
            </p:cNvCxnSpPr>
            <p:nvPr/>
          </p:nvCxnSpPr>
          <p:spPr>
            <a:xfrm>
              <a:off x="5151411" y="4265650"/>
              <a:ext cx="684972" cy="256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EC3FE5C-2CA1-4AA5-8A10-702D35C2094A}"/>
                </a:ext>
              </a:extLst>
            </p:cNvPr>
            <p:cNvCxnSpPr>
              <a:cxnSpLocks/>
              <a:stCxn id="20" idx="3"/>
              <a:endCxn id="11" idx="0"/>
            </p:cNvCxnSpPr>
            <p:nvPr/>
          </p:nvCxnSpPr>
          <p:spPr>
            <a:xfrm flipH="1">
              <a:off x="1988411" y="4902068"/>
              <a:ext cx="368297" cy="2023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D76398C4-DE72-4A37-9118-A6B703C825F9}"/>
                </a:ext>
              </a:extLst>
            </p:cNvPr>
            <p:cNvSpPr/>
            <p:nvPr/>
          </p:nvSpPr>
          <p:spPr>
            <a:xfrm>
              <a:off x="2267434" y="4446783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22</a:t>
              </a:r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7F6A4070-F2FE-49F7-B757-69C9CDDAEA30}"/>
                </a:ext>
              </a:extLst>
            </p:cNvPr>
            <p:cNvSpPr/>
            <p:nvPr/>
          </p:nvSpPr>
          <p:spPr>
            <a:xfrm>
              <a:off x="2973200" y="5186731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24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5886477-5C8E-4257-9110-DD80AE72AE42}"/>
                </a:ext>
              </a:extLst>
            </p:cNvPr>
            <p:cNvCxnSpPr>
              <a:cxnSpLocks/>
              <a:stCxn id="20" idx="5"/>
              <a:endCxn id="21" idx="0"/>
            </p:cNvCxnSpPr>
            <p:nvPr/>
          </p:nvCxnSpPr>
          <p:spPr>
            <a:xfrm>
              <a:off x="2787760" y="4902068"/>
              <a:ext cx="490240" cy="2846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lowchart: Connector 22">
              <a:extLst>
                <a:ext uri="{FF2B5EF4-FFF2-40B4-BE49-F238E27FC236}">
                  <a16:creationId xmlns:a16="http://schemas.microsoft.com/office/drawing/2014/main" id="{D0F4B657-FD5A-4261-82F2-38802D7F9AF5}"/>
                </a:ext>
              </a:extLst>
            </p:cNvPr>
            <p:cNvSpPr/>
            <p:nvPr/>
          </p:nvSpPr>
          <p:spPr>
            <a:xfrm>
              <a:off x="6782920" y="5086824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48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A04AC17-52AD-4CCA-848C-E205BF6DE747}"/>
                </a:ext>
              </a:extLst>
            </p:cNvPr>
            <p:cNvCxnSpPr>
              <a:cxnSpLocks/>
              <a:stCxn id="17" idx="5"/>
              <a:endCxn id="23" idx="0"/>
            </p:cNvCxnSpPr>
            <p:nvPr/>
          </p:nvCxnSpPr>
          <p:spPr>
            <a:xfrm>
              <a:off x="6267435" y="4898928"/>
              <a:ext cx="820285" cy="1878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60D8E1FA-2E85-4551-9448-C3035CC305A7}"/>
                </a:ext>
              </a:extLst>
            </p:cNvPr>
            <p:cNvSpPr/>
            <p:nvPr/>
          </p:nvSpPr>
          <p:spPr>
            <a:xfrm>
              <a:off x="3805959" y="3185290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30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B512FFCF-E5D7-4271-8046-C95DBD3BF611}"/>
                </a:ext>
              </a:extLst>
            </p:cNvPr>
            <p:cNvSpPr/>
            <p:nvPr/>
          </p:nvSpPr>
          <p:spPr>
            <a:xfrm>
              <a:off x="2383778" y="5943600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15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E4AED27-DA3B-427C-9D86-39FB7204892B}"/>
                </a:ext>
              </a:extLst>
            </p:cNvPr>
            <p:cNvCxnSpPr>
              <a:cxnSpLocks/>
              <a:stCxn id="11" idx="5"/>
              <a:endCxn id="26" idx="0"/>
            </p:cNvCxnSpPr>
            <p:nvPr/>
          </p:nvCxnSpPr>
          <p:spPr>
            <a:xfrm>
              <a:off x="2203937" y="5559694"/>
              <a:ext cx="484641" cy="3839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DEBAE13A-2FE8-4FEE-9A10-B3886FB31786}"/>
                </a:ext>
              </a:extLst>
            </p:cNvPr>
            <p:cNvSpPr/>
            <p:nvPr/>
          </p:nvSpPr>
          <p:spPr>
            <a:xfrm>
              <a:off x="4987254" y="5209530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42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FA42746-A7F1-4EF9-B4AE-BC39C1CE2DD2}"/>
                </a:ext>
              </a:extLst>
            </p:cNvPr>
            <p:cNvCxnSpPr>
              <a:cxnSpLocks/>
              <a:stCxn id="17" idx="3"/>
              <a:endCxn id="34" idx="0"/>
            </p:cNvCxnSpPr>
            <p:nvPr/>
          </p:nvCxnSpPr>
          <p:spPr>
            <a:xfrm flipH="1">
              <a:off x="5292054" y="4898928"/>
              <a:ext cx="544329" cy="3106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owchart: Connector 36">
              <a:extLst>
                <a:ext uri="{FF2B5EF4-FFF2-40B4-BE49-F238E27FC236}">
                  <a16:creationId xmlns:a16="http://schemas.microsoft.com/office/drawing/2014/main" id="{152E1A8E-AD37-4BBF-BFB0-06A3FB68795F}"/>
                </a:ext>
              </a:extLst>
            </p:cNvPr>
            <p:cNvSpPr/>
            <p:nvPr/>
          </p:nvSpPr>
          <p:spPr>
            <a:xfrm>
              <a:off x="1250635" y="5903252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E6A2DCB-7DD3-422E-A0AC-ADAC32D3F82F}"/>
                </a:ext>
              </a:extLst>
            </p:cNvPr>
            <p:cNvCxnSpPr>
              <a:cxnSpLocks/>
              <a:stCxn id="11" idx="3"/>
              <a:endCxn id="37" idx="0"/>
            </p:cNvCxnSpPr>
            <p:nvPr/>
          </p:nvCxnSpPr>
          <p:spPr>
            <a:xfrm flipH="1">
              <a:off x="1555435" y="5559694"/>
              <a:ext cx="217450" cy="3435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lowchart: Connector 45">
              <a:extLst>
                <a:ext uri="{FF2B5EF4-FFF2-40B4-BE49-F238E27FC236}">
                  <a16:creationId xmlns:a16="http://schemas.microsoft.com/office/drawing/2014/main" id="{9D670B70-F14F-47E0-8CEA-B6A5C9AC88CA}"/>
                </a:ext>
              </a:extLst>
            </p:cNvPr>
            <p:cNvSpPr/>
            <p:nvPr/>
          </p:nvSpPr>
          <p:spPr>
            <a:xfrm>
              <a:off x="7295488" y="5783885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50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9544AE0-93C4-4E90-86E7-538405FBA020}"/>
                </a:ext>
              </a:extLst>
            </p:cNvPr>
            <p:cNvCxnSpPr>
              <a:cxnSpLocks/>
              <a:stCxn id="23" idx="5"/>
              <a:endCxn id="46" idx="0"/>
            </p:cNvCxnSpPr>
            <p:nvPr/>
          </p:nvCxnSpPr>
          <p:spPr>
            <a:xfrm>
              <a:off x="7303246" y="5542109"/>
              <a:ext cx="297042" cy="2417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lowchart: Connector 49">
              <a:extLst>
                <a:ext uri="{FF2B5EF4-FFF2-40B4-BE49-F238E27FC236}">
                  <a16:creationId xmlns:a16="http://schemas.microsoft.com/office/drawing/2014/main" id="{57886C13-DEA9-4CA8-9637-9B877D71E14A}"/>
                </a:ext>
              </a:extLst>
            </p:cNvPr>
            <p:cNvSpPr/>
            <p:nvPr/>
          </p:nvSpPr>
          <p:spPr>
            <a:xfrm>
              <a:off x="6173320" y="5836329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47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C18E0B5-C345-45C7-BBBC-55D290A6941A}"/>
                </a:ext>
              </a:extLst>
            </p:cNvPr>
            <p:cNvCxnSpPr>
              <a:cxnSpLocks/>
              <a:stCxn id="23" idx="3"/>
              <a:endCxn id="50" idx="7"/>
            </p:cNvCxnSpPr>
            <p:nvPr/>
          </p:nvCxnSpPr>
          <p:spPr>
            <a:xfrm flipH="1">
              <a:off x="6693646" y="5542109"/>
              <a:ext cx="178548" cy="372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6B87D8B-73D4-4AD6-9B23-44BCB907FEB2}"/>
                </a:ext>
              </a:extLst>
            </p:cNvPr>
            <p:cNvSpPr/>
            <p:nvPr/>
          </p:nvSpPr>
          <p:spPr>
            <a:xfrm>
              <a:off x="3738553" y="4684339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38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EC11656-08C1-4DE6-B676-97B17402DC27}"/>
                </a:ext>
              </a:extLst>
            </p:cNvPr>
            <p:cNvCxnSpPr>
              <a:cxnSpLocks/>
              <a:stCxn id="9" idx="3"/>
              <a:endCxn id="39" idx="7"/>
            </p:cNvCxnSpPr>
            <p:nvPr/>
          </p:nvCxnSpPr>
          <p:spPr>
            <a:xfrm flipH="1">
              <a:off x="4258879" y="4265650"/>
              <a:ext cx="461480" cy="4968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Flowchart: Connector 42">
              <a:extLst>
                <a:ext uri="{FF2B5EF4-FFF2-40B4-BE49-F238E27FC236}">
                  <a16:creationId xmlns:a16="http://schemas.microsoft.com/office/drawing/2014/main" id="{3F8CD79A-01D3-402B-A2B0-11349D782E39}"/>
                </a:ext>
              </a:extLst>
            </p:cNvPr>
            <p:cNvSpPr/>
            <p:nvPr/>
          </p:nvSpPr>
          <p:spPr>
            <a:xfrm>
              <a:off x="4304947" y="5250485"/>
              <a:ext cx="609600" cy="533400"/>
            </a:xfrm>
            <a:prstGeom prst="flowChartConnector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39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D6D936A-80AC-4B65-B6ED-C9A020AFDDA3}"/>
                </a:ext>
              </a:extLst>
            </p:cNvPr>
            <p:cNvCxnSpPr>
              <a:cxnSpLocks/>
              <a:stCxn id="39" idx="5"/>
              <a:endCxn id="43" idx="1"/>
            </p:cNvCxnSpPr>
            <p:nvPr/>
          </p:nvCxnSpPr>
          <p:spPr>
            <a:xfrm>
              <a:off x="4258879" y="5139624"/>
              <a:ext cx="135342" cy="1889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7638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sz="3600" dirty="0">
                <a:solidFill>
                  <a:schemeClr val="tx2"/>
                </a:solidFill>
              </a:rPr>
              <a:t>Binary Search Tree</a:t>
            </a:r>
          </a:p>
          <a:p>
            <a:pPr lvl="0"/>
            <a:r>
              <a:rPr lang="en-US" sz="3600" dirty="0">
                <a:solidFill>
                  <a:schemeClr val="tx2"/>
                </a:solidFill>
              </a:rPr>
              <a:t>- Deletion</a:t>
            </a:r>
            <a:endParaRPr lang="en-US" dirty="0"/>
          </a:p>
        </p:txBody>
      </p:sp>
      <p:grpSp>
        <p:nvGrpSpPr>
          <p:cNvPr id="518" name="Group 476">
            <a:extLst>
              <a:ext uri="{FF2B5EF4-FFF2-40B4-BE49-F238E27FC236}">
                <a16:creationId xmlns:a16="http://schemas.microsoft.com/office/drawing/2014/main" id="{1B4A11EC-696F-4BFF-8CA5-3E51FCE3ADF9}"/>
              </a:ext>
            </a:extLst>
          </p:cNvPr>
          <p:cNvGrpSpPr>
            <a:grpSpLocks/>
          </p:cNvGrpSpPr>
          <p:nvPr/>
        </p:nvGrpSpPr>
        <p:grpSpPr bwMode="auto">
          <a:xfrm>
            <a:off x="5585965" y="1630483"/>
            <a:ext cx="655638" cy="438151"/>
            <a:chOff x="3648" y="1104"/>
            <a:chExt cx="413" cy="276"/>
          </a:xfrm>
        </p:grpSpPr>
        <p:sp>
          <p:nvSpPr>
            <p:cNvPr id="519" name="AutoShape 477">
              <a:extLst>
                <a:ext uri="{FF2B5EF4-FFF2-40B4-BE49-F238E27FC236}">
                  <a16:creationId xmlns:a16="http://schemas.microsoft.com/office/drawing/2014/main" id="{BADBFB97-C1DE-4322-AA11-B332BD7B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104"/>
              <a:ext cx="413" cy="276"/>
            </a:xfrm>
            <a:prstGeom prst="roundRect">
              <a:avLst>
                <a:gd name="adj" fmla="val 361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0" name="Group 478">
              <a:extLst>
                <a:ext uri="{FF2B5EF4-FFF2-40B4-BE49-F238E27FC236}">
                  <a16:creationId xmlns:a16="http://schemas.microsoft.com/office/drawing/2014/main" id="{811DCCE7-2B9D-44D3-BF82-E5B9493C3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104"/>
              <a:ext cx="402" cy="266"/>
              <a:chOff x="3648" y="1104"/>
              <a:chExt cx="402" cy="266"/>
            </a:xfrm>
          </p:grpSpPr>
          <p:sp>
            <p:nvSpPr>
              <p:cNvPr id="521" name="AutoShape 479">
                <a:extLst>
                  <a:ext uri="{FF2B5EF4-FFF2-40B4-BE49-F238E27FC236}">
                    <a16:creationId xmlns:a16="http://schemas.microsoft.com/office/drawing/2014/main" id="{75D11EB8-CBE1-4F7C-972C-A1FBD0AF5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104"/>
                <a:ext cx="402" cy="266"/>
              </a:xfrm>
              <a:prstGeom prst="roundRect">
                <a:avLst>
                  <a:gd name="adj" fmla="val 375"/>
                </a:avLst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22" name="Group 480">
                <a:extLst>
                  <a:ext uri="{FF2B5EF4-FFF2-40B4-BE49-F238E27FC236}">
                    <a16:creationId xmlns:a16="http://schemas.microsoft.com/office/drawing/2014/main" id="{F8A53873-37A3-4DDE-96AE-A1E9ABB74F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104"/>
                <a:ext cx="392" cy="256"/>
                <a:chOff x="3648" y="1104"/>
                <a:chExt cx="392" cy="256"/>
              </a:xfrm>
            </p:grpSpPr>
            <p:sp>
              <p:nvSpPr>
                <p:cNvPr id="523" name="AutoShape 481">
                  <a:extLst>
                    <a:ext uri="{FF2B5EF4-FFF2-40B4-BE49-F238E27FC236}">
                      <a16:creationId xmlns:a16="http://schemas.microsoft.com/office/drawing/2014/main" id="{89FC8088-C147-4D51-B747-686BE1D09D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1104"/>
                  <a:ext cx="392" cy="256"/>
                </a:xfrm>
                <a:prstGeom prst="roundRect">
                  <a:avLst>
                    <a:gd name="adj" fmla="val 389"/>
                  </a:avLst>
                </a:prstGeom>
                <a:noFill/>
                <a:ln w="9525">
                  <a:noFill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24" name="Group 482">
                  <a:extLst>
                    <a:ext uri="{FF2B5EF4-FFF2-40B4-BE49-F238E27FC236}">
                      <a16:creationId xmlns:a16="http://schemas.microsoft.com/office/drawing/2014/main" id="{09A63177-7751-40ED-B010-C48417A3A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48" y="1104"/>
                  <a:ext cx="383" cy="248"/>
                  <a:chOff x="3648" y="1104"/>
                  <a:chExt cx="383" cy="248"/>
                </a:xfrm>
              </p:grpSpPr>
              <p:sp>
                <p:nvSpPr>
                  <p:cNvPr id="525" name="AutoShape 483">
                    <a:extLst>
                      <a:ext uri="{FF2B5EF4-FFF2-40B4-BE49-F238E27FC236}">
                        <a16:creationId xmlns:a16="http://schemas.microsoft.com/office/drawing/2014/main" id="{B91F5266-71B3-493B-BE49-EA6F8D51E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1104"/>
                    <a:ext cx="383" cy="248"/>
                  </a:xfrm>
                  <a:prstGeom prst="roundRect">
                    <a:avLst>
                      <a:gd name="adj" fmla="val 403"/>
                    </a:avLst>
                  </a:prstGeom>
                  <a:noFill/>
                  <a:ln w="9525">
                    <a:noFill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526" name="Group 484">
                    <a:extLst>
                      <a:ext uri="{FF2B5EF4-FFF2-40B4-BE49-F238E27FC236}">
                        <a16:creationId xmlns:a16="http://schemas.microsoft.com/office/drawing/2014/main" id="{C3417786-1BB9-4BA8-9D10-7718B4BB26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1104"/>
                    <a:ext cx="375" cy="240"/>
                    <a:chOff x="3648" y="1104"/>
                    <a:chExt cx="375" cy="240"/>
                  </a:xfrm>
                </p:grpSpPr>
                <p:sp>
                  <p:nvSpPr>
                    <p:cNvPr id="527" name="AutoShape 485">
                      <a:extLst>
                        <a:ext uri="{FF2B5EF4-FFF2-40B4-BE49-F238E27FC236}">
                          <a16:creationId xmlns:a16="http://schemas.microsoft.com/office/drawing/2014/main" id="{ADE52DB1-7368-48A3-90CB-307493A2CB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1104"/>
                      <a:ext cx="375" cy="240"/>
                    </a:xfrm>
                    <a:prstGeom prst="roundRect">
                      <a:avLst>
                        <a:gd name="adj" fmla="val 417"/>
                      </a:avLst>
                    </a:prstGeom>
                    <a:no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528" name="Group 486">
                      <a:extLst>
                        <a:ext uri="{FF2B5EF4-FFF2-40B4-BE49-F238E27FC236}">
                          <a16:creationId xmlns:a16="http://schemas.microsoft.com/office/drawing/2014/main" id="{59BD7663-1C68-406F-B2B2-6979CE8196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648" y="1104"/>
                      <a:ext cx="368" cy="234"/>
                      <a:chOff x="3648" y="1104"/>
                      <a:chExt cx="368" cy="234"/>
                    </a:xfrm>
                  </p:grpSpPr>
                  <p:sp>
                    <p:nvSpPr>
                      <p:cNvPr id="529" name="AutoShape 487">
                        <a:extLst>
                          <a:ext uri="{FF2B5EF4-FFF2-40B4-BE49-F238E27FC236}">
                            <a16:creationId xmlns:a16="http://schemas.microsoft.com/office/drawing/2014/main" id="{0BFB56CE-5682-4E37-9252-9AE344885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648" y="1104"/>
                        <a:ext cx="368" cy="234"/>
                      </a:xfrm>
                      <a:prstGeom prst="roundRect">
                        <a:avLst>
                          <a:gd name="adj" fmla="val 426"/>
                        </a:avLst>
                      </a:prstGeom>
                      <a:noFill/>
                      <a:ln w="9525">
                        <a:noFill/>
                        <a:round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530" name="Group 488">
                        <a:extLst>
                          <a:ext uri="{FF2B5EF4-FFF2-40B4-BE49-F238E27FC236}">
                            <a16:creationId xmlns:a16="http://schemas.microsoft.com/office/drawing/2014/main" id="{4F1D4DA4-161A-4E72-865E-89B1B239F6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648" y="1104"/>
                        <a:ext cx="362" cy="228"/>
                        <a:chOff x="3648" y="1104"/>
                        <a:chExt cx="362" cy="228"/>
                      </a:xfrm>
                    </p:grpSpPr>
                    <p:sp>
                      <p:nvSpPr>
                        <p:cNvPr id="531" name="AutoShape 489">
                          <a:extLst>
                            <a:ext uri="{FF2B5EF4-FFF2-40B4-BE49-F238E27FC236}">
                              <a16:creationId xmlns:a16="http://schemas.microsoft.com/office/drawing/2014/main" id="{270AA04D-81C2-48D6-B95F-C029DF4F4657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648" y="1104"/>
                          <a:ext cx="362" cy="228"/>
                        </a:xfrm>
                        <a:prstGeom prst="roundRect">
                          <a:avLst>
                            <a:gd name="adj" fmla="val 435"/>
                          </a:avLst>
                        </a:prstGeom>
                        <a:noFill/>
                        <a:ln w="9525">
                          <a:noFill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532" name="Group 490">
                          <a:extLst>
                            <a:ext uri="{FF2B5EF4-FFF2-40B4-BE49-F238E27FC236}">
                              <a16:creationId xmlns:a16="http://schemas.microsoft.com/office/drawing/2014/main" id="{9D73922B-ED18-4FBA-B2B9-1F388B906D2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648" y="1104"/>
                          <a:ext cx="356" cy="223"/>
                          <a:chOff x="3648" y="1104"/>
                          <a:chExt cx="356" cy="223"/>
                        </a:xfrm>
                      </p:grpSpPr>
                      <p:sp>
                        <p:nvSpPr>
                          <p:cNvPr id="533" name="AutoShape 491">
                            <a:extLst>
                              <a:ext uri="{FF2B5EF4-FFF2-40B4-BE49-F238E27FC236}">
                                <a16:creationId xmlns:a16="http://schemas.microsoft.com/office/drawing/2014/main" id="{6B242BB0-05F2-4205-ABBC-820A94A72478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3648" y="1104"/>
                            <a:ext cx="356" cy="223"/>
                          </a:xfrm>
                          <a:prstGeom prst="roundRect">
                            <a:avLst>
                              <a:gd name="adj" fmla="val 449"/>
                            </a:avLst>
                          </a:prstGeom>
                          <a:noFill/>
                          <a:ln w="9525">
                            <a:noFill/>
                            <a:round/>
                            <a:headEnd/>
                            <a:tailEnd/>
                          </a:ln>
                        </p:spPr>
                        <p:txBody>
                          <a:bodyPr wrap="none" anchor="ctr"/>
                          <a:lstStyle/>
                          <a:p>
                            <a:endParaRPr lang="en-US"/>
                          </a:p>
                        </p:txBody>
                      </p:sp>
                      <p:grpSp>
                        <p:nvGrpSpPr>
                          <p:cNvPr id="534" name="Group 492">
                            <a:extLst>
                              <a:ext uri="{FF2B5EF4-FFF2-40B4-BE49-F238E27FC236}">
                                <a16:creationId xmlns:a16="http://schemas.microsoft.com/office/drawing/2014/main" id="{C4BB1E47-C025-44B4-A2C8-EB115ED9A258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648" y="1104"/>
                            <a:ext cx="352" cy="219"/>
                            <a:chOff x="3648" y="1104"/>
                            <a:chExt cx="352" cy="219"/>
                          </a:xfrm>
                        </p:grpSpPr>
                        <p:sp>
                          <p:nvSpPr>
                            <p:cNvPr id="535" name="AutoShape 493">
                              <a:extLst>
                                <a:ext uri="{FF2B5EF4-FFF2-40B4-BE49-F238E27FC236}">
                                  <a16:creationId xmlns:a16="http://schemas.microsoft.com/office/drawing/2014/main" id="{761F2DE8-FF59-4B27-B5B4-DCB7B53870AC}"/>
                                </a:ext>
                              </a:extLst>
                            </p:cNvPr>
                            <p:cNvSpPr>
                              <a:spLocks noChangeArrowheads="1"/>
                            </p:cNvSpPr>
                            <p:nvPr/>
                          </p:nvSpPr>
                          <p:spPr bwMode="auto">
                            <a:xfrm>
                              <a:off x="3648" y="1104"/>
                              <a:ext cx="352" cy="219"/>
                            </a:xfrm>
                            <a:prstGeom prst="roundRect">
                              <a:avLst>
                                <a:gd name="adj" fmla="val 458"/>
                              </a:avLst>
                            </a:prstGeom>
                            <a:noFill/>
                            <a:ln w="9525">
                              <a:noFill/>
                              <a:round/>
                              <a:headEnd/>
                              <a:tailEnd/>
                            </a:ln>
                          </p:spPr>
                          <p:txBody>
                            <a:bodyPr wrap="none" anchor="ctr"/>
                            <a:lstStyle/>
                            <a:p>
                              <a:endParaRPr lang="en-US"/>
                            </a:p>
                          </p:txBody>
                        </p:sp>
                        <p:grpSp>
                          <p:nvGrpSpPr>
                            <p:cNvPr id="536" name="Group 494">
                              <a:extLst>
                                <a:ext uri="{FF2B5EF4-FFF2-40B4-BE49-F238E27FC236}">
                                  <a16:creationId xmlns:a16="http://schemas.microsoft.com/office/drawing/2014/main" id="{3976735E-6D06-4E6A-8564-6DD497EEE27A}"/>
                                </a:ext>
                              </a:extLst>
                            </p:cNvPr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3648" y="1104"/>
                              <a:ext cx="349" cy="217"/>
                              <a:chOff x="3648" y="1104"/>
                              <a:chExt cx="349" cy="217"/>
                            </a:xfrm>
                          </p:grpSpPr>
                          <p:sp>
                            <p:nvSpPr>
                              <p:cNvPr id="537" name="AutoShape 495">
                                <a:extLst>
                                  <a:ext uri="{FF2B5EF4-FFF2-40B4-BE49-F238E27FC236}">
                                    <a16:creationId xmlns:a16="http://schemas.microsoft.com/office/drawing/2014/main" id="{C55A061C-FAEC-4368-845D-FF2132EA7357}"/>
                                  </a:ext>
                                </a:extLst>
                              </p:cNvPr>
                              <p:cNvSpPr>
                                <a:spLocks noChangeArrowheads="1"/>
                              </p:cNvSpPr>
                              <p:nvPr/>
                            </p:nvSpPr>
                            <p:spPr bwMode="auto">
                              <a:xfrm>
                                <a:off x="3648" y="1104"/>
                                <a:ext cx="349" cy="217"/>
                              </a:xfrm>
                              <a:prstGeom prst="roundRect">
                                <a:avLst>
                                  <a:gd name="adj" fmla="val 463"/>
                                </a:avLst>
                              </a:prstGeom>
                              <a:noFill/>
                              <a:ln w="9525">
                                <a:noFill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 wrap="none" anchor="ctr"/>
                              <a:lstStyle/>
                              <a:p>
                                <a:endParaRPr lang="en-US"/>
                              </a:p>
                            </p:txBody>
                          </p:sp>
                          <p:grpSp>
                            <p:nvGrpSpPr>
                              <p:cNvPr id="538" name="Group 496">
                                <a:extLst>
                                  <a:ext uri="{FF2B5EF4-FFF2-40B4-BE49-F238E27FC236}">
                                    <a16:creationId xmlns:a16="http://schemas.microsoft.com/office/drawing/2014/main" id="{51A144E9-E81D-4C5C-A9D2-6EA336D87D8D}"/>
                                  </a:ext>
                                </a:extLst>
                              </p:cNvPr>
                              <p:cNvGrpSpPr>
                                <a:grpSpLocks/>
                              </p:cNvGrpSpPr>
                              <p:nvPr/>
                            </p:nvGrpSpPr>
                            <p:grpSpPr bwMode="auto">
                              <a:xfrm>
                                <a:off x="3648" y="1104"/>
                                <a:ext cx="347" cy="215"/>
                                <a:chOff x="3648" y="1104"/>
                                <a:chExt cx="347" cy="215"/>
                              </a:xfrm>
                            </p:grpSpPr>
                            <p:sp>
                              <p:nvSpPr>
                                <p:cNvPr id="539" name="AutoShape 497">
                                  <a:extLst>
                                    <a:ext uri="{FF2B5EF4-FFF2-40B4-BE49-F238E27FC236}">
                                      <a16:creationId xmlns:a16="http://schemas.microsoft.com/office/drawing/2014/main" id="{715FB97E-9F8E-4F98-B28A-224B834B0E29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5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0" name="AutoShape 498">
                                  <a:extLst>
                                    <a:ext uri="{FF2B5EF4-FFF2-40B4-BE49-F238E27FC236}">
                                      <a16:creationId xmlns:a16="http://schemas.microsoft.com/office/drawing/2014/main" id="{AFA297CB-EA2E-458E-B1AC-E6893BEE9FC8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  <p:sp>
                              <p:nvSpPr>
                                <p:cNvPr id="541" name="AutoShape 499">
                                  <a:extLst>
                                    <a:ext uri="{FF2B5EF4-FFF2-40B4-BE49-F238E27FC236}">
                                      <a16:creationId xmlns:a16="http://schemas.microsoft.com/office/drawing/2014/main" id="{C5673269-BE36-4EB3-A257-E3A8652B658C}"/>
                                    </a:ext>
                                  </a:extLst>
                                </p:cNvPr>
                                <p:cNvSpPr>
                                  <a:spLocks noChangeArrowheads="1"/>
                                </p:cNvSpPr>
                                <p:nvPr/>
                              </p:nvSpPr>
                              <p:spPr bwMode="auto">
                                <a:xfrm>
                                  <a:off x="3648" y="1104"/>
                                  <a:ext cx="347" cy="214"/>
                                </a:xfrm>
                                <a:prstGeom prst="roundRect">
                                  <a:avLst>
                                    <a:gd name="adj" fmla="val 463"/>
                                  </a:avLst>
                                </a:prstGeom>
                                <a:noFill/>
                                <a:ln w="9525">
                                  <a:noFill/>
                                  <a:round/>
                                  <a:headEnd/>
                                  <a:tailEnd/>
                                </a:ln>
                              </p:spPr>
                              <p:txBody>
                                <a:bodyPr wrap="none" anchor="ctr"/>
                                <a:lstStyle/>
                                <a:p>
                                  <a:endParaRPr lang="en-US"/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8912565-83E0-45C6-BB6F-43458FF579C6}"/>
              </a:ext>
            </a:extLst>
          </p:cNvPr>
          <p:cNvSpPr/>
          <p:nvPr/>
        </p:nvSpPr>
        <p:spPr>
          <a:xfrm>
            <a:off x="5320263" y="66284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89</a:t>
            </a:r>
          </a:p>
        </p:txBody>
      </p:sp>
      <p:sp>
        <p:nvSpPr>
          <p:cNvPr id="47" name="Flowchart: Connector 46">
            <a:extLst>
              <a:ext uri="{FF2B5EF4-FFF2-40B4-BE49-F238E27FC236}">
                <a16:creationId xmlns:a16="http://schemas.microsoft.com/office/drawing/2014/main" id="{C69C96C1-9289-4ECC-8063-A1B82F56FD0B}"/>
              </a:ext>
            </a:extLst>
          </p:cNvPr>
          <p:cNvSpPr/>
          <p:nvPr/>
        </p:nvSpPr>
        <p:spPr>
          <a:xfrm>
            <a:off x="5929863" y="13652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92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CE0F2A-BA51-40E6-B1A9-759265E5B655}"/>
              </a:ext>
            </a:extLst>
          </p:cNvPr>
          <p:cNvCxnSpPr>
            <a:cxnSpLocks/>
            <a:stCxn id="47" idx="3"/>
            <a:endCxn id="46" idx="7"/>
          </p:cNvCxnSpPr>
          <p:nvPr/>
        </p:nvCxnSpPr>
        <p:spPr>
          <a:xfrm flipH="1">
            <a:off x="5840589" y="591810"/>
            <a:ext cx="178548" cy="149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142409A1-2B99-4062-9B34-F9F9CADDCFEE}"/>
              </a:ext>
            </a:extLst>
          </p:cNvPr>
          <p:cNvSpPr/>
          <p:nvPr/>
        </p:nvSpPr>
        <p:spPr>
          <a:xfrm>
            <a:off x="7059125" y="122498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95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8F137E-0551-41E5-AFF4-0E5005F2E431}"/>
              </a:ext>
            </a:extLst>
          </p:cNvPr>
          <p:cNvCxnSpPr>
            <a:cxnSpLocks/>
            <a:stCxn id="47" idx="5"/>
            <a:endCxn id="49" idx="1"/>
          </p:cNvCxnSpPr>
          <p:nvPr/>
        </p:nvCxnSpPr>
        <p:spPr>
          <a:xfrm>
            <a:off x="6450189" y="591810"/>
            <a:ext cx="698210" cy="711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2AA1C19C-498C-4C78-88BF-23F473CC6161}"/>
              </a:ext>
            </a:extLst>
          </p:cNvPr>
          <p:cNvSpPr/>
          <p:nvPr/>
        </p:nvSpPr>
        <p:spPr>
          <a:xfrm>
            <a:off x="4612241" y="112647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75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C8814BF-4A5C-48A0-81E9-2C495AFB3CC4}"/>
              </a:ext>
            </a:extLst>
          </p:cNvPr>
          <p:cNvCxnSpPr>
            <a:cxnSpLocks/>
            <a:stCxn id="46" idx="3"/>
            <a:endCxn id="51" idx="7"/>
          </p:cNvCxnSpPr>
          <p:nvPr/>
        </p:nvCxnSpPr>
        <p:spPr>
          <a:xfrm flipH="1">
            <a:off x="5132567" y="1118127"/>
            <a:ext cx="276970" cy="86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owchart: Connector 52">
            <a:extLst>
              <a:ext uri="{FF2B5EF4-FFF2-40B4-BE49-F238E27FC236}">
                <a16:creationId xmlns:a16="http://schemas.microsoft.com/office/drawing/2014/main" id="{E97684D8-EA31-4DE5-9FF4-29AA3887EE0D}"/>
              </a:ext>
            </a:extLst>
          </p:cNvPr>
          <p:cNvSpPr/>
          <p:nvPr/>
        </p:nvSpPr>
        <p:spPr>
          <a:xfrm>
            <a:off x="5960051" y="112274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91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E8F8F5-5D3A-4277-BEFA-D4571E3EA1A1}"/>
              </a:ext>
            </a:extLst>
          </p:cNvPr>
          <p:cNvCxnSpPr>
            <a:cxnSpLocks/>
            <a:stCxn id="46" idx="5"/>
            <a:endCxn id="53" idx="1"/>
          </p:cNvCxnSpPr>
          <p:nvPr/>
        </p:nvCxnSpPr>
        <p:spPr>
          <a:xfrm>
            <a:off x="5840589" y="1118127"/>
            <a:ext cx="208736" cy="82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060C909-2C6C-4DDB-982E-AF11516673E9}"/>
              </a:ext>
            </a:extLst>
          </p:cNvPr>
          <p:cNvSpPr/>
          <p:nvPr/>
        </p:nvSpPr>
        <p:spPr>
          <a:xfrm>
            <a:off x="3929564" y="154072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66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F431903-FF92-4463-A8FF-DF345BCA7F5B}"/>
              </a:ext>
            </a:extLst>
          </p:cNvPr>
          <p:cNvCxnSpPr>
            <a:cxnSpLocks/>
            <a:stCxn id="51" idx="3"/>
            <a:endCxn id="55" idx="7"/>
          </p:cNvCxnSpPr>
          <p:nvPr/>
        </p:nvCxnSpPr>
        <p:spPr>
          <a:xfrm flipH="1">
            <a:off x="4449890" y="1581758"/>
            <a:ext cx="251625" cy="3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lowchart: Connector 56">
            <a:extLst>
              <a:ext uri="{FF2B5EF4-FFF2-40B4-BE49-F238E27FC236}">
                <a16:creationId xmlns:a16="http://schemas.microsoft.com/office/drawing/2014/main" id="{C76256E6-5BAA-4A75-BF00-45533065C7CD}"/>
              </a:ext>
            </a:extLst>
          </p:cNvPr>
          <p:cNvSpPr/>
          <p:nvPr/>
        </p:nvSpPr>
        <p:spPr>
          <a:xfrm>
            <a:off x="3409231" y="2004122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BDFC68-CD4E-438F-AFB7-78C2BD704889}"/>
              </a:ext>
            </a:extLst>
          </p:cNvPr>
          <p:cNvCxnSpPr>
            <a:cxnSpLocks/>
            <a:stCxn id="55" idx="3"/>
            <a:endCxn id="57" idx="7"/>
          </p:cNvCxnSpPr>
          <p:nvPr/>
        </p:nvCxnSpPr>
        <p:spPr>
          <a:xfrm flipH="1">
            <a:off x="3929557" y="1996006"/>
            <a:ext cx="89281" cy="86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lowchart: Connector 58">
            <a:extLst>
              <a:ext uri="{FF2B5EF4-FFF2-40B4-BE49-F238E27FC236}">
                <a16:creationId xmlns:a16="http://schemas.microsoft.com/office/drawing/2014/main" id="{C24B44B1-2E3F-43E1-99AD-D56EE73B2B3B}"/>
              </a:ext>
            </a:extLst>
          </p:cNvPr>
          <p:cNvSpPr/>
          <p:nvPr/>
        </p:nvSpPr>
        <p:spPr>
          <a:xfrm>
            <a:off x="7729591" y="1945285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99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6E611A4-311A-4ABF-B61B-21B99462D017}"/>
              </a:ext>
            </a:extLst>
          </p:cNvPr>
          <p:cNvCxnSpPr>
            <a:cxnSpLocks/>
            <a:stCxn id="49" idx="5"/>
            <a:endCxn id="59" idx="1"/>
          </p:cNvCxnSpPr>
          <p:nvPr/>
        </p:nvCxnSpPr>
        <p:spPr>
          <a:xfrm>
            <a:off x="7579451" y="1680267"/>
            <a:ext cx="239414" cy="34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lowchart: Connector 90">
            <a:extLst>
              <a:ext uri="{FF2B5EF4-FFF2-40B4-BE49-F238E27FC236}">
                <a16:creationId xmlns:a16="http://schemas.microsoft.com/office/drawing/2014/main" id="{7750401E-E28A-4A9D-80F3-63BA58713800}"/>
              </a:ext>
            </a:extLst>
          </p:cNvPr>
          <p:cNvSpPr/>
          <p:nvPr/>
        </p:nvSpPr>
        <p:spPr>
          <a:xfrm>
            <a:off x="4799185" y="289560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59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1E6EB4A-1587-4EE5-A778-654589C2E18A}"/>
              </a:ext>
            </a:extLst>
          </p:cNvPr>
          <p:cNvCxnSpPr>
            <a:cxnSpLocks/>
            <a:stCxn id="168" idx="5"/>
            <a:endCxn id="91" idx="1"/>
          </p:cNvCxnSpPr>
          <p:nvPr/>
        </p:nvCxnSpPr>
        <p:spPr>
          <a:xfrm>
            <a:off x="4631053" y="2953863"/>
            <a:ext cx="257406" cy="19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Flowchart: Connector 101">
            <a:extLst>
              <a:ext uri="{FF2B5EF4-FFF2-40B4-BE49-F238E27FC236}">
                <a16:creationId xmlns:a16="http://schemas.microsoft.com/office/drawing/2014/main" id="{16F2A980-A8DA-473F-B2E2-B81262A7CA7A}"/>
              </a:ext>
            </a:extLst>
          </p:cNvPr>
          <p:cNvSpPr/>
          <p:nvPr/>
        </p:nvSpPr>
        <p:spPr>
          <a:xfrm>
            <a:off x="4264165" y="3431089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58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181E375-9E18-4A30-9380-992BA0495538}"/>
              </a:ext>
            </a:extLst>
          </p:cNvPr>
          <p:cNvCxnSpPr>
            <a:cxnSpLocks/>
            <a:stCxn id="91" idx="3"/>
            <a:endCxn id="102" idx="7"/>
          </p:cNvCxnSpPr>
          <p:nvPr/>
        </p:nvCxnSpPr>
        <p:spPr>
          <a:xfrm flipH="1">
            <a:off x="4784491" y="3350885"/>
            <a:ext cx="103968" cy="15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Flowchart: Connector 105">
            <a:extLst>
              <a:ext uri="{FF2B5EF4-FFF2-40B4-BE49-F238E27FC236}">
                <a16:creationId xmlns:a16="http://schemas.microsoft.com/office/drawing/2014/main" id="{37B61EC0-90B1-4B49-88A0-A41B139288B7}"/>
              </a:ext>
            </a:extLst>
          </p:cNvPr>
          <p:cNvSpPr/>
          <p:nvPr/>
        </p:nvSpPr>
        <p:spPr>
          <a:xfrm>
            <a:off x="5267412" y="1639506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82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7955D35-D90A-4E97-A261-DBC6845D26B8}"/>
              </a:ext>
            </a:extLst>
          </p:cNvPr>
          <p:cNvCxnSpPr>
            <a:cxnSpLocks/>
            <a:stCxn id="51" idx="5"/>
            <a:endCxn id="106" idx="1"/>
          </p:cNvCxnSpPr>
          <p:nvPr/>
        </p:nvCxnSpPr>
        <p:spPr>
          <a:xfrm>
            <a:off x="5132567" y="1581758"/>
            <a:ext cx="224119" cy="135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Connector 143">
            <a:extLst>
              <a:ext uri="{FF2B5EF4-FFF2-40B4-BE49-F238E27FC236}">
                <a16:creationId xmlns:a16="http://schemas.microsoft.com/office/drawing/2014/main" id="{62749719-3578-4BB7-9113-D73AA482119B}"/>
              </a:ext>
            </a:extLst>
          </p:cNvPr>
          <p:cNvSpPr/>
          <p:nvPr/>
        </p:nvSpPr>
        <p:spPr>
          <a:xfrm>
            <a:off x="5439725" y="346090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60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494A70E6-D973-4F2D-9204-B54C67EE6439}"/>
              </a:ext>
            </a:extLst>
          </p:cNvPr>
          <p:cNvCxnSpPr>
            <a:cxnSpLocks/>
            <a:stCxn id="91" idx="5"/>
            <a:endCxn id="144" idx="1"/>
          </p:cNvCxnSpPr>
          <p:nvPr/>
        </p:nvCxnSpPr>
        <p:spPr>
          <a:xfrm>
            <a:off x="5319511" y="3350885"/>
            <a:ext cx="209488" cy="188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Flowchart: Connector 167">
            <a:extLst>
              <a:ext uri="{FF2B5EF4-FFF2-40B4-BE49-F238E27FC236}">
                <a16:creationId xmlns:a16="http://schemas.microsoft.com/office/drawing/2014/main" id="{2D26A713-8885-4E40-A71F-57F78945227B}"/>
              </a:ext>
            </a:extLst>
          </p:cNvPr>
          <p:cNvSpPr/>
          <p:nvPr/>
        </p:nvSpPr>
        <p:spPr>
          <a:xfrm>
            <a:off x="4110727" y="2498578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6091AAA-E24E-461A-B0EA-5E24C381FE8E}"/>
              </a:ext>
            </a:extLst>
          </p:cNvPr>
          <p:cNvCxnSpPr>
            <a:cxnSpLocks/>
            <a:stCxn id="57" idx="5"/>
            <a:endCxn id="168" idx="1"/>
          </p:cNvCxnSpPr>
          <p:nvPr/>
        </p:nvCxnSpPr>
        <p:spPr>
          <a:xfrm>
            <a:off x="3929557" y="2459407"/>
            <a:ext cx="270444" cy="117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lowchart: Connector 104">
            <a:extLst>
              <a:ext uri="{FF2B5EF4-FFF2-40B4-BE49-F238E27FC236}">
                <a16:creationId xmlns:a16="http://schemas.microsoft.com/office/drawing/2014/main" id="{658649F5-BC6C-4EAE-BDB1-9FDA69138F6B}"/>
              </a:ext>
            </a:extLst>
          </p:cNvPr>
          <p:cNvSpPr/>
          <p:nvPr/>
        </p:nvSpPr>
        <p:spPr>
          <a:xfrm>
            <a:off x="3714031" y="39378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ED7CA9B-B4F5-40E6-BD96-B15AAA49CA63}"/>
              </a:ext>
            </a:extLst>
          </p:cNvPr>
          <p:cNvCxnSpPr>
            <a:cxnSpLocks/>
            <a:stCxn id="102" idx="3"/>
            <a:endCxn id="105" idx="7"/>
          </p:cNvCxnSpPr>
          <p:nvPr/>
        </p:nvCxnSpPr>
        <p:spPr>
          <a:xfrm flipH="1">
            <a:off x="4234357" y="3886374"/>
            <a:ext cx="119082" cy="129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lowchart: Connector 108">
            <a:extLst>
              <a:ext uri="{FF2B5EF4-FFF2-40B4-BE49-F238E27FC236}">
                <a16:creationId xmlns:a16="http://schemas.microsoft.com/office/drawing/2014/main" id="{4E798A46-178E-47BC-83E2-8186FD10BEA7}"/>
              </a:ext>
            </a:extLst>
          </p:cNvPr>
          <p:cNvSpPr/>
          <p:nvPr/>
        </p:nvSpPr>
        <p:spPr>
          <a:xfrm>
            <a:off x="4264165" y="443592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F1A70FA-0217-4AE7-819A-8828C38A2EA2}"/>
              </a:ext>
            </a:extLst>
          </p:cNvPr>
          <p:cNvCxnSpPr>
            <a:cxnSpLocks/>
            <a:stCxn id="105" idx="5"/>
            <a:endCxn id="109" idx="1"/>
          </p:cNvCxnSpPr>
          <p:nvPr/>
        </p:nvCxnSpPr>
        <p:spPr>
          <a:xfrm>
            <a:off x="4234357" y="4393098"/>
            <a:ext cx="119082" cy="120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9461318E-3D2E-41B8-8263-22589F1ED00A}"/>
              </a:ext>
            </a:extLst>
          </p:cNvPr>
          <p:cNvSpPr/>
          <p:nvPr/>
        </p:nvSpPr>
        <p:spPr>
          <a:xfrm>
            <a:off x="6112581" y="4065544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65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C2E5E0A-B304-44D6-BC4E-4C240DF2FA4A}"/>
              </a:ext>
            </a:extLst>
          </p:cNvPr>
          <p:cNvCxnSpPr>
            <a:cxnSpLocks/>
            <a:stCxn id="144" idx="5"/>
            <a:endCxn id="112" idx="1"/>
          </p:cNvCxnSpPr>
          <p:nvPr/>
        </p:nvCxnSpPr>
        <p:spPr>
          <a:xfrm>
            <a:off x="5960051" y="3916193"/>
            <a:ext cx="241804" cy="22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Flowchart: Connector 176">
            <a:extLst>
              <a:ext uri="{FF2B5EF4-FFF2-40B4-BE49-F238E27FC236}">
                <a16:creationId xmlns:a16="http://schemas.microsoft.com/office/drawing/2014/main" id="{CF38599F-E45F-4603-A2E6-23BB39AA0734}"/>
              </a:ext>
            </a:extLst>
          </p:cNvPr>
          <p:cNvSpPr/>
          <p:nvPr/>
        </p:nvSpPr>
        <p:spPr>
          <a:xfrm>
            <a:off x="3788429" y="5020760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A5F9759C-1D35-409E-B75F-FCF4CE3A3865}"/>
              </a:ext>
            </a:extLst>
          </p:cNvPr>
          <p:cNvCxnSpPr>
            <a:cxnSpLocks/>
            <a:stCxn id="109" idx="3"/>
            <a:endCxn id="177" idx="7"/>
          </p:cNvCxnSpPr>
          <p:nvPr/>
        </p:nvCxnSpPr>
        <p:spPr>
          <a:xfrm flipH="1">
            <a:off x="4308755" y="4891206"/>
            <a:ext cx="44684" cy="207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Flowchart: Connector 203">
            <a:extLst>
              <a:ext uri="{FF2B5EF4-FFF2-40B4-BE49-F238E27FC236}">
                <a16:creationId xmlns:a16="http://schemas.microsoft.com/office/drawing/2014/main" id="{13F1F68D-C792-43F8-84DB-79E473B87B28}"/>
              </a:ext>
            </a:extLst>
          </p:cNvPr>
          <p:cNvSpPr/>
          <p:nvPr/>
        </p:nvSpPr>
        <p:spPr>
          <a:xfrm>
            <a:off x="3186745" y="447121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31</a:t>
            </a:r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81DBD01B-599E-47B0-B5B6-13645CF4CB2B}"/>
              </a:ext>
            </a:extLst>
          </p:cNvPr>
          <p:cNvCxnSpPr>
            <a:cxnSpLocks/>
            <a:stCxn id="105" idx="3"/>
            <a:endCxn id="204" idx="7"/>
          </p:cNvCxnSpPr>
          <p:nvPr/>
        </p:nvCxnSpPr>
        <p:spPr>
          <a:xfrm flipH="1">
            <a:off x="3707071" y="4393098"/>
            <a:ext cx="96234" cy="156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Flowchart: Connector 284">
            <a:extLst>
              <a:ext uri="{FF2B5EF4-FFF2-40B4-BE49-F238E27FC236}">
                <a16:creationId xmlns:a16="http://schemas.microsoft.com/office/drawing/2014/main" id="{D24CC94C-30ED-46F0-9682-E8C114756289}"/>
              </a:ext>
            </a:extLst>
          </p:cNvPr>
          <p:cNvSpPr/>
          <p:nvPr/>
        </p:nvSpPr>
        <p:spPr>
          <a:xfrm>
            <a:off x="4357436" y="5505783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523A7904-482E-42DD-9637-4881A525BD69}"/>
              </a:ext>
            </a:extLst>
          </p:cNvPr>
          <p:cNvCxnSpPr>
            <a:cxnSpLocks/>
            <a:stCxn id="177" idx="5"/>
            <a:endCxn id="285" idx="1"/>
          </p:cNvCxnSpPr>
          <p:nvPr/>
        </p:nvCxnSpPr>
        <p:spPr>
          <a:xfrm>
            <a:off x="4308755" y="5476045"/>
            <a:ext cx="137955" cy="107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Flowchart: Connector 286">
            <a:extLst>
              <a:ext uri="{FF2B5EF4-FFF2-40B4-BE49-F238E27FC236}">
                <a16:creationId xmlns:a16="http://schemas.microsoft.com/office/drawing/2014/main" id="{E277BDDB-73AD-4ADB-AD04-F09628C8ABCB}"/>
              </a:ext>
            </a:extLst>
          </p:cNvPr>
          <p:cNvSpPr/>
          <p:nvPr/>
        </p:nvSpPr>
        <p:spPr>
          <a:xfrm>
            <a:off x="3272937" y="5520691"/>
            <a:ext cx="609600" cy="533400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E8BD8037-DD3F-4BC8-869F-8EF3E886EF68}"/>
              </a:ext>
            </a:extLst>
          </p:cNvPr>
          <p:cNvCxnSpPr>
            <a:cxnSpLocks/>
            <a:stCxn id="177" idx="3"/>
            <a:endCxn id="287" idx="7"/>
          </p:cNvCxnSpPr>
          <p:nvPr/>
        </p:nvCxnSpPr>
        <p:spPr>
          <a:xfrm flipH="1">
            <a:off x="3793263" y="5476045"/>
            <a:ext cx="84440" cy="122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05DA20E-E074-49F1-8696-D58AC32CB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50" y="6103707"/>
            <a:ext cx="63531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49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Deletion</a:t>
            </a:r>
            <a:endParaRPr 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2F8F860-0F16-4BAB-9F7A-6A667EBCA01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371600"/>
            <a:ext cx="8305800" cy="1383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CA" sz="1100" b="1" dirty="0"/>
              <a:t>Case 3 - Node to be deleted has Two children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1100" dirty="0"/>
              <a:t>Find minimum value of right subtree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1100" dirty="0"/>
              <a:t>Delete minimum node of right subtree but keep its value</a:t>
            </a:r>
          </a:p>
          <a:p>
            <a:pPr lvl="2"/>
            <a:r>
              <a:rPr lang="en-CA" sz="1050" dirty="0"/>
              <a:t>Minimum Node can be a Leaf – Follow Case 1 – Just Delete the Node</a:t>
            </a:r>
          </a:p>
          <a:p>
            <a:pPr lvl="2"/>
            <a:r>
              <a:rPr lang="en-CA" sz="1050" dirty="0"/>
              <a:t>Minimum Node can be having only one Right Child – Follow Case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1100" dirty="0"/>
              <a:t>Replace the value of the node to be deleted by the minimum value whose node was deleted earlier</a:t>
            </a:r>
          </a:p>
          <a:p>
            <a:pPr marL="457200" lvl="1" indent="0">
              <a:buNone/>
            </a:pPr>
            <a:endParaRPr lang="en-CA" sz="1100" dirty="0"/>
          </a:p>
          <a:p>
            <a:pPr marL="57150" indent="0"/>
            <a:endParaRPr lang="en-US" sz="1900" dirty="0"/>
          </a:p>
          <a:p>
            <a:pPr marL="609600" indent="-609600">
              <a:buFontTx/>
              <a:buNone/>
            </a:pPr>
            <a:r>
              <a:rPr lang="en-CA" sz="1100" dirty="0"/>
              <a:t>30,</a:t>
            </a:r>
          </a:p>
          <a:p>
            <a:pPr marL="609600" indent="-609600">
              <a:buFontTx/>
              <a:buNone/>
            </a:pPr>
            <a:r>
              <a:rPr lang="en-CA" sz="1100" dirty="0"/>
              <a:t>38 (Corresponding Min in Right Sub Tree)</a:t>
            </a:r>
          </a:p>
          <a:p>
            <a:pPr marL="609600" indent="-609600">
              <a:buFontTx/>
              <a:buNone/>
            </a:pP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429B1E39-EF72-40C4-9D57-9AA1EAB35B40}"/>
              </a:ext>
            </a:extLst>
          </p:cNvPr>
          <p:cNvSpPr/>
          <p:nvPr/>
        </p:nvSpPr>
        <p:spPr>
          <a:xfrm>
            <a:off x="3139157" y="3704805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6C6390-6512-4110-BE10-AB69F1AF2FE7}"/>
              </a:ext>
            </a:extLst>
          </p:cNvPr>
          <p:cNvCxnSpPr>
            <a:cxnSpLocks/>
            <a:stCxn id="25" idx="3"/>
            <a:endCxn id="6" idx="7"/>
          </p:cNvCxnSpPr>
          <p:nvPr/>
        </p:nvCxnSpPr>
        <p:spPr>
          <a:xfrm flipH="1">
            <a:off x="3655066" y="3564213"/>
            <a:ext cx="379678" cy="212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6D6D4904-89AC-4D18-86B4-17512B890969}"/>
              </a:ext>
            </a:extLst>
          </p:cNvPr>
          <p:cNvSpPr/>
          <p:nvPr/>
        </p:nvSpPr>
        <p:spPr>
          <a:xfrm>
            <a:off x="4764350" y="3721432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47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4271FD-8902-45BD-9F5F-EDE3EB2FC0A4}"/>
              </a:ext>
            </a:extLst>
          </p:cNvPr>
          <p:cNvCxnSpPr>
            <a:cxnSpLocks/>
            <a:stCxn id="25" idx="5"/>
            <a:endCxn id="9" idx="1"/>
          </p:cNvCxnSpPr>
          <p:nvPr/>
        </p:nvCxnSpPr>
        <p:spPr>
          <a:xfrm>
            <a:off x="4462138" y="3564213"/>
            <a:ext cx="390729" cy="229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E2B2179-0172-46F0-9D26-0066A4F23EC9}"/>
              </a:ext>
            </a:extLst>
          </p:cNvPr>
          <p:cNvSpPr/>
          <p:nvPr/>
        </p:nvSpPr>
        <p:spPr>
          <a:xfrm>
            <a:off x="1841897" y="4919668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273659-D8C9-4591-A288-89DC4D1D5132}"/>
              </a:ext>
            </a:extLst>
          </p:cNvPr>
          <p:cNvCxnSpPr>
            <a:cxnSpLocks/>
            <a:stCxn id="6" idx="3"/>
            <a:endCxn id="20" idx="7"/>
          </p:cNvCxnSpPr>
          <p:nvPr/>
        </p:nvCxnSpPr>
        <p:spPr>
          <a:xfrm flipH="1">
            <a:off x="2936673" y="4126382"/>
            <a:ext cx="291001" cy="256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43815FB-DA4B-4395-BD4A-46570963BEA9}"/>
              </a:ext>
            </a:extLst>
          </p:cNvPr>
          <p:cNvSpPr/>
          <p:nvPr/>
        </p:nvSpPr>
        <p:spPr>
          <a:xfrm>
            <a:off x="5814727" y="5585964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49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E2DF6A-9F62-4633-B5A0-9860866AD538}"/>
              </a:ext>
            </a:extLst>
          </p:cNvPr>
          <p:cNvCxnSpPr>
            <a:cxnSpLocks/>
            <a:stCxn id="34" idx="5"/>
            <a:endCxn id="15" idx="1"/>
          </p:cNvCxnSpPr>
          <p:nvPr/>
        </p:nvCxnSpPr>
        <p:spPr>
          <a:xfrm>
            <a:off x="5768341" y="5397323"/>
            <a:ext cx="134902" cy="260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301F96A-0651-4236-9046-11208C16AD55}"/>
              </a:ext>
            </a:extLst>
          </p:cNvPr>
          <p:cNvSpPr/>
          <p:nvPr/>
        </p:nvSpPr>
        <p:spPr>
          <a:xfrm>
            <a:off x="5989980" y="4270754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B4664D-8B35-4CB7-A43B-D9221FF2B9CA}"/>
              </a:ext>
            </a:extLst>
          </p:cNvPr>
          <p:cNvCxnSpPr>
            <a:cxnSpLocks/>
            <a:stCxn id="9" idx="5"/>
            <a:endCxn id="17" idx="1"/>
          </p:cNvCxnSpPr>
          <p:nvPr/>
        </p:nvCxnSpPr>
        <p:spPr>
          <a:xfrm>
            <a:off x="5280259" y="4143009"/>
            <a:ext cx="798237" cy="200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C3FE5C-2CA1-4AA5-8A10-702D35C2094A}"/>
              </a:ext>
            </a:extLst>
          </p:cNvPr>
          <p:cNvCxnSpPr>
            <a:cxnSpLocks/>
            <a:stCxn id="20" idx="3"/>
            <a:endCxn id="11" idx="0"/>
          </p:cNvCxnSpPr>
          <p:nvPr/>
        </p:nvCxnSpPr>
        <p:spPr>
          <a:xfrm flipH="1">
            <a:off x="2144109" y="4732308"/>
            <a:ext cx="365171" cy="187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76398C4-DE72-4A37-9118-A6B703C825F9}"/>
              </a:ext>
            </a:extLst>
          </p:cNvPr>
          <p:cNvSpPr/>
          <p:nvPr/>
        </p:nvSpPr>
        <p:spPr>
          <a:xfrm>
            <a:off x="2420764" y="4310731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22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F6A4070-F2FE-49F7-B757-69C9CDDAEA30}"/>
              </a:ext>
            </a:extLst>
          </p:cNvPr>
          <p:cNvSpPr/>
          <p:nvPr/>
        </p:nvSpPr>
        <p:spPr>
          <a:xfrm>
            <a:off x="3120539" y="4995895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886477-5C8E-4257-9110-DD80AE72AE42}"/>
              </a:ext>
            </a:extLst>
          </p:cNvPr>
          <p:cNvCxnSpPr>
            <a:cxnSpLocks/>
            <a:stCxn id="20" idx="5"/>
            <a:endCxn id="21" idx="0"/>
          </p:cNvCxnSpPr>
          <p:nvPr/>
        </p:nvCxnSpPr>
        <p:spPr>
          <a:xfrm>
            <a:off x="2936673" y="4732308"/>
            <a:ext cx="486078" cy="263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D0F4B657-FD5A-4261-82F2-38802D7F9AF5}"/>
              </a:ext>
            </a:extLst>
          </p:cNvPr>
          <p:cNvSpPr/>
          <p:nvPr/>
        </p:nvSpPr>
        <p:spPr>
          <a:xfrm>
            <a:off x="7060984" y="4903385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55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04AC17-52AD-4CCA-848C-E205BF6DE747}"/>
              </a:ext>
            </a:extLst>
          </p:cNvPr>
          <p:cNvCxnSpPr>
            <a:cxnSpLocks/>
            <a:stCxn id="17" idx="5"/>
            <a:endCxn id="23" idx="0"/>
          </p:cNvCxnSpPr>
          <p:nvPr/>
        </p:nvCxnSpPr>
        <p:spPr>
          <a:xfrm>
            <a:off x="6505889" y="4692331"/>
            <a:ext cx="857308" cy="211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60D8E1FA-2E85-4551-9448-C3035CC305A7}"/>
              </a:ext>
            </a:extLst>
          </p:cNvPr>
          <p:cNvSpPr/>
          <p:nvPr/>
        </p:nvSpPr>
        <p:spPr>
          <a:xfrm>
            <a:off x="3946228" y="3142636"/>
            <a:ext cx="604425" cy="493908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B512FFCF-E5D7-4271-8046-C95DBD3BF611}"/>
              </a:ext>
            </a:extLst>
          </p:cNvPr>
          <p:cNvSpPr/>
          <p:nvPr/>
        </p:nvSpPr>
        <p:spPr>
          <a:xfrm>
            <a:off x="2536120" y="5696728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4AED27-DA3B-427C-9D86-39FB7204892B}"/>
              </a:ext>
            </a:extLst>
          </p:cNvPr>
          <p:cNvCxnSpPr>
            <a:cxnSpLocks/>
            <a:stCxn id="11" idx="5"/>
            <a:endCxn id="26" idx="0"/>
          </p:cNvCxnSpPr>
          <p:nvPr/>
        </p:nvCxnSpPr>
        <p:spPr>
          <a:xfrm>
            <a:off x="2357806" y="5341245"/>
            <a:ext cx="480527" cy="355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DEBAE13A-2FE8-4FEE-9A10-B3886FB31786}"/>
              </a:ext>
            </a:extLst>
          </p:cNvPr>
          <p:cNvSpPr/>
          <p:nvPr/>
        </p:nvSpPr>
        <p:spPr>
          <a:xfrm>
            <a:off x="5252432" y="4975746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A42746-A7F1-4EF9-B4AE-BC39C1CE2DD2}"/>
              </a:ext>
            </a:extLst>
          </p:cNvPr>
          <p:cNvCxnSpPr>
            <a:cxnSpLocks/>
            <a:stCxn id="17" idx="3"/>
            <a:endCxn id="34" idx="0"/>
          </p:cNvCxnSpPr>
          <p:nvPr/>
        </p:nvCxnSpPr>
        <p:spPr>
          <a:xfrm flipH="1">
            <a:off x="5554645" y="4692331"/>
            <a:ext cx="523851" cy="283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152E1A8E-AD37-4BBF-BFB0-06A3FB68795F}"/>
              </a:ext>
            </a:extLst>
          </p:cNvPr>
          <p:cNvSpPr/>
          <p:nvPr/>
        </p:nvSpPr>
        <p:spPr>
          <a:xfrm>
            <a:off x="1412596" y="5659367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6A2DCB-7DD3-422E-A0AC-ADAC32D3F82F}"/>
              </a:ext>
            </a:extLst>
          </p:cNvPr>
          <p:cNvCxnSpPr>
            <a:cxnSpLocks/>
            <a:stCxn id="11" idx="3"/>
            <a:endCxn id="37" idx="0"/>
          </p:cNvCxnSpPr>
          <p:nvPr/>
        </p:nvCxnSpPr>
        <p:spPr>
          <a:xfrm flipH="1">
            <a:off x="1714809" y="5341245"/>
            <a:ext cx="215604" cy="318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9D670B70-F14F-47E0-8CEA-B6A5C9AC88CA}"/>
              </a:ext>
            </a:extLst>
          </p:cNvPr>
          <p:cNvSpPr/>
          <p:nvPr/>
        </p:nvSpPr>
        <p:spPr>
          <a:xfrm>
            <a:off x="7586137" y="5533526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58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544AE0-93C4-4E90-86E7-538405FBA020}"/>
              </a:ext>
            </a:extLst>
          </p:cNvPr>
          <p:cNvCxnSpPr>
            <a:cxnSpLocks/>
            <a:stCxn id="23" idx="5"/>
            <a:endCxn id="46" idx="0"/>
          </p:cNvCxnSpPr>
          <p:nvPr/>
        </p:nvCxnSpPr>
        <p:spPr>
          <a:xfrm>
            <a:off x="7576893" y="5324962"/>
            <a:ext cx="311457" cy="20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57886C13-DEA9-4CA8-9637-9B877D71E14A}"/>
              </a:ext>
            </a:extLst>
          </p:cNvPr>
          <p:cNvSpPr/>
          <p:nvPr/>
        </p:nvSpPr>
        <p:spPr>
          <a:xfrm>
            <a:off x="6451412" y="5555520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18E0B5-C345-45C7-BBBC-55D290A6941A}"/>
              </a:ext>
            </a:extLst>
          </p:cNvPr>
          <p:cNvCxnSpPr>
            <a:cxnSpLocks/>
            <a:stCxn id="23" idx="3"/>
            <a:endCxn id="50" idx="7"/>
          </p:cNvCxnSpPr>
          <p:nvPr/>
        </p:nvCxnSpPr>
        <p:spPr>
          <a:xfrm flipH="1">
            <a:off x="6967321" y="5324962"/>
            <a:ext cx="182179" cy="302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C6B87D8B-73D4-4AD6-9B23-44BCB907FEB2}"/>
              </a:ext>
            </a:extLst>
          </p:cNvPr>
          <p:cNvSpPr/>
          <p:nvPr/>
        </p:nvSpPr>
        <p:spPr>
          <a:xfrm>
            <a:off x="3879395" y="4530699"/>
            <a:ext cx="604425" cy="493908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38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C11656-08C1-4DE6-B676-97B17402DC27}"/>
              </a:ext>
            </a:extLst>
          </p:cNvPr>
          <p:cNvCxnSpPr>
            <a:cxnSpLocks/>
            <a:stCxn id="9" idx="3"/>
            <a:endCxn id="39" idx="7"/>
          </p:cNvCxnSpPr>
          <p:nvPr/>
        </p:nvCxnSpPr>
        <p:spPr>
          <a:xfrm flipH="1">
            <a:off x="4395304" y="4143009"/>
            <a:ext cx="457563" cy="460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3F8CD79A-01D3-402B-A2B0-11349D782E39}"/>
              </a:ext>
            </a:extLst>
          </p:cNvPr>
          <p:cNvSpPr/>
          <p:nvPr/>
        </p:nvSpPr>
        <p:spPr>
          <a:xfrm>
            <a:off x="4440981" y="5054929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D6D936A-80AC-4B65-B6ED-C9A020AFDDA3}"/>
              </a:ext>
            </a:extLst>
          </p:cNvPr>
          <p:cNvCxnSpPr>
            <a:cxnSpLocks/>
            <a:stCxn id="39" idx="5"/>
            <a:endCxn id="43" idx="1"/>
          </p:cNvCxnSpPr>
          <p:nvPr/>
        </p:nvCxnSpPr>
        <p:spPr>
          <a:xfrm>
            <a:off x="4395304" y="4952276"/>
            <a:ext cx="134193" cy="174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5AC6D95E-25B9-4426-877B-440471A1F384}"/>
              </a:ext>
            </a:extLst>
          </p:cNvPr>
          <p:cNvSpPr/>
          <p:nvPr/>
        </p:nvSpPr>
        <p:spPr>
          <a:xfrm>
            <a:off x="3959648" y="5753781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44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30E17EF6-DE7F-429B-9AD0-2CD8CA46EA14}"/>
              </a:ext>
            </a:extLst>
          </p:cNvPr>
          <p:cNvSpPr/>
          <p:nvPr/>
        </p:nvSpPr>
        <p:spPr>
          <a:xfrm>
            <a:off x="4915163" y="5742283"/>
            <a:ext cx="604425" cy="493908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46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62FA11C-B20B-4EBC-899B-A7E65A8E0420}"/>
              </a:ext>
            </a:extLst>
          </p:cNvPr>
          <p:cNvCxnSpPr>
            <a:cxnSpLocks/>
            <a:stCxn id="43" idx="3"/>
            <a:endCxn id="41" idx="0"/>
          </p:cNvCxnSpPr>
          <p:nvPr/>
        </p:nvCxnSpPr>
        <p:spPr>
          <a:xfrm flipH="1">
            <a:off x="4261861" y="5476506"/>
            <a:ext cx="267636" cy="277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0FEB6B9-86AF-4945-B07F-A6BDBD9AAF6F}"/>
              </a:ext>
            </a:extLst>
          </p:cNvPr>
          <p:cNvCxnSpPr>
            <a:cxnSpLocks/>
            <a:stCxn id="43" idx="5"/>
            <a:endCxn id="42" idx="1"/>
          </p:cNvCxnSpPr>
          <p:nvPr/>
        </p:nvCxnSpPr>
        <p:spPr>
          <a:xfrm>
            <a:off x="4956890" y="5476506"/>
            <a:ext cx="46789" cy="338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302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553200" cy="1143000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solidFill>
                  <a:schemeClr val="tx2"/>
                </a:solidFill>
              </a:rPr>
              <a:t>Binary Search Tree - Disadvantages</a:t>
            </a:r>
            <a:endParaRPr lang="en-US" sz="3200" dirty="0"/>
          </a:p>
        </p:txBody>
      </p:sp>
      <p:sp>
        <p:nvSpPr>
          <p:cNvPr id="9" name="Rectangle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99EB874-A8A6-48ED-8F74-6582727D6779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1524000"/>
            <a:ext cx="77724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dirty="0"/>
              <a:t>Unbalanced Binary Search Trees are bad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Worst case Performance is O(n)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No better than sequential searching.</a:t>
            </a:r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  <a:p>
            <a:pPr>
              <a:buFont typeface="Arial" panose="020B0604020202020204" pitchFamily="34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dirty="0"/>
              <a:t>We look at correcting this problem.</a:t>
            </a:r>
          </a:p>
        </p:txBody>
      </p:sp>
    </p:spTree>
    <p:extLst>
      <p:ext uri="{BB962C8B-B14F-4D97-AF65-F5344CB8AC3E}">
        <p14:creationId xmlns:p14="http://schemas.microsoft.com/office/powerpoint/2010/main" val="1861352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BA5FC7-F486-4ACC-89D2-B5A779289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534400" cy="4525963"/>
          </a:xfrm>
        </p:spPr>
        <p:txBody>
          <a:bodyPr/>
          <a:lstStyle/>
          <a:p>
            <a:pPr marL="0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BSTs are used for a lot of applications due to its ordered structure 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BSTs are used for indexing and multi-level indexing in DB.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also helpful to implement various searching algorithms.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helpful in maintaining a sorted stream of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TreeMap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structures offered by high level languages are internally implemented using self-balancing BSTs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0789-C3C0-4449-B29D-4850ACC7BA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Applications of BST</a:t>
            </a:r>
          </a:p>
        </p:txBody>
      </p:sp>
    </p:spTree>
    <p:extLst>
      <p:ext uri="{BB962C8B-B14F-4D97-AF65-F5344CB8AC3E}">
        <p14:creationId xmlns:p14="http://schemas.microsoft.com/office/powerpoint/2010/main" val="3594696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872F34A-99E8-43F6-BCF9-1AA6710D23A8}"/>
              </a:ext>
            </a:extLst>
          </p:cNvPr>
          <p:cNvSpPr/>
          <p:nvPr/>
        </p:nvSpPr>
        <p:spPr>
          <a:xfrm>
            <a:off x="2133600" y="2951946"/>
            <a:ext cx="46863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Additional Reading</a:t>
            </a:r>
          </a:p>
          <a:p>
            <a:pPr algn="ctr"/>
            <a:r>
              <a:rPr lang="en-US" sz="2800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71343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BA5FC7-F486-4ACC-89D2-B5A779289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62087"/>
            <a:ext cx="8610600" cy="5091113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an initially empty binary search tree the following elements (in this order): C A B L M. Draw the tree after each insertion.</a:t>
            </a:r>
          </a:p>
          <a:p>
            <a:pPr marL="457200" indent="-45720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an initially empty binary search tree the following elements (in this order): 30, 40, 23, 58, 48, 26, 11, 13. Draw the tree after each insertion. Delete node 30, 48, 13. Show each step clearly. </a:t>
            </a:r>
          </a:p>
          <a:p>
            <a:pPr marL="457200" indent="-457200" fontAlgn="base"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deleting 6 :</a:t>
            </a:r>
          </a:p>
          <a:p>
            <a:pPr marL="457200" indent="-457200"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0789-C3C0-4449-B29D-4850ACC7BA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Exercises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21D7BC8B-8C9B-4988-A6B1-12DFEF32E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00" y="4248432"/>
            <a:ext cx="423079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44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08AF7A-A24D-467C-BE2D-94CFF3DC543B}"/>
</file>

<file path=customXml/itemProps2.xml><?xml version="1.0" encoding="utf-8"?>
<ds:datastoreItem xmlns:ds="http://schemas.openxmlformats.org/officeDocument/2006/customXml" ds:itemID="{E396D1A0-948D-4CA3-B29F-70776BE1759E}"/>
</file>

<file path=customXml/itemProps3.xml><?xml version="1.0" encoding="utf-8"?>
<ds:datastoreItem xmlns:ds="http://schemas.openxmlformats.org/officeDocument/2006/customXml" ds:itemID="{3C5C20EC-B9CD-43EA-B19E-D7A6F2A36C3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9776</TotalTime>
  <Words>1818</Words>
  <Application>Microsoft Office PowerPoint</Application>
  <PresentationFormat>On-screen Show (4:3)</PresentationFormat>
  <Paragraphs>450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Times New Roman</vt:lpstr>
      <vt:lpstr>Wingdings</vt:lpstr>
      <vt:lpstr>Office Theme</vt:lpstr>
      <vt:lpstr>Data Structures and Algorithms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Harish Aggarwal</cp:lastModifiedBy>
  <cp:revision>716</cp:revision>
  <dcterms:created xsi:type="dcterms:W3CDTF">2011-09-14T09:42:05Z</dcterms:created>
  <dcterms:modified xsi:type="dcterms:W3CDTF">2025-08-28T08:32:07Z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