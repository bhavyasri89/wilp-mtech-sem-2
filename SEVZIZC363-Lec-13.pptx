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60" r:id="rId2"/>
    <p:sldId id="257" r:id="rId3"/>
    <p:sldId id="1496" r:id="rId4"/>
    <p:sldId id="601" r:id="rId5"/>
    <p:sldId id="1497" r:id="rId6"/>
    <p:sldId id="269" r:id="rId7"/>
    <p:sldId id="491" r:id="rId8"/>
    <p:sldId id="1498" r:id="rId9"/>
    <p:sldId id="1500" r:id="rId10"/>
    <p:sldId id="1501" r:id="rId11"/>
    <p:sldId id="1502" r:id="rId12"/>
    <p:sldId id="526" r:id="rId13"/>
    <p:sldId id="527" r:id="rId14"/>
    <p:sldId id="528" r:id="rId15"/>
    <p:sldId id="532" r:id="rId16"/>
    <p:sldId id="529" r:id="rId17"/>
    <p:sldId id="530" r:id="rId18"/>
    <p:sldId id="531" r:id="rId19"/>
    <p:sldId id="533" r:id="rId20"/>
    <p:sldId id="534" r:id="rId21"/>
    <p:sldId id="535" r:id="rId22"/>
    <p:sldId id="536" r:id="rId23"/>
    <p:sldId id="1503" r:id="rId24"/>
    <p:sldId id="1505" r:id="rId25"/>
    <p:sldId id="1504" r:id="rId26"/>
    <p:sldId id="1506" r:id="rId27"/>
    <p:sldId id="1507" r:id="rId28"/>
    <p:sldId id="1508" r:id="rId29"/>
    <p:sldId id="1509" r:id="rId30"/>
    <p:sldId id="1510" r:id="rId31"/>
    <p:sldId id="1511" r:id="rId32"/>
    <p:sldId id="1512" r:id="rId33"/>
    <p:sldId id="1513"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7C18207-F25A-4EAF-AFF7-23242646E77D}">
          <p14:sldIdLst>
            <p14:sldId id="260"/>
            <p14:sldId id="257"/>
            <p14:sldId id="1496"/>
            <p14:sldId id="601"/>
            <p14:sldId id="1497"/>
            <p14:sldId id="269"/>
            <p14:sldId id="491"/>
            <p14:sldId id="1498"/>
            <p14:sldId id="1500"/>
            <p14:sldId id="1501"/>
            <p14:sldId id="1502"/>
            <p14:sldId id="526"/>
            <p14:sldId id="527"/>
            <p14:sldId id="528"/>
            <p14:sldId id="532"/>
            <p14:sldId id="529"/>
            <p14:sldId id="530"/>
            <p14:sldId id="531"/>
            <p14:sldId id="533"/>
            <p14:sldId id="534"/>
            <p14:sldId id="535"/>
            <p14:sldId id="536"/>
            <p14:sldId id="1503"/>
            <p14:sldId id="1505"/>
            <p14:sldId id="1504"/>
            <p14:sldId id="1506"/>
            <p14:sldId id="1507"/>
            <p14:sldId id="1508"/>
            <p14:sldId id="1509"/>
            <p14:sldId id="1510"/>
            <p14:sldId id="1511"/>
            <p14:sldId id="1512"/>
            <p14:sldId id="1513"/>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11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5" d="100"/>
          <a:sy n="95" d="100"/>
        </p:scale>
        <p:origin x="1986" y="30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8" d="100"/>
          <a:sy n="88" d="100"/>
        </p:scale>
        <p:origin x="3822" y="6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B4E8DC-0834-4650-9D61-C4E340743F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DAC8CB-8A01-44F9-850C-16FE848F51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6AC79B6-C1D5-4ED8-A556-C696C4587616}" type="datetimeFigureOut">
              <a:rPr lang="en-US" smtClean="0"/>
              <a:t>10/26/2025</a:t>
            </a:fld>
            <a:endParaRPr lang="en-US"/>
          </a:p>
        </p:txBody>
      </p:sp>
      <p:sp>
        <p:nvSpPr>
          <p:cNvPr id="4" name="Footer Placeholder 3">
            <a:extLst>
              <a:ext uri="{FF2B5EF4-FFF2-40B4-BE49-F238E27FC236}">
                <a16:creationId xmlns:a16="http://schemas.microsoft.com/office/drawing/2014/main" id="{87148502-FD76-4E89-AE94-AA0CB984F0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FF28A08-D39B-4959-9CF9-CD46C1288B9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62BC3D-0DAC-4FAD-B9FD-6500134C6962}" type="slidenum">
              <a:rPr lang="en-US" smtClean="0"/>
              <a:t>‹#›</a:t>
            </a:fld>
            <a:endParaRPr lang="en-US"/>
          </a:p>
        </p:txBody>
      </p:sp>
    </p:spTree>
    <p:extLst>
      <p:ext uri="{BB962C8B-B14F-4D97-AF65-F5344CB8AC3E}">
        <p14:creationId xmlns:p14="http://schemas.microsoft.com/office/powerpoint/2010/main" val="16969129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54E17E-ACDA-4D33-BCAE-677FB616DBEF}" type="datetimeFigureOut">
              <a:rPr lang="en-IN" smtClean="0"/>
              <a:pPr/>
              <a:t>26-10-2025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8CD-08CE-4BE9-82DB-405CF9CCA283}" type="slidenum">
              <a:rPr lang="en-IN" smtClean="0"/>
              <a:pPr/>
              <a:t>‹#›</a:t>
            </a:fld>
            <a:endParaRPr lang="en-IN"/>
          </a:p>
        </p:txBody>
      </p:sp>
    </p:spTree>
    <p:extLst>
      <p:ext uri="{BB962C8B-B14F-4D97-AF65-F5344CB8AC3E}">
        <p14:creationId xmlns:p14="http://schemas.microsoft.com/office/powerpoint/2010/main" val="1883785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a:blip r:embed="rId2"/>
          <a:stretch>
            <a:fillRect/>
          </a:stretch>
        </a:blipFill>
        <a:effectLst/>
      </p:bgPr>
    </p:bg>
    <p:spTree>
      <p:nvGrpSpPr>
        <p:cNvPr id="1" name=""/>
        <p:cNvGrpSpPr/>
        <p:nvPr/>
      </p:nvGrpSpPr>
      <p:grpSpPr>
        <a:xfrm>
          <a:off x="0" y="0"/>
          <a:ext cx="0" cy="0"/>
          <a:chOff x="0" y="0"/>
          <a:chExt cx="0" cy="0"/>
        </a:xfrm>
      </p:grpSpPr>
      <p:sp>
        <p:nvSpPr>
          <p:cNvPr id="7" name="Rectangle 6"/>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nchorCtr="0"/>
          <a:lstStyle/>
          <a:p>
            <a:pPr algn="l"/>
            <a:endParaRPr lang="en-US" sz="1800" dirty="0">
              <a:latin typeface="Arial" pitchFamily="34" charset="0"/>
              <a:cs typeface="Arial" pitchFamily="34" charset="0"/>
            </a:endParaRPr>
          </a:p>
        </p:txBody>
      </p:sp>
      <p:sp>
        <p:nvSpPr>
          <p:cNvPr id="22" name="Rectangle 21"/>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4" name="Rectangle 23"/>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26" name="Picture 25"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32" name="Group 31"/>
          <p:cNvGrpSpPr/>
          <p:nvPr userDrawn="1"/>
        </p:nvGrpSpPr>
        <p:grpSpPr>
          <a:xfrm>
            <a:off x="-76200" y="5257800"/>
            <a:ext cx="2209800" cy="685800"/>
            <a:chOff x="76200" y="2209800"/>
            <a:chExt cx="2209800" cy="685800"/>
          </a:xfrm>
        </p:grpSpPr>
        <p:sp>
          <p:nvSpPr>
            <p:cNvPr id="30" name="TextBox 29"/>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31" name="TextBox 30"/>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11"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2" name="Date Placeholder 1">
            <a:extLst>
              <a:ext uri="{FF2B5EF4-FFF2-40B4-BE49-F238E27FC236}">
                <a16:creationId xmlns:a16="http://schemas.microsoft.com/office/drawing/2014/main" id="{A389C1E6-9A33-4660-8215-AD7CFB9E25A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F30A9E00-0706-4B0C-9543-052F617689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93FD4A-D7E4-4CFD-9684-6D45C1BA16FA}"/>
              </a:ext>
            </a:extLst>
          </p:cNvPr>
          <p:cNvSpPr>
            <a:spLocks noGrp="1"/>
          </p:cNvSpPr>
          <p:nvPr>
            <p:ph type="sldNum" sz="quarter" idx="12"/>
          </p:nvPr>
        </p:nvSpPr>
        <p:spPr>
          <a:xfrm>
            <a:off x="7206762" y="6356352"/>
            <a:ext cx="1937238"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rotWithShape="1">
          <a:blip r:embed="rId2"/>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9" name="Picture 8" descr="BITS_university_logo_whitevert.png"/>
          <p:cNvPicPr>
            <a:picLocks noChangeAspect="1"/>
          </p:cNvPicPr>
          <p:nvPr userDrawn="1"/>
        </p:nvPicPr>
        <p:blipFill rotWithShape="1">
          <a:blip r:embed="rId3">
            <a:extLst>
              <a:ext uri="{28A0092B-C50C-407E-A947-70E740481C1C}">
                <a14:useLocalDpi xmlns:a14="http://schemas.microsoft.com/office/drawing/2010/main" val="0"/>
              </a:ext>
            </a:extLst>
          </a:blip>
          <a:srcRect t="2" b="28592"/>
          <a:stretch/>
        </p:blipFill>
        <p:spPr>
          <a:xfrm>
            <a:off x="76200" y="3352800"/>
            <a:ext cx="2057400" cy="1980000"/>
          </a:xfrm>
          <a:prstGeom prst="rect">
            <a:avLst/>
          </a:prstGeom>
        </p:spPr>
      </p:pic>
      <p:grpSp>
        <p:nvGrpSpPr>
          <p:cNvPr id="10"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a:t>Presenter details comes here</a:t>
            </a:r>
          </a:p>
          <a:p>
            <a:pPr lvl="0"/>
            <a:r>
              <a:rPr lang="en-GB" dirty="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a:t>Please enter the presentation title here</a:t>
            </a:r>
            <a:endParaRPr lang="en-US" dirty="0"/>
          </a:p>
        </p:txBody>
      </p:sp>
      <p:sp>
        <p:nvSpPr>
          <p:cNvPr id="3" name="Date Placeholder 2">
            <a:extLst>
              <a:ext uri="{FF2B5EF4-FFF2-40B4-BE49-F238E27FC236}">
                <a16:creationId xmlns:a16="http://schemas.microsoft.com/office/drawing/2014/main" id="{EF140E3B-903D-44FF-B76A-1A74F8CAA9C3}"/>
              </a:ext>
            </a:extLst>
          </p:cNvPr>
          <p:cNvSpPr>
            <a:spLocks noGrp="1"/>
          </p:cNvSpPr>
          <p:nvPr>
            <p:ph type="dt" sz="half" idx="14"/>
          </p:nvPr>
        </p:nvSpPr>
        <p:spPr/>
        <p:txBody>
          <a:bodyPr/>
          <a:lstStyle/>
          <a:p>
            <a:endParaRPr lang="en-US"/>
          </a:p>
        </p:txBody>
      </p:sp>
      <p:sp>
        <p:nvSpPr>
          <p:cNvPr id="13" name="Footer Placeholder 12">
            <a:extLst>
              <a:ext uri="{FF2B5EF4-FFF2-40B4-BE49-F238E27FC236}">
                <a16:creationId xmlns:a16="http://schemas.microsoft.com/office/drawing/2014/main" id="{9AF849AF-005D-45B2-8B61-4DDF84849F36}"/>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B81B6769-8356-43BB-A576-AD606E333014}"/>
              </a:ext>
            </a:extLst>
          </p:cNvPr>
          <p:cNvSpPr>
            <a:spLocks noGrp="1"/>
          </p:cNvSpPr>
          <p:nvPr>
            <p:ph type="sldNum" sz="quarter" idx="16"/>
          </p:nvPr>
        </p:nvSpPr>
        <p:spPr>
          <a:xfrm>
            <a:off x="7315200" y="6340477"/>
            <a:ext cx="18288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113624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5" name="Picture 14" descr="Picture 7.png"/>
          <p:cNvPicPr>
            <a:picLocks noChangeAspect="1"/>
          </p:cNvPicPr>
          <p:nvPr userDrawn="1"/>
        </p:nvPicPr>
        <p:blipFill>
          <a:blip r:embed="rId3" cstate="print"/>
          <a:srcRect l="1923" b="5336"/>
          <a:stretch>
            <a:fillRect/>
          </a:stretch>
        </p:blipFill>
        <p:spPr>
          <a:xfrm>
            <a:off x="6629401"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a:t>Topic headings here </a:t>
            </a:r>
          </a:p>
          <a:p>
            <a:pPr lvl="0"/>
            <a:r>
              <a:rPr lang="en-US" dirty="0"/>
              <a:t>(separator - can run in two lines)</a:t>
            </a:r>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nvGrpSpPr>
          <p:cNvPr id="1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a:solidFill>
                    <a:srgbClr val="FFFFFF"/>
                  </a:solidFill>
                  <a:latin typeface="Arial"/>
                  <a:cs typeface="Arial"/>
                </a:rPr>
                <a:t>Pilani | Dubai</a:t>
              </a:r>
              <a:r>
                <a:rPr lang="en-US" sz="900" spc="-150" baseline="0" dirty="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2" name="Date Placeholder 1">
            <a:extLst>
              <a:ext uri="{FF2B5EF4-FFF2-40B4-BE49-F238E27FC236}">
                <a16:creationId xmlns:a16="http://schemas.microsoft.com/office/drawing/2014/main" id="{FF33449E-F921-4097-ACEB-2539608ECFE2}"/>
              </a:ext>
            </a:extLst>
          </p:cNvPr>
          <p:cNvSpPr>
            <a:spLocks noGrp="1"/>
          </p:cNvSpPr>
          <p:nvPr>
            <p:ph type="dt" sz="half" idx="11"/>
          </p:nvPr>
        </p:nvSpPr>
        <p:spPr/>
        <p:txBody>
          <a:bodyPr/>
          <a:lstStyle/>
          <a:p>
            <a:endParaRPr lang="en-US"/>
          </a:p>
        </p:txBody>
      </p:sp>
      <p:sp>
        <p:nvSpPr>
          <p:cNvPr id="3" name="Footer Placeholder 2">
            <a:extLst>
              <a:ext uri="{FF2B5EF4-FFF2-40B4-BE49-F238E27FC236}">
                <a16:creationId xmlns:a16="http://schemas.microsoft.com/office/drawing/2014/main" id="{4CFB3AF7-233A-45D2-85EE-5EC3FDF5EF5F}"/>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C3ED4B6A-FADE-4F8D-8A09-32D7B65878C5}"/>
              </a:ext>
            </a:extLst>
          </p:cNvPr>
          <p:cNvSpPr>
            <a:spLocks noGrp="1"/>
          </p:cNvSpPr>
          <p:nvPr>
            <p:ph type="sldNum" sz="quarter" idx="13"/>
          </p:nvPr>
        </p:nvSpPr>
        <p:spPr>
          <a:xfrm>
            <a:off x="7010400" y="6313490"/>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9"/>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3"/>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6" name="Picture 15"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grpSp>
        <p:nvGrpSpPr>
          <p:cNvPr id="19" name="Group 18"/>
          <p:cNvGrpSpPr/>
          <p:nvPr userDrawn="1"/>
        </p:nvGrpSpPr>
        <p:grpSpPr>
          <a:xfrm>
            <a:off x="2133600" y="6558114"/>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3" name="Group 22"/>
          <p:cNvGrpSpPr/>
          <p:nvPr userDrawn="1"/>
        </p:nvGrpSpPr>
        <p:grpSpPr>
          <a:xfrm>
            <a:off x="0" y="1295402"/>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endParaRPr lang="en-US"/>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endParaRPr lang="en-US" dirty="0"/>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6959067" y="6113943"/>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17" name="Picture 16"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3" name="Content Placeholder 2"/>
          <p:cNvSpPr>
            <a:spLocks noGrp="1"/>
          </p:cNvSpPr>
          <p:nvPr userDrawn="1">
            <p:ph sz="half" idx="1" hasCustomPrompt="1"/>
          </p:nvPr>
        </p:nvSpPr>
        <p:spPr>
          <a:xfrm>
            <a:off x="457200" y="1600202"/>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endParaRPr lang="en-US" dirty="0"/>
          </a:p>
        </p:txBody>
      </p:sp>
      <p:sp>
        <p:nvSpPr>
          <p:cNvPr id="4" name="Content Placeholder 3"/>
          <p:cNvSpPr>
            <a:spLocks noGrp="1"/>
          </p:cNvSpPr>
          <p:nvPr userDrawn="1">
            <p:ph sz="half" idx="2" hasCustomPrompt="1"/>
          </p:nvPr>
        </p:nvSpPr>
        <p:spPr>
          <a:xfrm>
            <a:off x="4953000" y="1600202"/>
            <a:ext cx="4038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lvl="1"/>
            <a:endParaRPr lang="en-US" dirty="0"/>
          </a:p>
          <a:p>
            <a:pPr lvl="1"/>
            <a:endParaRPr lang="en-US" dirty="0"/>
          </a:p>
        </p:txBody>
      </p:sp>
      <p:sp>
        <p:nvSpPr>
          <p:cNvPr id="19" name="Content Placeholder 18"/>
          <p:cNvSpPr>
            <a:spLocks noGrp="1"/>
          </p:cNvSpPr>
          <p:nvPr userDrawn="1">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2"/>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9" name="Group 28"/>
          <p:cNvGrpSpPr/>
          <p:nvPr userDrawn="1"/>
        </p:nvGrpSpPr>
        <p:grpSpPr>
          <a:xfrm>
            <a:off x="2133600" y="6553202"/>
            <a:ext cx="7010400" cy="45719"/>
            <a:chOff x="1905000" y="6553200"/>
            <a:chExt cx="7010400" cy="45719"/>
          </a:xfrm>
        </p:grpSpPr>
        <p:sp>
          <p:nvSpPr>
            <p:cNvPr id="30" name="Rectangle 2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1" name="Rectangle 3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sp>
        <p:nvSpPr>
          <p:cNvPr id="33" name="TextBox 32"/>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6ED4B0F8-D031-4A9E-92CA-E8B9C130C62F}"/>
              </a:ext>
            </a:extLst>
          </p:cNvPr>
          <p:cNvSpPr>
            <a:spLocks noGrp="1"/>
          </p:cNvSpPr>
          <p:nvPr>
            <p:ph type="dt" sz="half" idx="11"/>
          </p:nvPr>
        </p:nvSpPr>
        <p:spPr/>
        <p:txBody>
          <a:bodyPr/>
          <a:lstStyle/>
          <a:p>
            <a:endParaRPr lang="en-US"/>
          </a:p>
        </p:txBody>
      </p:sp>
      <p:sp>
        <p:nvSpPr>
          <p:cNvPr id="5" name="Footer Placeholder 4">
            <a:extLst>
              <a:ext uri="{FF2B5EF4-FFF2-40B4-BE49-F238E27FC236}">
                <a16:creationId xmlns:a16="http://schemas.microsoft.com/office/drawing/2014/main" id="{B7088829-EECA-49B6-9EB3-BCB216DDBB94}"/>
              </a:ext>
            </a:extLst>
          </p:cNvPr>
          <p:cNvSpPr>
            <a:spLocks noGrp="1"/>
          </p:cNvSpPr>
          <p:nvPr>
            <p:ph type="ftr" sz="quarter" idx="12"/>
          </p:nvPr>
        </p:nvSpPr>
        <p:spPr/>
        <p:txBody>
          <a:bodyPr/>
          <a:lstStyle/>
          <a:p>
            <a:endParaRPr lang="en-US"/>
          </a:p>
        </p:txBody>
      </p:sp>
      <p:sp>
        <p:nvSpPr>
          <p:cNvPr id="6" name="Slide Number Placeholder 5">
            <a:extLst>
              <a:ext uri="{FF2B5EF4-FFF2-40B4-BE49-F238E27FC236}">
                <a16:creationId xmlns:a16="http://schemas.microsoft.com/office/drawing/2014/main" id="{27A03438-FC3D-42A9-8AF7-A14C2054D949}"/>
              </a:ext>
            </a:extLst>
          </p:cNvPr>
          <p:cNvSpPr>
            <a:spLocks noGrp="1"/>
          </p:cNvSpPr>
          <p:nvPr>
            <p:ph type="sldNum" sz="quarter" idx="13"/>
          </p:nvPr>
        </p:nvSpPr>
        <p:spPr>
          <a:xfrm>
            <a:off x="6972300" y="6142576"/>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2"/>
            <a:ext cx="4040188"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62201"/>
            <a:ext cx="4040188"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2"/>
            <a:ext cx="4041775"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362201"/>
            <a:ext cx="4041775"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11" name="Group 10"/>
          <p:cNvGrpSpPr/>
          <p:nvPr userDrawn="1"/>
        </p:nvGrpSpPr>
        <p:grpSpPr>
          <a:xfrm>
            <a:off x="0" y="1295402"/>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16" name="Group 15"/>
          <p:cNvGrpSpPr/>
          <p:nvPr userDrawn="1"/>
        </p:nvGrpSpPr>
        <p:grpSpPr>
          <a:xfrm>
            <a:off x="2133600" y="6553202"/>
            <a:ext cx="7010400" cy="45719"/>
            <a:chOff x="1905000" y="6553200"/>
            <a:chExt cx="7010400" cy="45719"/>
          </a:xfrm>
        </p:grpSpPr>
        <p:sp>
          <p:nvSpPr>
            <p:cNvPr id="17" name="Rectangle 1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8" name="Rectangle 1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9" name="Rectangle 1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20" name="Picture 19"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21" name="TextBox 20"/>
          <p:cNvSpPr txBox="1"/>
          <p:nvPr userDrawn="1"/>
        </p:nvSpPr>
        <p:spPr>
          <a:xfrm>
            <a:off x="3314700" y="6598919"/>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2" name="Slide Number Placeholder 5">
            <a:extLst>
              <a:ext uri="{FF2B5EF4-FFF2-40B4-BE49-F238E27FC236}">
                <a16:creationId xmlns:a16="http://schemas.microsoft.com/office/drawing/2014/main" id="{79A58594-808C-449C-B483-BE1860649E7F}"/>
              </a:ext>
            </a:extLst>
          </p:cNvPr>
          <p:cNvSpPr>
            <a:spLocks noGrp="1"/>
          </p:cNvSpPr>
          <p:nvPr>
            <p:ph type="sldNum" sz="quarter" idx="13"/>
          </p:nvPr>
        </p:nvSpPr>
        <p:spPr>
          <a:xfrm>
            <a:off x="6972300" y="6142576"/>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2"/>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11" name="Group 10"/>
          <p:cNvGrpSpPr/>
          <p:nvPr userDrawn="1"/>
        </p:nvGrpSpPr>
        <p:grpSpPr>
          <a:xfrm>
            <a:off x="2133600" y="6553202"/>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5" name="Picture 14"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445DD9E3-F004-45EE-BC53-8795F8E8816A}"/>
              </a:ext>
            </a:extLst>
          </p:cNvPr>
          <p:cNvSpPr>
            <a:spLocks noGrp="1"/>
          </p:cNvSpPr>
          <p:nvPr>
            <p:ph type="dt" sz="half" idx="11"/>
          </p:nvPr>
        </p:nvSpPr>
        <p:spPr/>
        <p:txBody>
          <a:bodyPr/>
          <a:lstStyle/>
          <a:p>
            <a:endParaRPr lang="en-US"/>
          </a:p>
        </p:txBody>
      </p:sp>
      <p:sp>
        <p:nvSpPr>
          <p:cNvPr id="3" name="Footer Placeholder 2">
            <a:extLst>
              <a:ext uri="{FF2B5EF4-FFF2-40B4-BE49-F238E27FC236}">
                <a16:creationId xmlns:a16="http://schemas.microsoft.com/office/drawing/2014/main" id="{2EFC770E-EF70-4FCE-A166-B9462D1C0F8B}"/>
              </a:ext>
            </a:extLst>
          </p:cNvPr>
          <p:cNvSpPr>
            <a:spLocks noGrp="1"/>
          </p:cNvSpPr>
          <p:nvPr>
            <p:ph type="ftr" sz="quarter" idx="12"/>
          </p:nvPr>
        </p:nvSpPr>
        <p:spPr/>
        <p:txBody>
          <a:bodyPr/>
          <a:lstStyle/>
          <a:p>
            <a:endParaRPr lang="en-US"/>
          </a:p>
        </p:txBody>
      </p:sp>
      <p:sp>
        <p:nvSpPr>
          <p:cNvPr id="4" name="Slide Number Placeholder 3">
            <a:extLst>
              <a:ext uri="{FF2B5EF4-FFF2-40B4-BE49-F238E27FC236}">
                <a16:creationId xmlns:a16="http://schemas.microsoft.com/office/drawing/2014/main" id="{B55FC222-269D-47E2-8242-B002730600B0}"/>
              </a:ext>
            </a:extLst>
          </p:cNvPr>
          <p:cNvSpPr>
            <a:spLocks noGrp="1"/>
          </p:cNvSpPr>
          <p:nvPr>
            <p:ph type="sldNum" sz="quarter" idx="13"/>
          </p:nvPr>
        </p:nvSpPr>
        <p:spPr>
          <a:xfrm>
            <a:off x="7010400" y="6217262"/>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2"/>
            <a:ext cx="5111750"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600202"/>
            <a:ext cx="3008313"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9" name="Group 8"/>
          <p:cNvGrpSpPr/>
          <p:nvPr userDrawn="1"/>
        </p:nvGrpSpPr>
        <p:grpSpPr>
          <a:xfrm>
            <a:off x="0" y="1295402"/>
            <a:ext cx="7010400" cy="45719"/>
            <a:chOff x="1905000" y="6553200"/>
            <a:chExt cx="7010400" cy="45719"/>
          </a:xfrm>
        </p:grpSpPr>
        <p:sp>
          <p:nvSpPr>
            <p:cNvPr id="10" name="Rectangle 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2" name="Rectangle 1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14" name="Group 13"/>
          <p:cNvGrpSpPr/>
          <p:nvPr userDrawn="1"/>
        </p:nvGrpSpPr>
        <p:grpSpPr>
          <a:xfrm>
            <a:off x="2133600" y="6553202"/>
            <a:ext cx="7010400" cy="45719"/>
            <a:chOff x="1905000" y="6553200"/>
            <a:chExt cx="7010400" cy="45719"/>
          </a:xfrm>
        </p:grpSpPr>
        <p:sp>
          <p:nvSpPr>
            <p:cNvPr id="15" name="Rectangle 14"/>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7" name="Rectangle 16"/>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8" name="Picture 17"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19" name="TextBox 18"/>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2" name="Date Placeholder 1">
            <a:extLst>
              <a:ext uri="{FF2B5EF4-FFF2-40B4-BE49-F238E27FC236}">
                <a16:creationId xmlns:a16="http://schemas.microsoft.com/office/drawing/2014/main" id="{0074CF8A-883F-4144-AB15-923DF648E0CE}"/>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FA6C6268-F619-48BB-933B-E115CE93C624}"/>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CFC9EFE8-733E-4AFB-BDAB-0CE5D93733CF}"/>
              </a:ext>
            </a:extLst>
          </p:cNvPr>
          <p:cNvSpPr>
            <a:spLocks noGrp="1"/>
          </p:cNvSpPr>
          <p:nvPr>
            <p:ph type="sldNum" sz="quarter" idx="16"/>
          </p:nvPr>
        </p:nvSpPr>
        <p:spPr>
          <a:xfrm>
            <a:off x="7010400" y="6206027"/>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5407025"/>
            <a:ext cx="5486400" cy="304800"/>
          </a:xfrm>
        </p:spPr>
        <p:txBody>
          <a:bodyPr anchor="b">
            <a:normAutofit/>
          </a:bodyPr>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1792288" y="1828800"/>
            <a:ext cx="54864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711825"/>
            <a:ext cx="54864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6" name="Group 5"/>
          <p:cNvGrpSpPr/>
          <p:nvPr userDrawn="1"/>
        </p:nvGrpSpPr>
        <p:grpSpPr>
          <a:xfrm>
            <a:off x="0" y="1295402"/>
            <a:ext cx="7010400" cy="45719"/>
            <a:chOff x="1905000" y="6553200"/>
            <a:chExt cx="7010400" cy="45719"/>
          </a:xfrm>
        </p:grpSpPr>
        <p:sp>
          <p:nvSpPr>
            <p:cNvPr id="7" name="Rectangle 6"/>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8" name="Rectangle 7"/>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11" name="Group 10"/>
          <p:cNvGrpSpPr/>
          <p:nvPr userDrawn="1"/>
        </p:nvGrpSpPr>
        <p:grpSpPr>
          <a:xfrm>
            <a:off x="2133600" y="6553202"/>
            <a:ext cx="7010400" cy="45719"/>
            <a:chOff x="1905000" y="6553200"/>
            <a:chExt cx="7010400" cy="45719"/>
          </a:xfrm>
        </p:grpSpPr>
        <p:sp>
          <p:nvSpPr>
            <p:cNvPr id="12" name="Rectangle 11"/>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3" name="Rectangle 12"/>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4" name="Rectangle 13"/>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5" name="Picture 14"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16" name="TextBox 15"/>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0" name="Date Placeholder 9">
            <a:extLst>
              <a:ext uri="{FF2B5EF4-FFF2-40B4-BE49-F238E27FC236}">
                <a16:creationId xmlns:a16="http://schemas.microsoft.com/office/drawing/2014/main" id="{FB6E1B0A-851E-4A0C-B89D-3CC106FF0C5B}"/>
              </a:ext>
            </a:extLst>
          </p:cNvPr>
          <p:cNvSpPr>
            <a:spLocks noGrp="1"/>
          </p:cNvSpPr>
          <p:nvPr>
            <p:ph type="dt" sz="half" idx="11"/>
          </p:nvPr>
        </p:nvSpPr>
        <p:spPr/>
        <p:txBody>
          <a:bodyPr/>
          <a:lstStyle/>
          <a:p>
            <a:endParaRPr lang="en-US"/>
          </a:p>
        </p:txBody>
      </p:sp>
      <p:sp>
        <p:nvSpPr>
          <p:cNvPr id="17" name="Footer Placeholder 16">
            <a:extLst>
              <a:ext uri="{FF2B5EF4-FFF2-40B4-BE49-F238E27FC236}">
                <a16:creationId xmlns:a16="http://schemas.microsoft.com/office/drawing/2014/main" id="{224DB619-8B4A-4430-9A32-51334D35E42E}"/>
              </a:ext>
            </a:extLst>
          </p:cNvPr>
          <p:cNvSpPr>
            <a:spLocks noGrp="1"/>
          </p:cNvSpPr>
          <p:nvPr>
            <p:ph type="ftr" sz="quarter" idx="12"/>
          </p:nvPr>
        </p:nvSpPr>
        <p:spPr/>
        <p:txBody>
          <a:bodyPr/>
          <a:lstStyle/>
          <a:p>
            <a:endParaRPr lang="en-US"/>
          </a:p>
        </p:txBody>
      </p:sp>
      <p:sp>
        <p:nvSpPr>
          <p:cNvPr id="18" name="Slide Number Placeholder 17">
            <a:extLst>
              <a:ext uri="{FF2B5EF4-FFF2-40B4-BE49-F238E27FC236}">
                <a16:creationId xmlns:a16="http://schemas.microsoft.com/office/drawing/2014/main" id="{8986382B-03E0-49E8-ABB3-DDB76510459C}"/>
              </a:ext>
            </a:extLst>
          </p:cNvPr>
          <p:cNvSpPr>
            <a:spLocks noGrp="1"/>
          </p:cNvSpPr>
          <p:nvPr>
            <p:ph type="sldNum" sz="quarter" idx="13"/>
          </p:nvPr>
        </p:nvSpPr>
        <p:spPr>
          <a:xfrm>
            <a:off x="7010400" y="6210936"/>
            <a:ext cx="2133600" cy="365125"/>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20" name="Group 19"/>
          <p:cNvGrpSpPr/>
          <p:nvPr userDrawn="1"/>
        </p:nvGrpSpPr>
        <p:grpSpPr>
          <a:xfrm>
            <a:off x="0" y="1295402"/>
            <a:ext cx="7010400" cy="45719"/>
            <a:chOff x="1905000" y="6553200"/>
            <a:chExt cx="7010400" cy="45719"/>
          </a:xfrm>
        </p:grpSpPr>
        <p:sp>
          <p:nvSpPr>
            <p:cNvPr id="21" name="Rectangle 20"/>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Rectangle 2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Rectangle 22"/>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grpSp>
        <p:nvGrpSpPr>
          <p:cNvPr id="25" name="Group 24"/>
          <p:cNvGrpSpPr/>
          <p:nvPr userDrawn="1"/>
        </p:nvGrpSpPr>
        <p:grpSpPr>
          <a:xfrm>
            <a:off x="2133600" y="6553202"/>
            <a:ext cx="7010400" cy="45719"/>
            <a:chOff x="1905000" y="6553200"/>
            <a:chExt cx="7010400" cy="45719"/>
          </a:xfrm>
        </p:grpSpPr>
        <p:sp>
          <p:nvSpPr>
            <p:cNvPr id="26" name="Rectangle 25"/>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7" name="Rectangle 26"/>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Rectangle 27"/>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29" name="Picture 28" descr="Picture 7.png"/>
          <p:cNvPicPr>
            <a:picLocks noChangeAspect="1"/>
          </p:cNvPicPr>
          <p:nvPr userDrawn="1"/>
        </p:nvPicPr>
        <p:blipFill>
          <a:blip r:embed="rId2" cstate="print"/>
          <a:srcRect l="1923" b="5336"/>
          <a:stretch>
            <a:fillRect/>
          </a:stretch>
        </p:blipFill>
        <p:spPr>
          <a:xfrm>
            <a:off x="6629401" y="-1"/>
            <a:ext cx="2193193" cy="692697"/>
          </a:xfrm>
          <a:prstGeom prst="rect">
            <a:avLst/>
          </a:prstGeom>
        </p:spPr>
      </p:pic>
      <p:sp>
        <p:nvSpPr>
          <p:cNvPr id="30" name="TextBox 29"/>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sp>
        <p:nvSpPr>
          <p:cNvPr id="14" name="Slide Number Placeholder 5">
            <a:extLst>
              <a:ext uri="{FF2B5EF4-FFF2-40B4-BE49-F238E27FC236}">
                <a16:creationId xmlns:a16="http://schemas.microsoft.com/office/drawing/2014/main" id="{005D9FA3-A275-4FFC-BD28-8294B363B969}"/>
              </a:ext>
            </a:extLst>
          </p:cNvPr>
          <p:cNvSpPr>
            <a:spLocks noGrp="1"/>
          </p:cNvSpPr>
          <p:nvPr>
            <p:ph type="sldNum" sz="quarter" idx="13"/>
          </p:nvPr>
        </p:nvSpPr>
        <p:spPr>
          <a:xfrm>
            <a:off x="6972300" y="6142576"/>
            <a:ext cx="2133600" cy="403541"/>
          </a:xfrm>
        </p:spPr>
        <p:txBody>
          <a:bodyPr/>
          <a:lstStyle/>
          <a:p>
            <a:fld id="{BC8D7E44-7D4F-4942-A8C9-2DF6BF8399E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1219200" y="38100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hasCustomPrompt="1"/>
          </p:nvPr>
        </p:nvSpPr>
        <p:spPr>
          <a:xfrm rot="5400000">
            <a:off x="5410200" y="2743200"/>
            <a:ext cx="58674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grpSp>
        <p:nvGrpSpPr>
          <p:cNvPr id="8" name="Group 7"/>
          <p:cNvGrpSpPr/>
          <p:nvPr userDrawn="1"/>
        </p:nvGrpSpPr>
        <p:grpSpPr>
          <a:xfrm rot="5400000">
            <a:off x="5006340" y="2567942"/>
            <a:ext cx="51816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grpSp>
      <p:pic>
        <p:nvPicPr>
          <p:cNvPr id="17" name="Picture 16" descr="Picture 7.png"/>
          <p:cNvPicPr>
            <a:picLocks noChangeAspect="1"/>
          </p:cNvPicPr>
          <p:nvPr userDrawn="1"/>
        </p:nvPicPr>
        <p:blipFill>
          <a:blip r:embed="rId2" cstate="print"/>
          <a:srcRect l="1923" b="5336"/>
          <a:stretch>
            <a:fillRect/>
          </a:stretch>
        </p:blipFill>
        <p:spPr>
          <a:xfrm rot="5400000">
            <a:off x="-758714" y="1131249"/>
            <a:ext cx="2193193" cy="692697"/>
          </a:xfrm>
          <a:prstGeom prst="rect">
            <a:avLst/>
          </a:prstGeom>
        </p:spPr>
      </p:pic>
      <p:sp>
        <p:nvSpPr>
          <p:cNvPr id="18" name="TextBox 17"/>
          <p:cNvSpPr txBox="1"/>
          <p:nvPr userDrawn="1"/>
        </p:nvSpPr>
        <p:spPr>
          <a:xfrm rot="5400000">
            <a:off x="-2794428" y="3808884"/>
            <a:ext cx="5867400" cy="230832"/>
          </a:xfrm>
          <a:prstGeom prst="rect">
            <a:avLst/>
          </a:prstGeom>
          <a:noFill/>
        </p:spPr>
        <p:txBody>
          <a:bodyPr wrap="square" rtlCol="0">
            <a:spAutoFit/>
          </a:bodyPr>
          <a:lstStyle/>
          <a:p>
            <a:pPr algn="r"/>
            <a:r>
              <a:rPr lang="en-US" sz="900" b="1" dirty="0">
                <a:solidFill>
                  <a:srgbClr val="101141"/>
                </a:solidFill>
                <a:latin typeface="Arial"/>
                <a:cs typeface="Arial"/>
              </a:rPr>
              <a:t>BITS </a:t>
            </a:r>
            <a:r>
              <a:rPr lang="en-US" sz="900" dirty="0">
                <a:solidFill>
                  <a:srgbClr val="101141"/>
                </a:solidFill>
                <a:latin typeface="Arial"/>
                <a:cs typeface="Arial"/>
              </a:rPr>
              <a:t>Pilani, Deemed</a:t>
            </a:r>
            <a:r>
              <a:rPr lang="en-US" sz="900" baseline="0" dirty="0">
                <a:solidFill>
                  <a:srgbClr val="101141"/>
                </a:solidFill>
                <a:latin typeface="Arial"/>
                <a:cs typeface="Arial"/>
              </a:rPr>
              <a:t> to be University under Section 3 of UGC Act, 1956</a:t>
            </a:r>
            <a:endParaRPr lang="en-US" sz="900" dirty="0">
              <a:solidFill>
                <a:srgbClr val="101141"/>
              </a:solidFill>
              <a:latin typeface="Arial"/>
              <a:cs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04800" y="1493837"/>
            <a:ext cx="82296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2400" u="none" strike="noStrike" kern="1200" cap="none" spc="0" normalizeH="0" noProof="0" dirty="0">
              <a:ln>
                <a:noFill/>
              </a:ln>
              <a:solidFill>
                <a:srgbClr val="101141"/>
              </a:solidFill>
              <a:effectLst/>
              <a:uLnTx/>
              <a:uFillTx/>
              <a:latin typeface="Arial"/>
              <a:cs typeface="Arial"/>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2400" u="none" strike="noStrike" kern="1200" cap="none" spc="0" normalizeH="0" baseline="0" noProof="0" dirty="0" err="1">
                <a:ln>
                  <a:noFill/>
                </a:ln>
                <a:solidFill>
                  <a:srgbClr val="101141"/>
                </a:solidFill>
                <a:effectLst/>
                <a:uLnTx/>
                <a:uFillTx/>
                <a:latin typeface="Arial"/>
                <a:cs typeface="Arial"/>
              </a:rPr>
              <a:t>Lorem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sit </a:t>
            </a:r>
            <a:r>
              <a:rPr kumimoji="0" lang="en-GB" sz="2400" u="none" strike="noStrike" kern="1200" cap="none" spc="0" normalizeH="0" noProof="0" dirty="0" err="1">
                <a:ln>
                  <a:noFill/>
                </a:ln>
                <a:solidFill>
                  <a:srgbClr val="101141"/>
                </a:solidFill>
                <a:effectLst/>
                <a:uLnTx/>
                <a:uFillTx/>
                <a:latin typeface="Arial"/>
                <a:cs typeface="Arial"/>
              </a:rPr>
              <a:t>amet</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dolor</a:t>
            </a:r>
            <a:r>
              <a:rPr kumimoji="0" lang="en-GB" sz="2400" u="none" strike="noStrike" kern="1200" cap="none" spc="0" normalizeH="0" noProof="0" dirty="0">
                <a:ln>
                  <a:noFill/>
                </a:ln>
                <a:solidFill>
                  <a:srgbClr val="101141"/>
                </a:solidFill>
                <a:effectLst/>
                <a:uLnTx/>
                <a:uFillTx/>
                <a:latin typeface="Arial"/>
                <a:cs typeface="Arial"/>
              </a:rPr>
              <a:t> </a:t>
            </a:r>
            <a:r>
              <a:rPr kumimoji="0" lang="en-GB" sz="2400" u="none" strike="noStrike" kern="1200" cap="none" spc="0" normalizeH="0" noProof="0" dirty="0" err="1">
                <a:ln>
                  <a:noFill/>
                </a:ln>
                <a:solidFill>
                  <a:srgbClr val="101141"/>
                </a:solidFill>
                <a:effectLst/>
                <a:uLnTx/>
                <a:uFillTx/>
                <a:latin typeface="Arial"/>
                <a:cs typeface="Arial"/>
              </a:rPr>
              <a:t>ipsum</a:t>
            </a:r>
            <a:r>
              <a:rPr kumimoji="0" lang="en-GB" sz="240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3276600" y="6596390"/>
            <a:ext cx="5867400" cy="261610"/>
          </a:xfrm>
          <a:prstGeom prst="rect">
            <a:avLst/>
          </a:prstGeom>
          <a:noFill/>
        </p:spPr>
        <p:txBody>
          <a:bodyPr wrap="square" rtlCol="0">
            <a:spAutoFit/>
          </a:bodyPr>
          <a:lstStyle/>
          <a:p>
            <a:pPr algn="r"/>
            <a:r>
              <a:rPr lang="en-US" sz="1100" b="1" dirty="0">
                <a:solidFill>
                  <a:srgbClr val="101141"/>
                </a:solidFill>
                <a:latin typeface="Arial"/>
                <a:cs typeface="Arial"/>
              </a:rPr>
              <a:t>BITS </a:t>
            </a:r>
            <a:r>
              <a:rPr lang="en-US" sz="1100" dirty="0">
                <a:solidFill>
                  <a:srgbClr val="101141"/>
                </a:solidFill>
                <a:latin typeface="Arial"/>
                <a:cs typeface="Arial"/>
              </a:rPr>
              <a:t>Pilani, Deemed</a:t>
            </a:r>
            <a:r>
              <a:rPr lang="en-US" sz="1100" baseline="0" dirty="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8112"/>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7" name="Content Placeholder 18"/>
          <p:cNvSpPr>
            <a:spLocks noGrp="1"/>
          </p:cNvSpPr>
          <p:nvPr>
            <p:ph sz="quarter" idx="10" hasCustomPrompt="1"/>
          </p:nvPr>
        </p:nvSpPr>
        <p:spPr>
          <a:xfrm>
            <a:off x="304800" y="152400"/>
            <a:ext cx="6324600" cy="1143000"/>
          </a:xfrm>
        </p:spPr>
        <p:txBody>
          <a:bodyPr anchor="ctr" anchorCtr="0">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dirty="0"/>
              <a:t>Slide heading here and it can run in two lines</a:t>
            </a:r>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4495800" y="6363741"/>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p:txBody>
          <a:bodyPr/>
          <a:lstStyle/>
          <a:p>
            <a:endParaRPr lang="en-US"/>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p:txBody>
          <a:bodyPr/>
          <a:lstStyle/>
          <a:p>
            <a:endParaRPr lang="en-US"/>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7010400" y="6101551"/>
            <a:ext cx="2133600" cy="365125"/>
          </a:xfrm>
        </p:spPr>
        <p:txBody>
          <a:bodyPr/>
          <a:lstStyle/>
          <a:p>
            <a:fld id="{BC8D7E44-7D4F-4942-A8C9-2DF6BF8399E8}" type="slidenum">
              <a:rPr lang="en-US" smtClean="0"/>
              <a:pPr/>
              <a:t>‹#›</a:t>
            </a:fld>
            <a:endParaRPr lang="en-US" dirty="0"/>
          </a:p>
        </p:txBody>
      </p:sp>
    </p:spTree>
    <p:extLst>
      <p:ext uri="{BB962C8B-B14F-4D97-AF65-F5344CB8AC3E}">
        <p14:creationId xmlns:p14="http://schemas.microsoft.com/office/powerpoint/2010/main" val="202117577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hlink"/>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100" b="0" i="0">
                <a:solidFill>
                  <a:srgbClr val="0F1141"/>
                </a:solidFill>
                <a:latin typeface="Arial"/>
                <a:cs typeface="Arial"/>
              </a:defRPr>
            </a:lvl1pPr>
          </a:lstStyle>
          <a:p>
            <a:pPr marL="12700">
              <a:lnSpc>
                <a:spcPct val="100000"/>
              </a:lnSpc>
            </a:pPr>
            <a:r>
              <a:rPr b="1" dirty="0">
                <a:latin typeface="Arial"/>
                <a:cs typeface="Arial"/>
              </a:rPr>
              <a:t>BITS</a:t>
            </a:r>
            <a:r>
              <a:rPr b="1" spc="-15" dirty="0">
                <a:latin typeface="Arial"/>
                <a:cs typeface="Arial"/>
              </a:rPr>
              <a:t> </a:t>
            </a:r>
            <a:r>
              <a:rPr dirty="0"/>
              <a:t>Pilani, Deemed</a:t>
            </a:r>
            <a:r>
              <a:rPr spc="-15" dirty="0"/>
              <a:t> </a:t>
            </a:r>
            <a:r>
              <a:rPr dirty="0"/>
              <a:t>to</a:t>
            </a:r>
            <a:r>
              <a:rPr spc="-35" dirty="0"/>
              <a:t> </a:t>
            </a:r>
            <a:r>
              <a:rPr dirty="0"/>
              <a:t>be</a:t>
            </a:r>
            <a:r>
              <a:rPr spc="-20" dirty="0"/>
              <a:t> </a:t>
            </a:r>
            <a:r>
              <a:rPr dirty="0"/>
              <a:t>University</a:t>
            </a:r>
            <a:r>
              <a:rPr spc="5" dirty="0"/>
              <a:t> </a:t>
            </a:r>
            <a:r>
              <a:rPr dirty="0"/>
              <a:t>under</a:t>
            </a:r>
            <a:r>
              <a:rPr spc="-30" dirty="0"/>
              <a:t> </a:t>
            </a:r>
            <a:r>
              <a:rPr dirty="0"/>
              <a:t>Section</a:t>
            </a:r>
            <a:r>
              <a:rPr spc="-20" dirty="0"/>
              <a:t> </a:t>
            </a:r>
            <a:r>
              <a:rPr dirty="0"/>
              <a:t>3</a:t>
            </a:r>
            <a:r>
              <a:rPr spc="-25" dirty="0"/>
              <a:t> </a:t>
            </a:r>
            <a:r>
              <a:rPr dirty="0"/>
              <a:t>of</a:t>
            </a:r>
            <a:r>
              <a:rPr spc="-25" dirty="0"/>
              <a:t> </a:t>
            </a:r>
            <a:r>
              <a:rPr dirty="0"/>
              <a:t>UGC</a:t>
            </a:r>
            <a:r>
              <a:rPr spc="-25" dirty="0"/>
              <a:t> </a:t>
            </a:r>
            <a:r>
              <a:rPr dirty="0"/>
              <a:t>Act,</a:t>
            </a:r>
            <a:r>
              <a:rPr spc="-30" dirty="0"/>
              <a:t> </a:t>
            </a:r>
            <a:r>
              <a:rPr spc="-20" dirty="0"/>
              <a:t>1956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10/26/2025</a:t>
            </a:fld>
            <a:endParaRPr lang="en-US"/>
          </a:p>
        </p:txBody>
      </p:sp>
      <p:sp>
        <p:nvSpPr>
          <p:cNvPr id="6" name="Holder 6"/>
          <p:cNvSpPr>
            <a:spLocks noGrp="1"/>
          </p:cNvSpPr>
          <p:nvPr>
            <p:ph type="sldNum" sz="quarter" idx="7"/>
          </p:nvPr>
        </p:nvSpPr>
        <p:spPr/>
        <p:txBody>
          <a:bodyPr lIns="0" tIns="0" rIns="0" bIns="0"/>
          <a:lstStyle>
            <a:lvl1pPr>
              <a:defRPr sz="1200" b="0" i="0">
                <a:solidFill>
                  <a:srgbClr val="888888"/>
                </a:solidFill>
                <a:latin typeface="Arial"/>
                <a:cs typeface="Arial"/>
              </a:defRPr>
            </a:lvl1pPr>
          </a:lstStyle>
          <a:p>
            <a:pPr marL="123189">
              <a:lnSpc>
                <a:spcPts val="1425"/>
              </a:lnSpc>
            </a:pPr>
            <a:fld id="{81D60167-4931-47E6-BA6A-407CBD079E47}" type="slidenum">
              <a:rPr spc="-50" dirty="0"/>
              <a:t>‹#›</a:t>
            </a:fld>
            <a:endParaRPr spc="-50" dirty="0"/>
          </a:p>
        </p:txBody>
      </p:sp>
    </p:spTree>
    <p:extLst>
      <p:ext uri="{BB962C8B-B14F-4D97-AF65-F5344CB8AC3E}">
        <p14:creationId xmlns:p14="http://schemas.microsoft.com/office/powerpoint/2010/main" val="2779362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itchFamily="34" charset="0"/>
                <a:cs typeface="Arial" pitchFamily="34" charset="0"/>
              </a:defRPr>
            </a:lvl1pPr>
          </a:lstStyle>
          <a:p>
            <a:endParaRPr lang="en-US"/>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itchFamily="34" charset="0"/>
                <a:cs typeface="Arial" pitchFamily="34" charset="0"/>
              </a:defRPr>
            </a:lvl1pPr>
          </a:lstStyle>
          <a:p>
            <a:endParaRPr lang="en-US"/>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itchFamily="34" charset="0"/>
                <a:cs typeface="Arial" pitchFamily="34" charset="0"/>
              </a:defRPr>
            </a:lvl1pPr>
          </a:lstStyle>
          <a:p>
            <a:fld id="{BC8D7E44-7D4F-4942-A8C9-2DF6BF8399E8}"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52" r:id="rId5"/>
    <p:sldLayoutId id="2147483653" r:id="rId6"/>
    <p:sldLayoutId id="2147483655" r:id="rId7"/>
    <p:sldLayoutId id="2147483656" r:id="rId8"/>
    <p:sldLayoutId id="2147483657" r:id="rId9"/>
    <p:sldLayoutId id="2147483658" r:id="rId10"/>
    <p:sldLayoutId id="2147483659" r:id="rId11"/>
    <p:sldLayoutId id="2147483661" r:id="rId12"/>
    <p:sldLayoutId id="2147483662" r:id="rId13"/>
  </p:sldLayoutIdLst>
  <p:hf hdr="0" ftr="0" dt="0"/>
  <p:txStyles>
    <p:titleStyle>
      <a:lvl1pPr algn="l" defTabSz="914400" rtl="0" eaLnBrk="1" latinLnBrk="0" hangingPunct="1">
        <a:spcBef>
          <a:spcPct val="0"/>
        </a:spcBef>
        <a:buNone/>
        <a:defRPr sz="4000" b="1" kern="1200" spc="-150">
          <a:solidFill>
            <a:schemeClr val="tx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emf"/><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90C164-BD80-4958-B5AD-15C0024F6F1D}"/>
              </a:ext>
            </a:extLst>
          </p:cNvPr>
          <p:cNvSpPr>
            <a:spLocks noGrp="1"/>
          </p:cNvSpPr>
          <p:nvPr>
            <p:ph type="sldNum" sz="quarter" idx="16"/>
          </p:nvPr>
        </p:nvSpPr>
        <p:spPr/>
        <p:txBody>
          <a:bodyPr/>
          <a:lstStyle/>
          <a:p>
            <a:fld id="{BC8D7E44-7D4F-4942-A8C9-2DF6BF8399E8}" type="slidenum">
              <a:rPr lang="en-US" smtClean="0"/>
              <a:pPr/>
              <a:t>1</a:t>
            </a:fld>
            <a:endParaRPr lang="en-US" dirty="0"/>
          </a:p>
        </p:txBody>
      </p:sp>
      <p:sp>
        <p:nvSpPr>
          <p:cNvPr id="9" name="Title 4">
            <a:extLst>
              <a:ext uri="{FF2B5EF4-FFF2-40B4-BE49-F238E27FC236}">
                <a16:creationId xmlns:a16="http://schemas.microsoft.com/office/drawing/2014/main" id="{FCE4EB96-C0BE-4CCE-B15C-C776F702843D}"/>
              </a:ext>
            </a:extLst>
          </p:cNvPr>
          <p:cNvSpPr>
            <a:spLocks noGrp="1"/>
          </p:cNvSpPr>
          <p:nvPr>
            <p:ph type="title"/>
          </p:nvPr>
        </p:nvSpPr>
        <p:spPr>
          <a:xfrm>
            <a:off x="1981200" y="3810000"/>
            <a:ext cx="6705600" cy="1524000"/>
          </a:xfrm>
        </p:spPr>
        <p:txBody>
          <a:bodyPr/>
          <a:lstStyle/>
          <a:p>
            <a:pPr algn="ctr"/>
            <a:r>
              <a:rPr lang="en-US" sz="2800"/>
              <a:t>Data </a:t>
            </a:r>
            <a:r>
              <a:rPr lang="en-US" sz="2800" dirty="0"/>
              <a:t>Structures and Algorithms Design</a:t>
            </a:r>
            <a:endParaRPr lang="en-US" sz="4000" dirty="0"/>
          </a:p>
        </p:txBody>
      </p:sp>
      <p:sp>
        <p:nvSpPr>
          <p:cNvPr id="6" name="Content Placeholder 5"/>
          <p:cNvSpPr>
            <a:spLocks noGrp="1"/>
          </p:cNvSpPr>
          <p:nvPr>
            <p:ph sz="quarter" idx="13"/>
          </p:nvPr>
        </p:nvSpPr>
        <p:spPr>
          <a:xfrm>
            <a:off x="2514600" y="5257802"/>
            <a:ext cx="6019800" cy="685799"/>
          </a:xfrm>
        </p:spPr>
        <p:txBody>
          <a:bodyPr/>
          <a:lstStyle/>
          <a:p>
            <a:r>
              <a:rPr lang="en-US" sz="1600" dirty="0"/>
              <a:t>Harish Aggarwal</a:t>
            </a:r>
          </a:p>
          <a:p>
            <a:endParaRPr lang="en-US" sz="1400" i="1" dirty="0"/>
          </a:p>
        </p:txBody>
      </p:sp>
    </p:spTree>
    <p:extLst>
      <p:ext uri="{BB962C8B-B14F-4D97-AF65-F5344CB8AC3E}">
        <p14:creationId xmlns:p14="http://schemas.microsoft.com/office/powerpoint/2010/main" val="1445644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04800" y="4648200"/>
            <a:ext cx="8458200" cy="1905000"/>
          </a:xfrm>
        </p:spPr>
        <p:txBody>
          <a:bodyPr anchor="ctr"/>
          <a:lstStyle/>
          <a:p>
            <a:pPr algn="ctr"/>
            <a:r>
              <a:rPr lang="en-US" dirty="0"/>
              <a:t>Multi-way Trees</a:t>
            </a:r>
          </a:p>
          <a:p>
            <a:pPr algn="ctr"/>
            <a:r>
              <a:rPr lang="en-US" dirty="0"/>
              <a:t>(2,4) Trees</a:t>
            </a:r>
          </a:p>
        </p:txBody>
      </p:sp>
      <p:sp>
        <p:nvSpPr>
          <p:cNvPr id="3" name="Slide Number Placeholder 2">
            <a:extLst>
              <a:ext uri="{FF2B5EF4-FFF2-40B4-BE49-F238E27FC236}">
                <a16:creationId xmlns:a16="http://schemas.microsoft.com/office/drawing/2014/main" id="{21BFEEC9-39FE-4ED3-9492-253B21FC616A}"/>
              </a:ext>
            </a:extLst>
          </p:cNvPr>
          <p:cNvSpPr>
            <a:spLocks noGrp="1"/>
          </p:cNvSpPr>
          <p:nvPr>
            <p:ph type="sldNum" sz="quarter" idx="13"/>
          </p:nvPr>
        </p:nvSpPr>
        <p:spPr/>
        <p:txBody>
          <a:bodyPr/>
          <a:lstStyle/>
          <a:p>
            <a:fld id="{BC8D7E44-7D4F-4942-A8C9-2DF6BF8399E8}"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FF0E3EC0-DFF9-6DE8-5288-0BA5364B6073}"/>
              </a:ext>
            </a:extLst>
          </p:cNvPr>
          <p:cNvSpPr>
            <a:spLocks noGrp="1"/>
          </p:cNvSpPr>
          <p:nvPr>
            <p:ph idx="1"/>
          </p:nvPr>
        </p:nvSpPr>
        <p:spPr>
          <a:xfrm>
            <a:off x="228600" y="1493838"/>
            <a:ext cx="4343400" cy="4906962"/>
          </a:xfrm>
          <a:ln>
            <a:solidFill>
              <a:schemeClr val="tx1"/>
            </a:solidFill>
          </a:ln>
        </p:spPr>
        <p:txBody>
          <a:bodyPr/>
          <a:lstStyle/>
          <a:p>
            <a:pPr marL="0" indent="0" fontAlgn="base">
              <a:spcAft>
                <a:spcPct val="0"/>
              </a:spcAft>
            </a:pPr>
            <a:r>
              <a:rPr lang="en-US" altLang="en-US" sz="1200" b="1" dirty="0"/>
              <a:t>Lecture-01</a:t>
            </a:r>
          </a:p>
          <a:p>
            <a:pPr marL="182880" indent="-182880" fontAlgn="base">
              <a:spcAft>
                <a:spcPct val="0"/>
              </a:spcAft>
              <a:buFont typeface="Arial" pitchFamily="34" charset="0"/>
              <a:buChar char="•"/>
            </a:pPr>
            <a:r>
              <a:rPr lang="en-US" altLang="en-US" sz="1200" dirty="0"/>
              <a:t>Introduction</a:t>
            </a:r>
          </a:p>
          <a:p>
            <a:pPr marL="182880" indent="-182880" fontAlgn="base">
              <a:spcAft>
                <a:spcPct val="0"/>
              </a:spcAft>
              <a:buFont typeface="Arial" pitchFamily="34" charset="0"/>
              <a:buChar char="•"/>
            </a:pPr>
            <a:r>
              <a:rPr lang="en-US" altLang="en-US" sz="1200" dirty="0"/>
              <a:t>Handout</a:t>
            </a:r>
          </a:p>
          <a:p>
            <a:pPr marL="182880" indent="-182880" fontAlgn="base">
              <a:spcAft>
                <a:spcPct val="0"/>
              </a:spcAft>
              <a:buFont typeface="Arial" pitchFamily="34" charset="0"/>
              <a:buChar char="•"/>
            </a:pPr>
            <a:r>
              <a:rPr lang="en-US" altLang="en-US" sz="1200" dirty="0"/>
              <a:t>Text Books, Reference Books</a:t>
            </a:r>
          </a:p>
          <a:p>
            <a:pPr marL="182880" indent="-182880" fontAlgn="base">
              <a:spcAft>
                <a:spcPct val="0"/>
              </a:spcAft>
              <a:buFont typeface="Arial" pitchFamily="34" charset="0"/>
              <a:buChar char="•"/>
            </a:pPr>
            <a:r>
              <a:rPr lang="en-US" altLang="en-US" sz="1200" dirty="0"/>
              <a:t>Marks Distribution</a:t>
            </a:r>
          </a:p>
          <a:p>
            <a:pPr marL="182880" indent="-182880" fontAlgn="base">
              <a:spcAft>
                <a:spcPct val="0"/>
              </a:spcAft>
              <a:buFont typeface="Arial" pitchFamily="34" charset="0"/>
              <a:buChar char="•"/>
            </a:pPr>
            <a:r>
              <a:rPr lang="en-US" altLang="en-US" sz="1200" dirty="0"/>
              <a:t>Algorithm Analysis</a:t>
            </a:r>
          </a:p>
          <a:p>
            <a:pPr marL="182880" indent="-182880" fontAlgn="base">
              <a:spcAft>
                <a:spcPct val="0"/>
              </a:spcAft>
              <a:buFont typeface="Arial" pitchFamily="34" charset="0"/>
              <a:buChar char="•"/>
            </a:pPr>
            <a:r>
              <a:rPr lang="en-US" altLang="en-US" sz="1200" dirty="0"/>
              <a:t>Pseudo Code</a:t>
            </a:r>
          </a:p>
          <a:p>
            <a:pPr marL="182880" indent="-182880" fontAlgn="base">
              <a:spcAft>
                <a:spcPct val="0"/>
              </a:spcAft>
              <a:buFont typeface="Arial" pitchFamily="34" charset="0"/>
              <a:buChar char="•"/>
            </a:pPr>
            <a:r>
              <a:rPr lang="en-US" altLang="en-US" sz="1200" dirty="0"/>
              <a:t>Random Access model</a:t>
            </a:r>
          </a:p>
          <a:p>
            <a:pPr marL="182880" indent="-182880" fontAlgn="base">
              <a:spcAft>
                <a:spcPct val="0"/>
              </a:spcAft>
              <a:buFont typeface="Arial" pitchFamily="34" charset="0"/>
              <a:buChar char="•"/>
            </a:pPr>
            <a:r>
              <a:rPr lang="en-US" altLang="en-US" sz="1200" dirty="0"/>
              <a:t>Time Complexity of Algorithms</a:t>
            </a:r>
          </a:p>
          <a:p>
            <a:pPr marL="182880" indent="-182880" fontAlgn="base">
              <a:spcAft>
                <a:spcPct val="0"/>
              </a:spcAft>
              <a:buFont typeface="Arial" pitchFamily="34" charset="0"/>
              <a:buChar char="•"/>
            </a:pPr>
            <a:r>
              <a:rPr lang="en-US" altLang="en-US" sz="1200" dirty="0"/>
              <a:t>Asymptotic Notations</a:t>
            </a:r>
          </a:p>
          <a:p>
            <a:pPr marL="182880" indent="-182880" fontAlgn="base">
              <a:spcAft>
                <a:spcPct val="0"/>
              </a:spcAft>
              <a:buFont typeface="Arial" pitchFamily="34" charset="0"/>
              <a:buChar char="•"/>
            </a:pPr>
            <a:r>
              <a:rPr lang="en-US" altLang="en-US" sz="1200" dirty="0"/>
              <a:t>Basic Maths Needed in the course</a:t>
            </a:r>
          </a:p>
          <a:p>
            <a:pPr marL="182880" indent="-182880" fontAlgn="base">
              <a:spcAft>
                <a:spcPct val="0"/>
              </a:spcAft>
              <a:buFont typeface="Arial" pitchFamily="34" charset="0"/>
              <a:buChar char="•"/>
            </a:pPr>
            <a:endParaRPr lang="en-US" altLang="en-US" sz="1200" dirty="0"/>
          </a:p>
          <a:p>
            <a:pPr marL="0" indent="0" fontAlgn="base">
              <a:spcAft>
                <a:spcPct val="0"/>
              </a:spcAft>
            </a:pPr>
            <a:r>
              <a:rPr lang="en-US" altLang="en-US" sz="1200" b="1" dirty="0"/>
              <a:t>Lecture-02</a:t>
            </a:r>
          </a:p>
          <a:p>
            <a:pPr marL="182880" indent="-182880" fontAlgn="base">
              <a:spcAft>
                <a:spcPct val="0"/>
              </a:spcAft>
              <a:buFont typeface="Arial" pitchFamily="34" charset="0"/>
              <a:buChar char="•"/>
            </a:pPr>
            <a:r>
              <a:rPr lang="en-US" altLang="en-US" sz="1200" dirty="0"/>
              <a:t>General Rules and Problems</a:t>
            </a:r>
          </a:p>
          <a:p>
            <a:pPr marL="182880" indent="-182880" fontAlgn="base">
              <a:spcAft>
                <a:spcPct val="0"/>
              </a:spcAft>
              <a:buFont typeface="Arial" pitchFamily="34" charset="0"/>
              <a:buChar char="•"/>
            </a:pPr>
            <a:r>
              <a:rPr lang="en-US" altLang="en-US" sz="1200" dirty="0"/>
              <a:t>Mathematical analysis of Non-recursive algorithms</a:t>
            </a:r>
          </a:p>
          <a:p>
            <a:pPr marL="182880" indent="-182880" fontAlgn="base">
              <a:spcAft>
                <a:spcPct val="0"/>
              </a:spcAft>
              <a:buFont typeface="Arial" pitchFamily="34" charset="0"/>
              <a:buChar char="•"/>
            </a:pPr>
            <a:r>
              <a:rPr lang="en-US" altLang="en-US" sz="1200" dirty="0"/>
              <a:t>Mathematical analysis of Recursive algorithms</a:t>
            </a:r>
          </a:p>
          <a:p>
            <a:pPr marL="182880" indent="-182880" fontAlgn="base">
              <a:spcAft>
                <a:spcPct val="0"/>
              </a:spcAft>
              <a:buFont typeface="Arial" pitchFamily="34" charset="0"/>
              <a:buChar char="•"/>
            </a:pPr>
            <a:r>
              <a:rPr lang="en-US" altLang="en-US" sz="1200" dirty="0"/>
              <a:t>Iteration vs Recursion</a:t>
            </a:r>
          </a:p>
          <a:p>
            <a:pPr marL="182880" indent="-182880" fontAlgn="base">
              <a:spcAft>
                <a:spcPct val="0"/>
              </a:spcAft>
              <a:buFont typeface="Arial" pitchFamily="34" charset="0"/>
              <a:buChar char="•"/>
            </a:pPr>
            <a:r>
              <a:rPr lang="en-US" altLang="en-US" sz="1200" dirty="0"/>
              <a:t>Recurrence Tree</a:t>
            </a:r>
          </a:p>
          <a:p>
            <a:pPr marL="182880" indent="-182880" fontAlgn="base">
              <a:spcAft>
                <a:spcPct val="0"/>
              </a:spcAft>
              <a:buFont typeface="Arial" pitchFamily="34" charset="0"/>
              <a:buChar char="•"/>
            </a:pPr>
            <a:r>
              <a:rPr lang="en-US" altLang="en-US" sz="1200" dirty="0"/>
              <a:t>Iterative Substitution</a:t>
            </a:r>
          </a:p>
          <a:p>
            <a:pPr marL="182880" indent="-182880" fontAlgn="base">
              <a:spcAft>
                <a:spcPct val="0"/>
              </a:spcAft>
              <a:buFont typeface="Arial" pitchFamily="34" charset="0"/>
              <a:buChar char="•"/>
            </a:pPr>
            <a:r>
              <a:rPr lang="en-US" altLang="en-US" sz="1200" dirty="0"/>
              <a:t>Masters Theorem with example</a:t>
            </a:r>
          </a:p>
          <a:p>
            <a:pPr fontAlgn="base">
              <a:spcAft>
                <a:spcPct val="0"/>
              </a:spcAft>
              <a:buFont typeface="Arial" pitchFamily="34" charset="0"/>
              <a:buChar char="•"/>
            </a:pPr>
            <a:endParaRPr lang="en-US" altLang="en-US" sz="1400" dirty="0"/>
          </a:p>
        </p:txBody>
      </p:sp>
      <p:sp>
        <p:nvSpPr>
          <p:cNvPr id="4" name="Content Placeholder 3">
            <a:extLst>
              <a:ext uri="{FF2B5EF4-FFF2-40B4-BE49-F238E27FC236}">
                <a16:creationId xmlns:a16="http://schemas.microsoft.com/office/drawing/2014/main" id="{AB0699E7-A7D3-5596-4AF6-3A94B70F49A6}"/>
              </a:ext>
            </a:extLst>
          </p:cNvPr>
          <p:cNvSpPr>
            <a:spLocks noGrp="1"/>
          </p:cNvSpPr>
          <p:nvPr>
            <p:ph sz="quarter" idx="10"/>
          </p:nvPr>
        </p:nvSpPr>
        <p:spPr/>
        <p:txBody>
          <a:bodyPr rtlCol="0"/>
          <a:lstStyle/>
          <a:p>
            <a:pPr eaLnBrk="1" fontAlgn="auto" hangingPunct="1">
              <a:spcAft>
                <a:spcPts val="0"/>
              </a:spcAft>
              <a:defRPr/>
            </a:pPr>
            <a:r>
              <a:rPr lang="en-US" dirty="0"/>
              <a:t>Re-Cap</a:t>
            </a:r>
          </a:p>
        </p:txBody>
      </p:sp>
      <p:sp>
        <p:nvSpPr>
          <p:cNvPr id="2" name="Content Placeholder 2">
            <a:extLst>
              <a:ext uri="{FF2B5EF4-FFF2-40B4-BE49-F238E27FC236}">
                <a16:creationId xmlns:a16="http://schemas.microsoft.com/office/drawing/2014/main" id="{72B9483A-C0FA-DFF6-CA0F-97CFF3211246}"/>
              </a:ext>
            </a:extLst>
          </p:cNvPr>
          <p:cNvSpPr txBox="1">
            <a:spLocks/>
          </p:cNvSpPr>
          <p:nvPr/>
        </p:nvSpPr>
        <p:spPr bwMode="auto">
          <a:xfrm>
            <a:off x="4572000" y="1493838"/>
            <a:ext cx="4343400" cy="49069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base">
              <a:spcAft>
                <a:spcPct val="0"/>
              </a:spcAft>
            </a:pPr>
            <a:r>
              <a:rPr lang="en-US" altLang="en-US" sz="1200" b="1" dirty="0"/>
              <a:t>Lecture-03</a:t>
            </a:r>
          </a:p>
          <a:p>
            <a:pPr marL="182880" indent="-182880" fontAlgn="base">
              <a:spcAft>
                <a:spcPct val="0"/>
              </a:spcAft>
              <a:buFont typeface="Arial" pitchFamily="34" charset="0"/>
              <a:buChar char="•"/>
            </a:pPr>
            <a:r>
              <a:rPr lang="en-US" altLang="en-US" sz="1200" dirty="0"/>
              <a:t>Abstract Data Types</a:t>
            </a:r>
          </a:p>
          <a:p>
            <a:pPr marL="182880" indent="-182880" fontAlgn="base">
              <a:spcAft>
                <a:spcPct val="0"/>
              </a:spcAft>
              <a:buFont typeface="Arial" pitchFamily="34" charset="0"/>
              <a:buChar char="•"/>
            </a:pPr>
            <a:r>
              <a:rPr lang="en-US" altLang="en-US" sz="1200" dirty="0"/>
              <a:t>Arrays and Linked Lists</a:t>
            </a:r>
          </a:p>
          <a:p>
            <a:pPr marL="182880" indent="-182880" fontAlgn="base">
              <a:spcAft>
                <a:spcPct val="0"/>
              </a:spcAft>
              <a:buFont typeface="Arial" pitchFamily="34" charset="0"/>
              <a:buChar char="•"/>
            </a:pPr>
            <a:r>
              <a:rPr lang="en-US" altLang="en-US" sz="1200" dirty="0"/>
              <a:t>List, Stack, Queues</a:t>
            </a:r>
          </a:p>
          <a:p>
            <a:pPr marL="365760" lvl="1" indent="-182880" fontAlgn="base">
              <a:spcAft>
                <a:spcPct val="0"/>
              </a:spcAft>
              <a:buFont typeface="Arial" pitchFamily="34" charset="0"/>
              <a:buChar char="•"/>
            </a:pPr>
            <a:r>
              <a:rPr lang="en-US" altLang="en-US" sz="1200" dirty="0"/>
              <a:t>Array and Linked Implementation</a:t>
            </a:r>
          </a:p>
          <a:p>
            <a:pPr marL="365760" lvl="1" indent="-182880" fontAlgn="base">
              <a:spcAft>
                <a:spcPct val="0"/>
              </a:spcAft>
              <a:buFont typeface="Arial" pitchFamily="34" charset="0"/>
              <a:buChar char="•"/>
            </a:pPr>
            <a:r>
              <a:rPr lang="en-US" altLang="en-US" sz="1200" dirty="0"/>
              <a:t>Add, Remove operations</a:t>
            </a:r>
          </a:p>
          <a:p>
            <a:pPr marL="365760" lvl="1" indent="-182880" fontAlgn="base">
              <a:spcAft>
                <a:spcPct val="0"/>
              </a:spcAft>
              <a:buFont typeface="Arial" pitchFamily="34" charset="0"/>
              <a:buChar char="•"/>
            </a:pPr>
            <a:r>
              <a:rPr lang="en-US" altLang="en-US" sz="1200" dirty="0"/>
              <a:t>Applications</a:t>
            </a:r>
          </a:p>
          <a:p>
            <a:pPr marL="365760" lvl="1" indent="-182880" fontAlgn="base">
              <a:spcAft>
                <a:spcPct val="0"/>
              </a:spcAft>
              <a:buFont typeface="Arial" pitchFamily="34" charset="0"/>
              <a:buChar char="•"/>
            </a:pPr>
            <a:r>
              <a:rPr lang="en-US" altLang="en-US" sz="1200" dirty="0"/>
              <a:t>Infix, </a:t>
            </a:r>
            <a:r>
              <a:rPr lang="en-US" altLang="en-US" sz="1200" dirty="0" err="1"/>
              <a:t>PreFix</a:t>
            </a:r>
            <a:r>
              <a:rPr lang="en-US" altLang="en-US" sz="1200" dirty="0"/>
              <a:t>, </a:t>
            </a:r>
            <a:r>
              <a:rPr lang="en-US" altLang="en-US" sz="1200" dirty="0" err="1"/>
              <a:t>PostFix</a:t>
            </a:r>
            <a:r>
              <a:rPr lang="en-US" altLang="en-US" sz="1200" dirty="0"/>
              <a:t> Notations</a:t>
            </a:r>
          </a:p>
          <a:p>
            <a:pPr lvl="1" fontAlgn="base">
              <a:spcAft>
                <a:spcPct val="0"/>
              </a:spcAft>
              <a:buFont typeface="Arial" pitchFamily="34" charset="0"/>
              <a:buChar char="•"/>
            </a:pPr>
            <a:endParaRPr lang="en-US" altLang="en-US" sz="1200" dirty="0"/>
          </a:p>
          <a:p>
            <a:pPr marL="0" indent="0" fontAlgn="base">
              <a:spcAft>
                <a:spcPct val="0"/>
              </a:spcAft>
            </a:pPr>
            <a:r>
              <a:rPr lang="en-US" altLang="en-US" sz="1200" b="1" dirty="0"/>
              <a:t>Lecture-04</a:t>
            </a:r>
          </a:p>
          <a:p>
            <a:pPr marL="182880" indent="-182880" fontAlgn="base">
              <a:spcAft>
                <a:spcPct val="0"/>
              </a:spcAft>
              <a:buFont typeface="Arial" pitchFamily="34" charset="0"/>
              <a:buChar char="•"/>
            </a:pPr>
            <a:r>
              <a:rPr lang="en-US" altLang="en-US" sz="1200" dirty="0"/>
              <a:t>Recurrence relation</a:t>
            </a:r>
          </a:p>
          <a:p>
            <a:pPr marL="365760" lvl="1" indent="-182880" fontAlgn="base">
              <a:spcAft>
                <a:spcPct val="0"/>
              </a:spcAft>
              <a:buFont typeface="Arial" pitchFamily="34" charset="0"/>
              <a:buChar char="•"/>
            </a:pPr>
            <a:r>
              <a:rPr lang="en-US" altLang="en-US" sz="1200" dirty="0"/>
              <a:t>Recursion Method (With help from Merge sort)</a:t>
            </a:r>
          </a:p>
          <a:p>
            <a:pPr marL="365760" lvl="1" indent="-182880" fontAlgn="base">
              <a:spcAft>
                <a:spcPct val="0"/>
              </a:spcAft>
              <a:buFont typeface="Arial" pitchFamily="34" charset="0"/>
              <a:buChar char="•"/>
            </a:pPr>
            <a:r>
              <a:rPr lang="en-US" altLang="en-US" sz="1200" dirty="0"/>
              <a:t>Substitution Method</a:t>
            </a:r>
          </a:p>
          <a:p>
            <a:pPr marL="182880" indent="-182880" fontAlgn="base">
              <a:spcAft>
                <a:spcPct val="0"/>
              </a:spcAft>
              <a:buFont typeface="Arial" pitchFamily="34" charset="0"/>
              <a:buChar char="•"/>
            </a:pPr>
            <a:r>
              <a:rPr lang="en-US" altLang="en-US" sz="1200" dirty="0"/>
              <a:t>Tree – Definitions</a:t>
            </a:r>
          </a:p>
          <a:p>
            <a:pPr marL="182880" indent="-182880" fontAlgn="base">
              <a:spcAft>
                <a:spcPct val="0"/>
              </a:spcAft>
              <a:buFont typeface="Arial" pitchFamily="34" charset="0"/>
              <a:buChar char="•"/>
            </a:pPr>
            <a:r>
              <a:rPr lang="en-US" altLang="en-US" sz="1200" dirty="0"/>
              <a:t>Binary Tree – </a:t>
            </a:r>
          </a:p>
          <a:p>
            <a:pPr marL="365760" lvl="1" indent="-182880" fontAlgn="base">
              <a:spcAft>
                <a:spcPct val="0"/>
              </a:spcAft>
              <a:buFont typeface="Arial" pitchFamily="34" charset="0"/>
              <a:buChar char="•"/>
            </a:pPr>
            <a:r>
              <a:rPr lang="en-US" altLang="en-US" sz="1200" dirty="0"/>
              <a:t>Proper, (Strict/Full), Complete, Perfect</a:t>
            </a:r>
          </a:p>
          <a:p>
            <a:pPr marL="182880" lvl="1" indent="-182880" fontAlgn="base">
              <a:spcAft>
                <a:spcPct val="0"/>
              </a:spcAft>
              <a:buClr>
                <a:srgbClr val="101141"/>
              </a:buClr>
              <a:buFont typeface="Arial" pitchFamily="34" charset="0"/>
              <a:buChar char="•"/>
            </a:pPr>
            <a:r>
              <a:rPr lang="en-US" altLang="en-US" sz="1200" dirty="0"/>
              <a:t>Tree Traversal – </a:t>
            </a:r>
            <a:r>
              <a:rPr lang="en-US" altLang="en-US" sz="1200" dirty="0" err="1"/>
              <a:t>PreOrder</a:t>
            </a:r>
            <a:r>
              <a:rPr lang="en-US" altLang="en-US" sz="1200" dirty="0"/>
              <a:t>, </a:t>
            </a:r>
            <a:r>
              <a:rPr lang="en-US" altLang="en-US" sz="1200" dirty="0" err="1"/>
              <a:t>InOrder</a:t>
            </a:r>
            <a:r>
              <a:rPr lang="en-US" altLang="en-US" sz="1200" dirty="0"/>
              <a:t>, </a:t>
            </a:r>
            <a:r>
              <a:rPr lang="en-US" altLang="en-US" sz="1200" dirty="0" err="1"/>
              <a:t>PostOrder</a:t>
            </a:r>
            <a:endParaRPr lang="en-US" altLang="en-US" sz="1200" dirty="0"/>
          </a:p>
          <a:p>
            <a:pPr marL="0" indent="0" fontAlgn="base">
              <a:spcAft>
                <a:spcPct val="0"/>
              </a:spcAft>
            </a:pPr>
            <a:endParaRPr lang="en-US" altLang="en-US" sz="1200" b="1" dirty="0"/>
          </a:p>
          <a:p>
            <a:pPr marL="0" indent="0" fontAlgn="base">
              <a:spcAft>
                <a:spcPct val="0"/>
              </a:spcAft>
            </a:pPr>
            <a:endParaRPr lang="en-US" alt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FF0E3EC0-DFF9-6DE8-5288-0BA5364B6073}"/>
              </a:ext>
            </a:extLst>
          </p:cNvPr>
          <p:cNvSpPr>
            <a:spLocks noGrp="1"/>
          </p:cNvSpPr>
          <p:nvPr>
            <p:ph idx="1"/>
          </p:nvPr>
        </p:nvSpPr>
        <p:spPr>
          <a:xfrm>
            <a:off x="228600" y="1493838"/>
            <a:ext cx="4343400" cy="4906962"/>
          </a:xfrm>
          <a:ln>
            <a:solidFill>
              <a:schemeClr val="tx1"/>
            </a:solidFill>
          </a:ln>
        </p:spPr>
        <p:txBody>
          <a:bodyPr/>
          <a:lstStyle/>
          <a:p>
            <a:pPr marL="0" indent="0" fontAlgn="base">
              <a:spcAft>
                <a:spcPct val="0"/>
              </a:spcAft>
            </a:pPr>
            <a:r>
              <a:rPr lang="en-US" altLang="en-US" sz="1200" b="1" dirty="0"/>
              <a:t>Lecture-05</a:t>
            </a:r>
          </a:p>
          <a:p>
            <a:pPr marL="182880" indent="-182880" fontAlgn="base">
              <a:spcAft>
                <a:spcPct val="0"/>
              </a:spcAft>
              <a:buFont typeface="Arial" pitchFamily="34" charset="0"/>
              <a:buChar char="•"/>
            </a:pPr>
            <a:r>
              <a:rPr lang="en-US" altLang="en-US" sz="1200" dirty="0"/>
              <a:t>Sorting –</a:t>
            </a:r>
          </a:p>
          <a:p>
            <a:pPr marL="457200" lvl="1" indent="-182880" fontAlgn="base">
              <a:spcAft>
                <a:spcPct val="0"/>
              </a:spcAft>
              <a:buFont typeface="Arial" pitchFamily="34" charset="0"/>
              <a:buChar char="•"/>
            </a:pPr>
            <a:r>
              <a:rPr lang="en-US" altLang="en-US" sz="1200" dirty="0"/>
              <a:t>Bubble Sort</a:t>
            </a:r>
          </a:p>
          <a:p>
            <a:pPr marL="457200" lvl="1" indent="-182880" fontAlgn="base">
              <a:spcAft>
                <a:spcPct val="0"/>
              </a:spcAft>
              <a:buFont typeface="Arial" pitchFamily="34" charset="0"/>
              <a:buChar char="•"/>
            </a:pPr>
            <a:r>
              <a:rPr lang="en-US" altLang="en-US" sz="1200" dirty="0"/>
              <a:t>Insertion Sort</a:t>
            </a:r>
          </a:p>
          <a:p>
            <a:pPr marL="457200" lvl="1" indent="-182880" fontAlgn="base">
              <a:spcAft>
                <a:spcPct val="0"/>
              </a:spcAft>
              <a:buFont typeface="Arial" pitchFamily="34" charset="0"/>
              <a:buChar char="•"/>
            </a:pPr>
            <a:r>
              <a:rPr lang="en-US" altLang="en-US" sz="1200" dirty="0"/>
              <a:t>Selection Sort</a:t>
            </a:r>
          </a:p>
          <a:p>
            <a:pPr marL="457200" lvl="1" indent="-182880" fontAlgn="base">
              <a:spcAft>
                <a:spcPct val="0"/>
              </a:spcAft>
              <a:buFont typeface="Arial" pitchFamily="34" charset="0"/>
              <a:buChar char="•"/>
            </a:pPr>
            <a:r>
              <a:rPr lang="en-US" altLang="en-US" sz="1200" dirty="0"/>
              <a:t>Bucket Sort</a:t>
            </a:r>
          </a:p>
          <a:p>
            <a:pPr marL="457200" lvl="1" indent="-182880" fontAlgn="base">
              <a:spcAft>
                <a:spcPct val="0"/>
              </a:spcAft>
              <a:buFont typeface="Arial" pitchFamily="34" charset="0"/>
              <a:buChar char="•"/>
            </a:pPr>
            <a:r>
              <a:rPr lang="en-US" altLang="en-US" sz="1200" dirty="0"/>
              <a:t>Quick Sort</a:t>
            </a:r>
          </a:p>
          <a:p>
            <a:pPr marL="182880" indent="-182880" fontAlgn="base">
              <a:spcAft>
                <a:spcPct val="0"/>
              </a:spcAft>
              <a:buFont typeface="Arial" pitchFamily="34" charset="0"/>
              <a:buChar char="•"/>
            </a:pPr>
            <a:r>
              <a:rPr lang="en-US" altLang="en-US" sz="1200" dirty="0"/>
              <a:t>Complexity of Sorting Algorithms</a:t>
            </a:r>
          </a:p>
          <a:p>
            <a:pPr marL="182880" indent="-182880" fontAlgn="base">
              <a:spcAft>
                <a:spcPct val="0"/>
              </a:spcAft>
              <a:buFont typeface="Arial" pitchFamily="34" charset="0"/>
              <a:buChar char="•"/>
            </a:pPr>
            <a:r>
              <a:rPr lang="en-US" altLang="en-US" sz="1200" dirty="0"/>
              <a:t>Heaps</a:t>
            </a:r>
          </a:p>
          <a:p>
            <a:pPr marL="182880" indent="-182880" fontAlgn="base">
              <a:spcAft>
                <a:spcPct val="0"/>
              </a:spcAft>
              <a:buFont typeface="Arial" pitchFamily="34" charset="0"/>
              <a:buChar char="•"/>
            </a:pPr>
            <a:r>
              <a:rPr lang="en-US" altLang="en-US" sz="1200" dirty="0"/>
              <a:t>Heaps</a:t>
            </a:r>
          </a:p>
          <a:p>
            <a:pPr marL="365760" lvl="1" indent="-182880" fontAlgn="base">
              <a:spcAft>
                <a:spcPct val="0"/>
              </a:spcAft>
              <a:buFont typeface="Arial" pitchFamily="34" charset="0"/>
              <a:buChar char="•"/>
            </a:pPr>
            <a:r>
              <a:rPr lang="en-US" altLang="en-US" sz="1200" dirty="0" err="1"/>
              <a:t>Heapify</a:t>
            </a:r>
            <a:endParaRPr lang="en-US" altLang="en-US" sz="1200" dirty="0"/>
          </a:p>
          <a:p>
            <a:pPr marL="365760" lvl="1" indent="-182880" fontAlgn="base">
              <a:spcAft>
                <a:spcPct val="0"/>
              </a:spcAft>
              <a:buFont typeface="Arial" pitchFamily="34" charset="0"/>
              <a:buChar char="•"/>
            </a:pPr>
            <a:r>
              <a:rPr lang="en-US" altLang="en-US" sz="1200" dirty="0"/>
              <a:t>Heap Sort</a:t>
            </a:r>
          </a:p>
          <a:p>
            <a:pPr marL="365760" lvl="1" indent="-182880" fontAlgn="base">
              <a:spcAft>
                <a:spcPct val="0"/>
              </a:spcAft>
              <a:buFont typeface="Arial" pitchFamily="34" charset="0"/>
              <a:buChar char="•"/>
            </a:pPr>
            <a:endParaRPr lang="en-US" altLang="en-US" sz="1200" dirty="0"/>
          </a:p>
          <a:p>
            <a:pPr marL="0" indent="0" fontAlgn="base">
              <a:spcAft>
                <a:spcPct val="0"/>
              </a:spcAft>
            </a:pPr>
            <a:r>
              <a:rPr lang="en-US" altLang="en-US" sz="1200" b="1" dirty="0"/>
              <a:t>Lecture-06</a:t>
            </a:r>
          </a:p>
          <a:p>
            <a:pPr marL="182880" indent="-182880" fontAlgn="base">
              <a:spcAft>
                <a:spcPct val="0"/>
              </a:spcAft>
              <a:buFont typeface="Arial" pitchFamily="34" charset="0"/>
              <a:buChar char="•"/>
            </a:pPr>
            <a:r>
              <a:rPr lang="en-US" altLang="en-US" sz="1200" dirty="0"/>
              <a:t>Hashing</a:t>
            </a:r>
          </a:p>
          <a:p>
            <a:pPr marL="182880" indent="-182880" fontAlgn="base">
              <a:spcAft>
                <a:spcPct val="0"/>
              </a:spcAft>
              <a:buFont typeface="Arial" pitchFamily="34" charset="0"/>
              <a:buChar char="•"/>
            </a:pPr>
            <a:r>
              <a:rPr lang="en-US" altLang="en-US" sz="1200" dirty="0"/>
              <a:t>Collisions</a:t>
            </a:r>
          </a:p>
          <a:p>
            <a:pPr marL="182880" indent="-182880" fontAlgn="base">
              <a:spcAft>
                <a:spcPct val="0"/>
              </a:spcAft>
              <a:buFont typeface="Arial" pitchFamily="34" charset="0"/>
              <a:buChar char="•"/>
            </a:pPr>
            <a:r>
              <a:rPr lang="en-US" altLang="en-US" sz="1200" dirty="0"/>
              <a:t>Handling collisions – </a:t>
            </a:r>
          </a:p>
          <a:p>
            <a:pPr marL="582930" lvl="1" indent="-182880" fontAlgn="base">
              <a:spcAft>
                <a:spcPct val="0"/>
              </a:spcAft>
              <a:buFont typeface="Arial" pitchFamily="34" charset="0"/>
              <a:buChar char="•"/>
            </a:pPr>
            <a:r>
              <a:rPr lang="en-US" altLang="en-US" sz="1100" dirty="0"/>
              <a:t>Chaining, </a:t>
            </a:r>
          </a:p>
          <a:p>
            <a:pPr marL="582930" lvl="1" indent="-182880" fontAlgn="base">
              <a:spcAft>
                <a:spcPct val="0"/>
              </a:spcAft>
              <a:buFont typeface="Arial" pitchFamily="34" charset="0"/>
              <a:buChar char="•"/>
            </a:pPr>
            <a:r>
              <a:rPr lang="en-US" altLang="en-US" sz="1100" dirty="0"/>
              <a:t>Linear Probing, </a:t>
            </a:r>
          </a:p>
          <a:p>
            <a:pPr marL="582930" lvl="1" indent="-182880" fontAlgn="base">
              <a:spcAft>
                <a:spcPct val="0"/>
              </a:spcAft>
              <a:buFont typeface="Arial" pitchFamily="34" charset="0"/>
              <a:buChar char="•"/>
            </a:pPr>
            <a:r>
              <a:rPr lang="en-US" altLang="en-US" sz="1100" dirty="0"/>
              <a:t>Quadratic Probing </a:t>
            </a:r>
          </a:p>
          <a:p>
            <a:pPr marL="582930" lvl="1" indent="-182880" fontAlgn="base">
              <a:spcAft>
                <a:spcPct val="0"/>
              </a:spcAft>
              <a:buFont typeface="Arial" pitchFamily="34" charset="0"/>
              <a:buChar char="•"/>
            </a:pPr>
            <a:r>
              <a:rPr lang="en-US" altLang="en-US" sz="1100" dirty="0"/>
              <a:t>Double Hashing</a:t>
            </a:r>
          </a:p>
          <a:p>
            <a:pPr marL="365760" lvl="1" indent="-182880" fontAlgn="base">
              <a:spcAft>
                <a:spcPct val="0"/>
              </a:spcAft>
              <a:buFont typeface="Arial" pitchFamily="34" charset="0"/>
              <a:buChar char="•"/>
            </a:pPr>
            <a:r>
              <a:rPr lang="en-US" altLang="en-US" sz="1200" dirty="0"/>
              <a:t> </a:t>
            </a:r>
          </a:p>
          <a:p>
            <a:pPr marL="365760" lvl="1" indent="-182880" fontAlgn="base">
              <a:spcAft>
                <a:spcPct val="0"/>
              </a:spcAft>
              <a:buFont typeface="Arial" pitchFamily="34" charset="0"/>
              <a:buChar char="•"/>
            </a:pPr>
            <a:endParaRPr lang="en-US" altLang="en-US" sz="1200" b="1" dirty="0"/>
          </a:p>
        </p:txBody>
      </p:sp>
      <p:sp>
        <p:nvSpPr>
          <p:cNvPr id="4" name="Content Placeholder 3">
            <a:extLst>
              <a:ext uri="{FF2B5EF4-FFF2-40B4-BE49-F238E27FC236}">
                <a16:creationId xmlns:a16="http://schemas.microsoft.com/office/drawing/2014/main" id="{AB0699E7-A7D3-5596-4AF6-3A94B70F49A6}"/>
              </a:ext>
            </a:extLst>
          </p:cNvPr>
          <p:cNvSpPr>
            <a:spLocks noGrp="1"/>
          </p:cNvSpPr>
          <p:nvPr>
            <p:ph sz="quarter" idx="10"/>
          </p:nvPr>
        </p:nvSpPr>
        <p:spPr/>
        <p:txBody>
          <a:bodyPr rtlCol="0"/>
          <a:lstStyle/>
          <a:p>
            <a:pPr eaLnBrk="1" fontAlgn="auto" hangingPunct="1">
              <a:spcAft>
                <a:spcPts val="0"/>
              </a:spcAft>
              <a:defRPr/>
            </a:pPr>
            <a:r>
              <a:rPr lang="en-US" dirty="0"/>
              <a:t>Re-Cap</a:t>
            </a:r>
          </a:p>
        </p:txBody>
      </p:sp>
      <p:sp>
        <p:nvSpPr>
          <p:cNvPr id="2" name="Content Placeholder 2">
            <a:extLst>
              <a:ext uri="{FF2B5EF4-FFF2-40B4-BE49-F238E27FC236}">
                <a16:creationId xmlns:a16="http://schemas.microsoft.com/office/drawing/2014/main" id="{72B9483A-C0FA-DFF6-CA0F-97CFF3211246}"/>
              </a:ext>
            </a:extLst>
          </p:cNvPr>
          <p:cNvSpPr txBox="1">
            <a:spLocks/>
          </p:cNvSpPr>
          <p:nvPr/>
        </p:nvSpPr>
        <p:spPr bwMode="auto">
          <a:xfrm>
            <a:off x="4572000" y="1493838"/>
            <a:ext cx="4343400" cy="49069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base">
              <a:spcAft>
                <a:spcPct val="0"/>
              </a:spcAft>
            </a:pPr>
            <a:r>
              <a:rPr lang="en-US" altLang="en-US" sz="1200" b="1" dirty="0"/>
              <a:t>Lecture-07</a:t>
            </a:r>
          </a:p>
          <a:p>
            <a:pPr marL="182880" indent="-182880" fontAlgn="base">
              <a:spcAft>
                <a:spcPct val="0"/>
              </a:spcAft>
              <a:buFont typeface="Arial" pitchFamily="34" charset="0"/>
              <a:buChar char="•"/>
            </a:pPr>
            <a:r>
              <a:rPr lang="en-US" altLang="en-US" sz="1200" dirty="0"/>
              <a:t>Binary Search Tree</a:t>
            </a:r>
          </a:p>
          <a:p>
            <a:pPr marL="582930" lvl="1" indent="-182880" fontAlgn="base">
              <a:spcAft>
                <a:spcPct val="0"/>
              </a:spcAft>
              <a:buFont typeface="Arial" pitchFamily="34" charset="0"/>
              <a:buChar char="•"/>
            </a:pPr>
            <a:r>
              <a:rPr lang="en-US" altLang="en-US" sz="1100" dirty="0"/>
              <a:t>Addition, Deletion of Node </a:t>
            </a:r>
          </a:p>
          <a:p>
            <a:pPr marL="582930" lvl="1" indent="-182880" fontAlgn="base">
              <a:spcAft>
                <a:spcPct val="0"/>
              </a:spcAft>
              <a:buFont typeface="Arial" pitchFamily="34" charset="0"/>
              <a:buChar char="•"/>
            </a:pPr>
            <a:r>
              <a:rPr lang="en-US" altLang="en-US" sz="1100" dirty="0"/>
              <a:t>Search</a:t>
            </a:r>
          </a:p>
          <a:p>
            <a:pPr marL="582930" lvl="1" indent="-182880" fontAlgn="base">
              <a:spcAft>
                <a:spcPct val="0"/>
              </a:spcAft>
              <a:buFont typeface="Arial" pitchFamily="34" charset="0"/>
              <a:buChar char="•"/>
            </a:pPr>
            <a:endParaRPr lang="en-US" altLang="en-US" sz="1100" dirty="0"/>
          </a:p>
          <a:p>
            <a:pPr marL="0" indent="0" fontAlgn="base">
              <a:spcAft>
                <a:spcPct val="0"/>
              </a:spcAft>
            </a:pPr>
            <a:r>
              <a:rPr lang="en-US" altLang="en-US" sz="1200" b="1" dirty="0"/>
              <a:t>Lecture-08</a:t>
            </a:r>
          </a:p>
          <a:p>
            <a:pPr marL="182880" indent="-182880" fontAlgn="base">
              <a:spcAft>
                <a:spcPct val="0"/>
              </a:spcAft>
              <a:buFont typeface="Arial" pitchFamily="34" charset="0"/>
              <a:buChar char="•"/>
            </a:pPr>
            <a:r>
              <a:rPr lang="en-US" altLang="en-US" sz="1200" dirty="0"/>
              <a:t>Revision</a:t>
            </a:r>
          </a:p>
          <a:p>
            <a:pPr marL="182880" indent="-182880" fontAlgn="base">
              <a:spcAft>
                <a:spcPct val="0"/>
              </a:spcAft>
              <a:buFont typeface="Arial" pitchFamily="34" charset="0"/>
              <a:buChar char="•"/>
            </a:pPr>
            <a:endParaRPr lang="en-US" altLang="en-US" sz="1200" dirty="0"/>
          </a:p>
          <a:p>
            <a:pPr marL="0" indent="0" fontAlgn="base">
              <a:spcAft>
                <a:spcPct val="0"/>
              </a:spcAft>
            </a:pPr>
            <a:endParaRPr lang="en-US" altLang="en-US" sz="1100" b="1" dirty="0"/>
          </a:p>
          <a:p>
            <a:pPr marL="0" indent="0" fontAlgn="base">
              <a:spcAft>
                <a:spcPct val="0"/>
              </a:spcAft>
            </a:pPr>
            <a:r>
              <a:rPr lang="en-US" altLang="en-US" sz="1100" b="1" dirty="0"/>
              <a:t>Lecture-09</a:t>
            </a:r>
          </a:p>
          <a:p>
            <a:pPr marL="182880" indent="-182880" fontAlgn="base">
              <a:spcAft>
                <a:spcPct val="0"/>
              </a:spcAft>
              <a:buFont typeface="Arial" pitchFamily="34" charset="0"/>
              <a:buChar char="•"/>
            </a:pPr>
            <a:r>
              <a:rPr lang="en-US" altLang="en-US" sz="1100" dirty="0"/>
              <a:t>AVL Trees</a:t>
            </a:r>
          </a:p>
          <a:p>
            <a:pPr marL="582930" lvl="1" indent="-182880" fontAlgn="base">
              <a:spcAft>
                <a:spcPct val="0"/>
              </a:spcAft>
              <a:buFont typeface="Arial" pitchFamily="34" charset="0"/>
              <a:buChar char="•"/>
            </a:pPr>
            <a:r>
              <a:rPr lang="en-US" altLang="en-US" sz="1100" dirty="0"/>
              <a:t>Addition, Deletion of Node </a:t>
            </a:r>
          </a:p>
          <a:p>
            <a:pPr marL="582930" lvl="1" indent="-182880" fontAlgn="base">
              <a:spcAft>
                <a:spcPct val="0"/>
              </a:spcAft>
              <a:buFont typeface="Arial" pitchFamily="34" charset="0"/>
              <a:buChar char="•"/>
            </a:pPr>
            <a:r>
              <a:rPr lang="en-US" altLang="en-US" sz="1100" dirty="0"/>
              <a:t>Search</a:t>
            </a:r>
          </a:p>
          <a:p>
            <a:pPr marL="182880" indent="-182880" fontAlgn="base">
              <a:spcAft>
                <a:spcPct val="0"/>
              </a:spcAft>
              <a:buFont typeface="Arial" pitchFamily="34" charset="0"/>
              <a:buChar char="•"/>
            </a:pPr>
            <a:endParaRPr lang="en-US" altLang="en-US" sz="1050" dirty="0"/>
          </a:p>
          <a:p>
            <a:pPr marL="0" indent="0" fontAlgn="base">
              <a:spcAft>
                <a:spcPct val="0"/>
              </a:spcAft>
            </a:pPr>
            <a:r>
              <a:rPr lang="en-US" altLang="en-US" sz="1100" b="1" dirty="0"/>
              <a:t>Lecture-10</a:t>
            </a:r>
          </a:p>
          <a:p>
            <a:pPr marL="182880" indent="-182880" fontAlgn="base">
              <a:spcAft>
                <a:spcPct val="0"/>
              </a:spcAft>
              <a:buFont typeface="Arial" pitchFamily="34" charset="0"/>
              <a:buChar char="•"/>
            </a:pPr>
            <a:r>
              <a:rPr lang="en-US" altLang="en-US" sz="1100" dirty="0"/>
              <a:t>Graphs</a:t>
            </a:r>
          </a:p>
          <a:p>
            <a:pPr marL="182880" indent="-182880" fontAlgn="base">
              <a:spcAft>
                <a:spcPct val="0"/>
              </a:spcAft>
              <a:buFont typeface="Arial" pitchFamily="34" charset="0"/>
              <a:buChar char="•"/>
            </a:pPr>
            <a:r>
              <a:rPr lang="en-US" altLang="en-US" sz="1100" dirty="0"/>
              <a:t>BFS and DFS Traversal</a:t>
            </a:r>
            <a:endParaRPr lang="en-US" altLang="en-US" sz="1050" dirty="0"/>
          </a:p>
          <a:p>
            <a:pPr marL="182880" indent="-182880" fontAlgn="base">
              <a:spcAft>
                <a:spcPct val="0"/>
              </a:spcAft>
              <a:buFont typeface="Arial" pitchFamily="34" charset="0"/>
              <a:buChar char="•"/>
            </a:pPr>
            <a:endParaRPr lang="en-US" altLang="en-US" sz="1100" dirty="0"/>
          </a:p>
        </p:txBody>
      </p:sp>
    </p:spTree>
    <p:extLst>
      <p:ext uri="{BB962C8B-B14F-4D97-AF65-F5344CB8AC3E}">
        <p14:creationId xmlns:p14="http://schemas.microsoft.com/office/powerpoint/2010/main" val="2304656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37D3A-320E-58E2-DCA6-AC9853A3FC07}"/>
            </a:ext>
          </a:extLst>
        </p:cNvPr>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7468EC71-FB26-DA07-8EE6-0D2C28311327}"/>
              </a:ext>
            </a:extLst>
          </p:cNvPr>
          <p:cNvSpPr>
            <a:spLocks noGrp="1"/>
          </p:cNvSpPr>
          <p:nvPr>
            <p:ph idx="1"/>
          </p:nvPr>
        </p:nvSpPr>
        <p:spPr>
          <a:xfrm>
            <a:off x="228600" y="1493838"/>
            <a:ext cx="4343400" cy="4906962"/>
          </a:xfrm>
          <a:ln>
            <a:solidFill>
              <a:schemeClr val="tx1"/>
            </a:solidFill>
          </a:ln>
        </p:spPr>
        <p:txBody>
          <a:bodyPr/>
          <a:lstStyle/>
          <a:p>
            <a:pPr marL="0" indent="0" fontAlgn="base">
              <a:spcAft>
                <a:spcPct val="0"/>
              </a:spcAft>
            </a:pPr>
            <a:r>
              <a:rPr lang="en-US" altLang="en-US" sz="1100" b="1" dirty="0"/>
              <a:t>Lecture-11</a:t>
            </a:r>
          </a:p>
          <a:p>
            <a:pPr marL="182880" indent="-182880" fontAlgn="base">
              <a:spcAft>
                <a:spcPct val="0"/>
              </a:spcAft>
              <a:buFont typeface="Arial" pitchFamily="34" charset="0"/>
              <a:buChar char="•"/>
            </a:pPr>
            <a:r>
              <a:rPr lang="en-US" altLang="en-US" sz="1100" dirty="0"/>
              <a:t>Graphs</a:t>
            </a:r>
          </a:p>
          <a:p>
            <a:pPr marL="182880" indent="-182880" fontAlgn="base">
              <a:spcAft>
                <a:spcPct val="0"/>
              </a:spcAft>
              <a:buFont typeface="Arial" pitchFamily="34" charset="0"/>
              <a:buChar char="•"/>
            </a:pPr>
            <a:r>
              <a:rPr lang="en-US" altLang="en-US" sz="1100" dirty="0"/>
              <a:t>Minimum Spanning Tree</a:t>
            </a:r>
          </a:p>
          <a:p>
            <a:pPr marL="582930" lvl="1" indent="-182880" fontAlgn="base">
              <a:spcAft>
                <a:spcPct val="0"/>
              </a:spcAft>
              <a:buFont typeface="Arial" pitchFamily="34" charset="0"/>
              <a:buChar char="•"/>
            </a:pPr>
            <a:r>
              <a:rPr lang="en-US" altLang="en-US" sz="1100" dirty="0"/>
              <a:t>Prims</a:t>
            </a:r>
          </a:p>
          <a:p>
            <a:pPr marL="582930" lvl="1" indent="-182880" fontAlgn="base">
              <a:spcAft>
                <a:spcPct val="0"/>
              </a:spcAft>
              <a:buFont typeface="Arial" pitchFamily="34" charset="0"/>
              <a:buChar char="•"/>
            </a:pPr>
            <a:r>
              <a:rPr lang="en-US" altLang="en-US" sz="1100" dirty="0" err="1"/>
              <a:t>Kruskals</a:t>
            </a:r>
            <a:endParaRPr lang="en-US" altLang="en-US" sz="1100" dirty="0"/>
          </a:p>
          <a:p>
            <a:pPr marL="582930" lvl="1" indent="-182880" fontAlgn="base">
              <a:spcAft>
                <a:spcPct val="0"/>
              </a:spcAft>
              <a:buFont typeface="Arial" pitchFamily="34" charset="0"/>
              <a:buChar char="•"/>
            </a:pPr>
            <a:endParaRPr lang="en-US" altLang="en-US" sz="1100" dirty="0"/>
          </a:p>
          <a:p>
            <a:pPr marL="0" indent="0" fontAlgn="base">
              <a:spcAft>
                <a:spcPct val="0"/>
              </a:spcAft>
            </a:pPr>
            <a:r>
              <a:rPr lang="en-US" altLang="en-US" sz="1100" b="1" dirty="0"/>
              <a:t>Lecture-12</a:t>
            </a:r>
          </a:p>
          <a:p>
            <a:pPr marL="182880" indent="-182880" fontAlgn="base">
              <a:spcAft>
                <a:spcPct val="0"/>
              </a:spcAft>
              <a:buFont typeface="Arial" pitchFamily="34" charset="0"/>
              <a:buChar char="•"/>
            </a:pPr>
            <a:r>
              <a:rPr lang="en-US" altLang="en-US" sz="1100" dirty="0"/>
              <a:t>Shortest Path </a:t>
            </a:r>
            <a:r>
              <a:rPr lang="en-US" altLang="en-US" sz="1100" dirty="0" err="1"/>
              <a:t>Algorithsm</a:t>
            </a:r>
            <a:endParaRPr lang="en-US" altLang="en-US" sz="1100" dirty="0"/>
          </a:p>
          <a:p>
            <a:pPr marL="582930" lvl="1" indent="-182880" fontAlgn="base">
              <a:spcAft>
                <a:spcPct val="0"/>
              </a:spcAft>
              <a:buFont typeface="Arial" pitchFamily="34" charset="0"/>
              <a:buChar char="•"/>
            </a:pPr>
            <a:r>
              <a:rPr lang="en-US" altLang="en-US" sz="1100" dirty="0"/>
              <a:t>Dijkstra’s Algorithm</a:t>
            </a:r>
          </a:p>
          <a:p>
            <a:pPr marL="582930" lvl="1" indent="-182880" fontAlgn="base">
              <a:spcAft>
                <a:spcPct val="0"/>
              </a:spcAft>
              <a:buFont typeface="Arial" pitchFamily="34" charset="0"/>
              <a:buChar char="•"/>
            </a:pPr>
            <a:r>
              <a:rPr lang="en-US" altLang="en-US" sz="1100" dirty="0"/>
              <a:t>Bellman Ford</a:t>
            </a:r>
          </a:p>
          <a:p>
            <a:pPr marL="582930" lvl="1" indent="-182880" fontAlgn="base">
              <a:spcAft>
                <a:spcPct val="0"/>
              </a:spcAft>
              <a:buFont typeface="Arial" pitchFamily="34" charset="0"/>
              <a:buChar char="•"/>
            </a:pPr>
            <a:endParaRPr lang="en-US" altLang="en-US" sz="1100" dirty="0"/>
          </a:p>
          <a:p>
            <a:pPr marL="182880" indent="-182880" fontAlgn="base">
              <a:spcAft>
                <a:spcPct val="0"/>
              </a:spcAft>
              <a:buFont typeface="Arial" pitchFamily="34" charset="0"/>
              <a:buChar char="•"/>
            </a:pPr>
            <a:endParaRPr lang="en-US" altLang="en-US" sz="1100" dirty="0"/>
          </a:p>
          <a:p>
            <a:pPr marL="182880" indent="-182880" fontAlgn="base">
              <a:spcAft>
                <a:spcPct val="0"/>
              </a:spcAft>
              <a:buFont typeface="Arial" pitchFamily="34" charset="0"/>
              <a:buChar char="•"/>
            </a:pPr>
            <a:endParaRPr lang="en-US" altLang="en-US" sz="1100" dirty="0"/>
          </a:p>
          <a:p>
            <a:pPr marL="365760" lvl="1" indent="-182880" fontAlgn="base">
              <a:spcAft>
                <a:spcPct val="0"/>
              </a:spcAft>
              <a:buFont typeface="Arial" pitchFamily="34" charset="0"/>
              <a:buChar char="•"/>
            </a:pPr>
            <a:endParaRPr lang="en-US" altLang="en-US" sz="1200" b="1" dirty="0"/>
          </a:p>
        </p:txBody>
      </p:sp>
      <p:sp>
        <p:nvSpPr>
          <p:cNvPr id="4" name="Content Placeholder 3">
            <a:extLst>
              <a:ext uri="{FF2B5EF4-FFF2-40B4-BE49-F238E27FC236}">
                <a16:creationId xmlns:a16="http://schemas.microsoft.com/office/drawing/2014/main" id="{E38D9042-EBCF-1D2C-ADDC-9C3CA09F7D12}"/>
              </a:ext>
            </a:extLst>
          </p:cNvPr>
          <p:cNvSpPr>
            <a:spLocks noGrp="1"/>
          </p:cNvSpPr>
          <p:nvPr>
            <p:ph sz="quarter" idx="10"/>
          </p:nvPr>
        </p:nvSpPr>
        <p:spPr/>
        <p:txBody>
          <a:bodyPr rtlCol="0"/>
          <a:lstStyle/>
          <a:p>
            <a:pPr eaLnBrk="1" fontAlgn="auto" hangingPunct="1">
              <a:spcAft>
                <a:spcPts val="0"/>
              </a:spcAft>
              <a:defRPr/>
            </a:pPr>
            <a:r>
              <a:rPr lang="en-US" dirty="0"/>
              <a:t>Re-Cap</a:t>
            </a:r>
          </a:p>
        </p:txBody>
      </p:sp>
      <p:sp>
        <p:nvSpPr>
          <p:cNvPr id="2" name="Content Placeholder 2">
            <a:extLst>
              <a:ext uri="{FF2B5EF4-FFF2-40B4-BE49-F238E27FC236}">
                <a16:creationId xmlns:a16="http://schemas.microsoft.com/office/drawing/2014/main" id="{29D6E365-4762-DF06-AC7B-51D86D24E2FB}"/>
              </a:ext>
            </a:extLst>
          </p:cNvPr>
          <p:cNvSpPr txBox="1">
            <a:spLocks/>
          </p:cNvSpPr>
          <p:nvPr/>
        </p:nvSpPr>
        <p:spPr bwMode="auto">
          <a:xfrm>
            <a:off x="4572000" y="1493838"/>
            <a:ext cx="4343400" cy="490696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kern="1200">
                <a:solidFill>
                  <a:schemeClr val="tx1"/>
                </a:solidFill>
                <a:latin typeface="Arial" pitchFamily="34" charset="0"/>
                <a:ea typeface="+mn-ea"/>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2880" indent="-182880" fontAlgn="base">
              <a:spcAft>
                <a:spcPct val="0"/>
              </a:spcAft>
              <a:buFont typeface="Arial" pitchFamily="34" charset="0"/>
              <a:buChar char="•"/>
            </a:pPr>
            <a:endParaRPr lang="en-US" altLang="en-US" sz="1100" dirty="0"/>
          </a:p>
        </p:txBody>
      </p:sp>
    </p:spTree>
    <p:extLst>
      <p:ext uri="{BB962C8B-B14F-4D97-AF65-F5344CB8AC3E}">
        <p14:creationId xmlns:p14="http://schemas.microsoft.com/office/powerpoint/2010/main" val="41297630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p:txBody>
          <a:bodyPr/>
          <a:lstStyle/>
          <a:p>
            <a:pPr lvl="0"/>
            <a:r>
              <a:rPr lang="en-IN" dirty="0"/>
              <a:t>Agenda</a:t>
            </a:r>
            <a:endParaRPr lang="en-US" dirty="0"/>
          </a:p>
        </p:txBody>
      </p:sp>
      <p:sp>
        <p:nvSpPr>
          <p:cNvPr id="5" name="Rectangle 4">
            <a:extLst>
              <a:ext uri="{FF2B5EF4-FFF2-40B4-BE49-F238E27FC236}">
                <a16:creationId xmlns:a16="http://schemas.microsoft.com/office/drawing/2014/main" id="{996A9B68-4457-4DA2-A963-C6E1087137B2}"/>
              </a:ext>
            </a:extLst>
          </p:cNvPr>
          <p:cNvSpPr/>
          <p:nvPr/>
        </p:nvSpPr>
        <p:spPr>
          <a:xfrm>
            <a:off x="297426" y="1447800"/>
            <a:ext cx="8458200" cy="3970318"/>
          </a:xfrm>
          <a:prstGeom prst="rect">
            <a:avLst/>
          </a:prstGeom>
        </p:spPr>
        <p:txBody>
          <a:bodyPr wrap="square">
            <a:spAutoFit/>
          </a:bodyPr>
          <a:lstStyle/>
          <a:p>
            <a:pPr marL="457200" indent="-457200" algn="just">
              <a:buFont typeface="Arial" panose="020B0604020202020204" pitchFamily="34" charset="0"/>
              <a:buChar char="•"/>
            </a:pPr>
            <a:r>
              <a:rPr lang="en-US" sz="2800" dirty="0">
                <a:latin typeface="+mj-lt"/>
                <a:cs typeface="Arial" panose="020B0604020202020204" pitchFamily="34" charset="0"/>
              </a:rPr>
              <a:t>Multiway Trees</a:t>
            </a:r>
          </a:p>
          <a:p>
            <a:pPr marL="457200" indent="-457200" algn="just">
              <a:buFont typeface="Arial" panose="020B0604020202020204" pitchFamily="34" charset="0"/>
              <a:buChar char="•"/>
            </a:pPr>
            <a:r>
              <a:rPr lang="fr-FR" sz="2800" dirty="0">
                <a:latin typeface="+mj-lt"/>
                <a:cs typeface="Arial" panose="020B0604020202020204" pitchFamily="34" charset="0"/>
              </a:rPr>
              <a:t>(2,4) </a:t>
            </a:r>
            <a:r>
              <a:rPr lang="fr-FR" sz="2800" dirty="0" err="1">
                <a:latin typeface="+mj-lt"/>
                <a:cs typeface="Arial" panose="020B0604020202020204" pitchFamily="34" charset="0"/>
              </a:rPr>
              <a:t>Trees</a:t>
            </a:r>
            <a:endParaRPr lang="fr-FR" sz="2800" dirty="0">
              <a:latin typeface="+mj-lt"/>
              <a:cs typeface="Arial" panose="020B0604020202020204" pitchFamily="34" charset="0"/>
            </a:endParaRPr>
          </a:p>
          <a:p>
            <a:pPr marL="914400" lvl="1" indent="-457200" algn="just">
              <a:buFont typeface="Arial" panose="020B0604020202020204" pitchFamily="34" charset="0"/>
              <a:buChar char="•"/>
            </a:pPr>
            <a:r>
              <a:rPr lang="fr-FR" sz="2800" dirty="0">
                <a:latin typeface="+mj-lt"/>
                <a:cs typeface="Arial" panose="020B0604020202020204" pitchFamily="34" charset="0"/>
              </a:rPr>
              <a:t>Concept</a:t>
            </a:r>
          </a:p>
          <a:p>
            <a:pPr marL="914400" lvl="1" indent="-457200" algn="just">
              <a:buFont typeface="Arial" panose="020B0604020202020204" pitchFamily="34" charset="0"/>
              <a:buChar char="•"/>
            </a:pPr>
            <a:r>
              <a:rPr lang="fr-FR" sz="2800" dirty="0">
                <a:latin typeface="+mj-lt"/>
                <a:cs typeface="Arial" panose="020B0604020202020204" pitchFamily="34" charset="0"/>
              </a:rPr>
              <a:t>Insertion</a:t>
            </a:r>
          </a:p>
          <a:p>
            <a:pPr marL="914400" lvl="1" indent="-457200" algn="just">
              <a:buFont typeface="Arial" panose="020B0604020202020204" pitchFamily="34" charset="0"/>
              <a:buChar char="•"/>
            </a:pPr>
            <a:r>
              <a:rPr lang="fr-FR" sz="2800" dirty="0" err="1">
                <a:latin typeface="+mj-lt"/>
                <a:cs typeface="Arial" panose="020B0604020202020204" pitchFamily="34" charset="0"/>
              </a:rPr>
              <a:t>Deletion</a:t>
            </a:r>
            <a:endParaRPr lang="fr-FR" sz="2800" dirty="0">
              <a:latin typeface="+mj-lt"/>
              <a:cs typeface="Arial" panose="020B0604020202020204" pitchFamily="34" charset="0"/>
            </a:endParaRPr>
          </a:p>
          <a:p>
            <a:pPr marL="914400" lvl="1" indent="-457200" algn="just">
              <a:buFont typeface="Arial" panose="020B0604020202020204" pitchFamily="34" charset="0"/>
              <a:buChar char="•"/>
            </a:pPr>
            <a:r>
              <a:rPr lang="fr-FR" sz="2800" dirty="0">
                <a:latin typeface="+mj-lt"/>
                <a:cs typeface="Arial" panose="020B0604020202020204" pitchFamily="34" charset="0"/>
              </a:rPr>
              <a:t>Analyses of Operations</a:t>
            </a:r>
          </a:p>
          <a:p>
            <a:pPr marL="457200" indent="-457200" algn="just">
              <a:buFont typeface="Arial" panose="020B0604020202020204" pitchFamily="34" charset="0"/>
              <a:buChar char="•"/>
            </a:pPr>
            <a:endParaRPr lang="fr-FR" sz="2800" dirty="0">
              <a:latin typeface="+mj-lt"/>
              <a:cs typeface="Arial" panose="020B0604020202020204" pitchFamily="34" charset="0"/>
            </a:endParaRPr>
          </a:p>
          <a:p>
            <a:pPr marL="457200" indent="-457200" algn="just">
              <a:buFont typeface="Arial" panose="020B0604020202020204" pitchFamily="34" charset="0"/>
              <a:buChar char="•"/>
            </a:pPr>
            <a:endParaRPr lang="en-US" sz="2800" dirty="0">
              <a:latin typeface="+mj-lt"/>
              <a:cs typeface="Arial" panose="020B0604020202020204" pitchFamily="34" charset="0"/>
            </a:endParaRPr>
          </a:p>
          <a:p>
            <a:pPr marL="457200" indent="-457200" algn="just">
              <a:buFont typeface="Arial" panose="020B0604020202020204" pitchFamily="34" charset="0"/>
              <a:buChar char="•"/>
            </a:pPr>
            <a:endParaRPr lang="fr-FR" sz="2800" dirty="0">
              <a:latin typeface="+mj-lt"/>
              <a:cs typeface="Arial" panose="020B0604020202020204" pitchFamily="34" charset="0"/>
            </a:endParaRPr>
          </a:p>
        </p:txBody>
      </p:sp>
    </p:spTree>
    <p:extLst>
      <p:ext uri="{BB962C8B-B14F-4D97-AF65-F5344CB8AC3E}">
        <p14:creationId xmlns:p14="http://schemas.microsoft.com/office/powerpoint/2010/main" val="279706932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304800" y="152400"/>
            <a:ext cx="7239000" cy="1143000"/>
          </a:xfrm>
        </p:spPr>
        <p:txBody>
          <a:bodyPr>
            <a:normAutofit/>
          </a:bodyPr>
          <a:lstStyle/>
          <a:p>
            <a:pPr lvl="0"/>
            <a:r>
              <a:rPr lang="en-US" sz="3200" dirty="0"/>
              <a:t>Multiway Search Trees</a:t>
            </a:r>
          </a:p>
        </p:txBody>
      </p:sp>
      <p:sp>
        <p:nvSpPr>
          <p:cNvPr id="10" name="Rectangle 3">
            <a:extLst>
              <a:ext uri="{FF2B5EF4-FFF2-40B4-BE49-F238E27FC236}">
                <a16:creationId xmlns:a16="http://schemas.microsoft.com/office/drawing/2014/main" id="{FD64F531-5044-4C65-B977-536BBACC00C8}"/>
              </a:ext>
            </a:extLst>
          </p:cNvPr>
          <p:cNvSpPr>
            <a:spLocks noGrp="1" noChangeArrowheads="1"/>
          </p:cNvSpPr>
          <p:nvPr>
            <p:ph idx="1"/>
          </p:nvPr>
        </p:nvSpPr>
        <p:spPr>
          <a:xfrm>
            <a:off x="381000" y="1447800"/>
            <a:ext cx="8153400" cy="4876800"/>
          </a:xfrm>
        </p:spPr>
        <p:txBody>
          <a:bodyPr>
            <a:normAutofit/>
          </a:bodyPr>
          <a:lstStyle/>
          <a:p>
            <a:pPr marL="0" indent="0" algn="just"/>
            <a:r>
              <a:rPr lang="en-US" altLang="en-US" sz="2000" b="1" dirty="0">
                <a:latin typeface="Times New Roman" panose="02020603050405020304" pitchFamily="18" charset="0"/>
                <a:cs typeface="Times New Roman" panose="02020603050405020304" pitchFamily="18" charset="0"/>
              </a:rPr>
              <a:t>Multi-Way Search Trees</a:t>
            </a: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Search trees, that is, trees with internal nodes that have two or more children.</a:t>
            </a: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4-Way Search Tree</a:t>
            </a:r>
          </a:p>
        </p:txBody>
      </p:sp>
      <p:pic>
        <p:nvPicPr>
          <p:cNvPr id="7" name="Picture 6">
            <a:extLst>
              <a:ext uri="{FF2B5EF4-FFF2-40B4-BE49-F238E27FC236}">
                <a16:creationId xmlns:a16="http://schemas.microsoft.com/office/drawing/2014/main" id="{2B4749A3-6800-2FBC-3190-4971CD11442D}"/>
              </a:ext>
            </a:extLst>
          </p:cNvPr>
          <p:cNvPicPr>
            <a:picLocks noChangeAspect="1"/>
          </p:cNvPicPr>
          <p:nvPr/>
        </p:nvPicPr>
        <p:blipFill>
          <a:blip r:embed="rId2"/>
          <a:stretch>
            <a:fillRect/>
          </a:stretch>
        </p:blipFill>
        <p:spPr>
          <a:xfrm>
            <a:off x="2057400" y="2859830"/>
            <a:ext cx="4224338" cy="3542004"/>
          </a:xfrm>
          <a:prstGeom prst="rect">
            <a:avLst/>
          </a:prstGeom>
          <a:ln>
            <a:solidFill>
              <a:schemeClr val="tx1"/>
            </a:solidFill>
          </a:ln>
        </p:spPr>
      </p:pic>
    </p:spTree>
    <p:extLst>
      <p:ext uri="{BB962C8B-B14F-4D97-AF65-F5344CB8AC3E}">
        <p14:creationId xmlns:p14="http://schemas.microsoft.com/office/powerpoint/2010/main" val="3787635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BBF47-F726-F9C2-325D-BAE34D0F9E4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D24DA36-A641-C2D5-2009-63C85FB00F13}"/>
              </a:ext>
            </a:extLst>
          </p:cNvPr>
          <p:cNvSpPr>
            <a:spLocks noGrp="1"/>
          </p:cNvSpPr>
          <p:nvPr>
            <p:ph sz="quarter" idx="10"/>
          </p:nvPr>
        </p:nvSpPr>
        <p:spPr>
          <a:xfrm>
            <a:off x="304800" y="152400"/>
            <a:ext cx="7239000" cy="1143000"/>
          </a:xfrm>
        </p:spPr>
        <p:txBody>
          <a:bodyPr>
            <a:normAutofit/>
          </a:bodyPr>
          <a:lstStyle/>
          <a:p>
            <a:pPr lvl="0"/>
            <a:r>
              <a:rPr lang="en-US" sz="3200" dirty="0"/>
              <a:t>Multiway Search Trees</a:t>
            </a:r>
          </a:p>
        </p:txBody>
      </p:sp>
      <p:sp>
        <p:nvSpPr>
          <p:cNvPr id="10" name="Rectangle 3">
            <a:extLst>
              <a:ext uri="{FF2B5EF4-FFF2-40B4-BE49-F238E27FC236}">
                <a16:creationId xmlns:a16="http://schemas.microsoft.com/office/drawing/2014/main" id="{EF8261A9-6A21-1AD1-B0BC-B2F2006357BB}"/>
              </a:ext>
            </a:extLst>
          </p:cNvPr>
          <p:cNvSpPr>
            <a:spLocks noGrp="1" noChangeArrowheads="1"/>
          </p:cNvSpPr>
          <p:nvPr>
            <p:ph idx="1"/>
          </p:nvPr>
        </p:nvSpPr>
        <p:spPr>
          <a:xfrm>
            <a:off x="381000" y="1447800"/>
            <a:ext cx="8153400" cy="4876800"/>
          </a:xfrm>
        </p:spPr>
        <p:txBody>
          <a:bodyPr>
            <a:normAutofit/>
          </a:bodyPr>
          <a:lstStyle/>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Each node can have more than two children</a:t>
            </a:r>
          </a:p>
          <a:p>
            <a:pPr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 node with k children has k – 1 keys</a:t>
            </a:r>
          </a:p>
          <a:p>
            <a:pPr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Keys are sorted within nodes</a:t>
            </a:r>
          </a:p>
          <a:p>
            <a:pPr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Subtrees are placed between keys</a:t>
            </a:r>
          </a:p>
          <a:p>
            <a:pPr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All keys in the left subtree &lt; key1 &lt; middle subtree &lt; key2 &lt; right subtree.</a:t>
            </a:r>
          </a:p>
          <a:p>
            <a:pPr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M-Way Search tree of order m – Each node can have 0-m subtrees</a:t>
            </a:r>
          </a:p>
          <a:p>
            <a:pPr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It is not balanced</a:t>
            </a:r>
          </a:p>
          <a:p>
            <a:pPr algn="just">
              <a:buFont typeface="Arial" panose="020B0604020202020204" pitchFamily="34" charset="0"/>
              <a:buChar char="•"/>
            </a:pPr>
            <a:endParaRPr lang="en-US"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6103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98F52-6957-2F92-3CF7-6EBA832AE86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72D80FB-6DD4-969A-1224-415026145DC9}"/>
              </a:ext>
            </a:extLst>
          </p:cNvPr>
          <p:cNvSpPr>
            <a:spLocks noGrp="1"/>
          </p:cNvSpPr>
          <p:nvPr>
            <p:ph sz="quarter" idx="10"/>
          </p:nvPr>
        </p:nvSpPr>
        <p:spPr>
          <a:xfrm>
            <a:off x="304800" y="152400"/>
            <a:ext cx="7239000" cy="1143000"/>
          </a:xfrm>
        </p:spPr>
        <p:txBody>
          <a:bodyPr>
            <a:normAutofit/>
          </a:bodyPr>
          <a:lstStyle/>
          <a:p>
            <a:pPr lvl="0"/>
            <a:r>
              <a:rPr lang="en-US" sz="3200" dirty="0"/>
              <a:t>Multiway Search Trees</a:t>
            </a:r>
          </a:p>
          <a:p>
            <a:pPr lvl="0"/>
            <a:r>
              <a:rPr lang="en-US" sz="3200" dirty="0"/>
              <a:t>Insertion</a:t>
            </a:r>
          </a:p>
        </p:txBody>
      </p:sp>
      <p:sp>
        <p:nvSpPr>
          <p:cNvPr id="10" name="Rectangle 3">
            <a:extLst>
              <a:ext uri="{FF2B5EF4-FFF2-40B4-BE49-F238E27FC236}">
                <a16:creationId xmlns:a16="http://schemas.microsoft.com/office/drawing/2014/main" id="{28E09451-BE37-65BA-58B6-C3C71AC0B995}"/>
              </a:ext>
            </a:extLst>
          </p:cNvPr>
          <p:cNvSpPr>
            <a:spLocks noGrp="1" noChangeArrowheads="1"/>
          </p:cNvSpPr>
          <p:nvPr>
            <p:ph idx="1"/>
          </p:nvPr>
        </p:nvSpPr>
        <p:spPr>
          <a:xfrm>
            <a:off x="293914" y="1447800"/>
            <a:ext cx="8534400" cy="5029200"/>
          </a:xfrm>
        </p:spPr>
        <p:txBody>
          <a:bodyPr>
            <a:noAutofit/>
          </a:bodyPr>
          <a:lstStyle/>
          <a:p>
            <a:pPr marL="0" indent="-274320" algn="just">
              <a:buFont typeface="+mj-lt"/>
              <a:buAutoNum type="arabicPeriod"/>
            </a:pPr>
            <a:r>
              <a:rPr lang="en-US" altLang="en-US" sz="2000" dirty="0">
                <a:latin typeface="Times New Roman" panose="02020603050405020304" pitchFamily="18" charset="0"/>
                <a:cs typeface="Times New Roman" panose="02020603050405020304" pitchFamily="18" charset="0"/>
              </a:rPr>
              <a:t>Search for the insertion point: Start at the root and search for the key K.</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In each node, use a linear search to find the correct position for K among the existing keys.</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If K is less than the first key, follow the first (leftmost) child pointer.</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If K is between two keys, follow the child pointer between those keys.</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If K is greater than the last key, follow the last (rightmost) child pointer.</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Continue this process until you find the leaf node where the key should be inserted.</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Insert the key: Once the correct leaf node is found, insert K while maintaining the sorted order of keys within that node.</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If the leaf node is full (i.e., it contains </a:t>
            </a:r>
            <a:r>
              <a:rPr lang="en-US" altLang="en-US" sz="2000" b="1" dirty="0">
                <a:latin typeface="Times New Roman" panose="02020603050405020304" pitchFamily="18" charset="0"/>
                <a:cs typeface="Times New Roman" panose="02020603050405020304" pitchFamily="18" charset="0"/>
              </a:rPr>
              <a:t>m-1</a:t>
            </a:r>
            <a:r>
              <a:rPr lang="en-US" altLang="en-US" sz="2000" dirty="0">
                <a:latin typeface="Times New Roman" panose="02020603050405020304" pitchFamily="18" charset="0"/>
                <a:cs typeface="Times New Roman" panose="02020603050405020304" pitchFamily="18" charset="0"/>
              </a:rPr>
              <a:t> keys) :</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Create a new node.</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Place the new key and its corresponding child pointer (if any) into this new child node.</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Update the parent node to point to this new child. </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In contrast to balanced trees, no splitting or promoting of keys is necessary. </a:t>
            </a:r>
          </a:p>
        </p:txBody>
      </p:sp>
    </p:spTree>
    <p:extLst>
      <p:ext uri="{BB962C8B-B14F-4D97-AF65-F5344CB8AC3E}">
        <p14:creationId xmlns:p14="http://schemas.microsoft.com/office/powerpoint/2010/main" val="2469317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264FC-5204-F151-C74B-554509C39D1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7DAD0DB-1900-BC1C-AC18-BB7A058DD0C6}"/>
              </a:ext>
            </a:extLst>
          </p:cNvPr>
          <p:cNvSpPr>
            <a:spLocks noGrp="1"/>
          </p:cNvSpPr>
          <p:nvPr>
            <p:ph sz="quarter" idx="10"/>
          </p:nvPr>
        </p:nvSpPr>
        <p:spPr>
          <a:xfrm>
            <a:off x="304800" y="152400"/>
            <a:ext cx="7239000" cy="1143000"/>
          </a:xfrm>
        </p:spPr>
        <p:txBody>
          <a:bodyPr>
            <a:normAutofit/>
          </a:bodyPr>
          <a:lstStyle/>
          <a:p>
            <a:pPr lvl="0"/>
            <a:r>
              <a:rPr lang="en-US" sz="3200" dirty="0"/>
              <a:t>Multiway Search Trees</a:t>
            </a:r>
          </a:p>
          <a:p>
            <a:pPr lvl="0"/>
            <a:r>
              <a:rPr lang="en-US" sz="3200" dirty="0"/>
              <a:t>Deletion</a:t>
            </a:r>
          </a:p>
        </p:txBody>
      </p:sp>
      <p:sp>
        <p:nvSpPr>
          <p:cNvPr id="10" name="Rectangle 3">
            <a:extLst>
              <a:ext uri="{FF2B5EF4-FFF2-40B4-BE49-F238E27FC236}">
                <a16:creationId xmlns:a16="http://schemas.microsoft.com/office/drawing/2014/main" id="{55D22910-8CE5-3503-12FC-0C2E2F733F4D}"/>
              </a:ext>
            </a:extLst>
          </p:cNvPr>
          <p:cNvSpPr>
            <a:spLocks noGrp="1" noChangeArrowheads="1"/>
          </p:cNvSpPr>
          <p:nvPr>
            <p:ph idx="1"/>
          </p:nvPr>
        </p:nvSpPr>
        <p:spPr>
          <a:xfrm>
            <a:off x="293914" y="1447800"/>
            <a:ext cx="8621486" cy="5029200"/>
          </a:xfrm>
        </p:spPr>
        <p:txBody>
          <a:bodyPr>
            <a:noAutofit/>
          </a:bodyPr>
          <a:lstStyle/>
          <a:p>
            <a:pPr marL="273050" indent="-273050" algn="just">
              <a:buFont typeface="+mj-lt"/>
              <a:buAutoNum type="arabicPeriod"/>
            </a:pPr>
            <a:r>
              <a:rPr lang="en-US" altLang="en-US" sz="2000" dirty="0">
                <a:latin typeface="Times New Roman" panose="02020603050405020304" pitchFamily="18" charset="0"/>
                <a:cs typeface="Times New Roman" panose="02020603050405020304" pitchFamily="18" charset="0"/>
              </a:rPr>
              <a:t>Search for the key: Search the tree for the key K to be deleted.</a:t>
            </a:r>
          </a:p>
          <a:p>
            <a:pPr marL="273050" indent="-273050" algn="just">
              <a:buFont typeface="+mj-lt"/>
              <a:buAutoNum type="arabicPeriod"/>
            </a:pPr>
            <a:r>
              <a:rPr lang="en-US" altLang="en-US" sz="2000" dirty="0">
                <a:latin typeface="Times New Roman" panose="02020603050405020304" pitchFamily="18" charset="0"/>
                <a:cs typeface="Times New Roman" panose="02020603050405020304" pitchFamily="18" charset="0"/>
              </a:rPr>
              <a:t>If the key K is in a leaf node, simply remove it and shift the remaining keys to maintain the sorted order.</a:t>
            </a:r>
          </a:p>
          <a:p>
            <a:pPr marL="273050" indent="-273050" algn="just">
              <a:buFont typeface="+mj-lt"/>
              <a:buAutoNum type="arabicPeriod"/>
            </a:pPr>
            <a:r>
              <a:rPr lang="en-US" altLang="en-US" sz="2000" dirty="0">
                <a:latin typeface="Times New Roman" panose="02020603050405020304" pitchFamily="18" charset="0"/>
                <a:cs typeface="Times New Roman" panose="02020603050405020304" pitchFamily="18" charset="0"/>
              </a:rPr>
              <a:t>Delete from an internal node: If the key K is in an internal node, follow the same procedure as a standard binary search tree.</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Find a replacement key: Find the </a:t>
            </a:r>
            <a:r>
              <a:rPr lang="en-US" altLang="en-US" sz="1800" dirty="0" err="1">
                <a:latin typeface="Times New Roman" panose="02020603050405020304" pitchFamily="18" charset="0"/>
                <a:cs typeface="Times New Roman" panose="02020603050405020304" pitchFamily="18" charset="0"/>
              </a:rPr>
              <a:t>inorder</a:t>
            </a:r>
            <a:r>
              <a:rPr lang="en-US" altLang="en-US" sz="1800" dirty="0">
                <a:latin typeface="Times New Roman" panose="02020603050405020304" pitchFamily="18" charset="0"/>
                <a:cs typeface="Times New Roman" panose="02020603050405020304" pitchFamily="18" charset="0"/>
              </a:rPr>
              <a:t> successor or predecessor of K. This is typically the largest key in the left subtree or the smallest key in the right subtree.</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Replace and delete: Copy the replacement key into K's position. Then, recursively delete the replacement key from its original leaf node location.</a:t>
            </a:r>
          </a:p>
          <a:p>
            <a:pPr marL="273050" indent="-273050" algn="just">
              <a:buFont typeface="+mj-lt"/>
              <a:buAutoNum type="arabicPeriod"/>
            </a:pPr>
            <a:r>
              <a:rPr lang="en-US" altLang="en-US" sz="2000" dirty="0">
                <a:latin typeface="Times New Roman" panose="02020603050405020304" pitchFamily="18" charset="0"/>
                <a:cs typeface="Times New Roman" panose="02020603050405020304" pitchFamily="18" charset="0"/>
              </a:rPr>
              <a:t>No rebalancing: After deletion, the tree might have a node with fewer keys than other nodes, or it may become more skewed. No rotations, merging, or borrowing from sibling nodes occur because there is no balancing mechanism to maintain. </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2837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409E8-C940-DF1E-ED59-ED896405D4A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94CC492-7482-08C1-B457-CC47BAE98963}"/>
              </a:ext>
            </a:extLst>
          </p:cNvPr>
          <p:cNvSpPr>
            <a:spLocks noGrp="1"/>
          </p:cNvSpPr>
          <p:nvPr>
            <p:ph sz="quarter" idx="10"/>
          </p:nvPr>
        </p:nvSpPr>
        <p:spPr>
          <a:xfrm>
            <a:off x="304800" y="152400"/>
            <a:ext cx="7239000" cy="1143000"/>
          </a:xfrm>
        </p:spPr>
        <p:txBody>
          <a:bodyPr>
            <a:normAutofit/>
          </a:bodyPr>
          <a:lstStyle/>
          <a:p>
            <a:pPr lvl="0"/>
            <a:r>
              <a:rPr lang="en-US" sz="3200" dirty="0"/>
              <a:t>B-Trees</a:t>
            </a:r>
          </a:p>
        </p:txBody>
      </p:sp>
      <p:sp>
        <p:nvSpPr>
          <p:cNvPr id="10" name="Rectangle 3">
            <a:extLst>
              <a:ext uri="{FF2B5EF4-FFF2-40B4-BE49-F238E27FC236}">
                <a16:creationId xmlns:a16="http://schemas.microsoft.com/office/drawing/2014/main" id="{6B65FEB8-9D66-1599-6D2D-732F8A8142DF}"/>
              </a:ext>
            </a:extLst>
          </p:cNvPr>
          <p:cNvSpPr>
            <a:spLocks noGrp="1" noChangeArrowheads="1"/>
          </p:cNvSpPr>
          <p:nvPr>
            <p:ph idx="1"/>
          </p:nvPr>
        </p:nvSpPr>
        <p:spPr>
          <a:xfrm>
            <a:off x="293914" y="1447800"/>
            <a:ext cx="8621486" cy="5029200"/>
          </a:xfrm>
        </p:spPr>
        <p:txBody>
          <a:bodyPr>
            <a:noAutofit/>
          </a:bodyPr>
          <a:lstStyle/>
          <a:p>
            <a:pPr marL="0" indent="0" algn="just"/>
            <a:r>
              <a:rPr lang="en-US" altLang="en-US" sz="2000" dirty="0">
                <a:latin typeface="Times New Roman" panose="02020603050405020304" pitchFamily="18" charset="0"/>
                <a:cs typeface="Times New Roman" panose="02020603050405020304" pitchFamily="18" charset="0"/>
              </a:rPr>
              <a:t>Type of Multiway Search Tree</a:t>
            </a:r>
          </a:p>
          <a:p>
            <a:pPr marL="273050" indent="-273050" algn="just">
              <a:buFont typeface="+mj-lt"/>
              <a:buAutoNum type="arabicPeriod"/>
            </a:pPr>
            <a:r>
              <a:rPr lang="en-US" altLang="en-US" sz="2000" dirty="0">
                <a:latin typeface="Times New Roman" panose="02020603050405020304" pitchFamily="18" charset="0"/>
                <a:cs typeface="Times New Roman" panose="02020603050405020304" pitchFamily="18" charset="0"/>
              </a:rPr>
              <a:t>Self-Balancing</a:t>
            </a:r>
          </a:p>
          <a:p>
            <a:pPr marL="273050" indent="-273050" algn="just">
              <a:buFont typeface="+mj-lt"/>
              <a:buAutoNum type="arabicPeriod"/>
            </a:pPr>
            <a:r>
              <a:rPr lang="en-US" altLang="en-US" sz="2000" dirty="0">
                <a:latin typeface="Times New Roman" panose="02020603050405020304" pitchFamily="18" charset="0"/>
                <a:cs typeface="Times New Roman" panose="02020603050405020304" pitchFamily="18" charset="0"/>
              </a:rPr>
              <a:t>B-tree of a given order (or degree) m – </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Each internal node can have up to m children and must contain between </a:t>
            </a:r>
            <a:r>
              <a:rPr lang="en-US" altLang="en-US" sz="1800" b="1" dirty="0">
                <a:latin typeface="Times New Roman" panose="02020603050405020304" pitchFamily="18" charset="0"/>
                <a:cs typeface="Times New Roman" panose="02020603050405020304" pitchFamily="18" charset="0"/>
              </a:rPr>
              <a:t>ceil(m/2)-1</a:t>
            </a:r>
            <a:r>
              <a:rPr lang="en-US" altLang="en-US" sz="1800" dirty="0">
                <a:latin typeface="Times New Roman" panose="02020603050405020304" pitchFamily="18" charset="0"/>
                <a:cs typeface="Times New Roman" panose="02020603050405020304" pitchFamily="18" charset="0"/>
              </a:rPr>
              <a:t> and </a:t>
            </a:r>
            <a:r>
              <a:rPr lang="en-US" altLang="en-US" sz="1800" b="1" dirty="0">
                <a:latin typeface="Times New Roman" panose="02020603050405020304" pitchFamily="18" charset="0"/>
                <a:cs typeface="Times New Roman" panose="02020603050405020304" pitchFamily="18" charset="0"/>
              </a:rPr>
              <a:t>m-1 </a:t>
            </a:r>
            <a:r>
              <a:rPr lang="en-US" altLang="en-US" sz="1800" dirty="0">
                <a:latin typeface="Times New Roman" panose="02020603050405020304" pitchFamily="18" charset="0"/>
                <a:cs typeface="Times New Roman" panose="02020603050405020304" pitchFamily="18" charset="0"/>
              </a:rPr>
              <a:t>keys. The keys are stored in a sorted order within the node. </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Self-balancing: All leaf nodes are at the same depth.</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Root node is an exception and can have less than </a:t>
            </a:r>
            <a:r>
              <a:rPr lang="en-US" altLang="en-US" sz="1800" b="1" dirty="0">
                <a:latin typeface="Times New Roman" panose="02020603050405020304" pitchFamily="18" charset="0"/>
                <a:cs typeface="Times New Roman" panose="02020603050405020304" pitchFamily="18" charset="0"/>
              </a:rPr>
              <a:t>ceil(m/2)-1</a:t>
            </a:r>
            <a:r>
              <a:rPr lang="en-US" altLang="en-US" sz="1800" dirty="0">
                <a:latin typeface="Times New Roman" panose="02020603050405020304" pitchFamily="18" charset="0"/>
                <a:cs typeface="Times New Roman" panose="02020603050405020304" pitchFamily="18" charset="0"/>
              </a:rPr>
              <a:t> keys.</a:t>
            </a:r>
          </a:p>
          <a:p>
            <a:pPr marL="457200" lvl="1" indent="-182880" algn="just">
              <a:buFont typeface="Arial" panose="020B0604020202020204" pitchFamily="34" charset="0"/>
              <a:buChar char="•"/>
            </a:pPr>
            <a:endParaRPr lang="en-US" altLang="en-US" sz="1800" dirty="0">
              <a:latin typeface="Times New Roman" panose="02020603050405020304" pitchFamily="18" charset="0"/>
              <a:cs typeface="Times New Roman" panose="02020603050405020304" pitchFamily="18" charset="0"/>
            </a:endParaRPr>
          </a:p>
          <a:p>
            <a:pPr marL="0" lvl="1" indent="0" algn="just">
              <a:spcBef>
                <a:spcPts val="0"/>
              </a:spcBef>
              <a:buNone/>
            </a:pPr>
            <a:r>
              <a:rPr lang="en-US" altLang="en-US" sz="1800" dirty="0">
                <a:latin typeface="Times New Roman" panose="02020603050405020304" pitchFamily="18" charset="0"/>
                <a:cs typeface="Times New Roman" panose="02020603050405020304" pitchFamily="18" charset="0"/>
              </a:rPr>
              <a:t>Summary for B-Tree of Order 2 (2-3 Tree):</a:t>
            </a:r>
          </a:p>
          <a:p>
            <a:pPr marL="0" lvl="1" indent="-182880" algn="just">
              <a:spcBef>
                <a:spcPts val="0"/>
              </a:spcBef>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Root: 1 key, 2 children.</a:t>
            </a:r>
          </a:p>
          <a:p>
            <a:pPr marL="0" lvl="1" indent="-182880" algn="just">
              <a:spcBef>
                <a:spcPts val="0"/>
              </a:spcBef>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Internal Nodes: 1 key, 2 children.</a:t>
            </a:r>
          </a:p>
          <a:p>
            <a:pPr marL="0" lvl="1" indent="-182880" algn="just">
              <a:spcBef>
                <a:spcPts val="0"/>
              </a:spcBef>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Leaf Nodes: 1 key, 0 children. </a:t>
            </a:r>
          </a:p>
        </p:txBody>
      </p:sp>
      <p:pic>
        <p:nvPicPr>
          <p:cNvPr id="5" name="Picture 4">
            <a:extLst>
              <a:ext uri="{FF2B5EF4-FFF2-40B4-BE49-F238E27FC236}">
                <a16:creationId xmlns:a16="http://schemas.microsoft.com/office/drawing/2014/main" id="{E5F21DF9-3B06-2707-7E9C-7F49B762EC3B}"/>
              </a:ext>
            </a:extLst>
          </p:cNvPr>
          <p:cNvPicPr>
            <a:picLocks noChangeAspect="1"/>
          </p:cNvPicPr>
          <p:nvPr/>
        </p:nvPicPr>
        <p:blipFill>
          <a:blip r:embed="rId2"/>
          <a:stretch>
            <a:fillRect/>
          </a:stretch>
        </p:blipFill>
        <p:spPr>
          <a:xfrm>
            <a:off x="4875963" y="4038600"/>
            <a:ext cx="4038600" cy="2333625"/>
          </a:xfrm>
          <a:prstGeom prst="rect">
            <a:avLst/>
          </a:prstGeom>
        </p:spPr>
      </p:pic>
    </p:spTree>
    <p:extLst>
      <p:ext uri="{BB962C8B-B14F-4D97-AF65-F5344CB8AC3E}">
        <p14:creationId xmlns:p14="http://schemas.microsoft.com/office/powerpoint/2010/main" val="2180956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A82525-EB3B-EF3B-1C08-07503299462A}"/>
              </a:ext>
            </a:extLst>
          </p:cNvPr>
          <p:cNvSpPr>
            <a:spLocks noGrp="1"/>
          </p:cNvSpPr>
          <p:nvPr>
            <p:ph sz="quarter" idx="10"/>
          </p:nvPr>
        </p:nvSpPr>
        <p:spPr/>
        <p:txBody>
          <a:bodyPr/>
          <a:lstStyle/>
          <a:p>
            <a:r>
              <a:rPr lang="en-IN" dirty="0"/>
              <a:t>B-Tree</a:t>
            </a:r>
          </a:p>
        </p:txBody>
      </p:sp>
      <p:graphicFrame>
        <p:nvGraphicFramePr>
          <p:cNvPr id="9" name="Table 34">
            <a:extLst>
              <a:ext uri="{FF2B5EF4-FFF2-40B4-BE49-F238E27FC236}">
                <a16:creationId xmlns:a16="http://schemas.microsoft.com/office/drawing/2014/main" id="{6FFA74BB-115C-4C3D-9477-76C30097DA4F}"/>
              </a:ext>
            </a:extLst>
          </p:cNvPr>
          <p:cNvGraphicFramePr>
            <a:graphicFrameLocks noGrp="1"/>
          </p:cNvGraphicFramePr>
          <p:nvPr/>
        </p:nvGraphicFramePr>
        <p:xfrm>
          <a:off x="3823924" y="1889092"/>
          <a:ext cx="685020" cy="233082"/>
        </p:xfrm>
        <a:graphic>
          <a:graphicData uri="http://schemas.openxmlformats.org/drawingml/2006/table">
            <a:tbl>
              <a:tblPr firstRow="1" bandRow="1">
                <a:tableStyleId>{5C22544A-7EE6-4342-B048-85BDC9FD1C3A}</a:tableStyleId>
              </a:tblPr>
              <a:tblGrid>
                <a:gridCol w="315446">
                  <a:extLst>
                    <a:ext uri="{9D8B030D-6E8A-4147-A177-3AD203B41FA5}">
                      <a16:colId xmlns:a16="http://schemas.microsoft.com/office/drawing/2014/main" val="2567695402"/>
                    </a:ext>
                  </a:extLst>
                </a:gridCol>
                <a:gridCol w="369574">
                  <a:extLst>
                    <a:ext uri="{9D8B030D-6E8A-4147-A177-3AD203B41FA5}">
                      <a16:colId xmlns:a16="http://schemas.microsoft.com/office/drawing/2014/main" val="320684312"/>
                    </a:ext>
                  </a:extLst>
                </a:gridCol>
              </a:tblGrid>
              <a:tr h="228600">
                <a:tc>
                  <a:txBody>
                    <a:bodyPr/>
                    <a:lstStyle/>
                    <a:p>
                      <a:pPr algn="ctr"/>
                      <a:r>
                        <a:rPr lang="en-US" sz="10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0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848965"/>
                  </a:ext>
                </a:extLst>
              </a:tr>
            </a:tbl>
          </a:graphicData>
        </a:graphic>
      </p:graphicFrame>
      <p:graphicFrame>
        <p:nvGraphicFramePr>
          <p:cNvPr id="10" name="Table 34">
            <a:extLst>
              <a:ext uri="{FF2B5EF4-FFF2-40B4-BE49-F238E27FC236}">
                <a16:creationId xmlns:a16="http://schemas.microsoft.com/office/drawing/2014/main" id="{61141991-0768-4618-8960-A0C5496C2B89}"/>
              </a:ext>
            </a:extLst>
          </p:cNvPr>
          <p:cNvGraphicFramePr>
            <a:graphicFrameLocks noGrp="1"/>
          </p:cNvGraphicFramePr>
          <p:nvPr/>
        </p:nvGraphicFramePr>
        <p:xfrm>
          <a:off x="2373922" y="2439171"/>
          <a:ext cx="449961" cy="233082"/>
        </p:xfrm>
        <a:graphic>
          <a:graphicData uri="http://schemas.openxmlformats.org/drawingml/2006/table">
            <a:tbl>
              <a:tblPr firstRow="1" bandRow="1">
                <a:tableStyleId>{5C22544A-7EE6-4342-B048-85BDC9FD1C3A}</a:tableStyleId>
              </a:tblPr>
              <a:tblGrid>
                <a:gridCol w="449961">
                  <a:extLst>
                    <a:ext uri="{9D8B030D-6E8A-4147-A177-3AD203B41FA5}">
                      <a16:colId xmlns:a16="http://schemas.microsoft.com/office/drawing/2014/main" val="2567695402"/>
                    </a:ext>
                  </a:extLst>
                </a:gridCol>
              </a:tblGrid>
              <a:tr h="228600">
                <a:tc>
                  <a:txBody>
                    <a:bodyPr/>
                    <a:lstStyle/>
                    <a:p>
                      <a:pPr algn="ctr"/>
                      <a:r>
                        <a:rPr lang="en-US" sz="10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848965"/>
                  </a:ext>
                </a:extLst>
              </a:tr>
            </a:tbl>
          </a:graphicData>
        </a:graphic>
      </p:graphicFrame>
      <p:graphicFrame>
        <p:nvGraphicFramePr>
          <p:cNvPr id="12" name="Table 36">
            <a:extLst>
              <a:ext uri="{FF2B5EF4-FFF2-40B4-BE49-F238E27FC236}">
                <a16:creationId xmlns:a16="http://schemas.microsoft.com/office/drawing/2014/main" id="{BF883130-AC35-4BA1-A1F9-2CC4808DCD63}"/>
              </a:ext>
            </a:extLst>
          </p:cNvPr>
          <p:cNvGraphicFramePr>
            <a:graphicFrameLocks noGrp="1"/>
          </p:cNvGraphicFramePr>
          <p:nvPr/>
        </p:nvGraphicFramePr>
        <p:xfrm>
          <a:off x="4065270" y="3201601"/>
          <a:ext cx="329477" cy="233082"/>
        </p:xfrm>
        <a:graphic>
          <a:graphicData uri="http://schemas.openxmlformats.org/drawingml/2006/table">
            <a:tbl>
              <a:tblPr firstRow="1" bandRow="1">
                <a:tableStyleId>{5C22544A-7EE6-4342-B048-85BDC9FD1C3A}</a:tableStyleId>
              </a:tblPr>
              <a:tblGrid>
                <a:gridCol w="329477">
                  <a:extLst>
                    <a:ext uri="{9D8B030D-6E8A-4147-A177-3AD203B41FA5}">
                      <a16:colId xmlns:a16="http://schemas.microsoft.com/office/drawing/2014/main" val="887014813"/>
                    </a:ext>
                  </a:extLst>
                </a:gridCol>
              </a:tblGrid>
              <a:tr h="228600">
                <a:tc>
                  <a:txBody>
                    <a:bodyPr/>
                    <a:lstStyle/>
                    <a:p>
                      <a:pPr algn="ctr"/>
                      <a:r>
                        <a:rPr lang="en-US" sz="1000" b="0" dirty="0">
                          <a:solidFill>
                            <a:schemeClr val="tx1"/>
                          </a:solidFill>
                        </a:rPr>
                        <a:t>55</a:t>
                      </a:r>
                      <a:endParaRPr lang="en-US" sz="1100" b="0" dirty="0">
                        <a:solidFill>
                          <a:schemeClr val="tx1"/>
                        </a:solidFill>
                      </a:endParaRP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3" name="Table 36">
            <a:extLst>
              <a:ext uri="{FF2B5EF4-FFF2-40B4-BE49-F238E27FC236}">
                <a16:creationId xmlns:a16="http://schemas.microsoft.com/office/drawing/2014/main" id="{7B143207-3AFC-44BB-9B41-708D63A3ED21}"/>
              </a:ext>
            </a:extLst>
          </p:cNvPr>
          <p:cNvGraphicFramePr>
            <a:graphicFrameLocks noGrp="1"/>
          </p:cNvGraphicFramePr>
          <p:nvPr/>
        </p:nvGraphicFramePr>
        <p:xfrm>
          <a:off x="5641273" y="2567293"/>
          <a:ext cx="413520" cy="268941"/>
        </p:xfrm>
        <a:graphic>
          <a:graphicData uri="http://schemas.openxmlformats.org/drawingml/2006/table">
            <a:tbl>
              <a:tblPr firstRow="1" bandRow="1">
                <a:tableStyleId>{5C22544A-7EE6-4342-B048-85BDC9FD1C3A}</a:tableStyleId>
              </a:tblPr>
              <a:tblGrid>
                <a:gridCol w="413520">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4" name="Table 36">
            <a:extLst>
              <a:ext uri="{FF2B5EF4-FFF2-40B4-BE49-F238E27FC236}">
                <a16:creationId xmlns:a16="http://schemas.microsoft.com/office/drawing/2014/main" id="{645693C9-251A-4EB4-A660-B3909EE85631}"/>
              </a:ext>
            </a:extLst>
          </p:cNvPr>
          <p:cNvGraphicFramePr>
            <a:graphicFrameLocks noGrp="1"/>
          </p:cNvGraphicFramePr>
          <p:nvPr/>
        </p:nvGraphicFramePr>
        <p:xfrm>
          <a:off x="3847278" y="2545344"/>
          <a:ext cx="693709" cy="258597"/>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64256">
                  <a:extLst>
                    <a:ext uri="{9D8B030D-6E8A-4147-A177-3AD203B41FA5}">
                      <a16:colId xmlns:a16="http://schemas.microsoft.com/office/drawing/2014/main" val="839893902"/>
                    </a:ext>
                  </a:extLst>
                </a:gridCol>
              </a:tblGrid>
              <a:tr h="258597">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5" name="Straight Arrow Connector 14">
            <a:extLst>
              <a:ext uri="{FF2B5EF4-FFF2-40B4-BE49-F238E27FC236}">
                <a16:creationId xmlns:a16="http://schemas.microsoft.com/office/drawing/2014/main" id="{D812F17D-6879-4D8E-BCE7-86402ED728A1}"/>
              </a:ext>
            </a:extLst>
          </p:cNvPr>
          <p:cNvCxnSpPr>
            <a:cxnSpLocks/>
            <a:endCxn id="10" idx="0"/>
          </p:cNvCxnSpPr>
          <p:nvPr/>
        </p:nvCxnSpPr>
        <p:spPr>
          <a:xfrm flipH="1">
            <a:off x="2598902" y="2117693"/>
            <a:ext cx="1225023" cy="3214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62B67B9-5C33-4197-B5D1-8E81563E2AAD}"/>
              </a:ext>
            </a:extLst>
          </p:cNvPr>
          <p:cNvCxnSpPr>
            <a:cxnSpLocks/>
            <a:stCxn id="9" idx="2"/>
            <a:endCxn id="14" idx="0"/>
          </p:cNvCxnSpPr>
          <p:nvPr/>
        </p:nvCxnSpPr>
        <p:spPr>
          <a:xfrm>
            <a:off x="4166434" y="2122174"/>
            <a:ext cx="27698" cy="42317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5122AEB-D7C0-4C8A-B2A5-15577510C5DB}"/>
              </a:ext>
            </a:extLst>
          </p:cNvPr>
          <p:cNvCxnSpPr>
            <a:cxnSpLocks/>
            <a:stCxn id="9" idx="3"/>
            <a:endCxn id="13" idx="0"/>
          </p:cNvCxnSpPr>
          <p:nvPr/>
        </p:nvCxnSpPr>
        <p:spPr>
          <a:xfrm>
            <a:off x="4508944" y="2005633"/>
            <a:ext cx="1339089" cy="561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5D3ED13-981F-4DF1-8DF4-000110D5A4BA}"/>
              </a:ext>
            </a:extLst>
          </p:cNvPr>
          <p:cNvCxnSpPr>
            <a:cxnSpLocks/>
            <a:endCxn id="24" idx="0"/>
          </p:cNvCxnSpPr>
          <p:nvPr/>
        </p:nvCxnSpPr>
        <p:spPr>
          <a:xfrm>
            <a:off x="2802492" y="2716004"/>
            <a:ext cx="132991" cy="4388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E3C10BD6-F6E5-418E-AC4A-0F4864E02ECB}"/>
              </a:ext>
            </a:extLst>
          </p:cNvPr>
          <p:cNvCxnSpPr>
            <a:cxnSpLocks/>
            <a:stCxn id="14" idx="2"/>
          </p:cNvCxnSpPr>
          <p:nvPr/>
        </p:nvCxnSpPr>
        <p:spPr>
          <a:xfrm>
            <a:off x="4194133" y="2803941"/>
            <a:ext cx="36679" cy="4285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0" name="Table 34">
            <a:extLst>
              <a:ext uri="{FF2B5EF4-FFF2-40B4-BE49-F238E27FC236}">
                <a16:creationId xmlns:a16="http://schemas.microsoft.com/office/drawing/2014/main" id="{2F7A3D85-B073-4CFB-8B50-FA33D2E22A88}"/>
              </a:ext>
            </a:extLst>
          </p:cNvPr>
          <p:cNvGraphicFramePr>
            <a:graphicFrameLocks noGrp="1"/>
          </p:cNvGraphicFramePr>
          <p:nvPr/>
        </p:nvGraphicFramePr>
        <p:xfrm>
          <a:off x="3316784" y="3205874"/>
          <a:ext cx="660369" cy="223126"/>
        </p:xfrm>
        <a:graphic>
          <a:graphicData uri="http://schemas.openxmlformats.org/drawingml/2006/table">
            <a:tbl>
              <a:tblPr firstRow="1" bandRow="1">
                <a:tableStyleId>{5C22544A-7EE6-4342-B048-85BDC9FD1C3A}</a:tableStyleId>
              </a:tblPr>
              <a:tblGrid>
                <a:gridCol w="310266">
                  <a:extLst>
                    <a:ext uri="{9D8B030D-6E8A-4147-A177-3AD203B41FA5}">
                      <a16:colId xmlns:a16="http://schemas.microsoft.com/office/drawing/2014/main" val="2567695402"/>
                    </a:ext>
                  </a:extLst>
                </a:gridCol>
                <a:gridCol w="350103">
                  <a:extLst>
                    <a:ext uri="{9D8B030D-6E8A-4147-A177-3AD203B41FA5}">
                      <a16:colId xmlns:a16="http://schemas.microsoft.com/office/drawing/2014/main" val="320684312"/>
                    </a:ext>
                  </a:extLst>
                </a:gridCol>
              </a:tblGrid>
              <a:tr h="223126">
                <a:tc>
                  <a:txBody>
                    <a:bodyPr/>
                    <a:lstStyle/>
                    <a:p>
                      <a:pPr algn="ctr"/>
                      <a:r>
                        <a:rPr lang="en-US" sz="800" b="0" dirty="0">
                          <a:solidFill>
                            <a:schemeClr val="tx1"/>
                          </a:solidFill>
                        </a:rPr>
                        <a:t>35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8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49848965"/>
                  </a:ext>
                </a:extLst>
              </a:tr>
            </a:tbl>
          </a:graphicData>
        </a:graphic>
      </p:graphicFrame>
      <p:graphicFrame>
        <p:nvGraphicFramePr>
          <p:cNvPr id="21" name="Table 36">
            <a:extLst>
              <a:ext uri="{FF2B5EF4-FFF2-40B4-BE49-F238E27FC236}">
                <a16:creationId xmlns:a16="http://schemas.microsoft.com/office/drawing/2014/main" id="{FCD0FA72-FBAF-4FD5-B8EC-8FC85FF389B9}"/>
              </a:ext>
            </a:extLst>
          </p:cNvPr>
          <p:cNvGraphicFramePr>
            <a:graphicFrameLocks noGrp="1"/>
          </p:cNvGraphicFramePr>
          <p:nvPr/>
        </p:nvGraphicFramePr>
        <p:xfrm>
          <a:off x="5044235" y="3178327"/>
          <a:ext cx="649554" cy="217842"/>
        </p:xfrm>
        <a:graphic>
          <a:graphicData uri="http://schemas.openxmlformats.org/drawingml/2006/table">
            <a:tbl>
              <a:tblPr firstRow="1" bandRow="1">
                <a:tableStyleId>{5C22544A-7EE6-4342-B048-85BDC9FD1C3A}</a:tableStyleId>
              </a:tblPr>
              <a:tblGrid>
                <a:gridCol w="301438">
                  <a:extLst>
                    <a:ext uri="{9D8B030D-6E8A-4147-A177-3AD203B41FA5}">
                      <a16:colId xmlns:a16="http://schemas.microsoft.com/office/drawing/2014/main" val="887014813"/>
                    </a:ext>
                  </a:extLst>
                </a:gridCol>
                <a:gridCol w="348116">
                  <a:extLst>
                    <a:ext uri="{9D8B030D-6E8A-4147-A177-3AD203B41FA5}">
                      <a16:colId xmlns:a16="http://schemas.microsoft.com/office/drawing/2014/main" val="839893902"/>
                    </a:ext>
                  </a:extLst>
                </a:gridCol>
              </a:tblGrid>
              <a:tr h="215153">
                <a:tc>
                  <a:txBody>
                    <a:bodyPr/>
                    <a:lstStyle/>
                    <a:p>
                      <a:pPr algn="ctr"/>
                      <a:r>
                        <a:rPr lang="en-US" sz="900" b="0" dirty="0">
                          <a:solidFill>
                            <a:schemeClr val="tx1"/>
                          </a:solidFill>
                        </a:rPr>
                        <a:t>82</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900" b="0" dirty="0">
                          <a:solidFill>
                            <a:schemeClr val="tx1"/>
                          </a:solidFill>
                        </a:rPr>
                        <a:t>85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2" name="Straight Arrow Connector 21">
            <a:extLst>
              <a:ext uri="{FF2B5EF4-FFF2-40B4-BE49-F238E27FC236}">
                <a16:creationId xmlns:a16="http://schemas.microsoft.com/office/drawing/2014/main" id="{61616D08-EA7F-43C4-B18C-D00836C9395B}"/>
              </a:ext>
            </a:extLst>
          </p:cNvPr>
          <p:cNvCxnSpPr>
            <a:cxnSpLocks/>
          </p:cNvCxnSpPr>
          <p:nvPr/>
        </p:nvCxnSpPr>
        <p:spPr>
          <a:xfrm flipH="1">
            <a:off x="3625627" y="2812802"/>
            <a:ext cx="221651" cy="4376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3E37C8C-975D-4FA8-A354-430526922258}"/>
              </a:ext>
            </a:extLst>
          </p:cNvPr>
          <p:cNvCxnSpPr>
            <a:cxnSpLocks/>
            <a:endCxn id="21" idx="0"/>
          </p:cNvCxnSpPr>
          <p:nvPr/>
        </p:nvCxnSpPr>
        <p:spPr>
          <a:xfrm flipH="1">
            <a:off x="5369012" y="2836235"/>
            <a:ext cx="272261" cy="342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Table 36">
            <a:extLst>
              <a:ext uri="{FF2B5EF4-FFF2-40B4-BE49-F238E27FC236}">
                <a16:creationId xmlns:a16="http://schemas.microsoft.com/office/drawing/2014/main" id="{99366786-2DD2-478F-9CFA-E1512D28A4CB}"/>
              </a:ext>
            </a:extLst>
          </p:cNvPr>
          <p:cNvGraphicFramePr>
            <a:graphicFrameLocks noGrp="1"/>
          </p:cNvGraphicFramePr>
          <p:nvPr/>
        </p:nvGraphicFramePr>
        <p:xfrm>
          <a:off x="2772959" y="3154887"/>
          <a:ext cx="325049" cy="268941"/>
        </p:xfrm>
        <a:graphic>
          <a:graphicData uri="http://schemas.openxmlformats.org/drawingml/2006/table">
            <a:tbl>
              <a:tblPr firstRow="1" bandRow="1">
                <a:tableStyleId>{5C22544A-7EE6-4342-B048-85BDC9FD1C3A}</a:tableStyleId>
              </a:tblPr>
              <a:tblGrid>
                <a:gridCol w="325049">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5" name="Table 36">
            <a:extLst>
              <a:ext uri="{FF2B5EF4-FFF2-40B4-BE49-F238E27FC236}">
                <a16:creationId xmlns:a16="http://schemas.microsoft.com/office/drawing/2014/main" id="{3027FF9F-4055-4ADE-81C1-2414467233CE}"/>
              </a:ext>
            </a:extLst>
          </p:cNvPr>
          <p:cNvGraphicFramePr>
            <a:graphicFrameLocks noGrp="1"/>
          </p:cNvGraphicFramePr>
          <p:nvPr/>
        </p:nvGraphicFramePr>
        <p:xfrm>
          <a:off x="1949824" y="3160059"/>
          <a:ext cx="325049" cy="268941"/>
        </p:xfrm>
        <a:graphic>
          <a:graphicData uri="http://schemas.openxmlformats.org/drawingml/2006/table">
            <a:tbl>
              <a:tblPr firstRow="1" bandRow="1">
                <a:tableStyleId>{5C22544A-7EE6-4342-B048-85BDC9FD1C3A}</a:tableStyleId>
              </a:tblPr>
              <a:tblGrid>
                <a:gridCol w="325049">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6" name="Table 36">
            <a:extLst>
              <a:ext uri="{FF2B5EF4-FFF2-40B4-BE49-F238E27FC236}">
                <a16:creationId xmlns:a16="http://schemas.microsoft.com/office/drawing/2014/main" id="{70188867-35CC-45D5-8E6E-0DA7A18A4318}"/>
              </a:ext>
            </a:extLst>
          </p:cNvPr>
          <p:cNvGraphicFramePr>
            <a:graphicFrameLocks noGrp="1"/>
          </p:cNvGraphicFramePr>
          <p:nvPr/>
        </p:nvGraphicFramePr>
        <p:xfrm>
          <a:off x="4474699" y="3178327"/>
          <a:ext cx="380051" cy="233082"/>
        </p:xfrm>
        <a:graphic>
          <a:graphicData uri="http://schemas.openxmlformats.org/drawingml/2006/table">
            <a:tbl>
              <a:tblPr firstRow="1" bandRow="1">
                <a:tableStyleId>{5C22544A-7EE6-4342-B048-85BDC9FD1C3A}</a:tableStyleId>
              </a:tblPr>
              <a:tblGrid>
                <a:gridCol w="380051">
                  <a:extLst>
                    <a:ext uri="{9D8B030D-6E8A-4147-A177-3AD203B41FA5}">
                      <a16:colId xmlns:a16="http://schemas.microsoft.com/office/drawing/2014/main" val="887014813"/>
                    </a:ext>
                  </a:extLst>
                </a:gridCol>
              </a:tblGrid>
              <a:tr h="228600">
                <a:tc>
                  <a:txBody>
                    <a:bodyPr/>
                    <a:lstStyle/>
                    <a:p>
                      <a:pPr algn="ctr"/>
                      <a:r>
                        <a:rPr lang="en-US" sz="10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7" name="Table 36">
            <a:extLst>
              <a:ext uri="{FF2B5EF4-FFF2-40B4-BE49-F238E27FC236}">
                <a16:creationId xmlns:a16="http://schemas.microsoft.com/office/drawing/2014/main" id="{E3BB0982-2977-415B-A6A2-552CF54B8FE8}"/>
              </a:ext>
            </a:extLst>
          </p:cNvPr>
          <p:cNvGraphicFramePr>
            <a:graphicFrameLocks noGrp="1"/>
          </p:cNvGraphicFramePr>
          <p:nvPr/>
        </p:nvGraphicFramePr>
        <p:xfrm>
          <a:off x="6077333" y="3161260"/>
          <a:ext cx="325049" cy="268941"/>
        </p:xfrm>
        <a:graphic>
          <a:graphicData uri="http://schemas.openxmlformats.org/drawingml/2006/table">
            <a:tbl>
              <a:tblPr firstRow="1" bandRow="1">
                <a:tableStyleId>{5C22544A-7EE6-4342-B048-85BDC9FD1C3A}</a:tableStyleId>
              </a:tblPr>
              <a:tblGrid>
                <a:gridCol w="325049">
                  <a:extLst>
                    <a:ext uri="{9D8B030D-6E8A-4147-A177-3AD203B41FA5}">
                      <a16:colId xmlns:a16="http://schemas.microsoft.com/office/drawing/2014/main" val="887014813"/>
                    </a:ext>
                  </a:extLst>
                </a:gridCol>
              </a:tblGrid>
              <a:tr h="268941">
                <a:tc>
                  <a:txBody>
                    <a:bodyPr/>
                    <a:lstStyle/>
                    <a:p>
                      <a:pPr algn="ctr"/>
                      <a:r>
                        <a:rPr lang="en-US" sz="1000" b="0" dirty="0">
                          <a:solidFill>
                            <a:schemeClr val="tx1"/>
                          </a:solidFill>
                        </a:rPr>
                        <a:t>95</a:t>
                      </a:r>
                      <a:endParaRPr lang="en-US" sz="1100" b="0" dirty="0">
                        <a:solidFill>
                          <a:schemeClr val="tx1"/>
                        </a:solidFill>
                      </a:endParaRP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8" name="Straight Arrow Connector 27">
            <a:extLst>
              <a:ext uri="{FF2B5EF4-FFF2-40B4-BE49-F238E27FC236}">
                <a16:creationId xmlns:a16="http://schemas.microsoft.com/office/drawing/2014/main" id="{CB6F5E29-655B-4C52-BA1C-C431361AC176}"/>
              </a:ext>
            </a:extLst>
          </p:cNvPr>
          <p:cNvCxnSpPr>
            <a:cxnSpLocks/>
            <a:endCxn id="26" idx="0"/>
          </p:cNvCxnSpPr>
          <p:nvPr/>
        </p:nvCxnSpPr>
        <p:spPr>
          <a:xfrm>
            <a:off x="4531496" y="2803941"/>
            <a:ext cx="133228" cy="37438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7E15B99-DF94-4D9D-86C7-92A2679135D7}"/>
              </a:ext>
            </a:extLst>
          </p:cNvPr>
          <p:cNvCxnSpPr>
            <a:cxnSpLocks/>
            <a:endCxn id="25" idx="0"/>
          </p:cNvCxnSpPr>
          <p:nvPr/>
        </p:nvCxnSpPr>
        <p:spPr>
          <a:xfrm flipH="1">
            <a:off x="2112348" y="2663760"/>
            <a:ext cx="277069" cy="496299"/>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
            <a:extLst>
              <a:ext uri="{FF2B5EF4-FFF2-40B4-BE49-F238E27FC236}">
                <a16:creationId xmlns:a16="http://schemas.microsoft.com/office/drawing/2014/main" id="{49FB5F51-454C-4D61-8151-0ACEB900029F}"/>
              </a:ext>
            </a:extLst>
          </p:cNvPr>
          <p:cNvSpPr txBox="1">
            <a:spLocks noChangeArrowheads="1"/>
          </p:cNvSpPr>
          <p:nvPr/>
        </p:nvSpPr>
        <p:spPr>
          <a:xfrm>
            <a:off x="304800" y="4044089"/>
            <a:ext cx="8610600" cy="2266057"/>
          </a:xfrm>
          <a:prstGeom prst="rect">
            <a:avLst/>
          </a:prstGeom>
        </p:spPr>
        <p:txBody>
          <a:bodyPr vert="horz" lIns="80682" tIns="40341" rIns="80682" bIns="40341"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600" dirty="0"/>
              <a:t>All leaf Nodes are at same level</a:t>
            </a:r>
          </a:p>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600" dirty="0"/>
              <a:t>Order is 3. Hence d=ceil(m/2)=2. That is every internal node shall have at least 2 children</a:t>
            </a:r>
          </a:p>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600" dirty="0"/>
              <a:t>Order of keys is maintained at all levels.</a:t>
            </a:r>
          </a:p>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US" sz="1600" dirty="0"/>
          </a:p>
          <a:p>
            <a:pPr>
              <a:lnSpc>
                <a:spcPct val="120000"/>
              </a:lnSpc>
              <a:spcBef>
                <a:spcPts val="441"/>
              </a:spcBef>
              <a:buSzPct val="147000"/>
              <a:buFont typeface="Wingdings" panose="05000000000000000000" pitchFamily="2" charset="2"/>
              <a:buChar char="§"/>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US" sz="1600" dirty="0"/>
          </a:p>
          <a:p>
            <a:pPr lvl="1">
              <a:lnSpc>
                <a:spcPct val="79000"/>
              </a:lnSpc>
              <a:spcBef>
                <a:spcPts val="441"/>
              </a:spcBef>
              <a:buSzPct val="147000"/>
              <a:buFont typeface="Wingdings" panose="05000000000000000000" pitchFamily="2" charset="2"/>
              <a:buChar char="§"/>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700" dirty="0"/>
          </a:p>
          <a:p>
            <a:pPr>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1000" dirty="0"/>
          </a:p>
          <a:p>
            <a:pPr lvl="1">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500" dirty="0"/>
          </a:p>
        </p:txBody>
      </p:sp>
      <p:cxnSp>
        <p:nvCxnSpPr>
          <p:cNvPr id="31" name="Straight Arrow Connector 30">
            <a:extLst>
              <a:ext uri="{FF2B5EF4-FFF2-40B4-BE49-F238E27FC236}">
                <a16:creationId xmlns:a16="http://schemas.microsoft.com/office/drawing/2014/main" id="{64FFBFD2-C264-447A-BCD7-59C0D9F8CD36}"/>
              </a:ext>
            </a:extLst>
          </p:cNvPr>
          <p:cNvCxnSpPr>
            <a:cxnSpLocks/>
            <a:endCxn id="27" idx="0"/>
          </p:cNvCxnSpPr>
          <p:nvPr/>
        </p:nvCxnSpPr>
        <p:spPr>
          <a:xfrm>
            <a:off x="6024816" y="2795893"/>
            <a:ext cx="215041" cy="365366"/>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0166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3B53A4-D4B4-618A-472B-E004886C6AD1}"/>
              </a:ext>
            </a:extLst>
          </p:cNvPr>
          <p:cNvSpPr>
            <a:spLocks noGrp="1"/>
          </p:cNvSpPr>
          <p:nvPr>
            <p:ph sz="quarter" idx="10"/>
          </p:nvPr>
        </p:nvSpPr>
        <p:spPr/>
        <p:txBody>
          <a:bodyPr/>
          <a:lstStyle/>
          <a:p>
            <a:r>
              <a:rPr lang="en-IN" dirty="0"/>
              <a:t>B-Tree</a:t>
            </a:r>
          </a:p>
        </p:txBody>
      </p:sp>
      <p:sp>
        <p:nvSpPr>
          <p:cNvPr id="9" name="Rectangle 2">
            <a:extLst>
              <a:ext uri="{FF2B5EF4-FFF2-40B4-BE49-F238E27FC236}">
                <a16:creationId xmlns:a16="http://schemas.microsoft.com/office/drawing/2014/main" id="{18125986-B958-406F-B9A2-53145A06EC73}"/>
              </a:ext>
            </a:extLst>
          </p:cNvPr>
          <p:cNvSpPr txBox="1">
            <a:spLocks noChangeArrowheads="1"/>
          </p:cNvSpPr>
          <p:nvPr/>
        </p:nvSpPr>
        <p:spPr>
          <a:xfrm>
            <a:off x="336177" y="1411941"/>
            <a:ext cx="8337176" cy="4908176"/>
          </a:xfrm>
          <a:prstGeom prst="rect">
            <a:avLst/>
          </a:prstGeom>
        </p:spPr>
        <p:txBody>
          <a:bodyPr vert="horz" lIns="80682" tIns="40341" rIns="80682" bIns="40341"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588" b="1" dirty="0"/>
              <a:t>Searching</a:t>
            </a:r>
            <a:r>
              <a:rPr lang="en-US" sz="1588" dirty="0"/>
              <a:t> is exactly as in m-way Search Tree</a:t>
            </a:r>
          </a:p>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588" b="1" dirty="0"/>
              <a:t>Inserting </a:t>
            </a:r>
            <a:r>
              <a:rPr lang="en-US" sz="1588" dirty="0"/>
              <a:t>a node.</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588" dirty="0"/>
              <a:t>Find the location at which Node needs to be inserted by traversing from root to the leaf node.</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588" dirty="0"/>
              <a:t>If the Leaf node where the element is to be inserted is not full, then insert the node in the leaf node</a:t>
            </a:r>
          </a:p>
          <a:p>
            <a:pPr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(For B-Tree of order m, Node is full if it has m-1 elements)</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588" dirty="0"/>
              <a:t>If the Leaf node where node is to be inserted is full, then – </a:t>
            </a:r>
          </a:p>
          <a:p>
            <a:pPr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Insert the element in Leaf node so that number of elements there is m</a:t>
            </a:r>
          </a:p>
          <a:p>
            <a:pPr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Split the Node into three parts each.</a:t>
            </a:r>
          </a:p>
          <a:p>
            <a:pPr lvl="3">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If m is odd, parts have (m-1)/2 + 1 + (m-1)/2 elements.</a:t>
            </a:r>
          </a:p>
          <a:p>
            <a:pPr lvl="3">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If m is Even, the tree parts have m/2 -1, 1, m/2 nodes</a:t>
            </a:r>
          </a:p>
          <a:p>
            <a:pPr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Left and right Node remain at this level and center Node is pushed up and inserted in Parent Node. </a:t>
            </a:r>
          </a:p>
          <a:p>
            <a:pPr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Recursion may occur if the parent is also full and so on.</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588" dirty="0"/>
              <a:t>This in B-Tree the insertion of element will cause Tree to grow upwards.</a:t>
            </a:r>
          </a:p>
          <a:p>
            <a:pPr lvl="1">
              <a:lnSpc>
                <a:spcPct val="79000"/>
              </a:lnSpc>
              <a:spcBef>
                <a:spcPts val="441"/>
              </a:spcBef>
              <a:buSzPct val="147000"/>
              <a:buFont typeface="Wingdings" panose="05000000000000000000" pitchFamily="2" charset="2"/>
              <a:buChar char="§"/>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706" dirty="0"/>
          </a:p>
          <a:p>
            <a:pPr>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971" dirty="0"/>
          </a:p>
          <a:p>
            <a:pPr lvl="1">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529" dirty="0"/>
          </a:p>
        </p:txBody>
      </p:sp>
    </p:spTree>
    <p:extLst>
      <p:ext uri="{BB962C8B-B14F-4D97-AF65-F5344CB8AC3E}">
        <p14:creationId xmlns:p14="http://schemas.microsoft.com/office/powerpoint/2010/main" val="2694791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C75587-B039-697B-E8CF-FC600845EA87}"/>
              </a:ext>
            </a:extLst>
          </p:cNvPr>
          <p:cNvSpPr>
            <a:spLocks noGrp="1"/>
          </p:cNvSpPr>
          <p:nvPr>
            <p:ph sz="quarter" idx="10"/>
          </p:nvPr>
        </p:nvSpPr>
        <p:spPr/>
        <p:txBody>
          <a:bodyPr/>
          <a:lstStyle/>
          <a:p>
            <a:r>
              <a:rPr lang="en-IN" dirty="0"/>
              <a:t>B-Tree - Insertion</a:t>
            </a:r>
          </a:p>
        </p:txBody>
      </p:sp>
      <p:graphicFrame>
        <p:nvGraphicFramePr>
          <p:cNvPr id="9" name="Table 36">
            <a:extLst>
              <a:ext uri="{FF2B5EF4-FFF2-40B4-BE49-F238E27FC236}">
                <a16:creationId xmlns:a16="http://schemas.microsoft.com/office/drawing/2014/main" id="{9F4FF29E-F61E-420C-9395-7C12885165C6}"/>
              </a:ext>
            </a:extLst>
          </p:cNvPr>
          <p:cNvGraphicFramePr>
            <a:graphicFrameLocks noGrp="1"/>
          </p:cNvGraphicFramePr>
          <p:nvPr/>
        </p:nvGraphicFramePr>
        <p:xfrm>
          <a:off x="1803199" y="2728632"/>
          <a:ext cx="325049" cy="268941"/>
        </p:xfrm>
        <a:graphic>
          <a:graphicData uri="http://schemas.openxmlformats.org/drawingml/2006/table">
            <a:tbl>
              <a:tblPr firstRow="1" bandRow="1">
                <a:tableStyleId>{5C22544A-7EE6-4342-B048-85BDC9FD1C3A}</a:tableStyleId>
              </a:tblPr>
              <a:tblGrid>
                <a:gridCol w="325049">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sp>
        <p:nvSpPr>
          <p:cNvPr id="10" name="Rectangle 2">
            <a:extLst>
              <a:ext uri="{FF2B5EF4-FFF2-40B4-BE49-F238E27FC236}">
                <a16:creationId xmlns:a16="http://schemas.microsoft.com/office/drawing/2014/main" id="{BD031D33-0C05-4BE5-9DE5-CC19DA15E91D}"/>
              </a:ext>
            </a:extLst>
          </p:cNvPr>
          <p:cNvSpPr txBox="1">
            <a:spLocks noChangeArrowheads="1"/>
          </p:cNvSpPr>
          <p:nvPr/>
        </p:nvSpPr>
        <p:spPr>
          <a:xfrm>
            <a:off x="445822" y="1477497"/>
            <a:ext cx="7286237" cy="328267"/>
          </a:xfrm>
          <a:prstGeom prst="rect">
            <a:avLst/>
          </a:prstGeom>
        </p:spPr>
        <p:txBody>
          <a:bodyPr vert="horz" lIns="80682" tIns="40341" rIns="80682" bIns="40341"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Insert the following elements in B-Tree of Order 5</a:t>
            </a:r>
          </a:p>
          <a:p>
            <a:pPr marL="403433" lvl="1"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529" dirty="0"/>
          </a:p>
          <a:p>
            <a:pPr marL="0"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794" dirty="0"/>
          </a:p>
          <a:p>
            <a:pPr marL="403433" lvl="1"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441" dirty="0"/>
          </a:p>
        </p:txBody>
      </p:sp>
      <p:graphicFrame>
        <p:nvGraphicFramePr>
          <p:cNvPr id="12" name="Table 36">
            <a:extLst>
              <a:ext uri="{FF2B5EF4-FFF2-40B4-BE49-F238E27FC236}">
                <a16:creationId xmlns:a16="http://schemas.microsoft.com/office/drawing/2014/main" id="{93C75549-94E2-4531-ADC5-15BBC5EB3D34}"/>
              </a:ext>
            </a:extLst>
          </p:cNvPr>
          <p:cNvGraphicFramePr>
            <a:graphicFrameLocks noGrp="1"/>
          </p:cNvGraphicFramePr>
          <p:nvPr/>
        </p:nvGraphicFramePr>
        <p:xfrm>
          <a:off x="1803199" y="3179669"/>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3" name="Table 36">
            <a:extLst>
              <a:ext uri="{FF2B5EF4-FFF2-40B4-BE49-F238E27FC236}">
                <a16:creationId xmlns:a16="http://schemas.microsoft.com/office/drawing/2014/main" id="{04C68F7B-A5BE-48DB-A6E9-E9CA3EF7752E}"/>
              </a:ext>
            </a:extLst>
          </p:cNvPr>
          <p:cNvGraphicFramePr>
            <a:graphicFrameLocks noGrp="1"/>
          </p:cNvGraphicFramePr>
          <p:nvPr>
            <p:extLst>
              <p:ext uri="{D42A27DB-BD31-4B8C-83A1-F6EECF244321}">
                <p14:modId xmlns:p14="http://schemas.microsoft.com/office/powerpoint/2010/main" val="3311320258"/>
              </p:ext>
            </p:extLst>
          </p:nvPr>
        </p:nvGraphicFramePr>
        <p:xfrm>
          <a:off x="1803198" y="3650316"/>
          <a:ext cx="1168603" cy="268941"/>
        </p:xfrm>
        <a:graphic>
          <a:graphicData uri="http://schemas.openxmlformats.org/drawingml/2006/table">
            <a:tbl>
              <a:tblPr firstRow="1" bandRow="1">
                <a:tableStyleId>{5C22544A-7EE6-4342-B048-85BDC9FD1C3A}</a:tableStyleId>
              </a:tblPr>
              <a:tblGrid>
                <a:gridCol w="413005">
                  <a:extLst>
                    <a:ext uri="{9D8B030D-6E8A-4147-A177-3AD203B41FA5}">
                      <a16:colId xmlns:a16="http://schemas.microsoft.com/office/drawing/2014/main" val="887014813"/>
                    </a:ext>
                  </a:extLst>
                </a:gridCol>
                <a:gridCol w="377799">
                  <a:extLst>
                    <a:ext uri="{9D8B030D-6E8A-4147-A177-3AD203B41FA5}">
                      <a16:colId xmlns:a16="http://schemas.microsoft.com/office/drawing/2014/main" val="3251564044"/>
                    </a:ext>
                  </a:extLst>
                </a:gridCol>
                <a:gridCol w="377799">
                  <a:extLst>
                    <a:ext uri="{9D8B030D-6E8A-4147-A177-3AD203B41FA5}">
                      <a16:colId xmlns:a16="http://schemas.microsoft.com/office/drawing/2014/main" val="3075795441"/>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4" name="Table 36">
            <a:extLst>
              <a:ext uri="{FF2B5EF4-FFF2-40B4-BE49-F238E27FC236}">
                <a16:creationId xmlns:a16="http://schemas.microsoft.com/office/drawing/2014/main" id="{502B1848-DC3A-49E5-B0A5-06937E6564FA}"/>
              </a:ext>
            </a:extLst>
          </p:cNvPr>
          <p:cNvGraphicFramePr>
            <a:graphicFrameLocks noGrp="1"/>
          </p:cNvGraphicFramePr>
          <p:nvPr/>
        </p:nvGraphicFramePr>
        <p:xfrm>
          <a:off x="1803199" y="4120963"/>
          <a:ext cx="1307727"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3251564044"/>
                    </a:ext>
                  </a:extLst>
                </a:gridCol>
                <a:gridCol w="329453">
                  <a:extLst>
                    <a:ext uri="{9D8B030D-6E8A-4147-A177-3AD203B41FA5}">
                      <a16:colId xmlns:a16="http://schemas.microsoft.com/office/drawing/2014/main" val="3075795441"/>
                    </a:ext>
                  </a:extLst>
                </a:gridCol>
                <a:gridCol w="319368">
                  <a:extLst>
                    <a:ext uri="{9D8B030D-6E8A-4147-A177-3AD203B41FA5}">
                      <a16:colId xmlns:a16="http://schemas.microsoft.com/office/drawing/2014/main" val="2050920425"/>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5" name="Table 36">
            <a:extLst>
              <a:ext uri="{FF2B5EF4-FFF2-40B4-BE49-F238E27FC236}">
                <a16:creationId xmlns:a16="http://schemas.microsoft.com/office/drawing/2014/main" id="{C8032D0D-CB75-4B29-A175-C78961EACB48}"/>
              </a:ext>
            </a:extLst>
          </p:cNvPr>
          <p:cNvGraphicFramePr>
            <a:graphicFrameLocks noGrp="1"/>
          </p:cNvGraphicFramePr>
          <p:nvPr/>
        </p:nvGraphicFramePr>
        <p:xfrm>
          <a:off x="2382465" y="4658846"/>
          <a:ext cx="325049" cy="268941"/>
        </p:xfrm>
        <a:graphic>
          <a:graphicData uri="http://schemas.openxmlformats.org/drawingml/2006/table">
            <a:tbl>
              <a:tblPr firstRow="1" bandRow="1">
                <a:tableStyleId>{5C22544A-7EE6-4342-B048-85BDC9FD1C3A}</a:tableStyleId>
              </a:tblPr>
              <a:tblGrid>
                <a:gridCol w="325049">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6" name="Table 36">
            <a:extLst>
              <a:ext uri="{FF2B5EF4-FFF2-40B4-BE49-F238E27FC236}">
                <a16:creationId xmlns:a16="http://schemas.microsoft.com/office/drawing/2014/main" id="{A8E78B83-2BB0-4A0C-8587-2FAFA0F52A96}"/>
              </a:ext>
            </a:extLst>
          </p:cNvPr>
          <p:cNvGraphicFramePr>
            <a:graphicFrameLocks noGrp="1"/>
          </p:cNvGraphicFramePr>
          <p:nvPr/>
        </p:nvGraphicFramePr>
        <p:xfrm>
          <a:off x="1766220" y="5196728"/>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7" name="Table 36">
            <a:extLst>
              <a:ext uri="{FF2B5EF4-FFF2-40B4-BE49-F238E27FC236}">
                <a16:creationId xmlns:a16="http://schemas.microsoft.com/office/drawing/2014/main" id="{F3DB0643-7E91-4159-BADC-833AE5E5688F}"/>
              </a:ext>
            </a:extLst>
          </p:cNvPr>
          <p:cNvGraphicFramePr>
            <a:graphicFrameLocks noGrp="1"/>
          </p:cNvGraphicFramePr>
          <p:nvPr/>
        </p:nvGraphicFramePr>
        <p:xfrm>
          <a:off x="2770864" y="5196728"/>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8" name="Straight Arrow Connector 17">
            <a:extLst>
              <a:ext uri="{FF2B5EF4-FFF2-40B4-BE49-F238E27FC236}">
                <a16:creationId xmlns:a16="http://schemas.microsoft.com/office/drawing/2014/main" id="{C6404E50-42B1-4C5F-ADEC-17F506AED313}"/>
              </a:ext>
            </a:extLst>
          </p:cNvPr>
          <p:cNvCxnSpPr>
            <a:cxnSpLocks/>
          </p:cNvCxnSpPr>
          <p:nvPr/>
        </p:nvCxnSpPr>
        <p:spPr>
          <a:xfrm>
            <a:off x="2707514" y="4927787"/>
            <a:ext cx="385384" cy="304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6295FE4-6F08-4119-AF1E-FDC5361F251A}"/>
              </a:ext>
            </a:extLst>
          </p:cNvPr>
          <p:cNvCxnSpPr>
            <a:cxnSpLocks/>
            <a:endCxn id="16" idx="0"/>
          </p:cNvCxnSpPr>
          <p:nvPr/>
        </p:nvCxnSpPr>
        <p:spPr>
          <a:xfrm flipH="1">
            <a:off x="2104337" y="4927787"/>
            <a:ext cx="266028" cy="26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182E4BED-9638-4EB2-984F-4EE28B8A71A0}"/>
              </a:ext>
            </a:extLst>
          </p:cNvPr>
          <p:cNvPicPr>
            <a:picLocks noChangeAspect="1"/>
          </p:cNvPicPr>
          <p:nvPr/>
        </p:nvPicPr>
        <p:blipFill>
          <a:blip r:embed="rId2"/>
          <a:stretch>
            <a:fillRect/>
          </a:stretch>
        </p:blipFill>
        <p:spPr>
          <a:xfrm>
            <a:off x="824925" y="2068886"/>
            <a:ext cx="5496485" cy="243728"/>
          </a:xfrm>
          <a:prstGeom prst="rect">
            <a:avLst/>
          </a:prstGeom>
        </p:spPr>
      </p:pic>
    </p:spTree>
    <p:extLst>
      <p:ext uri="{BB962C8B-B14F-4D97-AF65-F5344CB8AC3E}">
        <p14:creationId xmlns:p14="http://schemas.microsoft.com/office/powerpoint/2010/main" val="3432725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EC8F56-F400-23AE-68AB-7BF81BBEB1EB}"/>
              </a:ext>
            </a:extLst>
          </p:cNvPr>
          <p:cNvSpPr>
            <a:spLocks noGrp="1"/>
          </p:cNvSpPr>
          <p:nvPr>
            <p:ph sz="quarter" idx="10"/>
          </p:nvPr>
        </p:nvSpPr>
        <p:spPr/>
        <p:txBody>
          <a:bodyPr/>
          <a:lstStyle/>
          <a:p>
            <a:r>
              <a:rPr lang="en-IN" dirty="0"/>
              <a:t>B-Tree - Insertion</a:t>
            </a:r>
          </a:p>
        </p:txBody>
      </p:sp>
      <p:sp>
        <p:nvSpPr>
          <p:cNvPr id="10" name="Rectangle 2">
            <a:extLst>
              <a:ext uri="{FF2B5EF4-FFF2-40B4-BE49-F238E27FC236}">
                <a16:creationId xmlns:a16="http://schemas.microsoft.com/office/drawing/2014/main" id="{29058974-2AFA-426B-9542-D246DA0B21BA}"/>
              </a:ext>
            </a:extLst>
          </p:cNvPr>
          <p:cNvSpPr txBox="1">
            <a:spLocks noChangeArrowheads="1"/>
          </p:cNvSpPr>
          <p:nvPr/>
        </p:nvSpPr>
        <p:spPr>
          <a:xfrm>
            <a:off x="467786" y="1574642"/>
            <a:ext cx="5109381" cy="410835"/>
          </a:xfrm>
          <a:prstGeom prst="rect">
            <a:avLst/>
          </a:prstGeom>
        </p:spPr>
        <p:txBody>
          <a:bodyPr vert="horz" lIns="80682" tIns="40341" rIns="80682" bIns="40341"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Insert the following elements in B-Tree of Order 5</a:t>
            </a:r>
          </a:p>
          <a:p>
            <a:pPr marL="403433" lvl="1"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618" dirty="0"/>
          </a:p>
          <a:p>
            <a:pPr marL="0"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927" dirty="0"/>
          </a:p>
          <a:p>
            <a:pPr marL="403433" lvl="1"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441" dirty="0"/>
          </a:p>
        </p:txBody>
      </p:sp>
      <p:graphicFrame>
        <p:nvGraphicFramePr>
          <p:cNvPr id="11" name="Table 36">
            <a:extLst>
              <a:ext uri="{FF2B5EF4-FFF2-40B4-BE49-F238E27FC236}">
                <a16:creationId xmlns:a16="http://schemas.microsoft.com/office/drawing/2014/main" id="{E12DC956-6C0E-4A82-B091-E645A6337ABF}"/>
              </a:ext>
            </a:extLst>
          </p:cNvPr>
          <p:cNvGraphicFramePr>
            <a:graphicFrameLocks noGrp="1"/>
          </p:cNvGraphicFramePr>
          <p:nvPr/>
        </p:nvGraphicFramePr>
        <p:xfrm>
          <a:off x="1500505" y="2731865"/>
          <a:ext cx="325049" cy="268941"/>
        </p:xfrm>
        <a:graphic>
          <a:graphicData uri="http://schemas.openxmlformats.org/drawingml/2006/table">
            <a:tbl>
              <a:tblPr firstRow="1" bandRow="1">
                <a:tableStyleId>{5C22544A-7EE6-4342-B048-85BDC9FD1C3A}</a:tableStyleId>
              </a:tblPr>
              <a:tblGrid>
                <a:gridCol w="325049">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2" name="Table 36">
            <a:extLst>
              <a:ext uri="{FF2B5EF4-FFF2-40B4-BE49-F238E27FC236}">
                <a16:creationId xmlns:a16="http://schemas.microsoft.com/office/drawing/2014/main" id="{C895BEA8-0920-46B4-B9EC-7B80F359B3DC}"/>
              </a:ext>
            </a:extLst>
          </p:cNvPr>
          <p:cNvGraphicFramePr>
            <a:graphicFrameLocks noGrp="1"/>
          </p:cNvGraphicFramePr>
          <p:nvPr/>
        </p:nvGraphicFramePr>
        <p:xfrm>
          <a:off x="884260" y="3269748"/>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3" name="Table 36">
            <a:extLst>
              <a:ext uri="{FF2B5EF4-FFF2-40B4-BE49-F238E27FC236}">
                <a16:creationId xmlns:a16="http://schemas.microsoft.com/office/drawing/2014/main" id="{8AC633E2-9B30-4737-913C-2B5C45ED0598}"/>
              </a:ext>
            </a:extLst>
          </p:cNvPr>
          <p:cNvGraphicFramePr>
            <a:graphicFrameLocks noGrp="1"/>
          </p:cNvGraphicFramePr>
          <p:nvPr/>
        </p:nvGraphicFramePr>
        <p:xfrm>
          <a:off x="1888905" y="3269748"/>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4" name="Straight Arrow Connector 13">
            <a:extLst>
              <a:ext uri="{FF2B5EF4-FFF2-40B4-BE49-F238E27FC236}">
                <a16:creationId xmlns:a16="http://schemas.microsoft.com/office/drawing/2014/main" id="{C732288B-7242-4590-AADF-29F352C8D168}"/>
              </a:ext>
            </a:extLst>
          </p:cNvPr>
          <p:cNvCxnSpPr>
            <a:cxnSpLocks/>
          </p:cNvCxnSpPr>
          <p:nvPr/>
        </p:nvCxnSpPr>
        <p:spPr>
          <a:xfrm>
            <a:off x="1825554" y="3000806"/>
            <a:ext cx="385384" cy="3044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49479B2-B06E-43DE-AB51-CDF35274980B}"/>
              </a:ext>
            </a:extLst>
          </p:cNvPr>
          <p:cNvCxnSpPr>
            <a:cxnSpLocks/>
            <a:endCxn id="12" idx="0"/>
          </p:cNvCxnSpPr>
          <p:nvPr/>
        </p:nvCxnSpPr>
        <p:spPr>
          <a:xfrm flipH="1">
            <a:off x="1222378" y="3000807"/>
            <a:ext cx="266028" cy="26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36">
            <a:extLst>
              <a:ext uri="{FF2B5EF4-FFF2-40B4-BE49-F238E27FC236}">
                <a16:creationId xmlns:a16="http://schemas.microsoft.com/office/drawing/2014/main" id="{0568553D-F272-4704-8D06-E579CA4C820B}"/>
              </a:ext>
            </a:extLst>
          </p:cNvPr>
          <p:cNvGraphicFramePr>
            <a:graphicFrameLocks noGrp="1"/>
          </p:cNvGraphicFramePr>
          <p:nvPr/>
        </p:nvGraphicFramePr>
        <p:xfrm>
          <a:off x="3517564" y="2664630"/>
          <a:ext cx="325049" cy="268941"/>
        </p:xfrm>
        <a:graphic>
          <a:graphicData uri="http://schemas.openxmlformats.org/drawingml/2006/table">
            <a:tbl>
              <a:tblPr firstRow="1" bandRow="1">
                <a:tableStyleId>{5C22544A-7EE6-4342-B048-85BDC9FD1C3A}</a:tableStyleId>
              </a:tblPr>
              <a:tblGrid>
                <a:gridCol w="325049">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7" name="Table 36">
            <a:extLst>
              <a:ext uri="{FF2B5EF4-FFF2-40B4-BE49-F238E27FC236}">
                <a16:creationId xmlns:a16="http://schemas.microsoft.com/office/drawing/2014/main" id="{D9D9C4C5-A44E-494D-BAFF-6C0174055863}"/>
              </a:ext>
            </a:extLst>
          </p:cNvPr>
          <p:cNvGraphicFramePr>
            <a:graphicFrameLocks noGrp="1"/>
          </p:cNvGraphicFramePr>
          <p:nvPr/>
        </p:nvGraphicFramePr>
        <p:xfrm>
          <a:off x="2901319" y="3202512"/>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8" name="Table 36">
            <a:extLst>
              <a:ext uri="{FF2B5EF4-FFF2-40B4-BE49-F238E27FC236}">
                <a16:creationId xmlns:a16="http://schemas.microsoft.com/office/drawing/2014/main" id="{E0A0D445-3C05-4D0B-BCAA-259A00AF3B3F}"/>
              </a:ext>
            </a:extLst>
          </p:cNvPr>
          <p:cNvGraphicFramePr>
            <a:graphicFrameLocks noGrp="1"/>
          </p:cNvGraphicFramePr>
          <p:nvPr/>
        </p:nvGraphicFramePr>
        <p:xfrm>
          <a:off x="3905964" y="3202512"/>
          <a:ext cx="102362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3251564044"/>
                    </a:ext>
                  </a:extLst>
                </a:gridCol>
                <a:gridCol w="364714">
                  <a:extLst>
                    <a:ext uri="{9D8B030D-6E8A-4147-A177-3AD203B41FA5}">
                      <a16:colId xmlns:a16="http://schemas.microsoft.com/office/drawing/2014/main" val="2196462619"/>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9" name="Straight Arrow Connector 18">
            <a:extLst>
              <a:ext uri="{FF2B5EF4-FFF2-40B4-BE49-F238E27FC236}">
                <a16:creationId xmlns:a16="http://schemas.microsoft.com/office/drawing/2014/main" id="{B04F7B21-4C62-4B8D-9778-0B8F76EB028E}"/>
              </a:ext>
            </a:extLst>
          </p:cNvPr>
          <p:cNvCxnSpPr>
            <a:cxnSpLocks/>
            <a:endCxn id="18" idx="0"/>
          </p:cNvCxnSpPr>
          <p:nvPr/>
        </p:nvCxnSpPr>
        <p:spPr>
          <a:xfrm>
            <a:off x="3842613" y="2933571"/>
            <a:ext cx="575160" cy="26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9762746-8857-48B4-8083-0114C1B8BE17}"/>
              </a:ext>
            </a:extLst>
          </p:cNvPr>
          <p:cNvCxnSpPr>
            <a:cxnSpLocks/>
            <a:endCxn id="17" idx="0"/>
          </p:cNvCxnSpPr>
          <p:nvPr/>
        </p:nvCxnSpPr>
        <p:spPr>
          <a:xfrm flipH="1">
            <a:off x="3239437" y="2933571"/>
            <a:ext cx="266028" cy="26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36">
            <a:extLst>
              <a:ext uri="{FF2B5EF4-FFF2-40B4-BE49-F238E27FC236}">
                <a16:creationId xmlns:a16="http://schemas.microsoft.com/office/drawing/2014/main" id="{240D02B5-3962-4438-8144-65AC9A319823}"/>
              </a:ext>
            </a:extLst>
          </p:cNvPr>
          <p:cNvGraphicFramePr>
            <a:graphicFrameLocks noGrp="1"/>
          </p:cNvGraphicFramePr>
          <p:nvPr/>
        </p:nvGraphicFramePr>
        <p:xfrm>
          <a:off x="5994064" y="2597395"/>
          <a:ext cx="325049" cy="268941"/>
        </p:xfrm>
        <a:graphic>
          <a:graphicData uri="http://schemas.openxmlformats.org/drawingml/2006/table">
            <a:tbl>
              <a:tblPr firstRow="1" bandRow="1">
                <a:tableStyleId>{5C22544A-7EE6-4342-B048-85BDC9FD1C3A}</a:tableStyleId>
              </a:tblPr>
              <a:tblGrid>
                <a:gridCol w="325049">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2" name="Table 36">
            <a:extLst>
              <a:ext uri="{FF2B5EF4-FFF2-40B4-BE49-F238E27FC236}">
                <a16:creationId xmlns:a16="http://schemas.microsoft.com/office/drawing/2014/main" id="{5BB51034-7B16-47F8-9178-2B0B3A1B6AA2}"/>
              </a:ext>
            </a:extLst>
          </p:cNvPr>
          <p:cNvGraphicFramePr>
            <a:graphicFrameLocks noGrp="1"/>
          </p:cNvGraphicFramePr>
          <p:nvPr/>
        </p:nvGraphicFramePr>
        <p:xfrm>
          <a:off x="5377819" y="3135277"/>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3" name="Table 36">
            <a:extLst>
              <a:ext uri="{FF2B5EF4-FFF2-40B4-BE49-F238E27FC236}">
                <a16:creationId xmlns:a16="http://schemas.microsoft.com/office/drawing/2014/main" id="{33C9DF8F-BB1D-4BAC-9C9B-542C0A84E462}"/>
              </a:ext>
            </a:extLst>
          </p:cNvPr>
          <p:cNvGraphicFramePr>
            <a:graphicFrameLocks noGrp="1"/>
          </p:cNvGraphicFramePr>
          <p:nvPr/>
        </p:nvGraphicFramePr>
        <p:xfrm>
          <a:off x="6382463" y="3135277"/>
          <a:ext cx="1685773" cy="268941"/>
        </p:xfrm>
        <a:graphic>
          <a:graphicData uri="http://schemas.openxmlformats.org/drawingml/2006/table">
            <a:tbl>
              <a:tblPr firstRow="1" bandRow="1">
                <a:tableStyleId>{5C22544A-7EE6-4342-B048-85BDC9FD1C3A}</a:tableStyleId>
              </a:tblPr>
              <a:tblGrid>
                <a:gridCol w="556220">
                  <a:extLst>
                    <a:ext uri="{9D8B030D-6E8A-4147-A177-3AD203B41FA5}">
                      <a16:colId xmlns:a16="http://schemas.microsoft.com/office/drawing/2014/main" val="887014813"/>
                    </a:ext>
                  </a:extLst>
                </a:gridCol>
                <a:gridCol w="329453">
                  <a:extLst>
                    <a:ext uri="{9D8B030D-6E8A-4147-A177-3AD203B41FA5}">
                      <a16:colId xmlns:a16="http://schemas.microsoft.com/office/drawing/2014/main" val="3251564044"/>
                    </a:ext>
                  </a:extLst>
                </a:gridCol>
                <a:gridCol w="329453">
                  <a:extLst>
                    <a:ext uri="{9D8B030D-6E8A-4147-A177-3AD203B41FA5}">
                      <a16:colId xmlns:a16="http://schemas.microsoft.com/office/drawing/2014/main" val="2196462619"/>
                    </a:ext>
                  </a:extLst>
                </a:gridCol>
                <a:gridCol w="470647">
                  <a:extLst>
                    <a:ext uri="{9D8B030D-6E8A-4147-A177-3AD203B41FA5}">
                      <a16:colId xmlns:a16="http://schemas.microsoft.com/office/drawing/2014/main" val="3632653500"/>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4" name="Straight Arrow Connector 23">
            <a:extLst>
              <a:ext uri="{FF2B5EF4-FFF2-40B4-BE49-F238E27FC236}">
                <a16:creationId xmlns:a16="http://schemas.microsoft.com/office/drawing/2014/main" id="{87ED9D0E-2DDE-40BC-924E-5EBF039EDFE4}"/>
              </a:ext>
            </a:extLst>
          </p:cNvPr>
          <p:cNvCxnSpPr>
            <a:cxnSpLocks/>
            <a:endCxn id="23" idx="0"/>
          </p:cNvCxnSpPr>
          <p:nvPr/>
        </p:nvCxnSpPr>
        <p:spPr>
          <a:xfrm>
            <a:off x="6319113" y="2866336"/>
            <a:ext cx="906236" cy="26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48B801A-F9BD-437E-A730-5E7B19285109}"/>
              </a:ext>
            </a:extLst>
          </p:cNvPr>
          <p:cNvCxnSpPr>
            <a:cxnSpLocks/>
            <a:endCxn id="22" idx="0"/>
          </p:cNvCxnSpPr>
          <p:nvPr/>
        </p:nvCxnSpPr>
        <p:spPr>
          <a:xfrm flipH="1">
            <a:off x="5715937" y="2866336"/>
            <a:ext cx="266028" cy="268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Table 36">
            <a:extLst>
              <a:ext uri="{FF2B5EF4-FFF2-40B4-BE49-F238E27FC236}">
                <a16:creationId xmlns:a16="http://schemas.microsoft.com/office/drawing/2014/main" id="{52BF4772-A0CF-4B6E-9850-BF3C426661A8}"/>
              </a:ext>
            </a:extLst>
          </p:cNvPr>
          <p:cNvGraphicFramePr>
            <a:graphicFrameLocks noGrp="1"/>
          </p:cNvGraphicFramePr>
          <p:nvPr/>
        </p:nvGraphicFramePr>
        <p:xfrm>
          <a:off x="1951456" y="4444534"/>
          <a:ext cx="676238" cy="268941"/>
        </p:xfrm>
        <a:graphic>
          <a:graphicData uri="http://schemas.openxmlformats.org/drawingml/2006/table">
            <a:tbl>
              <a:tblPr firstRow="1" bandRow="1">
                <a:tableStyleId>{5C22544A-7EE6-4342-B048-85BDC9FD1C3A}</a:tableStyleId>
              </a:tblPr>
              <a:tblGrid>
                <a:gridCol w="338119">
                  <a:extLst>
                    <a:ext uri="{9D8B030D-6E8A-4147-A177-3AD203B41FA5}">
                      <a16:colId xmlns:a16="http://schemas.microsoft.com/office/drawing/2014/main" val="887014813"/>
                    </a:ext>
                  </a:extLst>
                </a:gridCol>
                <a:gridCol w="338119">
                  <a:extLst>
                    <a:ext uri="{9D8B030D-6E8A-4147-A177-3AD203B41FA5}">
                      <a16:colId xmlns:a16="http://schemas.microsoft.com/office/drawing/2014/main" val="1306936277"/>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7" name="Table 36">
            <a:extLst>
              <a:ext uri="{FF2B5EF4-FFF2-40B4-BE49-F238E27FC236}">
                <a16:creationId xmlns:a16="http://schemas.microsoft.com/office/drawing/2014/main" id="{02F0CC2C-7B02-4CB1-BB74-D9C8011829FF}"/>
              </a:ext>
            </a:extLst>
          </p:cNvPr>
          <p:cNvGraphicFramePr>
            <a:graphicFrameLocks noGrp="1"/>
          </p:cNvGraphicFramePr>
          <p:nvPr/>
        </p:nvGraphicFramePr>
        <p:xfrm>
          <a:off x="817025" y="5152336"/>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8" name="Table 36">
            <a:extLst>
              <a:ext uri="{FF2B5EF4-FFF2-40B4-BE49-F238E27FC236}">
                <a16:creationId xmlns:a16="http://schemas.microsoft.com/office/drawing/2014/main" id="{CF4B1920-B176-4780-A674-5F7D5BEEB7F9}"/>
              </a:ext>
            </a:extLst>
          </p:cNvPr>
          <p:cNvGraphicFramePr>
            <a:graphicFrameLocks noGrp="1"/>
          </p:cNvGraphicFramePr>
          <p:nvPr/>
        </p:nvGraphicFramePr>
        <p:xfrm>
          <a:off x="1821669" y="5152336"/>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9" name="Straight Arrow Connector 28">
            <a:extLst>
              <a:ext uri="{FF2B5EF4-FFF2-40B4-BE49-F238E27FC236}">
                <a16:creationId xmlns:a16="http://schemas.microsoft.com/office/drawing/2014/main" id="{B238FE81-4D4B-49AF-9F23-DC0DA41E9EAA}"/>
              </a:ext>
            </a:extLst>
          </p:cNvPr>
          <p:cNvCxnSpPr>
            <a:cxnSpLocks/>
            <a:stCxn id="26" idx="2"/>
            <a:endCxn id="28" idx="0"/>
          </p:cNvCxnSpPr>
          <p:nvPr/>
        </p:nvCxnSpPr>
        <p:spPr>
          <a:xfrm flipH="1">
            <a:off x="2224682" y="4713475"/>
            <a:ext cx="6489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E11F26E-6E26-4DFA-85AD-94CF53E29B5F}"/>
              </a:ext>
            </a:extLst>
          </p:cNvPr>
          <p:cNvCxnSpPr>
            <a:cxnSpLocks/>
            <a:endCxn id="27" idx="0"/>
          </p:cNvCxnSpPr>
          <p:nvPr/>
        </p:nvCxnSpPr>
        <p:spPr>
          <a:xfrm flipH="1">
            <a:off x="1155143" y="4713475"/>
            <a:ext cx="7963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Table 36">
            <a:extLst>
              <a:ext uri="{FF2B5EF4-FFF2-40B4-BE49-F238E27FC236}">
                <a16:creationId xmlns:a16="http://schemas.microsoft.com/office/drawing/2014/main" id="{5075FA95-011E-44F1-8F4D-2CCA38254286}"/>
              </a:ext>
            </a:extLst>
          </p:cNvPr>
          <p:cNvGraphicFramePr>
            <a:graphicFrameLocks noGrp="1"/>
          </p:cNvGraphicFramePr>
          <p:nvPr/>
        </p:nvGraphicFramePr>
        <p:xfrm>
          <a:off x="2839876" y="5177118"/>
          <a:ext cx="806025" cy="268941"/>
        </p:xfrm>
        <a:graphic>
          <a:graphicData uri="http://schemas.openxmlformats.org/drawingml/2006/table">
            <a:tbl>
              <a:tblPr firstRow="1" bandRow="1">
                <a:tableStyleId>{5C22544A-7EE6-4342-B048-85BDC9FD1C3A}</a:tableStyleId>
              </a:tblPr>
              <a:tblGrid>
                <a:gridCol w="375101">
                  <a:extLst>
                    <a:ext uri="{9D8B030D-6E8A-4147-A177-3AD203B41FA5}">
                      <a16:colId xmlns:a16="http://schemas.microsoft.com/office/drawing/2014/main" val="887014813"/>
                    </a:ext>
                  </a:extLst>
                </a:gridCol>
                <a:gridCol w="430924">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2" name="Straight Arrow Connector 31">
            <a:extLst>
              <a:ext uri="{FF2B5EF4-FFF2-40B4-BE49-F238E27FC236}">
                <a16:creationId xmlns:a16="http://schemas.microsoft.com/office/drawing/2014/main" id="{542F58E1-0F08-4EAD-8B38-92F437A5B0ED}"/>
              </a:ext>
            </a:extLst>
          </p:cNvPr>
          <p:cNvCxnSpPr>
            <a:cxnSpLocks/>
            <a:endCxn id="31" idx="0"/>
          </p:cNvCxnSpPr>
          <p:nvPr/>
        </p:nvCxnSpPr>
        <p:spPr>
          <a:xfrm>
            <a:off x="2627695" y="4713475"/>
            <a:ext cx="615193" cy="463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Table 36">
            <a:extLst>
              <a:ext uri="{FF2B5EF4-FFF2-40B4-BE49-F238E27FC236}">
                <a16:creationId xmlns:a16="http://schemas.microsoft.com/office/drawing/2014/main" id="{8BD689C0-F7C1-49CC-A15C-424103275140}"/>
              </a:ext>
            </a:extLst>
          </p:cNvPr>
          <p:cNvGraphicFramePr>
            <a:graphicFrameLocks noGrp="1"/>
          </p:cNvGraphicFramePr>
          <p:nvPr/>
        </p:nvGraphicFramePr>
        <p:xfrm>
          <a:off x="5577167" y="4345512"/>
          <a:ext cx="676238" cy="268941"/>
        </p:xfrm>
        <a:graphic>
          <a:graphicData uri="http://schemas.openxmlformats.org/drawingml/2006/table">
            <a:tbl>
              <a:tblPr firstRow="1" bandRow="1">
                <a:tableStyleId>{5C22544A-7EE6-4342-B048-85BDC9FD1C3A}</a:tableStyleId>
              </a:tblPr>
              <a:tblGrid>
                <a:gridCol w="338119">
                  <a:extLst>
                    <a:ext uri="{9D8B030D-6E8A-4147-A177-3AD203B41FA5}">
                      <a16:colId xmlns:a16="http://schemas.microsoft.com/office/drawing/2014/main" val="887014813"/>
                    </a:ext>
                  </a:extLst>
                </a:gridCol>
                <a:gridCol w="338119">
                  <a:extLst>
                    <a:ext uri="{9D8B030D-6E8A-4147-A177-3AD203B41FA5}">
                      <a16:colId xmlns:a16="http://schemas.microsoft.com/office/drawing/2014/main" val="1306936277"/>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34" name="Table 36">
            <a:extLst>
              <a:ext uri="{FF2B5EF4-FFF2-40B4-BE49-F238E27FC236}">
                <a16:creationId xmlns:a16="http://schemas.microsoft.com/office/drawing/2014/main" id="{1A5482DB-B3BC-4BBC-9E6B-A11C88142576}"/>
              </a:ext>
            </a:extLst>
          </p:cNvPr>
          <p:cNvGraphicFramePr>
            <a:graphicFrameLocks noGrp="1"/>
          </p:cNvGraphicFramePr>
          <p:nvPr/>
        </p:nvGraphicFramePr>
        <p:xfrm>
          <a:off x="4442736" y="5053315"/>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35" name="Table 36">
            <a:extLst>
              <a:ext uri="{FF2B5EF4-FFF2-40B4-BE49-F238E27FC236}">
                <a16:creationId xmlns:a16="http://schemas.microsoft.com/office/drawing/2014/main" id="{52B10055-5E31-4681-907F-F5B7841B1EC7}"/>
              </a:ext>
            </a:extLst>
          </p:cNvPr>
          <p:cNvGraphicFramePr>
            <a:graphicFrameLocks noGrp="1"/>
          </p:cNvGraphicFramePr>
          <p:nvPr/>
        </p:nvGraphicFramePr>
        <p:xfrm>
          <a:off x="5447380" y="5053315"/>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6" name="Straight Arrow Connector 35">
            <a:extLst>
              <a:ext uri="{FF2B5EF4-FFF2-40B4-BE49-F238E27FC236}">
                <a16:creationId xmlns:a16="http://schemas.microsoft.com/office/drawing/2014/main" id="{11A11A1F-15C9-44AA-B800-633BA9B2F6AD}"/>
              </a:ext>
            </a:extLst>
          </p:cNvPr>
          <p:cNvCxnSpPr>
            <a:cxnSpLocks/>
            <a:stCxn id="33" idx="2"/>
            <a:endCxn id="35" idx="0"/>
          </p:cNvCxnSpPr>
          <p:nvPr/>
        </p:nvCxnSpPr>
        <p:spPr>
          <a:xfrm flipH="1">
            <a:off x="5850393" y="4614453"/>
            <a:ext cx="64893" cy="438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37D37AE-E498-4665-BEF4-EAC9D2AB2CD8}"/>
              </a:ext>
            </a:extLst>
          </p:cNvPr>
          <p:cNvCxnSpPr>
            <a:cxnSpLocks/>
            <a:endCxn id="34" idx="0"/>
          </p:cNvCxnSpPr>
          <p:nvPr/>
        </p:nvCxnSpPr>
        <p:spPr>
          <a:xfrm flipH="1">
            <a:off x="4780854" y="4614454"/>
            <a:ext cx="7963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8" name="Table 36">
            <a:extLst>
              <a:ext uri="{FF2B5EF4-FFF2-40B4-BE49-F238E27FC236}">
                <a16:creationId xmlns:a16="http://schemas.microsoft.com/office/drawing/2014/main" id="{EAC37216-0EFC-420C-A931-E85E33EA7520}"/>
              </a:ext>
            </a:extLst>
          </p:cNvPr>
          <p:cNvGraphicFramePr>
            <a:graphicFrameLocks noGrp="1"/>
          </p:cNvGraphicFramePr>
          <p:nvPr/>
        </p:nvGraphicFramePr>
        <p:xfrm>
          <a:off x="6465587" y="5078097"/>
          <a:ext cx="1121215"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98089">
                  <a:extLst>
                    <a:ext uri="{9D8B030D-6E8A-4147-A177-3AD203B41FA5}">
                      <a16:colId xmlns:a16="http://schemas.microsoft.com/office/drawing/2014/main" val="3251564044"/>
                    </a:ext>
                  </a:extLst>
                </a:gridCol>
                <a:gridCol w="393673">
                  <a:extLst>
                    <a:ext uri="{9D8B030D-6E8A-4147-A177-3AD203B41FA5}">
                      <a16:colId xmlns:a16="http://schemas.microsoft.com/office/drawing/2014/main" val="3172122195"/>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9" name="Straight Arrow Connector 38">
            <a:extLst>
              <a:ext uri="{FF2B5EF4-FFF2-40B4-BE49-F238E27FC236}">
                <a16:creationId xmlns:a16="http://schemas.microsoft.com/office/drawing/2014/main" id="{DD8B291F-A63C-4F03-9287-77F81320E81B}"/>
              </a:ext>
            </a:extLst>
          </p:cNvPr>
          <p:cNvCxnSpPr>
            <a:cxnSpLocks/>
            <a:endCxn id="38" idx="0"/>
          </p:cNvCxnSpPr>
          <p:nvPr/>
        </p:nvCxnSpPr>
        <p:spPr>
          <a:xfrm>
            <a:off x="6253406" y="4614454"/>
            <a:ext cx="772788" cy="463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2D795A54-849F-48B9-A300-D7D8A53A7B9A}"/>
              </a:ext>
            </a:extLst>
          </p:cNvPr>
          <p:cNvPicPr>
            <a:picLocks noChangeAspect="1"/>
          </p:cNvPicPr>
          <p:nvPr/>
        </p:nvPicPr>
        <p:blipFill>
          <a:blip r:embed="rId2"/>
          <a:stretch>
            <a:fillRect/>
          </a:stretch>
        </p:blipFill>
        <p:spPr>
          <a:xfrm>
            <a:off x="1166125" y="2209876"/>
            <a:ext cx="5479676" cy="235324"/>
          </a:xfrm>
          <a:prstGeom prst="rect">
            <a:avLst/>
          </a:prstGeom>
        </p:spPr>
      </p:pic>
    </p:spTree>
    <p:extLst>
      <p:ext uri="{BB962C8B-B14F-4D97-AF65-F5344CB8AC3E}">
        <p14:creationId xmlns:p14="http://schemas.microsoft.com/office/powerpoint/2010/main" val="1937245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796E18-8C80-DB16-969C-394CAD93306F}"/>
              </a:ext>
            </a:extLst>
          </p:cNvPr>
          <p:cNvSpPr>
            <a:spLocks noGrp="1"/>
          </p:cNvSpPr>
          <p:nvPr>
            <p:ph sz="quarter" idx="10"/>
          </p:nvPr>
        </p:nvSpPr>
        <p:spPr/>
        <p:txBody>
          <a:bodyPr/>
          <a:lstStyle/>
          <a:p>
            <a:r>
              <a:rPr lang="en-IN" dirty="0"/>
              <a:t>B-Tree - Insertion</a:t>
            </a:r>
          </a:p>
        </p:txBody>
      </p:sp>
      <p:sp>
        <p:nvSpPr>
          <p:cNvPr id="10" name="Rectangle 2">
            <a:extLst>
              <a:ext uri="{FF2B5EF4-FFF2-40B4-BE49-F238E27FC236}">
                <a16:creationId xmlns:a16="http://schemas.microsoft.com/office/drawing/2014/main" id="{84C4088C-2FF0-4D87-8C6E-5758C5C6AA1B}"/>
              </a:ext>
            </a:extLst>
          </p:cNvPr>
          <p:cNvSpPr txBox="1">
            <a:spLocks noChangeArrowheads="1"/>
          </p:cNvSpPr>
          <p:nvPr/>
        </p:nvSpPr>
        <p:spPr>
          <a:xfrm>
            <a:off x="597836" y="1589635"/>
            <a:ext cx="5062036" cy="328403"/>
          </a:xfrm>
          <a:prstGeom prst="rect">
            <a:avLst/>
          </a:prstGeom>
        </p:spPr>
        <p:txBody>
          <a:bodyPr vert="horz" lIns="80682" tIns="40341" rIns="80682" bIns="40341"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Insert the following elements in B-Tree of Order 5</a:t>
            </a:r>
          </a:p>
          <a:p>
            <a:pPr marL="403433" lvl="1"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618" dirty="0"/>
          </a:p>
          <a:p>
            <a:pPr marL="0"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882" dirty="0"/>
          </a:p>
          <a:p>
            <a:pPr marL="403433" lvl="1"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441" dirty="0"/>
          </a:p>
        </p:txBody>
      </p:sp>
      <p:graphicFrame>
        <p:nvGraphicFramePr>
          <p:cNvPr id="12" name="Table 36">
            <a:extLst>
              <a:ext uri="{FF2B5EF4-FFF2-40B4-BE49-F238E27FC236}">
                <a16:creationId xmlns:a16="http://schemas.microsoft.com/office/drawing/2014/main" id="{4E9BEB43-FB00-46AF-95AB-D21C00EE99D9}"/>
              </a:ext>
            </a:extLst>
          </p:cNvPr>
          <p:cNvGraphicFramePr>
            <a:graphicFrameLocks noGrp="1"/>
          </p:cNvGraphicFramePr>
          <p:nvPr/>
        </p:nvGraphicFramePr>
        <p:xfrm>
          <a:off x="2075726" y="2629181"/>
          <a:ext cx="676238" cy="268941"/>
        </p:xfrm>
        <a:graphic>
          <a:graphicData uri="http://schemas.openxmlformats.org/drawingml/2006/table">
            <a:tbl>
              <a:tblPr firstRow="1" bandRow="1">
                <a:tableStyleId>{5C22544A-7EE6-4342-B048-85BDC9FD1C3A}</a:tableStyleId>
              </a:tblPr>
              <a:tblGrid>
                <a:gridCol w="338119">
                  <a:extLst>
                    <a:ext uri="{9D8B030D-6E8A-4147-A177-3AD203B41FA5}">
                      <a16:colId xmlns:a16="http://schemas.microsoft.com/office/drawing/2014/main" val="887014813"/>
                    </a:ext>
                  </a:extLst>
                </a:gridCol>
                <a:gridCol w="338119">
                  <a:extLst>
                    <a:ext uri="{9D8B030D-6E8A-4147-A177-3AD203B41FA5}">
                      <a16:colId xmlns:a16="http://schemas.microsoft.com/office/drawing/2014/main" val="1306936277"/>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3" name="Table 36">
            <a:extLst>
              <a:ext uri="{FF2B5EF4-FFF2-40B4-BE49-F238E27FC236}">
                <a16:creationId xmlns:a16="http://schemas.microsoft.com/office/drawing/2014/main" id="{B9369399-3809-4F73-B065-EA138725B235}"/>
              </a:ext>
            </a:extLst>
          </p:cNvPr>
          <p:cNvGraphicFramePr>
            <a:graphicFrameLocks noGrp="1"/>
          </p:cNvGraphicFramePr>
          <p:nvPr/>
        </p:nvGraphicFramePr>
        <p:xfrm>
          <a:off x="941295" y="3336983"/>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4" name="Table 36">
            <a:extLst>
              <a:ext uri="{FF2B5EF4-FFF2-40B4-BE49-F238E27FC236}">
                <a16:creationId xmlns:a16="http://schemas.microsoft.com/office/drawing/2014/main" id="{FA6B42F1-E74C-4E3F-8D9A-E02BFFE1822C}"/>
              </a:ext>
            </a:extLst>
          </p:cNvPr>
          <p:cNvGraphicFramePr>
            <a:graphicFrameLocks noGrp="1"/>
          </p:cNvGraphicFramePr>
          <p:nvPr/>
        </p:nvGraphicFramePr>
        <p:xfrm>
          <a:off x="1945938" y="3336983"/>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5" name="Straight Arrow Connector 14">
            <a:extLst>
              <a:ext uri="{FF2B5EF4-FFF2-40B4-BE49-F238E27FC236}">
                <a16:creationId xmlns:a16="http://schemas.microsoft.com/office/drawing/2014/main" id="{CB3CF167-1088-4E40-B7D0-7E29DF7743EA}"/>
              </a:ext>
            </a:extLst>
          </p:cNvPr>
          <p:cNvCxnSpPr>
            <a:cxnSpLocks/>
            <a:stCxn id="12" idx="2"/>
            <a:endCxn id="14" idx="0"/>
          </p:cNvCxnSpPr>
          <p:nvPr/>
        </p:nvCxnSpPr>
        <p:spPr>
          <a:xfrm flipH="1">
            <a:off x="2348951" y="2898122"/>
            <a:ext cx="64894"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77D6D29-0CDE-4303-8699-272D20875331}"/>
              </a:ext>
            </a:extLst>
          </p:cNvPr>
          <p:cNvCxnSpPr>
            <a:cxnSpLocks/>
            <a:endCxn id="13" idx="0"/>
          </p:cNvCxnSpPr>
          <p:nvPr/>
        </p:nvCxnSpPr>
        <p:spPr>
          <a:xfrm flipH="1">
            <a:off x="1279413" y="2898122"/>
            <a:ext cx="7963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Table 36">
            <a:extLst>
              <a:ext uri="{FF2B5EF4-FFF2-40B4-BE49-F238E27FC236}">
                <a16:creationId xmlns:a16="http://schemas.microsoft.com/office/drawing/2014/main" id="{13EAEFE8-7484-4CA9-B8A4-BE76291EFB1A}"/>
              </a:ext>
            </a:extLst>
          </p:cNvPr>
          <p:cNvGraphicFramePr>
            <a:graphicFrameLocks noGrp="1"/>
          </p:cNvGraphicFramePr>
          <p:nvPr/>
        </p:nvGraphicFramePr>
        <p:xfrm>
          <a:off x="2964146" y="3361765"/>
          <a:ext cx="1121215"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98089">
                  <a:extLst>
                    <a:ext uri="{9D8B030D-6E8A-4147-A177-3AD203B41FA5}">
                      <a16:colId xmlns:a16="http://schemas.microsoft.com/office/drawing/2014/main" val="3251564044"/>
                    </a:ext>
                  </a:extLst>
                </a:gridCol>
                <a:gridCol w="393673">
                  <a:extLst>
                    <a:ext uri="{9D8B030D-6E8A-4147-A177-3AD203B41FA5}">
                      <a16:colId xmlns:a16="http://schemas.microsoft.com/office/drawing/2014/main" val="3172122195"/>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8" name="Straight Arrow Connector 17">
            <a:extLst>
              <a:ext uri="{FF2B5EF4-FFF2-40B4-BE49-F238E27FC236}">
                <a16:creationId xmlns:a16="http://schemas.microsoft.com/office/drawing/2014/main" id="{EFD8F7A6-E0C2-47A5-92F2-4F631B84CDD2}"/>
              </a:ext>
            </a:extLst>
          </p:cNvPr>
          <p:cNvCxnSpPr>
            <a:cxnSpLocks/>
            <a:endCxn id="17" idx="0"/>
          </p:cNvCxnSpPr>
          <p:nvPr/>
        </p:nvCxnSpPr>
        <p:spPr>
          <a:xfrm>
            <a:off x="2751965" y="2898122"/>
            <a:ext cx="772788" cy="463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36">
            <a:extLst>
              <a:ext uri="{FF2B5EF4-FFF2-40B4-BE49-F238E27FC236}">
                <a16:creationId xmlns:a16="http://schemas.microsoft.com/office/drawing/2014/main" id="{B7F01091-E7BC-4C10-B674-4B805B2CB1BD}"/>
              </a:ext>
            </a:extLst>
          </p:cNvPr>
          <p:cNvGraphicFramePr>
            <a:graphicFrameLocks noGrp="1"/>
          </p:cNvGraphicFramePr>
          <p:nvPr/>
        </p:nvGraphicFramePr>
        <p:xfrm>
          <a:off x="5789658" y="2494710"/>
          <a:ext cx="676238" cy="268941"/>
        </p:xfrm>
        <a:graphic>
          <a:graphicData uri="http://schemas.openxmlformats.org/drawingml/2006/table">
            <a:tbl>
              <a:tblPr firstRow="1" bandRow="1">
                <a:tableStyleId>{5C22544A-7EE6-4342-B048-85BDC9FD1C3A}</a:tableStyleId>
              </a:tblPr>
              <a:tblGrid>
                <a:gridCol w="338119">
                  <a:extLst>
                    <a:ext uri="{9D8B030D-6E8A-4147-A177-3AD203B41FA5}">
                      <a16:colId xmlns:a16="http://schemas.microsoft.com/office/drawing/2014/main" val="887014813"/>
                    </a:ext>
                  </a:extLst>
                </a:gridCol>
                <a:gridCol w="338119">
                  <a:extLst>
                    <a:ext uri="{9D8B030D-6E8A-4147-A177-3AD203B41FA5}">
                      <a16:colId xmlns:a16="http://schemas.microsoft.com/office/drawing/2014/main" val="1306936277"/>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0" name="Table 19">
            <a:extLst>
              <a:ext uri="{FF2B5EF4-FFF2-40B4-BE49-F238E27FC236}">
                <a16:creationId xmlns:a16="http://schemas.microsoft.com/office/drawing/2014/main" id="{3CCAD789-465D-4227-9A29-B8D7BBBDC10F}"/>
              </a:ext>
            </a:extLst>
          </p:cNvPr>
          <p:cNvGraphicFramePr>
            <a:graphicFrameLocks noGrp="1"/>
          </p:cNvGraphicFramePr>
          <p:nvPr/>
        </p:nvGraphicFramePr>
        <p:xfrm>
          <a:off x="4655227" y="3202512"/>
          <a:ext cx="676238"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46785">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1" name="Table 36">
            <a:extLst>
              <a:ext uri="{FF2B5EF4-FFF2-40B4-BE49-F238E27FC236}">
                <a16:creationId xmlns:a16="http://schemas.microsoft.com/office/drawing/2014/main" id="{AA9202B0-6341-42D2-AFDD-7010F55A06B2}"/>
              </a:ext>
            </a:extLst>
          </p:cNvPr>
          <p:cNvGraphicFramePr>
            <a:graphicFrameLocks noGrp="1"/>
          </p:cNvGraphicFramePr>
          <p:nvPr/>
        </p:nvGraphicFramePr>
        <p:xfrm>
          <a:off x="5659871" y="3202512"/>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2" name="Straight Arrow Connector 21">
            <a:extLst>
              <a:ext uri="{FF2B5EF4-FFF2-40B4-BE49-F238E27FC236}">
                <a16:creationId xmlns:a16="http://schemas.microsoft.com/office/drawing/2014/main" id="{AA64EBA1-6826-49C8-9D2D-44C80C644B1B}"/>
              </a:ext>
            </a:extLst>
          </p:cNvPr>
          <p:cNvCxnSpPr>
            <a:cxnSpLocks/>
            <a:stCxn id="19" idx="2"/>
            <a:endCxn id="21" idx="0"/>
          </p:cNvCxnSpPr>
          <p:nvPr/>
        </p:nvCxnSpPr>
        <p:spPr>
          <a:xfrm flipH="1">
            <a:off x="6062884" y="2763651"/>
            <a:ext cx="6489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E67A277-FA37-4E2E-B421-02900FCAE345}"/>
              </a:ext>
            </a:extLst>
          </p:cNvPr>
          <p:cNvCxnSpPr>
            <a:cxnSpLocks/>
            <a:endCxn id="20" idx="0"/>
          </p:cNvCxnSpPr>
          <p:nvPr/>
        </p:nvCxnSpPr>
        <p:spPr>
          <a:xfrm flipH="1">
            <a:off x="4993346" y="2763651"/>
            <a:ext cx="7963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Table 36">
            <a:extLst>
              <a:ext uri="{FF2B5EF4-FFF2-40B4-BE49-F238E27FC236}">
                <a16:creationId xmlns:a16="http://schemas.microsoft.com/office/drawing/2014/main" id="{DE54A176-223D-4D76-A84F-371531E2FB0A}"/>
              </a:ext>
            </a:extLst>
          </p:cNvPr>
          <p:cNvGraphicFramePr>
            <a:graphicFrameLocks noGrp="1"/>
          </p:cNvGraphicFramePr>
          <p:nvPr/>
        </p:nvGraphicFramePr>
        <p:xfrm>
          <a:off x="6678077" y="3227294"/>
          <a:ext cx="1591864" cy="415962"/>
        </p:xfrm>
        <a:graphic>
          <a:graphicData uri="http://schemas.openxmlformats.org/drawingml/2006/table">
            <a:tbl>
              <a:tblPr firstRow="1" bandRow="1">
                <a:tableStyleId>{5C22544A-7EE6-4342-B048-85BDC9FD1C3A}</a:tableStyleId>
              </a:tblPr>
              <a:tblGrid>
                <a:gridCol w="417656">
                  <a:extLst>
                    <a:ext uri="{9D8B030D-6E8A-4147-A177-3AD203B41FA5}">
                      <a16:colId xmlns:a16="http://schemas.microsoft.com/office/drawing/2014/main" val="887014813"/>
                    </a:ext>
                  </a:extLst>
                </a:gridCol>
                <a:gridCol w="300149">
                  <a:extLst>
                    <a:ext uri="{9D8B030D-6E8A-4147-A177-3AD203B41FA5}">
                      <a16:colId xmlns:a16="http://schemas.microsoft.com/office/drawing/2014/main" val="3251564044"/>
                    </a:ext>
                  </a:extLst>
                </a:gridCol>
                <a:gridCol w="403412">
                  <a:extLst>
                    <a:ext uri="{9D8B030D-6E8A-4147-A177-3AD203B41FA5}">
                      <a16:colId xmlns:a16="http://schemas.microsoft.com/office/drawing/2014/main" val="4105701541"/>
                    </a:ext>
                  </a:extLst>
                </a:gridCol>
                <a:gridCol w="470647">
                  <a:extLst>
                    <a:ext uri="{9D8B030D-6E8A-4147-A177-3AD203B41FA5}">
                      <a16:colId xmlns:a16="http://schemas.microsoft.com/office/drawing/2014/main" val="3172122195"/>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5" name="Straight Arrow Connector 24">
            <a:extLst>
              <a:ext uri="{FF2B5EF4-FFF2-40B4-BE49-F238E27FC236}">
                <a16:creationId xmlns:a16="http://schemas.microsoft.com/office/drawing/2014/main" id="{B85ACFA9-0296-49F0-BAD5-EF3B7834EBD4}"/>
              </a:ext>
            </a:extLst>
          </p:cNvPr>
          <p:cNvCxnSpPr>
            <a:cxnSpLocks/>
            <a:endCxn id="24" idx="0"/>
          </p:cNvCxnSpPr>
          <p:nvPr/>
        </p:nvCxnSpPr>
        <p:spPr>
          <a:xfrm>
            <a:off x="6465898" y="2763651"/>
            <a:ext cx="1008111" cy="463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Table 36">
            <a:extLst>
              <a:ext uri="{FF2B5EF4-FFF2-40B4-BE49-F238E27FC236}">
                <a16:creationId xmlns:a16="http://schemas.microsoft.com/office/drawing/2014/main" id="{E2389948-B19B-4E0A-BFC3-2D89187151F3}"/>
              </a:ext>
            </a:extLst>
          </p:cNvPr>
          <p:cNvGraphicFramePr>
            <a:graphicFrameLocks noGrp="1"/>
          </p:cNvGraphicFramePr>
          <p:nvPr/>
        </p:nvGraphicFramePr>
        <p:xfrm>
          <a:off x="6276630" y="4623403"/>
          <a:ext cx="1291432" cy="268941"/>
        </p:xfrm>
        <a:graphic>
          <a:graphicData uri="http://schemas.openxmlformats.org/drawingml/2006/table">
            <a:tbl>
              <a:tblPr firstRow="1" bandRow="1">
                <a:tableStyleId>{5C22544A-7EE6-4342-B048-85BDC9FD1C3A}</a:tableStyleId>
              </a:tblPr>
              <a:tblGrid>
                <a:gridCol w="397988">
                  <a:extLst>
                    <a:ext uri="{9D8B030D-6E8A-4147-A177-3AD203B41FA5}">
                      <a16:colId xmlns:a16="http://schemas.microsoft.com/office/drawing/2014/main" val="887014813"/>
                    </a:ext>
                  </a:extLst>
                </a:gridCol>
                <a:gridCol w="487333">
                  <a:extLst>
                    <a:ext uri="{9D8B030D-6E8A-4147-A177-3AD203B41FA5}">
                      <a16:colId xmlns:a16="http://schemas.microsoft.com/office/drawing/2014/main" val="1306936277"/>
                    </a:ext>
                  </a:extLst>
                </a:gridCol>
                <a:gridCol w="406111">
                  <a:extLst>
                    <a:ext uri="{9D8B030D-6E8A-4147-A177-3AD203B41FA5}">
                      <a16:colId xmlns:a16="http://schemas.microsoft.com/office/drawing/2014/main" val="2151186035"/>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7" name="Table 26">
            <a:extLst>
              <a:ext uri="{FF2B5EF4-FFF2-40B4-BE49-F238E27FC236}">
                <a16:creationId xmlns:a16="http://schemas.microsoft.com/office/drawing/2014/main" id="{3338AF51-3029-402D-BAA9-4E0C09DB71A0}"/>
              </a:ext>
            </a:extLst>
          </p:cNvPr>
          <p:cNvGraphicFramePr>
            <a:graphicFrameLocks noGrp="1"/>
          </p:cNvGraphicFramePr>
          <p:nvPr/>
        </p:nvGraphicFramePr>
        <p:xfrm>
          <a:off x="4664955" y="5353287"/>
          <a:ext cx="1103195" cy="268941"/>
        </p:xfrm>
        <a:graphic>
          <a:graphicData uri="http://schemas.openxmlformats.org/drawingml/2006/table">
            <a:tbl>
              <a:tblPr firstRow="1" bandRow="1">
                <a:tableStyleId>{5C22544A-7EE6-4342-B048-85BDC9FD1C3A}</a:tableStyleId>
              </a:tblPr>
              <a:tblGrid>
                <a:gridCol w="394527">
                  <a:extLst>
                    <a:ext uri="{9D8B030D-6E8A-4147-A177-3AD203B41FA5}">
                      <a16:colId xmlns:a16="http://schemas.microsoft.com/office/drawing/2014/main" val="887014813"/>
                    </a:ext>
                  </a:extLst>
                </a:gridCol>
                <a:gridCol w="394527">
                  <a:extLst>
                    <a:ext uri="{9D8B030D-6E8A-4147-A177-3AD203B41FA5}">
                      <a16:colId xmlns:a16="http://schemas.microsoft.com/office/drawing/2014/main" val="3251564044"/>
                    </a:ext>
                  </a:extLst>
                </a:gridCol>
                <a:gridCol w="314141">
                  <a:extLst>
                    <a:ext uri="{9D8B030D-6E8A-4147-A177-3AD203B41FA5}">
                      <a16:colId xmlns:a16="http://schemas.microsoft.com/office/drawing/2014/main" val="474065090"/>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8" name="Table 36">
            <a:extLst>
              <a:ext uri="{FF2B5EF4-FFF2-40B4-BE49-F238E27FC236}">
                <a16:creationId xmlns:a16="http://schemas.microsoft.com/office/drawing/2014/main" id="{B1E8548F-26E3-41D6-9956-B0056C98F48E}"/>
              </a:ext>
            </a:extLst>
          </p:cNvPr>
          <p:cNvGraphicFramePr>
            <a:graphicFrameLocks noGrp="1"/>
          </p:cNvGraphicFramePr>
          <p:nvPr/>
        </p:nvGraphicFramePr>
        <p:xfrm>
          <a:off x="5849471" y="5378824"/>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9" name="Straight Arrow Connector 28">
            <a:extLst>
              <a:ext uri="{FF2B5EF4-FFF2-40B4-BE49-F238E27FC236}">
                <a16:creationId xmlns:a16="http://schemas.microsoft.com/office/drawing/2014/main" id="{66234172-0190-4524-ACDF-8725DC8C9C57}"/>
              </a:ext>
            </a:extLst>
          </p:cNvPr>
          <p:cNvCxnSpPr>
            <a:cxnSpLocks/>
            <a:endCxn id="28" idx="0"/>
          </p:cNvCxnSpPr>
          <p:nvPr/>
        </p:nvCxnSpPr>
        <p:spPr>
          <a:xfrm flipH="1">
            <a:off x="6252484" y="4914427"/>
            <a:ext cx="403013" cy="464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A4DEA4CD-7EF4-4FC3-B1F7-137EB8480446}"/>
              </a:ext>
            </a:extLst>
          </p:cNvPr>
          <p:cNvCxnSpPr>
            <a:cxnSpLocks/>
            <a:endCxn id="27" idx="0"/>
          </p:cNvCxnSpPr>
          <p:nvPr/>
        </p:nvCxnSpPr>
        <p:spPr>
          <a:xfrm flipH="1">
            <a:off x="5216553" y="4888891"/>
            <a:ext cx="1035931" cy="464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1" name="Table 36">
            <a:extLst>
              <a:ext uri="{FF2B5EF4-FFF2-40B4-BE49-F238E27FC236}">
                <a16:creationId xmlns:a16="http://schemas.microsoft.com/office/drawing/2014/main" id="{436D3B02-25D6-4FFF-B45F-391B8B2987D5}"/>
              </a:ext>
            </a:extLst>
          </p:cNvPr>
          <p:cNvGraphicFramePr>
            <a:graphicFrameLocks noGrp="1"/>
          </p:cNvGraphicFramePr>
          <p:nvPr/>
        </p:nvGraphicFramePr>
        <p:xfrm>
          <a:off x="6720840" y="5378824"/>
          <a:ext cx="806026"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408406">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2" name="Straight Arrow Connector 31">
            <a:extLst>
              <a:ext uri="{FF2B5EF4-FFF2-40B4-BE49-F238E27FC236}">
                <a16:creationId xmlns:a16="http://schemas.microsoft.com/office/drawing/2014/main" id="{78E3A71F-A64C-4510-8B96-2DA294280DE5}"/>
              </a:ext>
            </a:extLst>
          </p:cNvPr>
          <p:cNvCxnSpPr>
            <a:cxnSpLocks/>
            <a:endCxn id="31" idx="0"/>
          </p:cNvCxnSpPr>
          <p:nvPr/>
        </p:nvCxnSpPr>
        <p:spPr>
          <a:xfrm flipH="1">
            <a:off x="7123853" y="4914427"/>
            <a:ext cx="39921" cy="464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3" name="Table 36">
            <a:extLst>
              <a:ext uri="{FF2B5EF4-FFF2-40B4-BE49-F238E27FC236}">
                <a16:creationId xmlns:a16="http://schemas.microsoft.com/office/drawing/2014/main" id="{E44E4E4E-1D86-4272-9E04-B2CE616AA303}"/>
              </a:ext>
            </a:extLst>
          </p:cNvPr>
          <p:cNvGraphicFramePr>
            <a:graphicFrameLocks noGrp="1"/>
          </p:cNvGraphicFramePr>
          <p:nvPr/>
        </p:nvGraphicFramePr>
        <p:xfrm>
          <a:off x="7800092" y="5378824"/>
          <a:ext cx="806026" cy="268941"/>
        </p:xfrm>
        <a:graphic>
          <a:graphicData uri="http://schemas.openxmlformats.org/drawingml/2006/table">
            <a:tbl>
              <a:tblPr firstRow="1" bandRow="1">
                <a:tableStyleId>{5C22544A-7EE6-4342-B048-85BDC9FD1C3A}</a:tableStyleId>
              </a:tblPr>
              <a:tblGrid>
                <a:gridCol w="394133">
                  <a:extLst>
                    <a:ext uri="{9D8B030D-6E8A-4147-A177-3AD203B41FA5}">
                      <a16:colId xmlns:a16="http://schemas.microsoft.com/office/drawing/2014/main" val="887014813"/>
                    </a:ext>
                  </a:extLst>
                </a:gridCol>
                <a:gridCol w="41189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4" name="Straight Arrow Connector 33">
            <a:extLst>
              <a:ext uri="{FF2B5EF4-FFF2-40B4-BE49-F238E27FC236}">
                <a16:creationId xmlns:a16="http://schemas.microsoft.com/office/drawing/2014/main" id="{E9CD47FC-E270-4309-BB56-288472DB4719}"/>
              </a:ext>
            </a:extLst>
          </p:cNvPr>
          <p:cNvCxnSpPr>
            <a:cxnSpLocks/>
            <a:endCxn id="33" idx="0"/>
          </p:cNvCxnSpPr>
          <p:nvPr/>
        </p:nvCxnSpPr>
        <p:spPr>
          <a:xfrm>
            <a:off x="7566787" y="4903763"/>
            <a:ext cx="636318" cy="4750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71EB8C41-6FE1-4826-A36D-9CDCE433F8BD}"/>
              </a:ext>
            </a:extLst>
          </p:cNvPr>
          <p:cNvPicPr>
            <a:picLocks noChangeAspect="1"/>
          </p:cNvPicPr>
          <p:nvPr/>
        </p:nvPicPr>
        <p:blipFill>
          <a:blip r:embed="rId2"/>
          <a:stretch>
            <a:fillRect/>
          </a:stretch>
        </p:blipFill>
        <p:spPr>
          <a:xfrm>
            <a:off x="1008530" y="2109777"/>
            <a:ext cx="5504890" cy="235324"/>
          </a:xfrm>
          <a:prstGeom prst="rect">
            <a:avLst/>
          </a:prstGeom>
        </p:spPr>
      </p:pic>
      <p:graphicFrame>
        <p:nvGraphicFramePr>
          <p:cNvPr id="36" name="Table 36">
            <a:extLst>
              <a:ext uri="{FF2B5EF4-FFF2-40B4-BE49-F238E27FC236}">
                <a16:creationId xmlns:a16="http://schemas.microsoft.com/office/drawing/2014/main" id="{744791C9-362E-499D-8AAB-0713BD718C83}"/>
              </a:ext>
            </a:extLst>
          </p:cNvPr>
          <p:cNvGraphicFramePr>
            <a:graphicFrameLocks noGrp="1"/>
          </p:cNvGraphicFramePr>
          <p:nvPr/>
        </p:nvGraphicFramePr>
        <p:xfrm>
          <a:off x="1941255" y="4586008"/>
          <a:ext cx="676238" cy="268941"/>
        </p:xfrm>
        <a:graphic>
          <a:graphicData uri="http://schemas.openxmlformats.org/drawingml/2006/table">
            <a:tbl>
              <a:tblPr firstRow="1" bandRow="1">
                <a:tableStyleId>{5C22544A-7EE6-4342-B048-85BDC9FD1C3A}</a:tableStyleId>
              </a:tblPr>
              <a:tblGrid>
                <a:gridCol w="338119">
                  <a:extLst>
                    <a:ext uri="{9D8B030D-6E8A-4147-A177-3AD203B41FA5}">
                      <a16:colId xmlns:a16="http://schemas.microsoft.com/office/drawing/2014/main" val="887014813"/>
                    </a:ext>
                  </a:extLst>
                </a:gridCol>
                <a:gridCol w="338119">
                  <a:extLst>
                    <a:ext uri="{9D8B030D-6E8A-4147-A177-3AD203B41FA5}">
                      <a16:colId xmlns:a16="http://schemas.microsoft.com/office/drawing/2014/main" val="1306936277"/>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37" name="Table 36">
            <a:extLst>
              <a:ext uri="{FF2B5EF4-FFF2-40B4-BE49-F238E27FC236}">
                <a16:creationId xmlns:a16="http://schemas.microsoft.com/office/drawing/2014/main" id="{F01E0571-D480-4E5F-9ADA-3FC58943A3AD}"/>
              </a:ext>
            </a:extLst>
          </p:cNvPr>
          <p:cNvGraphicFramePr>
            <a:graphicFrameLocks noGrp="1"/>
          </p:cNvGraphicFramePr>
          <p:nvPr/>
        </p:nvGraphicFramePr>
        <p:xfrm>
          <a:off x="806823" y="5293811"/>
          <a:ext cx="1079252" cy="268941"/>
        </p:xfrm>
        <a:graphic>
          <a:graphicData uri="http://schemas.openxmlformats.org/drawingml/2006/table">
            <a:tbl>
              <a:tblPr firstRow="1" bandRow="1">
                <a:tableStyleId>{5C22544A-7EE6-4342-B048-85BDC9FD1C3A}</a:tableStyleId>
              </a:tblPr>
              <a:tblGrid>
                <a:gridCol w="305131">
                  <a:extLst>
                    <a:ext uri="{9D8B030D-6E8A-4147-A177-3AD203B41FA5}">
                      <a16:colId xmlns:a16="http://schemas.microsoft.com/office/drawing/2014/main" val="887014813"/>
                    </a:ext>
                  </a:extLst>
                </a:gridCol>
                <a:gridCol w="305131">
                  <a:extLst>
                    <a:ext uri="{9D8B030D-6E8A-4147-A177-3AD203B41FA5}">
                      <a16:colId xmlns:a16="http://schemas.microsoft.com/office/drawing/2014/main" val="3251564044"/>
                    </a:ext>
                  </a:extLst>
                </a:gridCol>
                <a:gridCol w="468990">
                  <a:extLst>
                    <a:ext uri="{9D8B030D-6E8A-4147-A177-3AD203B41FA5}">
                      <a16:colId xmlns:a16="http://schemas.microsoft.com/office/drawing/2014/main" val="3274693080"/>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38" name="Table 36">
            <a:extLst>
              <a:ext uri="{FF2B5EF4-FFF2-40B4-BE49-F238E27FC236}">
                <a16:creationId xmlns:a16="http://schemas.microsoft.com/office/drawing/2014/main" id="{FC200EDA-6952-40F3-AB19-BD7E620EDDF6}"/>
              </a:ext>
            </a:extLst>
          </p:cNvPr>
          <p:cNvGraphicFramePr>
            <a:graphicFrameLocks noGrp="1"/>
          </p:cNvGraphicFramePr>
          <p:nvPr/>
        </p:nvGraphicFramePr>
        <p:xfrm>
          <a:off x="1930245" y="5293811"/>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9" name="Straight Arrow Connector 38">
            <a:extLst>
              <a:ext uri="{FF2B5EF4-FFF2-40B4-BE49-F238E27FC236}">
                <a16:creationId xmlns:a16="http://schemas.microsoft.com/office/drawing/2014/main" id="{4ACFDDC1-CF8B-4A7A-91EF-09534A7DB4A7}"/>
              </a:ext>
            </a:extLst>
          </p:cNvPr>
          <p:cNvCxnSpPr>
            <a:cxnSpLocks/>
            <a:stCxn id="36" idx="2"/>
            <a:endCxn id="38" idx="0"/>
          </p:cNvCxnSpPr>
          <p:nvPr/>
        </p:nvCxnSpPr>
        <p:spPr>
          <a:xfrm>
            <a:off x="2279374" y="4854949"/>
            <a:ext cx="53884" cy="438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FC2BFDF8-3701-4C4E-BA8A-170C0E1ABFC2}"/>
              </a:ext>
            </a:extLst>
          </p:cNvPr>
          <p:cNvCxnSpPr>
            <a:cxnSpLocks/>
            <a:endCxn id="37" idx="0"/>
          </p:cNvCxnSpPr>
          <p:nvPr/>
        </p:nvCxnSpPr>
        <p:spPr>
          <a:xfrm flipH="1">
            <a:off x="1346450" y="4854950"/>
            <a:ext cx="594809"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41" name="Table 36">
            <a:extLst>
              <a:ext uri="{FF2B5EF4-FFF2-40B4-BE49-F238E27FC236}">
                <a16:creationId xmlns:a16="http://schemas.microsoft.com/office/drawing/2014/main" id="{25402F07-0BE7-4036-8296-1F5F3F9E5552}"/>
              </a:ext>
            </a:extLst>
          </p:cNvPr>
          <p:cNvGraphicFramePr>
            <a:graphicFrameLocks noGrp="1"/>
          </p:cNvGraphicFramePr>
          <p:nvPr/>
        </p:nvGraphicFramePr>
        <p:xfrm>
          <a:off x="2829674" y="5318592"/>
          <a:ext cx="1591864" cy="415962"/>
        </p:xfrm>
        <a:graphic>
          <a:graphicData uri="http://schemas.openxmlformats.org/drawingml/2006/table">
            <a:tbl>
              <a:tblPr firstRow="1" bandRow="1">
                <a:tableStyleId>{5C22544A-7EE6-4342-B048-85BDC9FD1C3A}</a:tableStyleId>
              </a:tblPr>
              <a:tblGrid>
                <a:gridCol w="417656">
                  <a:extLst>
                    <a:ext uri="{9D8B030D-6E8A-4147-A177-3AD203B41FA5}">
                      <a16:colId xmlns:a16="http://schemas.microsoft.com/office/drawing/2014/main" val="887014813"/>
                    </a:ext>
                  </a:extLst>
                </a:gridCol>
                <a:gridCol w="300149">
                  <a:extLst>
                    <a:ext uri="{9D8B030D-6E8A-4147-A177-3AD203B41FA5}">
                      <a16:colId xmlns:a16="http://schemas.microsoft.com/office/drawing/2014/main" val="3251564044"/>
                    </a:ext>
                  </a:extLst>
                </a:gridCol>
                <a:gridCol w="403412">
                  <a:extLst>
                    <a:ext uri="{9D8B030D-6E8A-4147-A177-3AD203B41FA5}">
                      <a16:colId xmlns:a16="http://schemas.microsoft.com/office/drawing/2014/main" val="4105701541"/>
                    </a:ext>
                  </a:extLst>
                </a:gridCol>
                <a:gridCol w="470647">
                  <a:extLst>
                    <a:ext uri="{9D8B030D-6E8A-4147-A177-3AD203B41FA5}">
                      <a16:colId xmlns:a16="http://schemas.microsoft.com/office/drawing/2014/main" val="3172122195"/>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42" name="Straight Arrow Connector 41">
            <a:extLst>
              <a:ext uri="{FF2B5EF4-FFF2-40B4-BE49-F238E27FC236}">
                <a16:creationId xmlns:a16="http://schemas.microsoft.com/office/drawing/2014/main" id="{26E9FBBE-EDB2-409A-9A49-1CB7E06A7B04}"/>
              </a:ext>
            </a:extLst>
          </p:cNvPr>
          <p:cNvCxnSpPr>
            <a:cxnSpLocks/>
            <a:endCxn id="41" idx="0"/>
          </p:cNvCxnSpPr>
          <p:nvPr/>
        </p:nvCxnSpPr>
        <p:spPr>
          <a:xfrm>
            <a:off x="2617494" y="4854949"/>
            <a:ext cx="1008112" cy="463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1795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3777C9-FB36-371C-38E9-D53DB8E26C90}"/>
              </a:ext>
            </a:extLst>
          </p:cNvPr>
          <p:cNvSpPr>
            <a:spLocks noGrp="1"/>
          </p:cNvSpPr>
          <p:nvPr>
            <p:ph sz="quarter" idx="10"/>
          </p:nvPr>
        </p:nvSpPr>
        <p:spPr/>
        <p:txBody>
          <a:bodyPr/>
          <a:lstStyle/>
          <a:p>
            <a:r>
              <a:rPr lang="en-IN" dirty="0"/>
              <a:t>B-Tree - Insertion</a:t>
            </a:r>
          </a:p>
        </p:txBody>
      </p:sp>
      <p:sp>
        <p:nvSpPr>
          <p:cNvPr id="10" name="Rectangle 2">
            <a:extLst>
              <a:ext uri="{FF2B5EF4-FFF2-40B4-BE49-F238E27FC236}">
                <a16:creationId xmlns:a16="http://schemas.microsoft.com/office/drawing/2014/main" id="{2E2E3C6E-BFDF-4684-AD1C-8959145C20AB}"/>
              </a:ext>
            </a:extLst>
          </p:cNvPr>
          <p:cNvSpPr txBox="1">
            <a:spLocks noChangeArrowheads="1"/>
          </p:cNvSpPr>
          <p:nvPr/>
        </p:nvSpPr>
        <p:spPr>
          <a:xfrm>
            <a:off x="530895" y="1577914"/>
            <a:ext cx="4953592" cy="385730"/>
          </a:xfrm>
          <a:prstGeom prst="rect">
            <a:avLst/>
          </a:prstGeom>
        </p:spPr>
        <p:txBody>
          <a:bodyPr vert="horz" lIns="80682" tIns="40341" rIns="80682" bIns="40341"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Insert the following elements in B-Tree of Order 5</a:t>
            </a:r>
          </a:p>
          <a:p>
            <a:pPr marL="403433" lvl="1"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618" dirty="0"/>
          </a:p>
          <a:p>
            <a:pPr marL="0"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927" dirty="0"/>
          </a:p>
          <a:p>
            <a:pPr marL="403433" lvl="1" indent="0">
              <a:lnSpc>
                <a:spcPct val="79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441" dirty="0"/>
          </a:p>
        </p:txBody>
      </p:sp>
      <p:graphicFrame>
        <p:nvGraphicFramePr>
          <p:cNvPr id="11" name="Table 36">
            <a:extLst>
              <a:ext uri="{FF2B5EF4-FFF2-40B4-BE49-F238E27FC236}">
                <a16:creationId xmlns:a16="http://schemas.microsoft.com/office/drawing/2014/main" id="{7201562D-C2BA-422B-B479-E4467339A3F2}"/>
              </a:ext>
            </a:extLst>
          </p:cNvPr>
          <p:cNvGraphicFramePr>
            <a:graphicFrameLocks noGrp="1"/>
          </p:cNvGraphicFramePr>
          <p:nvPr/>
        </p:nvGraphicFramePr>
        <p:xfrm>
          <a:off x="3023617" y="2463404"/>
          <a:ext cx="1291432" cy="268941"/>
        </p:xfrm>
        <a:graphic>
          <a:graphicData uri="http://schemas.openxmlformats.org/drawingml/2006/table">
            <a:tbl>
              <a:tblPr firstRow="1" bandRow="1">
                <a:tableStyleId>{5C22544A-7EE6-4342-B048-85BDC9FD1C3A}</a:tableStyleId>
              </a:tblPr>
              <a:tblGrid>
                <a:gridCol w="397988">
                  <a:extLst>
                    <a:ext uri="{9D8B030D-6E8A-4147-A177-3AD203B41FA5}">
                      <a16:colId xmlns:a16="http://schemas.microsoft.com/office/drawing/2014/main" val="887014813"/>
                    </a:ext>
                  </a:extLst>
                </a:gridCol>
                <a:gridCol w="487333">
                  <a:extLst>
                    <a:ext uri="{9D8B030D-6E8A-4147-A177-3AD203B41FA5}">
                      <a16:colId xmlns:a16="http://schemas.microsoft.com/office/drawing/2014/main" val="1306936277"/>
                    </a:ext>
                  </a:extLst>
                </a:gridCol>
                <a:gridCol w="406111">
                  <a:extLst>
                    <a:ext uri="{9D8B030D-6E8A-4147-A177-3AD203B41FA5}">
                      <a16:colId xmlns:a16="http://schemas.microsoft.com/office/drawing/2014/main" val="2151186035"/>
                    </a:ext>
                  </a:extLst>
                </a:gridCol>
              </a:tblGrid>
              <a:tr h="268941">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2" name="Table 11">
            <a:extLst>
              <a:ext uri="{FF2B5EF4-FFF2-40B4-BE49-F238E27FC236}">
                <a16:creationId xmlns:a16="http://schemas.microsoft.com/office/drawing/2014/main" id="{B21C1D48-4E1D-4999-817E-90831FDC2E93}"/>
              </a:ext>
            </a:extLst>
          </p:cNvPr>
          <p:cNvGraphicFramePr>
            <a:graphicFrameLocks noGrp="1"/>
          </p:cNvGraphicFramePr>
          <p:nvPr/>
        </p:nvGraphicFramePr>
        <p:xfrm>
          <a:off x="1075765" y="3193288"/>
          <a:ext cx="1439372" cy="268941"/>
        </p:xfrm>
        <a:graphic>
          <a:graphicData uri="http://schemas.openxmlformats.org/drawingml/2006/table">
            <a:tbl>
              <a:tblPr firstRow="1" bandRow="1">
                <a:tableStyleId>{5C22544A-7EE6-4342-B048-85BDC9FD1C3A}</a:tableStyleId>
              </a:tblPr>
              <a:tblGrid>
                <a:gridCol w="336176">
                  <a:extLst>
                    <a:ext uri="{9D8B030D-6E8A-4147-A177-3AD203B41FA5}">
                      <a16:colId xmlns:a16="http://schemas.microsoft.com/office/drawing/2014/main" val="887014813"/>
                    </a:ext>
                  </a:extLst>
                </a:gridCol>
                <a:gridCol w="336176">
                  <a:extLst>
                    <a:ext uri="{9D8B030D-6E8A-4147-A177-3AD203B41FA5}">
                      <a16:colId xmlns:a16="http://schemas.microsoft.com/office/drawing/2014/main" val="3251564044"/>
                    </a:ext>
                  </a:extLst>
                </a:gridCol>
                <a:gridCol w="357151">
                  <a:extLst>
                    <a:ext uri="{9D8B030D-6E8A-4147-A177-3AD203B41FA5}">
                      <a16:colId xmlns:a16="http://schemas.microsoft.com/office/drawing/2014/main" val="3945780654"/>
                    </a:ext>
                  </a:extLst>
                </a:gridCol>
                <a:gridCol w="409869">
                  <a:extLst>
                    <a:ext uri="{9D8B030D-6E8A-4147-A177-3AD203B41FA5}">
                      <a16:colId xmlns:a16="http://schemas.microsoft.com/office/drawing/2014/main" val="474065090"/>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3" name="Table 36">
            <a:extLst>
              <a:ext uri="{FF2B5EF4-FFF2-40B4-BE49-F238E27FC236}">
                <a16:creationId xmlns:a16="http://schemas.microsoft.com/office/drawing/2014/main" id="{F35F5F2A-7036-4ABA-A6DC-56B75B2A9FC7}"/>
              </a:ext>
            </a:extLst>
          </p:cNvPr>
          <p:cNvGraphicFramePr>
            <a:graphicFrameLocks noGrp="1"/>
          </p:cNvGraphicFramePr>
          <p:nvPr/>
        </p:nvGraphicFramePr>
        <p:xfrm>
          <a:off x="2596457" y="3193288"/>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4" name="Straight Arrow Connector 13">
            <a:extLst>
              <a:ext uri="{FF2B5EF4-FFF2-40B4-BE49-F238E27FC236}">
                <a16:creationId xmlns:a16="http://schemas.microsoft.com/office/drawing/2014/main" id="{47D67E10-40AD-40CB-823E-81B8ECE9218C}"/>
              </a:ext>
            </a:extLst>
          </p:cNvPr>
          <p:cNvCxnSpPr>
            <a:cxnSpLocks/>
            <a:endCxn id="13" idx="0"/>
          </p:cNvCxnSpPr>
          <p:nvPr/>
        </p:nvCxnSpPr>
        <p:spPr>
          <a:xfrm flipH="1">
            <a:off x="2999470" y="2754427"/>
            <a:ext cx="4030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AE47C54-B0BC-454B-BF84-2E133E418968}"/>
              </a:ext>
            </a:extLst>
          </p:cNvPr>
          <p:cNvCxnSpPr>
            <a:cxnSpLocks/>
            <a:endCxn id="12" idx="0"/>
          </p:cNvCxnSpPr>
          <p:nvPr/>
        </p:nvCxnSpPr>
        <p:spPr>
          <a:xfrm flipH="1">
            <a:off x="1795451" y="2728892"/>
            <a:ext cx="1204020" cy="4643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36">
            <a:extLst>
              <a:ext uri="{FF2B5EF4-FFF2-40B4-BE49-F238E27FC236}">
                <a16:creationId xmlns:a16="http://schemas.microsoft.com/office/drawing/2014/main" id="{5815448A-210E-418A-80AC-2B707095D702}"/>
              </a:ext>
            </a:extLst>
          </p:cNvPr>
          <p:cNvGraphicFramePr>
            <a:graphicFrameLocks noGrp="1"/>
          </p:cNvGraphicFramePr>
          <p:nvPr/>
        </p:nvGraphicFramePr>
        <p:xfrm>
          <a:off x="3467826" y="3193288"/>
          <a:ext cx="806026"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408406">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7" name="Straight Arrow Connector 16">
            <a:extLst>
              <a:ext uri="{FF2B5EF4-FFF2-40B4-BE49-F238E27FC236}">
                <a16:creationId xmlns:a16="http://schemas.microsoft.com/office/drawing/2014/main" id="{9A55E51B-2EBD-4347-8F9A-21BAE875A1F0}"/>
              </a:ext>
            </a:extLst>
          </p:cNvPr>
          <p:cNvCxnSpPr>
            <a:cxnSpLocks/>
            <a:endCxn id="16" idx="0"/>
          </p:cNvCxnSpPr>
          <p:nvPr/>
        </p:nvCxnSpPr>
        <p:spPr>
          <a:xfrm flipH="1">
            <a:off x="3870839" y="2754427"/>
            <a:ext cx="39921"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able 36">
            <a:extLst>
              <a:ext uri="{FF2B5EF4-FFF2-40B4-BE49-F238E27FC236}">
                <a16:creationId xmlns:a16="http://schemas.microsoft.com/office/drawing/2014/main" id="{72DDD6CF-0A1D-4FA8-B191-7821328ED811}"/>
              </a:ext>
            </a:extLst>
          </p:cNvPr>
          <p:cNvGraphicFramePr>
            <a:graphicFrameLocks noGrp="1"/>
          </p:cNvGraphicFramePr>
          <p:nvPr/>
        </p:nvGraphicFramePr>
        <p:xfrm>
          <a:off x="4547078" y="3193288"/>
          <a:ext cx="1302393" cy="268941"/>
        </p:xfrm>
        <a:graphic>
          <a:graphicData uri="http://schemas.openxmlformats.org/drawingml/2006/table">
            <a:tbl>
              <a:tblPr firstRow="1" bandRow="1">
                <a:tableStyleId>{5C22544A-7EE6-4342-B048-85BDC9FD1C3A}</a:tableStyleId>
              </a:tblPr>
              <a:tblGrid>
                <a:gridCol w="394133">
                  <a:extLst>
                    <a:ext uri="{9D8B030D-6E8A-4147-A177-3AD203B41FA5}">
                      <a16:colId xmlns:a16="http://schemas.microsoft.com/office/drawing/2014/main" val="887014813"/>
                    </a:ext>
                  </a:extLst>
                </a:gridCol>
                <a:gridCol w="437613">
                  <a:extLst>
                    <a:ext uri="{9D8B030D-6E8A-4147-A177-3AD203B41FA5}">
                      <a16:colId xmlns:a16="http://schemas.microsoft.com/office/drawing/2014/main" val="3251564044"/>
                    </a:ext>
                  </a:extLst>
                </a:gridCol>
                <a:gridCol w="470647">
                  <a:extLst>
                    <a:ext uri="{9D8B030D-6E8A-4147-A177-3AD203B41FA5}">
                      <a16:colId xmlns:a16="http://schemas.microsoft.com/office/drawing/2014/main" val="3163802504"/>
                    </a:ext>
                  </a:extLst>
                </a:gridCol>
              </a:tblGrid>
              <a:tr h="268941">
                <a:tc>
                  <a:txBody>
                    <a:bodyPr/>
                    <a:lstStyle/>
                    <a:p>
                      <a:pPr algn="ctr"/>
                      <a:r>
                        <a:rPr lang="en-US" sz="1100" b="0" dirty="0">
                          <a:solidFill>
                            <a:schemeClr val="tx1"/>
                          </a:solidFill>
                        </a:rPr>
                        <a:t>120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9" name="Straight Arrow Connector 18">
            <a:extLst>
              <a:ext uri="{FF2B5EF4-FFF2-40B4-BE49-F238E27FC236}">
                <a16:creationId xmlns:a16="http://schemas.microsoft.com/office/drawing/2014/main" id="{31BFCEE5-BAFB-46EF-8C4C-A5E247A581F7}"/>
              </a:ext>
            </a:extLst>
          </p:cNvPr>
          <p:cNvCxnSpPr>
            <a:cxnSpLocks/>
            <a:endCxn id="18" idx="0"/>
          </p:cNvCxnSpPr>
          <p:nvPr/>
        </p:nvCxnSpPr>
        <p:spPr>
          <a:xfrm>
            <a:off x="4313773" y="2743763"/>
            <a:ext cx="884501" cy="44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7BE31180-4722-4C80-964F-2301C1F135BC}"/>
              </a:ext>
            </a:extLst>
          </p:cNvPr>
          <p:cNvPicPr>
            <a:picLocks noChangeAspect="1"/>
          </p:cNvPicPr>
          <p:nvPr/>
        </p:nvPicPr>
        <p:blipFill>
          <a:blip r:embed="rId2"/>
          <a:stretch>
            <a:fillRect/>
          </a:stretch>
        </p:blipFill>
        <p:spPr>
          <a:xfrm>
            <a:off x="1360717" y="2141882"/>
            <a:ext cx="5496485" cy="252132"/>
          </a:xfrm>
          <a:prstGeom prst="rect">
            <a:avLst/>
          </a:prstGeom>
        </p:spPr>
      </p:pic>
      <p:graphicFrame>
        <p:nvGraphicFramePr>
          <p:cNvPr id="21" name="Table 36">
            <a:extLst>
              <a:ext uri="{FF2B5EF4-FFF2-40B4-BE49-F238E27FC236}">
                <a16:creationId xmlns:a16="http://schemas.microsoft.com/office/drawing/2014/main" id="{E1EF008D-D54A-4501-83FE-1FB092AF4F52}"/>
              </a:ext>
            </a:extLst>
          </p:cNvPr>
          <p:cNvGraphicFramePr>
            <a:graphicFrameLocks noGrp="1"/>
          </p:cNvGraphicFramePr>
          <p:nvPr/>
        </p:nvGraphicFramePr>
        <p:xfrm>
          <a:off x="4547078" y="4691873"/>
          <a:ext cx="1614743"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2469143531"/>
                    </a:ext>
                  </a:extLst>
                </a:gridCol>
                <a:gridCol w="521366">
                  <a:extLst>
                    <a:ext uri="{9D8B030D-6E8A-4147-A177-3AD203B41FA5}">
                      <a16:colId xmlns:a16="http://schemas.microsoft.com/office/drawing/2014/main" val="1306936277"/>
                    </a:ext>
                  </a:extLst>
                </a:gridCol>
                <a:gridCol w="434471">
                  <a:extLst>
                    <a:ext uri="{9D8B030D-6E8A-4147-A177-3AD203B41FA5}">
                      <a16:colId xmlns:a16="http://schemas.microsoft.com/office/drawing/2014/main" val="2151186035"/>
                    </a:ext>
                  </a:extLst>
                </a:gridCol>
              </a:tblGrid>
              <a:tr h="268941">
                <a:tc>
                  <a:txBody>
                    <a:bodyPr/>
                    <a:lstStyle/>
                    <a:p>
                      <a:pPr algn="ctr"/>
                      <a:r>
                        <a:rPr lang="en-US" sz="1100" b="0" dirty="0">
                          <a:solidFill>
                            <a:schemeClr val="tx1"/>
                          </a:solidFill>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2" name="Table 21">
            <a:extLst>
              <a:ext uri="{FF2B5EF4-FFF2-40B4-BE49-F238E27FC236}">
                <a16:creationId xmlns:a16="http://schemas.microsoft.com/office/drawing/2014/main" id="{18C317CD-2790-4331-8875-28940D667484}"/>
              </a:ext>
            </a:extLst>
          </p:cNvPr>
          <p:cNvGraphicFramePr>
            <a:graphicFrameLocks noGrp="1"/>
          </p:cNvGraphicFramePr>
          <p:nvPr/>
        </p:nvGraphicFramePr>
        <p:xfrm>
          <a:off x="2515138" y="5421757"/>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3" name="Table 36">
            <a:extLst>
              <a:ext uri="{FF2B5EF4-FFF2-40B4-BE49-F238E27FC236}">
                <a16:creationId xmlns:a16="http://schemas.microsoft.com/office/drawing/2014/main" id="{D9EAB5E5-EBF7-4B19-AE56-B5D3F0EAC2CE}"/>
              </a:ext>
            </a:extLst>
          </p:cNvPr>
          <p:cNvGraphicFramePr>
            <a:graphicFrameLocks noGrp="1"/>
          </p:cNvGraphicFramePr>
          <p:nvPr/>
        </p:nvGraphicFramePr>
        <p:xfrm>
          <a:off x="4210104" y="5421757"/>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4" name="Straight Arrow Connector 23">
            <a:extLst>
              <a:ext uri="{FF2B5EF4-FFF2-40B4-BE49-F238E27FC236}">
                <a16:creationId xmlns:a16="http://schemas.microsoft.com/office/drawing/2014/main" id="{72D229E8-BE72-4355-A2BC-775E1D3B14D8}"/>
              </a:ext>
            </a:extLst>
          </p:cNvPr>
          <p:cNvCxnSpPr>
            <a:cxnSpLocks/>
            <a:endCxn id="23" idx="0"/>
          </p:cNvCxnSpPr>
          <p:nvPr/>
        </p:nvCxnSpPr>
        <p:spPr>
          <a:xfrm flipH="1">
            <a:off x="4613117" y="4982896"/>
            <a:ext cx="4030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D25D0B4-DF07-4525-B44C-44AE757D2EDB}"/>
              </a:ext>
            </a:extLst>
          </p:cNvPr>
          <p:cNvCxnSpPr>
            <a:cxnSpLocks/>
            <a:endCxn id="22" idx="0"/>
          </p:cNvCxnSpPr>
          <p:nvPr/>
        </p:nvCxnSpPr>
        <p:spPr>
          <a:xfrm flipH="1">
            <a:off x="2901353" y="4957360"/>
            <a:ext cx="1711769" cy="464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Table 36">
            <a:extLst>
              <a:ext uri="{FF2B5EF4-FFF2-40B4-BE49-F238E27FC236}">
                <a16:creationId xmlns:a16="http://schemas.microsoft.com/office/drawing/2014/main" id="{472A69E7-5C32-4E16-B29C-18A73C483DBB}"/>
              </a:ext>
            </a:extLst>
          </p:cNvPr>
          <p:cNvGraphicFramePr>
            <a:graphicFrameLocks noGrp="1"/>
          </p:cNvGraphicFramePr>
          <p:nvPr/>
        </p:nvGraphicFramePr>
        <p:xfrm>
          <a:off x="5081473" y="5421757"/>
          <a:ext cx="806026"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408406">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7" name="Straight Arrow Connector 26">
            <a:extLst>
              <a:ext uri="{FF2B5EF4-FFF2-40B4-BE49-F238E27FC236}">
                <a16:creationId xmlns:a16="http://schemas.microsoft.com/office/drawing/2014/main" id="{1DD7956C-84D4-40F1-B208-9E65AB8ED5B8}"/>
              </a:ext>
            </a:extLst>
          </p:cNvPr>
          <p:cNvCxnSpPr>
            <a:cxnSpLocks/>
            <a:endCxn id="26" idx="0"/>
          </p:cNvCxnSpPr>
          <p:nvPr/>
        </p:nvCxnSpPr>
        <p:spPr>
          <a:xfrm flipH="1">
            <a:off x="5484486" y="4982896"/>
            <a:ext cx="39921"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Table 36">
            <a:extLst>
              <a:ext uri="{FF2B5EF4-FFF2-40B4-BE49-F238E27FC236}">
                <a16:creationId xmlns:a16="http://schemas.microsoft.com/office/drawing/2014/main" id="{243E8712-E153-487D-A20F-EEF5003ED37D}"/>
              </a:ext>
            </a:extLst>
          </p:cNvPr>
          <p:cNvGraphicFramePr>
            <a:graphicFrameLocks noGrp="1"/>
          </p:cNvGraphicFramePr>
          <p:nvPr/>
        </p:nvGraphicFramePr>
        <p:xfrm>
          <a:off x="6160725" y="5421757"/>
          <a:ext cx="1302393" cy="268941"/>
        </p:xfrm>
        <a:graphic>
          <a:graphicData uri="http://schemas.openxmlformats.org/drawingml/2006/table">
            <a:tbl>
              <a:tblPr firstRow="1" bandRow="1">
                <a:tableStyleId>{5C22544A-7EE6-4342-B048-85BDC9FD1C3A}</a:tableStyleId>
              </a:tblPr>
              <a:tblGrid>
                <a:gridCol w="394133">
                  <a:extLst>
                    <a:ext uri="{9D8B030D-6E8A-4147-A177-3AD203B41FA5}">
                      <a16:colId xmlns:a16="http://schemas.microsoft.com/office/drawing/2014/main" val="887014813"/>
                    </a:ext>
                  </a:extLst>
                </a:gridCol>
                <a:gridCol w="437613">
                  <a:extLst>
                    <a:ext uri="{9D8B030D-6E8A-4147-A177-3AD203B41FA5}">
                      <a16:colId xmlns:a16="http://schemas.microsoft.com/office/drawing/2014/main" val="3251564044"/>
                    </a:ext>
                  </a:extLst>
                </a:gridCol>
                <a:gridCol w="470647">
                  <a:extLst>
                    <a:ext uri="{9D8B030D-6E8A-4147-A177-3AD203B41FA5}">
                      <a16:colId xmlns:a16="http://schemas.microsoft.com/office/drawing/2014/main" val="3163802504"/>
                    </a:ext>
                  </a:extLst>
                </a:gridCol>
              </a:tblGrid>
              <a:tr h="268941">
                <a:tc>
                  <a:txBody>
                    <a:bodyPr/>
                    <a:lstStyle/>
                    <a:p>
                      <a:pPr algn="ctr"/>
                      <a:r>
                        <a:rPr lang="en-US" sz="1100" b="0" dirty="0">
                          <a:solidFill>
                            <a:schemeClr val="tx1"/>
                          </a:solidFill>
                        </a:rPr>
                        <a:t>120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9" name="Straight Arrow Connector 28">
            <a:extLst>
              <a:ext uri="{FF2B5EF4-FFF2-40B4-BE49-F238E27FC236}">
                <a16:creationId xmlns:a16="http://schemas.microsoft.com/office/drawing/2014/main" id="{104C64EF-971E-4134-964B-1D71B2F96C18}"/>
              </a:ext>
            </a:extLst>
          </p:cNvPr>
          <p:cNvCxnSpPr>
            <a:cxnSpLocks/>
            <a:endCxn id="28" idx="0"/>
          </p:cNvCxnSpPr>
          <p:nvPr/>
        </p:nvCxnSpPr>
        <p:spPr>
          <a:xfrm>
            <a:off x="5927420" y="4972232"/>
            <a:ext cx="884501" cy="44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29">
            <a:extLst>
              <a:ext uri="{FF2B5EF4-FFF2-40B4-BE49-F238E27FC236}">
                <a16:creationId xmlns:a16="http://schemas.microsoft.com/office/drawing/2014/main" id="{40A6E28E-CBEA-41A9-AF04-81BB2B904036}"/>
              </a:ext>
            </a:extLst>
          </p:cNvPr>
          <p:cNvGraphicFramePr>
            <a:graphicFrameLocks noGrp="1"/>
          </p:cNvGraphicFramePr>
          <p:nvPr/>
        </p:nvGraphicFramePr>
        <p:xfrm>
          <a:off x="3363417" y="5441367"/>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1" name="Straight Arrow Connector 30">
            <a:extLst>
              <a:ext uri="{FF2B5EF4-FFF2-40B4-BE49-F238E27FC236}">
                <a16:creationId xmlns:a16="http://schemas.microsoft.com/office/drawing/2014/main" id="{AD40ED78-F39E-4D27-B1D2-527373084BA1}"/>
              </a:ext>
            </a:extLst>
          </p:cNvPr>
          <p:cNvCxnSpPr>
            <a:cxnSpLocks/>
            <a:endCxn id="30" idx="0"/>
          </p:cNvCxnSpPr>
          <p:nvPr/>
        </p:nvCxnSpPr>
        <p:spPr>
          <a:xfrm flipH="1">
            <a:off x="3749631" y="4982896"/>
            <a:ext cx="1096796" cy="45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79787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082392-9153-1A74-7E1C-7AF2E1D6EE77}"/>
              </a:ext>
            </a:extLst>
          </p:cNvPr>
          <p:cNvSpPr>
            <a:spLocks noGrp="1"/>
          </p:cNvSpPr>
          <p:nvPr>
            <p:ph sz="quarter" idx="10"/>
          </p:nvPr>
        </p:nvSpPr>
        <p:spPr/>
        <p:txBody>
          <a:bodyPr/>
          <a:lstStyle/>
          <a:p>
            <a:r>
              <a:rPr lang="en-IN" dirty="0"/>
              <a:t>B-Tree - Insertion</a:t>
            </a:r>
          </a:p>
        </p:txBody>
      </p:sp>
      <p:sp>
        <p:nvSpPr>
          <p:cNvPr id="10" name="Rectangle 2">
            <a:extLst>
              <a:ext uri="{FF2B5EF4-FFF2-40B4-BE49-F238E27FC236}">
                <a16:creationId xmlns:a16="http://schemas.microsoft.com/office/drawing/2014/main" id="{35D35A1D-E4A5-4BE5-9061-E476D02C9581}"/>
              </a:ext>
            </a:extLst>
          </p:cNvPr>
          <p:cNvSpPr txBox="1">
            <a:spLocks noChangeArrowheads="1"/>
          </p:cNvSpPr>
          <p:nvPr/>
        </p:nvSpPr>
        <p:spPr>
          <a:xfrm>
            <a:off x="945283" y="1882588"/>
            <a:ext cx="4993513" cy="268941"/>
          </a:xfrm>
          <a:prstGeom prst="rect">
            <a:avLst/>
          </a:prstGeom>
        </p:spPr>
        <p:txBody>
          <a:bodyPr vert="horz" lIns="80682" tIns="40341" rIns="80682" bIns="40341"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Insert the following elements in B-Tree of Order 5</a:t>
            </a:r>
          </a:p>
          <a:p>
            <a:pPr lvl="1">
              <a:lnSpc>
                <a:spcPct val="79000"/>
              </a:lnSpc>
              <a:spcBef>
                <a:spcPts val="441"/>
              </a:spcBef>
              <a:buSzPct val="147000"/>
              <a:buFont typeface="Wingdings" panose="05000000000000000000" pitchFamily="2" charset="2"/>
              <a:buChar char="§"/>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618" dirty="0"/>
          </a:p>
          <a:p>
            <a:pPr>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927" dirty="0"/>
          </a:p>
          <a:p>
            <a:pPr lvl="1">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441" dirty="0"/>
          </a:p>
        </p:txBody>
      </p:sp>
      <p:graphicFrame>
        <p:nvGraphicFramePr>
          <p:cNvPr id="11" name="Table 36">
            <a:extLst>
              <a:ext uri="{FF2B5EF4-FFF2-40B4-BE49-F238E27FC236}">
                <a16:creationId xmlns:a16="http://schemas.microsoft.com/office/drawing/2014/main" id="{3AE1D382-B77D-4852-9048-A0242BC3B4F9}"/>
              </a:ext>
            </a:extLst>
          </p:cNvPr>
          <p:cNvGraphicFramePr>
            <a:graphicFrameLocks noGrp="1"/>
          </p:cNvGraphicFramePr>
          <p:nvPr/>
        </p:nvGraphicFramePr>
        <p:xfrm>
          <a:off x="2943605" y="2457095"/>
          <a:ext cx="1614743"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2469143531"/>
                    </a:ext>
                  </a:extLst>
                </a:gridCol>
                <a:gridCol w="521366">
                  <a:extLst>
                    <a:ext uri="{9D8B030D-6E8A-4147-A177-3AD203B41FA5}">
                      <a16:colId xmlns:a16="http://schemas.microsoft.com/office/drawing/2014/main" val="1306936277"/>
                    </a:ext>
                  </a:extLst>
                </a:gridCol>
                <a:gridCol w="434471">
                  <a:extLst>
                    <a:ext uri="{9D8B030D-6E8A-4147-A177-3AD203B41FA5}">
                      <a16:colId xmlns:a16="http://schemas.microsoft.com/office/drawing/2014/main" val="2151186035"/>
                    </a:ext>
                  </a:extLst>
                </a:gridCol>
              </a:tblGrid>
              <a:tr h="268941">
                <a:tc>
                  <a:txBody>
                    <a:bodyPr/>
                    <a:lstStyle/>
                    <a:p>
                      <a:pPr algn="ctr"/>
                      <a:r>
                        <a:rPr lang="en-US" sz="1100" b="0" dirty="0">
                          <a:solidFill>
                            <a:schemeClr val="tx1"/>
                          </a:solidFill>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2" name="Table 11">
            <a:extLst>
              <a:ext uri="{FF2B5EF4-FFF2-40B4-BE49-F238E27FC236}">
                <a16:creationId xmlns:a16="http://schemas.microsoft.com/office/drawing/2014/main" id="{36541CA9-0087-4B10-BB3A-9394EE8867DC}"/>
              </a:ext>
            </a:extLst>
          </p:cNvPr>
          <p:cNvGraphicFramePr>
            <a:graphicFrameLocks noGrp="1"/>
          </p:cNvGraphicFramePr>
          <p:nvPr/>
        </p:nvGraphicFramePr>
        <p:xfrm>
          <a:off x="911665" y="3186979"/>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3" name="Table 36">
            <a:extLst>
              <a:ext uri="{FF2B5EF4-FFF2-40B4-BE49-F238E27FC236}">
                <a16:creationId xmlns:a16="http://schemas.microsoft.com/office/drawing/2014/main" id="{7CE50B71-C53B-4F6B-8730-6DE3E8BC0BA3}"/>
              </a:ext>
            </a:extLst>
          </p:cNvPr>
          <p:cNvGraphicFramePr>
            <a:graphicFrameLocks noGrp="1"/>
          </p:cNvGraphicFramePr>
          <p:nvPr/>
        </p:nvGraphicFramePr>
        <p:xfrm>
          <a:off x="2606631" y="3186979"/>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4" name="Straight Arrow Connector 13">
            <a:extLst>
              <a:ext uri="{FF2B5EF4-FFF2-40B4-BE49-F238E27FC236}">
                <a16:creationId xmlns:a16="http://schemas.microsoft.com/office/drawing/2014/main" id="{CA006820-BA90-4B75-A89D-4E46860FDD45}"/>
              </a:ext>
            </a:extLst>
          </p:cNvPr>
          <p:cNvCxnSpPr>
            <a:cxnSpLocks/>
            <a:endCxn id="13" idx="0"/>
          </p:cNvCxnSpPr>
          <p:nvPr/>
        </p:nvCxnSpPr>
        <p:spPr>
          <a:xfrm flipH="1">
            <a:off x="3009644" y="2748117"/>
            <a:ext cx="4030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45625737-36AC-4CB1-AA0E-F85219773CBB}"/>
              </a:ext>
            </a:extLst>
          </p:cNvPr>
          <p:cNvCxnSpPr>
            <a:cxnSpLocks/>
            <a:endCxn id="12" idx="0"/>
          </p:cNvCxnSpPr>
          <p:nvPr/>
        </p:nvCxnSpPr>
        <p:spPr>
          <a:xfrm flipH="1">
            <a:off x="1297880" y="2722582"/>
            <a:ext cx="1711769" cy="464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Table 36">
            <a:extLst>
              <a:ext uri="{FF2B5EF4-FFF2-40B4-BE49-F238E27FC236}">
                <a16:creationId xmlns:a16="http://schemas.microsoft.com/office/drawing/2014/main" id="{50F0FF2C-CDAF-4689-91BC-CE0C3F03295A}"/>
              </a:ext>
            </a:extLst>
          </p:cNvPr>
          <p:cNvGraphicFramePr>
            <a:graphicFrameLocks noGrp="1"/>
          </p:cNvGraphicFramePr>
          <p:nvPr/>
        </p:nvGraphicFramePr>
        <p:xfrm>
          <a:off x="3478001" y="3186979"/>
          <a:ext cx="806026"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408406">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7" name="Straight Arrow Connector 16">
            <a:extLst>
              <a:ext uri="{FF2B5EF4-FFF2-40B4-BE49-F238E27FC236}">
                <a16:creationId xmlns:a16="http://schemas.microsoft.com/office/drawing/2014/main" id="{DDF41242-6AD1-425A-99E3-B74B662A1EC6}"/>
              </a:ext>
            </a:extLst>
          </p:cNvPr>
          <p:cNvCxnSpPr>
            <a:cxnSpLocks/>
            <a:endCxn id="16" idx="0"/>
          </p:cNvCxnSpPr>
          <p:nvPr/>
        </p:nvCxnSpPr>
        <p:spPr>
          <a:xfrm flipH="1">
            <a:off x="3881014" y="2748117"/>
            <a:ext cx="39921"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able 36">
            <a:extLst>
              <a:ext uri="{FF2B5EF4-FFF2-40B4-BE49-F238E27FC236}">
                <a16:creationId xmlns:a16="http://schemas.microsoft.com/office/drawing/2014/main" id="{8A25A8D0-4471-4A37-BB43-26F081A27CD3}"/>
              </a:ext>
            </a:extLst>
          </p:cNvPr>
          <p:cNvGraphicFramePr>
            <a:graphicFrameLocks noGrp="1"/>
          </p:cNvGraphicFramePr>
          <p:nvPr/>
        </p:nvGraphicFramePr>
        <p:xfrm>
          <a:off x="4557253" y="3186979"/>
          <a:ext cx="1986661" cy="268941"/>
        </p:xfrm>
        <a:graphic>
          <a:graphicData uri="http://schemas.openxmlformats.org/drawingml/2006/table">
            <a:tbl>
              <a:tblPr firstRow="1" bandRow="1">
                <a:tableStyleId>{5C22544A-7EE6-4342-B048-85BDC9FD1C3A}</a:tableStyleId>
              </a:tblPr>
              <a:tblGrid>
                <a:gridCol w="601207">
                  <a:extLst>
                    <a:ext uri="{9D8B030D-6E8A-4147-A177-3AD203B41FA5}">
                      <a16:colId xmlns:a16="http://schemas.microsoft.com/office/drawing/2014/main" val="887014813"/>
                    </a:ext>
                  </a:extLst>
                </a:gridCol>
                <a:gridCol w="511395">
                  <a:extLst>
                    <a:ext uri="{9D8B030D-6E8A-4147-A177-3AD203B41FA5}">
                      <a16:colId xmlns:a16="http://schemas.microsoft.com/office/drawing/2014/main" val="3251564044"/>
                    </a:ext>
                  </a:extLst>
                </a:gridCol>
                <a:gridCol w="403412">
                  <a:extLst>
                    <a:ext uri="{9D8B030D-6E8A-4147-A177-3AD203B41FA5}">
                      <a16:colId xmlns:a16="http://schemas.microsoft.com/office/drawing/2014/main" val="3163802504"/>
                    </a:ext>
                  </a:extLst>
                </a:gridCol>
                <a:gridCol w="470647">
                  <a:extLst>
                    <a:ext uri="{9D8B030D-6E8A-4147-A177-3AD203B41FA5}">
                      <a16:colId xmlns:a16="http://schemas.microsoft.com/office/drawing/2014/main" val="2598653627"/>
                    </a:ext>
                  </a:extLst>
                </a:gridCol>
              </a:tblGrid>
              <a:tr h="268941">
                <a:tc>
                  <a:txBody>
                    <a:bodyPr/>
                    <a:lstStyle/>
                    <a:p>
                      <a:pPr algn="ctr"/>
                      <a:r>
                        <a:rPr lang="en-US" sz="1100" b="0" dirty="0">
                          <a:solidFill>
                            <a:schemeClr val="tx1"/>
                          </a:solidFill>
                        </a:rPr>
                        <a:t>120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9" name="Straight Arrow Connector 18">
            <a:extLst>
              <a:ext uri="{FF2B5EF4-FFF2-40B4-BE49-F238E27FC236}">
                <a16:creationId xmlns:a16="http://schemas.microsoft.com/office/drawing/2014/main" id="{67D9F07C-54BB-45DC-8D2B-A92650A15CF9}"/>
              </a:ext>
            </a:extLst>
          </p:cNvPr>
          <p:cNvCxnSpPr>
            <a:cxnSpLocks/>
            <a:endCxn id="18" idx="0"/>
          </p:cNvCxnSpPr>
          <p:nvPr/>
        </p:nvCxnSpPr>
        <p:spPr>
          <a:xfrm>
            <a:off x="4323948" y="2737453"/>
            <a:ext cx="1226635" cy="4495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0" name="Table 19">
            <a:extLst>
              <a:ext uri="{FF2B5EF4-FFF2-40B4-BE49-F238E27FC236}">
                <a16:creationId xmlns:a16="http://schemas.microsoft.com/office/drawing/2014/main" id="{B23B37EA-9B5A-4320-8854-A60070EEE8D2}"/>
              </a:ext>
            </a:extLst>
          </p:cNvPr>
          <p:cNvGraphicFramePr>
            <a:graphicFrameLocks noGrp="1"/>
          </p:cNvGraphicFramePr>
          <p:nvPr/>
        </p:nvGraphicFramePr>
        <p:xfrm>
          <a:off x="1759944" y="3206588"/>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1" name="Straight Arrow Connector 20">
            <a:extLst>
              <a:ext uri="{FF2B5EF4-FFF2-40B4-BE49-F238E27FC236}">
                <a16:creationId xmlns:a16="http://schemas.microsoft.com/office/drawing/2014/main" id="{4E67AB64-E235-48F6-85A0-094AC1130AE5}"/>
              </a:ext>
            </a:extLst>
          </p:cNvPr>
          <p:cNvCxnSpPr>
            <a:cxnSpLocks/>
            <a:endCxn id="20" idx="0"/>
          </p:cNvCxnSpPr>
          <p:nvPr/>
        </p:nvCxnSpPr>
        <p:spPr>
          <a:xfrm flipH="1">
            <a:off x="2146159" y="2748117"/>
            <a:ext cx="1096796" cy="45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6ACCDF20-99C9-45AE-9C5B-594B6D4ACE18}"/>
              </a:ext>
            </a:extLst>
          </p:cNvPr>
          <p:cNvPicPr>
            <a:picLocks noChangeAspect="1"/>
          </p:cNvPicPr>
          <p:nvPr/>
        </p:nvPicPr>
        <p:blipFill>
          <a:blip r:embed="rId2"/>
          <a:stretch>
            <a:fillRect/>
          </a:stretch>
        </p:blipFill>
        <p:spPr>
          <a:xfrm>
            <a:off x="1194651" y="2115213"/>
            <a:ext cx="5504890" cy="243728"/>
          </a:xfrm>
          <a:prstGeom prst="rect">
            <a:avLst/>
          </a:prstGeom>
        </p:spPr>
      </p:pic>
      <p:graphicFrame>
        <p:nvGraphicFramePr>
          <p:cNvPr id="23" name="Table 36">
            <a:extLst>
              <a:ext uri="{FF2B5EF4-FFF2-40B4-BE49-F238E27FC236}">
                <a16:creationId xmlns:a16="http://schemas.microsoft.com/office/drawing/2014/main" id="{45AB98CC-9293-4406-9642-F2D8B2AF9E9F}"/>
              </a:ext>
            </a:extLst>
          </p:cNvPr>
          <p:cNvGraphicFramePr>
            <a:graphicFrameLocks noGrp="1"/>
          </p:cNvGraphicFramePr>
          <p:nvPr/>
        </p:nvGraphicFramePr>
        <p:xfrm>
          <a:off x="3683193" y="4783410"/>
          <a:ext cx="176628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2469143531"/>
                    </a:ext>
                  </a:extLst>
                </a:gridCol>
                <a:gridCol w="329453">
                  <a:extLst>
                    <a:ext uri="{9D8B030D-6E8A-4147-A177-3AD203B41FA5}">
                      <a16:colId xmlns:a16="http://schemas.microsoft.com/office/drawing/2014/main" val="1306936277"/>
                    </a:ext>
                  </a:extLst>
                </a:gridCol>
                <a:gridCol w="398089">
                  <a:extLst>
                    <a:ext uri="{9D8B030D-6E8A-4147-A177-3AD203B41FA5}">
                      <a16:colId xmlns:a16="http://schemas.microsoft.com/office/drawing/2014/main" val="2151186035"/>
                    </a:ext>
                  </a:extLst>
                </a:gridCol>
                <a:gridCol w="379838">
                  <a:extLst>
                    <a:ext uri="{9D8B030D-6E8A-4147-A177-3AD203B41FA5}">
                      <a16:colId xmlns:a16="http://schemas.microsoft.com/office/drawing/2014/main" val="412716765"/>
                    </a:ext>
                  </a:extLst>
                </a:gridCol>
              </a:tblGrid>
              <a:tr h="268941">
                <a:tc>
                  <a:txBody>
                    <a:bodyPr/>
                    <a:lstStyle/>
                    <a:p>
                      <a:pPr algn="ctr"/>
                      <a:r>
                        <a:rPr lang="en-US" sz="1100" b="0" dirty="0">
                          <a:solidFill>
                            <a:schemeClr val="tx1"/>
                          </a:solidFill>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4" name="Table 23">
            <a:extLst>
              <a:ext uri="{FF2B5EF4-FFF2-40B4-BE49-F238E27FC236}">
                <a16:creationId xmlns:a16="http://schemas.microsoft.com/office/drawing/2014/main" id="{CE0B5488-A5A2-468D-8CA2-42AAD5A583DA}"/>
              </a:ext>
            </a:extLst>
          </p:cNvPr>
          <p:cNvGraphicFramePr>
            <a:graphicFrameLocks noGrp="1"/>
          </p:cNvGraphicFramePr>
          <p:nvPr/>
        </p:nvGraphicFramePr>
        <p:xfrm>
          <a:off x="1651254" y="5513294"/>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5" name="Table 36">
            <a:extLst>
              <a:ext uri="{FF2B5EF4-FFF2-40B4-BE49-F238E27FC236}">
                <a16:creationId xmlns:a16="http://schemas.microsoft.com/office/drawing/2014/main" id="{AFDAFE8B-11AD-4EBD-92C3-7A04AD884749}"/>
              </a:ext>
            </a:extLst>
          </p:cNvPr>
          <p:cNvGraphicFramePr>
            <a:graphicFrameLocks noGrp="1"/>
          </p:cNvGraphicFramePr>
          <p:nvPr/>
        </p:nvGraphicFramePr>
        <p:xfrm>
          <a:off x="3346219" y="5513294"/>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6" name="Straight Arrow Connector 25">
            <a:extLst>
              <a:ext uri="{FF2B5EF4-FFF2-40B4-BE49-F238E27FC236}">
                <a16:creationId xmlns:a16="http://schemas.microsoft.com/office/drawing/2014/main" id="{4EA6E216-F9C8-45C7-BF0E-4E503F5517E6}"/>
              </a:ext>
            </a:extLst>
          </p:cNvPr>
          <p:cNvCxnSpPr>
            <a:cxnSpLocks/>
            <a:endCxn id="25" idx="0"/>
          </p:cNvCxnSpPr>
          <p:nvPr/>
        </p:nvCxnSpPr>
        <p:spPr>
          <a:xfrm flipH="1">
            <a:off x="3749232" y="5074433"/>
            <a:ext cx="4030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C24CEEA-51E4-4C2D-AEBB-A2E229746EC9}"/>
              </a:ext>
            </a:extLst>
          </p:cNvPr>
          <p:cNvCxnSpPr>
            <a:cxnSpLocks/>
            <a:endCxn id="24" idx="0"/>
          </p:cNvCxnSpPr>
          <p:nvPr/>
        </p:nvCxnSpPr>
        <p:spPr>
          <a:xfrm flipH="1">
            <a:off x="2037468" y="5048897"/>
            <a:ext cx="1711769" cy="464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Table 36">
            <a:extLst>
              <a:ext uri="{FF2B5EF4-FFF2-40B4-BE49-F238E27FC236}">
                <a16:creationId xmlns:a16="http://schemas.microsoft.com/office/drawing/2014/main" id="{985E7EFE-086B-4F4C-AC17-6E0D1FE2E78A}"/>
              </a:ext>
            </a:extLst>
          </p:cNvPr>
          <p:cNvGraphicFramePr>
            <a:graphicFrameLocks noGrp="1"/>
          </p:cNvGraphicFramePr>
          <p:nvPr/>
        </p:nvGraphicFramePr>
        <p:xfrm>
          <a:off x="4217589" y="5513294"/>
          <a:ext cx="806026"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408406">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9" name="Straight Arrow Connector 28">
            <a:extLst>
              <a:ext uri="{FF2B5EF4-FFF2-40B4-BE49-F238E27FC236}">
                <a16:creationId xmlns:a16="http://schemas.microsoft.com/office/drawing/2014/main" id="{ED9FE309-A3DC-4953-AA05-30C58C46AC29}"/>
              </a:ext>
            </a:extLst>
          </p:cNvPr>
          <p:cNvCxnSpPr>
            <a:cxnSpLocks/>
            <a:endCxn id="28" idx="0"/>
          </p:cNvCxnSpPr>
          <p:nvPr/>
        </p:nvCxnSpPr>
        <p:spPr>
          <a:xfrm flipH="1">
            <a:off x="4620602" y="5074433"/>
            <a:ext cx="39921"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36">
            <a:extLst>
              <a:ext uri="{FF2B5EF4-FFF2-40B4-BE49-F238E27FC236}">
                <a16:creationId xmlns:a16="http://schemas.microsoft.com/office/drawing/2014/main" id="{BE939B80-C391-42BA-9AFC-09573D904DBA}"/>
              </a:ext>
            </a:extLst>
          </p:cNvPr>
          <p:cNvGraphicFramePr>
            <a:graphicFrameLocks noGrp="1"/>
          </p:cNvGraphicFramePr>
          <p:nvPr/>
        </p:nvGraphicFramePr>
        <p:xfrm>
          <a:off x="5296841" y="5513294"/>
          <a:ext cx="986439" cy="268941"/>
        </p:xfrm>
        <a:graphic>
          <a:graphicData uri="http://schemas.openxmlformats.org/drawingml/2006/table">
            <a:tbl>
              <a:tblPr firstRow="1" bandRow="1">
                <a:tableStyleId>{5C22544A-7EE6-4342-B048-85BDC9FD1C3A}</a:tableStyleId>
              </a:tblPr>
              <a:tblGrid>
                <a:gridCol w="398089">
                  <a:extLst>
                    <a:ext uri="{9D8B030D-6E8A-4147-A177-3AD203B41FA5}">
                      <a16:colId xmlns:a16="http://schemas.microsoft.com/office/drawing/2014/main" val="887014813"/>
                    </a:ext>
                  </a:extLst>
                </a:gridCol>
                <a:gridCol w="588350">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1" name="Straight Arrow Connector 30">
            <a:extLst>
              <a:ext uri="{FF2B5EF4-FFF2-40B4-BE49-F238E27FC236}">
                <a16:creationId xmlns:a16="http://schemas.microsoft.com/office/drawing/2014/main" id="{E152F729-2AF3-43FB-B343-316AF13DE971}"/>
              </a:ext>
            </a:extLst>
          </p:cNvPr>
          <p:cNvCxnSpPr>
            <a:cxnSpLocks/>
            <a:endCxn id="30" idx="0"/>
          </p:cNvCxnSpPr>
          <p:nvPr/>
        </p:nvCxnSpPr>
        <p:spPr>
          <a:xfrm>
            <a:off x="5063536" y="5074433"/>
            <a:ext cx="726524"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2" name="Table 31">
            <a:extLst>
              <a:ext uri="{FF2B5EF4-FFF2-40B4-BE49-F238E27FC236}">
                <a16:creationId xmlns:a16="http://schemas.microsoft.com/office/drawing/2014/main" id="{D2D34E72-C80C-40A1-AB65-63A96D99EEC9}"/>
              </a:ext>
            </a:extLst>
          </p:cNvPr>
          <p:cNvGraphicFramePr>
            <a:graphicFrameLocks noGrp="1"/>
          </p:cNvGraphicFramePr>
          <p:nvPr/>
        </p:nvGraphicFramePr>
        <p:xfrm>
          <a:off x="2499533" y="5532904"/>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3" name="Straight Arrow Connector 32">
            <a:extLst>
              <a:ext uri="{FF2B5EF4-FFF2-40B4-BE49-F238E27FC236}">
                <a16:creationId xmlns:a16="http://schemas.microsoft.com/office/drawing/2014/main" id="{C14E496F-7ACF-4423-84AA-9032D085DE07}"/>
              </a:ext>
            </a:extLst>
          </p:cNvPr>
          <p:cNvCxnSpPr>
            <a:cxnSpLocks/>
            <a:endCxn id="32" idx="0"/>
          </p:cNvCxnSpPr>
          <p:nvPr/>
        </p:nvCxnSpPr>
        <p:spPr>
          <a:xfrm flipH="1">
            <a:off x="2885747" y="5074433"/>
            <a:ext cx="1096796" cy="45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Table 36">
            <a:extLst>
              <a:ext uri="{FF2B5EF4-FFF2-40B4-BE49-F238E27FC236}">
                <a16:creationId xmlns:a16="http://schemas.microsoft.com/office/drawing/2014/main" id="{98CFD765-5B70-4625-91C2-FAA73CE3E6FB}"/>
              </a:ext>
            </a:extLst>
          </p:cNvPr>
          <p:cNvGraphicFramePr>
            <a:graphicFrameLocks noGrp="1"/>
          </p:cNvGraphicFramePr>
          <p:nvPr/>
        </p:nvGraphicFramePr>
        <p:xfrm>
          <a:off x="6543914" y="5465668"/>
          <a:ext cx="986439" cy="268941"/>
        </p:xfrm>
        <a:graphic>
          <a:graphicData uri="http://schemas.openxmlformats.org/drawingml/2006/table">
            <a:tbl>
              <a:tblPr firstRow="1" bandRow="1">
                <a:tableStyleId>{5C22544A-7EE6-4342-B048-85BDC9FD1C3A}</a:tableStyleId>
              </a:tblPr>
              <a:tblGrid>
                <a:gridCol w="398089">
                  <a:extLst>
                    <a:ext uri="{9D8B030D-6E8A-4147-A177-3AD203B41FA5}">
                      <a16:colId xmlns:a16="http://schemas.microsoft.com/office/drawing/2014/main" val="887014813"/>
                    </a:ext>
                  </a:extLst>
                </a:gridCol>
                <a:gridCol w="588350">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5" name="Straight Arrow Connector 34">
            <a:extLst>
              <a:ext uri="{FF2B5EF4-FFF2-40B4-BE49-F238E27FC236}">
                <a16:creationId xmlns:a16="http://schemas.microsoft.com/office/drawing/2014/main" id="{00ABC3EA-72F0-4325-A620-6AE901E5B7AE}"/>
              </a:ext>
            </a:extLst>
          </p:cNvPr>
          <p:cNvCxnSpPr>
            <a:cxnSpLocks/>
          </p:cNvCxnSpPr>
          <p:nvPr/>
        </p:nvCxnSpPr>
        <p:spPr>
          <a:xfrm>
            <a:off x="5439347" y="5048897"/>
            <a:ext cx="1462684" cy="409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3235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2E8FA1-D808-7088-2A2E-F74ED916915A}"/>
              </a:ext>
            </a:extLst>
          </p:cNvPr>
          <p:cNvSpPr>
            <a:spLocks noGrp="1"/>
          </p:cNvSpPr>
          <p:nvPr>
            <p:ph sz="quarter" idx="10"/>
          </p:nvPr>
        </p:nvSpPr>
        <p:spPr/>
        <p:txBody>
          <a:bodyPr/>
          <a:lstStyle/>
          <a:p>
            <a:r>
              <a:rPr lang="en-IN" dirty="0"/>
              <a:t>B-Tree - Insertion</a:t>
            </a:r>
          </a:p>
        </p:txBody>
      </p:sp>
      <p:sp>
        <p:nvSpPr>
          <p:cNvPr id="10" name="Rectangle 2">
            <a:extLst>
              <a:ext uri="{FF2B5EF4-FFF2-40B4-BE49-F238E27FC236}">
                <a16:creationId xmlns:a16="http://schemas.microsoft.com/office/drawing/2014/main" id="{8AEE79BB-F83F-454C-9B72-2264433A26E7}"/>
              </a:ext>
            </a:extLst>
          </p:cNvPr>
          <p:cNvSpPr txBox="1">
            <a:spLocks noChangeArrowheads="1"/>
          </p:cNvSpPr>
          <p:nvPr/>
        </p:nvSpPr>
        <p:spPr>
          <a:xfrm>
            <a:off x="1079754" y="1680882"/>
            <a:ext cx="4993513" cy="268941"/>
          </a:xfrm>
          <a:prstGeom prst="rect">
            <a:avLst/>
          </a:prstGeom>
        </p:spPr>
        <p:txBody>
          <a:bodyPr vert="horz" lIns="80682" tIns="40341" rIns="80682" bIns="40341" rtlCol="0">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Insert the following elements in B-Tree of Order 5</a:t>
            </a:r>
          </a:p>
          <a:p>
            <a:pPr lvl="1">
              <a:lnSpc>
                <a:spcPct val="79000"/>
              </a:lnSpc>
              <a:spcBef>
                <a:spcPts val="441"/>
              </a:spcBef>
              <a:buSzPct val="147000"/>
              <a:buFont typeface="Wingdings" panose="05000000000000000000" pitchFamily="2" charset="2"/>
              <a:buChar char="§"/>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618" dirty="0"/>
          </a:p>
          <a:p>
            <a:pPr>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927" dirty="0"/>
          </a:p>
          <a:p>
            <a:pPr lvl="1">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441" dirty="0"/>
          </a:p>
        </p:txBody>
      </p:sp>
      <p:pic>
        <p:nvPicPr>
          <p:cNvPr id="11" name="Picture 10">
            <a:extLst>
              <a:ext uri="{FF2B5EF4-FFF2-40B4-BE49-F238E27FC236}">
                <a16:creationId xmlns:a16="http://schemas.microsoft.com/office/drawing/2014/main" id="{BEFC765A-F02B-4834-8469-B78BD9AA7B99}"/>
              </a:ext>
            </a:extLst>
          </p:cNvPr>
          <p:cNvPicPr>
            <a:picLocks noChangeAspect="1"/>
          </p:cNvPicPr>
          <p:nvPr/>
        </p:nvPicPr>
        <p:blipFill>
          <a:blip r:embed="rId2"/>
          <a:stretch>
            <a:fillRect/>
          </a:stretch>
        </p:blipFill>
        <p:spPr>
          <a:xfrm>
            <a:off x="1329121" y="1913507"/>
            <a:ext cx="5504890" cy="243728"/>
          </a:xfrm>
          <a:prstGeom prst="rect">
            <a:avLst/>
          </a:prstGeom>
        </p:spPr>
      </p:pic>
      <p:graphicFrame>
        <p:nvGraphicFramePr>
          <p:cNvPr id="12" name="Table 36">
            <a:extLst>
              <a:ext uri="{FF2B5EF4-FFF2-40B4-BE49-F238E27FC236}">
                <a16:creationId xmlns:a16="http://schemas.microsoft.com/office/drawing/2014/main" id="{D23E59A4-5175-4C97-B673-FE3BCD833C58}"/>
              </a:ext>
            </a:extLst>
          </p:cNvPr>
          <p:cNvGraphicFramePr>
            <a:graphicFrameLocks noGrp="1"/>
          </p:cNvGraphicFramePr>
          <p:nvPr/>
        </p:nvGraphicFramePr>
        <p:xfrm>
          <a:off x="3212546" y="2255389"/>
          <a:ext cx="176628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2469143531"/>
                    </a:ext>
                  </a:extLst>
                </a:gridCol>
                <a:gridCol w="329453">
                  <a:extLst>
                    <a:ext uri="{9D8B030D-6E8A-4147-A177-3AD203B41FA5}">
                      <a16:colId xmlns:a16="http://schemas.microsoft.com/office/drawing/2014/main" val="1306936277"/>
                    </a:ext>
                  </a:extLst>
                </a:gridCol>
                <a:gridCol w="398089">
                  <a:extLst>
                    <a:ext uri="{9D8B030D-6E8A-4147-A177-3AD203B41FA5}">
                      <a16:colId xmlns:a16="http://schemas.microsoft.com/office/drawing/2014/main" val="2151186035"/>
                    </a:ext>
                  </a:extLst>
                </a:gridCol>
                <a:gridCol w="379838">
                  <a:extLst>
                    <a:ext uri="{9D8B030D-6E8A-4147-A177-3AD203B41FA5}">
                      <a16:colId xmlns:a16="http://schemas.microsoft.com/office/drawing/2014/main" val="412716765"/>
                    </a:ext>
                  </a:extLst>
                </a:gridCol>
              </a:tblGrid>
              <a:tr h="268941">
                <a:tc>
                  <a:txBody>
                    <a:bodyPr/>
                    <a:lstStyle/>
                    <a:p>
                      <a:pPr algn="ctr"/>
                      <a:r>
                        <a:rPr lang="en-US" sz="1100" b="0" dirty="0">
                          <a:solidFill>
                            <a:schemeClr val="tx1"/>
                          </a:solidFill>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3" name="Table 12">
            <a:extLst>
              <a:ext uri="{FF2B5EF4-FFF2-40B4-BE49-F238E27FC236}">
                <a16:creationId xmlns:a16="http://schemas.microsoft.com/office/drawing/2014/main" id="{AEF4BA9A-529F-44BF-A483-BC78DA694789}"/>
              </a:ext>
            </a:extLst>
          </p:cNvPr>
          <p:cNvGraphicFramePr>
            <a:graphicFrameLocks noGrp="1"/>
          </p:cNvGraphicFramePr>
          <p:nvPr/>
        </p:nvGraphicFramePr>
        <p:xfrm>
          <a:off x="1180606" y="2985273"/>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4" name="Table 36">
            <a:extLst>
              <a:ext uri="{FF2B5EF4-FFF2-40B4-BE49-F238E27FC236}">
                <a16:creationId xmlns:a16="http://schemas.microsoft.com/office/drawing/2014/main" id="{ACFAFD86-6259-49E6-9410-44BA5FAE8F2F}"/>
              </a:ext>
            </a:extLst>
          </p:cNvPr>
          <p:cNvGraphicFramePr>
            <a:graphicFrameLocks noGrp="1"/>
          </p:cNvGraphicFramePr>
          <p:nvPr/>
        </p:nvGraphicFramePr>
        <p:xfrm>
          <a:off x="2875572" y="2985273"/>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5" name="Straight Arrow Connector 14">
            <a:extLst>
              <a:ext uri="{FF2B5EF4-FFF2-40B4-BE49-F238E27FC236}">
                <a16:creationId xmlns:a16="http://schemas.microsoft.com/office/drawing/2014/main" id="{90E8180E-2CB9-4652-9181-144F6A702839}"/>
              </a:ext>
            </a:extLst>
          </p:cNvPr>
          <p:cNvCxnSpPr>
            <a:cxnSpLocks/>
            <a:endCxn id="14" idx="0"/>
          </p:cNvCxnSpPr>
          <p:nvPr/>
        </p:nvCxnSpPr>
        <p:spPr>
          <a:xfrm flipH="1">
            <a:off x="3278585" y="2546412"/>
            <a:ext cx="403013"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970FD9A5-ECF0-472C-B175-98F32E6F4FD5}"/>
              </a:ext>
            </a:extLst>
          </p:cNvPr>
          <p:cNvCxnSpPr>
            <a:cxnSpLocks/>
            <a:endCxn id="13" idx="0"/>
          </p:cNvCxnSpPr>
          <p:nvPr/>
        </p:nvCxnSpPr>
        <p:spPr>
          <a:xfrm flipH="1">
            <a:off x="1566821" y="2520876"/>
            <a:ext cx="1711769" cy="4643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7" name="Table 36">
            <a:extLst>
              <a:ext uri="{FF2B5EF4-FFF2-40B4-BE49-F238E27FC236}">
                <a16:creationId xmlns:a16="http://schemas.microsoft.com/office/drawing/2014/main" id="{DA9B6791-6B63-4F33-BE24-9A7B71AA4FFF}"/>
              </a:ext>
            </a:extLst>
          </p:cNvPr>
          <p:cNvGraphicFramePr>
            <a:graphicFrameLocks noGrp="1"/>
          </p:cNvGraphicFramePr>
          <p:nvPr/>
        </p:nvGraphicFramePr>
        <p:xfrm>
          <a:off x="3746942" y="2985273"/>
          <a:ext cx="806026"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408406">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8" name="Straight Arrow Connector 17">
            <a:extLst>
              <a:ext uri="{FF2B5EF4-FFF2-40B4-BE49-F238E27FC236}">
                <a16:creationId xmlns:a16="http://schemas.microsoft.com/office/drawing/2014/main" id="{4594E49F-9776-491E-A962-8EB91E25EB0E}"/>
              </a:ext>
            </a:extLst>
          </p:cNvPr>
          <p:cNvCxnSpPr>
            <a:cxnSpLocks/>
            <a:endCxn id="17" idx="0"/>
          </p:cNvCxnSpPr>
          <p:nvPr/>
        </p:nvCxnSpPr>
        <p:spPr>
          <a:xfrm flipH="1">
            <a:off x="4149955" y="2546412"/>
            <a:ext cx="39921"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36">
            <a:extLst>
              <a:ext uri="{FF2B5EF4-FFF2-40B4-BE49-F238E27FC236}">
                <a16:creationId xmlns:a16="http://schemas.microsoft.com/office/drawing/2014/main" id="{4204668A-76FE-4F2D-AEF0-81A9CC4F3525}"/>
              </a:ext>
            </a:extLst>
          </p:cNvPr>
          <p:cNvGraphicFramePr>
            <a:graphicFrameLocks noGrp="1"/>
          </p:cNvGraphicFramePr>
          <p:nvPr/>
        </p:nvGraphicFramePr>
        <p:xfrm>
          <a:off x="4826194" y="2985273"/>
          <a:ext cx="986439" cy="268941"/>
        </p:xfrm>
        <a:graphic>
          <a:graphicData uri="http://schemas.openxmlformats.org/drawingml/2006/table">
            <a:tbl>
              <a:tblPr firstRow="1" bandRow="1">
                <a:tableStyleId>{5C22544A-7EE6-4342-B048-85BDC9FD1C3A}</a:tableStyleId>
              </a:tblPr>
              <a:tblGrid>
                <a:gridCol w="398089">
                  <a:extLst>
                    <a:ext uri="{9D8B030D-6E8A-4147-A177-3AD203B41FA5}">
                      <a16:colId xmlns:a16="http://schemas.microsoft.com/office/drawing/2014/main" val="887014813"/>
                    </a:ext>
                  </a:extLst>
                </a:gridCol>
                <a:gridCol w="588350">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0" name="Straight Arrow Connector 19">
            <a:extLst>
              <a:ext uri="{FF2B5EF4-FFF2-40B4-BE49-F238E27FC236}">
                <a16:creationId xmlns:a16="http://schemas.microsoft.com/office/drawing/2014/main" id="{FC92ED8A-62F3-4C97-AC46-B4651E3EA7EF}"/>
              </a:ext>
            </a:extLst>
          </p:cNvPr>
          <p:cNvCxnSpPr>
            <a:cxnSpLocks/>
            <a:endCxn id="19" idx="0"/>
          </p:cNvCxnSpPr>
          <p:nvPr/>
        </p:nvCxnSpPr>
        <p:spPr>
          <a:xfrm>
            <a:off x="4592889" y="2546412"/>
            <a:ext cx="726524" cy="4388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20">
            <a:extLst>
              <a:ext uri="{FF2B5EF4-FFF2-40B4-BE49-F238E27FC236}">
                <a16:creationId xmlns:a16="http://schemas.microsoft.com/office/drawing/2014/main" id="{4F4C375D-103E-4F02-90B8-3468DCF15CE7}"/>
              </a:ext>
            </a:extLst>
          </p:cNvPr>
          <p:cNvGraphicFramePr>
            <a:graphicFrameLocks noGrp="1"/>
          </p:cNvGraphicFramePr>
          <p:nvPr/>
        </p:nvGraphicFramePr>
        <p:xfrm>
          <a:off x="2028886" y="3004882"/>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2" name="Straight Arrow Connector 21">
            <a:extLst>
              <a:ext uri="{FF2B5EF4-FFF2-40B4-BE49-F238E27FC236}">
                <a16:creationId xmlns:a16="http://schemas.microsoft.com/office/drawing/2014/main" id="{019763CC-97AF-4B4E-9596-0AAC93BF4F78}"/>
              </a:ext>
            </a:extLst>
          </p:cNvPr>
          <p:cNvCxnSpPr>
            <a:cxnSpLocks/>
            <a:endCxn id="21" idx="0"/>
          </p:cNvCxnSpPr>
          <p:nvPr/>
        </p:nvCxnSpPr>
        <p:spPr>
          <a:xfrm flipH="1">
            <a:off x="2415100" y="2546411"/>
            <a:ext cx="1096796" cy="4584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36">
            <a:extLst>
              <a:ext uri="{FF2B5EF4-FFF2-40B4-BE49-F238E27FC236}">
                <a16:creationId xmlns:a16="http://schemas.microsoft.com/office/drawing/2014/main" id="{93DCF75E-3F8D-41AF-9F40-107A291E9195}"/>
              </a:ext>
            </a:extLst>
          </p:cNvPr>
          <p:cNvGraphicFramePr>
            <a:graphicFrameLocks noGrp="1"/>
          </p:cNvGraphicFramePr>
          <p:nvPr/>
        </p:nvGraphicFramePr>
        <p:xfrm>
          <a:off x="6073266" y="2937647"/>
          <a:ext cx="986439" cy="268941"/>
        </p:xfrm>
        <a:graphic>
          <a:graphicData uri="http://schemas.openxmlformats.org/drawingml/2006/table">
            <a:tbl>
              <a:tblPr firstRow="1" bandRow="1">
                <a:tableStyleId>{5C22544A-7EE6-4342-B048-85BDC9FD1C3A}</a:tableStyleId>
              </a:tblPr>
              <a:tblGrid>
                <a:gridCol w="398089">
                  <a:extLst>
                    <a:ext uri="{9D8B030D-6E8A-4147-A177-3AD203B41FA5}">
                      <a16:colId xmlns:a16="http://schemas.microsoft.com/office/drawing/2014/main" val="887014813"/>
                    </a:ext>
                  </a:extLst>
                </a:gridCol>
                <a:gridCol w="588350">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4" name="Straight Arrow Connector 23">
            <a:extLst>
              <a:ext uri="{FF2B5EF4-FFF2-40B4-BE49-F238E27FC236}">
                <a16:creationId xmlns:a16="http://schemas.microsoft.com/office/drawing/2014/main" id="{D65754FE-B064-418E-B3D8-AEFEA5615B88}"/>
              </a:ext>
            </a:extLst>
          </p:cNvPr>
          <p:cNvCxnSpPr>
            <a:cxnSpLocks/>
          </p:cNvCxnSpPr>
          <p:nvPr/>
        </p:nvCxnSpPr>
        <p:spPr>
          <a:xfrm>
            <a:off x="4968700" y="2520876"/>
            <a:ext cx="1462684" cy="409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Table 36">
            <a:extLst>
              <a:ext uri="{FF2B5EF4-FFF2-40B4-BE49-F238E27FC236}">
                <a16:creationId xmlns:a16="http://schemas.microsoft.com/office/drawing/2014/main" id="{2CC4E220-C9D8-47D7-B419-AC0E336AB1B3}"/>
              </a:ext>
            </a:extLst>
          </p:cNvPr>
          <p:cNvGraphicFramePr>
            <a:graphicFrameLocks noGrp="1"/>
          </p:cNvGraphicFramePr>
          <p:nvPr/>
        </p:nvGraphicFramePr>
        <p:xfrm>
          <a:off x="2168027" y="4739686"/>
          <a:ext cx="719205"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89752">
                  <a:extLst>
                    <a:ext uri="{9D8B030D-6E8A-4147-A177-3AD203B41FA5}">
                      <a16:colId xmlns:a16="http://schemas.microsoft.com/office/drawing/2014/main" val="2469143531"/>
                    </a:ext>
                  </a:extLst>
                </a:gridCol>
              </a:tblGrid>
              <a:tr h="268941">
                <a:tc>
                  <a:txBody>
                    <a:bodyPr/>
                    <a:lstStyle/>
                    <a:p>
                      <a:pPr algn="ctr"/>
                      <a:r>
                        <a:rPr lang="en-US" sz="1100" b="0" dirty="0">
                          <a:solidFill>
                            <a:schemeClr val="tx1"/>
                          </a:solidFill>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6" name="Table 25">
            <a:extLst>
              <a:ext uri="{FF2B5EF4-FFF2-40B4-BE49-F238E27FC236}">
                <a16:creationId xmlns:a16="http://schemas.microsoft.com/office/drawing/2014/main" id="{A8151C6B-90FD-424A-ACA3-5E09BE6B79A8}"/>
              </a:ext>
            </a:extLst>
          </p:cNvPr>
          <p:cNvGraphicFramePr>
            <a:graphicFrameLocks noGrp="1"/>
          </p:cNvGraphicFramePr>
          <p:nvPr/>
        </p:nvGraphicFramePr>
        <p:xfrm>
          <a:off x="1315077" y="5715000"/>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7" name="Table 36">
            <a:extLst>
              <a:ext uri="{FF2B5EF4-FFF2-40B4-BE49-F238E27FC236}">
                <a16:creationId xmlns:a16="http://schemas.microsoft.com/office/drawing/2014/main" id="{66269BBB-02F4-4FA1-8840-A5D1D025E119}"/>
              </a:ext>
            </a:extLst>
          </p:cNvPr>
          <p:cNvGraphicFramePr>
            <a:graphicFrameLocks noGrp="1"/>
          </p:cNvGraphicFramePr>
          <p:nvPr/>
        </p:nvGraphicFramePr>
        <p:xfrm>
          <a:off x="3010043" y="5715000"/>
          <a:ext cx="806026"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76573">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8" name="Straight Arrow Connector 27">
            <a:extLst>
              <a:ext uri="{FF2B5EF4-FFF2-40B4-BE49-F238E27FC236}">
                <a16:creationId xmlns:a16="http://schemas.microsoft.com/office/drawing/2014/main" id="{EB90E5B3-32BC-4F40-A8C1-C177D0B16E86}"/>
              </a:ext>
            </a:extLst>
          </p:cNvPr>
          <p:cNvCxnSpPr>
            <a:cxnSpLocks/>
            <a:endCxn id="27" idx="0"/>
          </p:cNvCxnSpPr>
          <p:nvPr/>
        </p:nvCxnSpPr>
        <p:spPr>
          <a:xfrm>
            <a:off x="2887232" y="5026807"/>
            <a:ext cx="525824" cy="688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5CA8BB8-0F64-4F57-9767-7C699687D1E1}"/>
              </a:ext>
            </a:extLst>
          </p:cNvPr>
          <p:cNvCxnSpPr>
            <a:cxnSpLocks/>
            <a:endCxn id="26" idx="0"/>
          </p:cNvCxnSpPr>
          <p:nvPr/>
        </p:nvCxnSpPr>
        <p:spPr>
          <a:xfrm flipH="1">
            <a:off x="1701291" y="5026807"/>
            <a:ext cx="466735" cy="6881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0" name="Table 36">
            <a:extLst>
              <a:ext uri="{FF2B5EF4-FFF2-40B4-BE49-F238E27FC236}">
                <a16:creationId xmlns:a16="http://schemas.microsoft.com/office/drawing/2014/main" id="{8DC7D3C0-93E6-4C5C-B4C8-FD8840BBBB70}"/>
              </a:ext>
            </a:extLst>
          </p:cNvPr>
          <p:cNvGraphicFramePr>
            <a:graphicFrameLocks noGrp="1"/>
          </p:cNvGraphicFramePr>
          <p:nvPr/>
        </p:nvGraphicFramePr>
        <p:xfrm>
          <a:off x="3881412" y="5715000"/>
          <a:ext cx="806026"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408406">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90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1" name="Straight Arrow Connector 30">
            <a:extLst>
              <a:ext uri="{FF2B5EF4-FFF2-40B4-BE49-F238E27FC236}">
                <a16:creationId xmlns:a16="http://schemas.microsoft.com/office/drawing/2014/main" id="{CD8BAD0D-C094-461D-A2A6-213A418088E4}"/>
              </a:ext>
            </a:extLst>
          </p:cNvPr>
          <p:cNvCxnSpPr>
            <a:cxnSpLocks/>
            <a:endCxn id="30" idx="0"/>
          </p:cNvCxnSpPr>
          <p:nvPr/>
        </p:nvCxnSpPr>
        <p:spPr>
          <a:xfrm flipH="1">
            <a:off x="4284426" y="4800091"/>
            <a:ext cx="48548" cy="914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2" name="Table 36">
            <a:extLst>
              <a:ext uri="{FF2B5EF4-FFF2-40B4-BE49-F238E27FC236}">
                <a16:creationId xmlns:a16="http://schemas.microsoft.com/office/drawing/2014/main" id="{0FF780A2-BD0C-4516-A49F-61303D9561E1}"/>
              </a:ext>
            </a:extLst>
          </p:cNvPr>
          <p:cNvGraphicFramePr>
            <a:graphicFrameLocks noGrp="1"/>
          </p:cNvGraphicFramePr>
          <p:nvPr/>
        </p:nvGraphicFramePr>
        <p:xfrm>
          <a:off x="4960664" y="5715000"/>
          <a:ext cx="986439" cy="268941"/>
        </p:xfrm>
        <a:graphic>
          <a:graphicData uri="http://schemas.openxmlformats.org/drawingml/2006/table">
            <a:tbl>
              <a:tblPr firstRow="1" bandRow="1">
                <a:tableStyleId>{5C22544A-7EE6-4342-B048-85BDC9FD1C3A}</a:tableStyleId>
              </a:tblPr>
              <a:tblGrid>
                <a:gridCol w="398089">
                  <a:extLst>
                    <a:ext uri="{9D8B030D-6E8A-4147-A177-3AD203B41FA5}">
                      <a16:colId xmlns:a16="http://schemas.microsoft.com/office/drawing/2014/main" val="887014813"/>
                    </a:ext>
                  </a:extLst>
                </a:gridCol>
                <a:gridCol w="588350">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3" name="Straight Arrow Connector 32">
            <a:extLst>
              <a:ext uri="{FF2B5EF4-FFF2-40B4-BE49-F238E27FC236}">
                <a16:creationId xmlns:a16="http://schemas.microsoft.com/office/drawing/2014/main" id="{F95A4E8F-8562-4A05-ACAC-0E5E28C2D016}"/>
              </a:ext>
            </a:extLst>
          </p:cNvPr>
          <p:cNvCxnSpPr>
            <a:cxnSpLocks/>
            <a:endCxn id="32" idx="0"/>
          </p:cNvCxnSpPr>
          <p:nvPr/>
        </p:nvCxnSpPr>
        <p:spPr>
          <a:xfrm>
            <a:off x="4700031" y="4800091"/>
            <a:ext cx="753852" cy="914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4" name="Table 33">
            <a:extLst>
              <a:ext uri="{FF2B5EF4-FFF2-40B4-BE49-F238E27FC236}">
                <a16:creationId xmlns:a16="http://schemas.microsoft.com/office/drawing/2014/main" id="{3D24B7D5-3C02-4482-8FFD-A06C057349C2}"/>
              </a:ext>
            </a:extLst>
          </p:cNvPr>
          <p:cNvGraphicFramePr>
            <a:graphicFrameLocks noGrp="1"/>
          </p:cNvGraphicFramePr>
          <p:nvPr/>
        </p:nvGraphicFramePr>
        <p:xfrm>
          <a:off x="2163356" y="5734610"/>
          <a:ext cx="772430"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442977">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5" name="Straight Arrow Connector 34">
            <a:extLst>
              <a:ext uri="{FF2B5EF4-FFF2-40B4-BE49-F238E27FC236}">
                <a16:creationId xmlns:a16="http://schemas.microsoft.com/office/drawing/2014/main" id="{9670DB33-AC19-48A6-81BF-DEB1B4EC5F49}"/>
              </a:ext>
            </a:extLst>
          </p:cNvPr>
          <p:cNvCxnSpPr>
            <a:cxnSpLocks/>
            <a:endCxn id="34" idx="0"/>
          </p:cNvCxnSpPr>
          <p:nvPr/>
        </p:nvCxnSpPr>
        <p:spPr>
          <a:xfrm>
            <a:off x="2490520" y="5026807"/>
            <a:ext cx="59051" cy="707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Table 36">
            <a:extLst>
              <a:ext uri="{FF2B5EF4-FFF2-40B4-BE49-F238E27FC236}">
                <a16:creationId xmlns:a16="http://schemas.microsoft.com/office/drawing/2014/main" id="{921EF3FC-36BC-4E40-9011-86D1B79926A1}"/>
              </a:ext>
            </a:extLst>
          </p:cNvPr>
          <p:cNvGraphicFramePr>
            <a:graphicFrameLocks noGrp="1"/>
          </p:cNvGraphicFramePr>
          <p:nvPr/>
        </p:nvGraphicFramePr>
        <p:xfrm>
          <a:off x="6207737" y="5667374"/>
          <a:ext cx="986439" cy="268941"/>
        </p:xfrm>
        <a:graphic>
          <a:graphicData uri="http://schemas.openxmlformats.org/drawingml/2006/table">
            <a:tbl>
              <a:tblPr firstRow="1" bandRow="1">
                <a:tableStyleId>{5C22544A-7EE6-4342-B048-85BDC9FD1C3A}</a:tableStyleId>
              </a:tblPr>
              <a:tblGrid>
                <a:gridCol w="398089">
                  <a:extLst>
                    <a:ext uri="{9D8B030D-6E8A-4147-A177-3AD203B41FA5}">
                      <a16:colId xmlns:a16="http://schemas.microsoft.com/office/drawing/2014/main" val="887014813"/>
                    </a:ext>
                  </a:extLst>
                </a:gridCol>
                <a:gridCol w="588350">
                  <a:extLst>
                    <a:ext uri="{9D8B030D-6E8A-4147-A177-3AD203B41FA5}">
                      <a16:colId xmlns:a16="http://schemas.microsoft.com/office/drawing/2014/main" val="3251564044"/>
                    </a:ext>
                  </a:extLst>
                </a:gridCol>
              </a:tblGrid>
              <a:tr h="268941">
                <a:tc>
                  <a:txBody>
                    <a:bodyPr/>
                    <a:lstStyle/>
                    <a:p>
                      <a:pPr algn="ctr"/>
                      <a:r>
                        <a:rPr lang="en-US" sz="1100" b="0" dirty="0">
                          <a:solidFill>
                            <a:schemeClr val="tx1"/>
                          </a:solidFill>
                        </a:rPr>
                        <a:t>160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37" name="Straight Arrow Connector 36">
            <a:extLst>
              <a:ext uri="{FF2B5EF4-FFF2-40B4-BE49-F238E27FC236}">
                <a16:creationId xmlns:a16="http://schemas.microsoft.com/office/drawing/2014/main" id="{A7824463-6E03-4AB3-A68E-17EE628FD79E}"/>
              </a:ext>
            </a:extLst>
          </p:cNvPr>
          <p:cNvCxnSpPr>
            <a:cxnSpLocks/>
          </p:cNvCxnSpPr>
          <p:nvPr/>
        </p:nvCxnSpPr>
        <p:spPr>
          <a:xfrm>
            <a:off x="5403726" y="4800092"/>
            <a:ext cx="1162129" cy="859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38" name="Table 36">
            <a:extLst>
              <a:ext uri="{FF2B5EF4-FFF2-40B4-BE49-F238E27FC236}">
                <a16:creationId xmlns:a16="http://schemas.microsoft.com/office/drawing/2014/main" id="{DFA7D343-EEF0-44D7-9F88-6ADDEC5B6100}"/>
              </a:ext>
            </a:extLst>
          </p:cNvPr>
          <p:cNvGraphicFramePr>
            <a:graphicFrameLocks noGrp="1"/>
          </p:cNvGraphicFramePr>
          <p:nvPr/>
        </p:nvGraphicFramePr>
        <p:xfrm>
          <a:off x="4306981" y="4531150"/>
          <a:ext cx="1096746" cy="268941"/>
        </p:xfrm>
        <a:graphic>
          <a:graphicData uri="http://schemas.openxmlformats.org/drawingml/2006/table">
            <a:tbl>
              <a:tblPr firstRow="1" bandRow="1">
                <a:tableStyleId>{5C22544A-7EE6-4342-B048-85BDC9FD1C3A}</a:tableStyleId>
              </a:tblPr>
              <a:tblGrid>
                <a:gridCol w="398089">
                  <a:extLst>
                    <a:ext uri="{9D8B030D-6E8A-4147-A177-3AD203B41FA5}">
                      <a16:colId xmlns:a16="http://schemas.microsoft.com/office/drawing/2014/main" val="887014813"/>
                    </a:ext>
                  </a:extLst>
                </a:gridCol>
                <a:gridCol w="698657">
                  <a:extLst>
                    <a:ext uri="{9D8B030D-6E8A-4147-A177-3AD203B41FA5}">
                      <a16:colId xmlns:a16="http://schemas.microsoft.com/office/drawing/2014/main" val="2469143531"/>
                    </a:ext>
                  </a:extLst>
                </a:gridCol>
              </a:tblGrid>
              <a:tr h="268941">
                <a:tc>
                  <a:txBody>
                    <a:bodyPr/>
                    <a:lstStyle/>
                    <a:p>
                      <a:pPr algn="ctr"/>
                      <a:r>
                        <a:rPr lang="en-US" sz="1100" b="0" dirty="0">
                          <a:solidFill>
                            <a:schemeClr val="tx1"/>
                          </a:solidFill>
                        </a:rPr>
                        <a:t>100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140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39" name="Table 36">
            <a:extLst>
              <a:ext uri="{FF2B5EF4-FFF2-40B4-BE49-F238E27FC236}">
                <a16:creationId xmlns:a16="http://schemas.microsoft.com/office/drawing/2014/main" id="{4241CD04-BEFC-42D9-8ACF-756F6284F294}"/>
              </a:ext>
            </a:extLst>
          </p:cNvPr>
          <p:cNvGraphicFramePr>
            <a:graphicFrameLocks noGrp="1"/>
          </p:cNvGraphicFramePr>
          <p:nvPr/>
        </p:nvGraphicFramePr>
        <p:xfrm>
          <a:off x="3130412" y="3862479"/>
          <a:ext cx="892195" cy="268941"/>
        </p:xfrm>
        <a:graphic>
          <a:graphicData uri="http://schemas.openxmlformats.org/drawingml/2006/table">
            <a:tbl>
              <a:tblPr firstRow="1" bandRow="1">
                <a:tableStyleId>{5C22544A-7EE6-4342-B048-85BDC9FD1C3A}</a:tableStyleId>
              </a:tblPr>
              <a:tblGrid>
                <a:gridCol w="892195">
                  <a:extLst>
                    <a:ext uri="{9D8B030D-6E8A-4147-A177-3AD203B41FA5}">
                      <a16:colId xmlns:a16="http://schemas.microsoft.com/office/drawing/2014/main" val="887014813"/>
                    </a:ext>
                  </a:extLst>
                </a:gridCol>
              </a:tblGrid>
              <a:tr h="268941">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40" name="Straight Arrow Connector 39">
            <a:extLst>
              <a:ext uri="{FF2B5EF4-FFF2-40B4-BE49-F238E27FC236}">
                <a16:creationId xmlns:a16="http://schemas.microsoft.com/office/drawing/2014/main" id="{0E8BFE44-0A4C-4C5D-A3F2-EA76F3C465A3}"/>
              </a:ext>
            </a:extLst>
          </p:cNvPr>
          <p:cNvCxnSpPr>
            <a:cxnSpLocks/>
          </p:cNvCxnSpPr>
          <p:nvPr/>
        </p:nvCxnSpPr>
        <p:spPr>
          <a:xfrm>
            <a:off x="4022607" y="4131420"/>
            <a:ext cx="677426" cy="3921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CBD3609-0284-4A98-9BC5-66FA1CCCB459}"/>
              </a:ext>
            </a:extLst>
          </p:cNvPr>
          <p:cNvCxnSpPr>
            <a:cxnSpLocks/>
            <a:endCxn id="25" idx="0"/>
          </p:cNvCxnSpPr>
          <p:nvPr/>
        </p:nvCxnSpPr>
        <p:spPr>
          <a:xfrm flipH="1">
            <a:off x="2527629" y="4149601"/>
            <a:ext cx="602783" cy="590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2053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884D80-5262-05F6-0764-024BD89ADE71}"/>
              </a:ext>
            </a:extLst>
          </p:cNvPr>
          <p:cNvSpPr>
            <a:spLocks noGrp="1"/>
          </p:cNvSpPr>
          <p:nvPr>
            <p:ph sz="quarter" idx="10"/>
          </p:nvPr>
        </p:nvSpPr>
        <p:spPr/>
        <p:txBody>
          <a:bodyPr/>
          <a:lstStyle/>
          <a:p>
            <a:r>
              <a:rPr lang="en-IN" dirty="0"/>
              <a:t>B-Tree - Deletion</a:t>
            </a:r>
          </a:p>
        </p:txBody>
      </p:sp>
      <p:sp>
        <p:nvSpPr>
          <p:cNvPr id="10" name="Rectangle 2">
            <a:extLst>
              <a:ext uri="{FF2B5EF4-FFF2-40B4-BE49-F238E27FC236}">
                <a16:creationId xmlns:a16="http://schemas.microsoft.com/office/drawing/2014/main" id="{64DA2F26-7124-4095-982B-8EBC87B91CC0}"/>
              </a:ext>
            </a:extLst>
          </p:cNvPr>
          <p:cNvSpPr txBox="1">
            <a:spLocks noChangeArrowheads="1"/>
          </p:cNvSpPr>
          <p:nvPr/>
        </p:nvSpPr>
        <p:spPr>
          <a:xfrm>
            <a:off x="152400" y="1411941"/>
            <a:ext cx="8763000" cy="5042647"/>
          </a:xfrm>
          <a:prstGeom prst="rect">
            <a:avLst/>
          </a:prstGeom>
        </p:spPr>
        <p:txBody>
          <a:bodyPr vert="horz" lIns="80682" tIns="40341" rIns="80682" bIns="40341" rtlCol="0">
            <a:normAutofit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588" b="1" dirty="0"/>
              <a:t>Deleting </a:t>
            </a:r>
            <a:r>
              <a:rPr lang="en-US" sz="1588" dirty="0"/>
              <a:t>a node.</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Find the Node to be Deleted.</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There will be Two cases</a:t>
            </a:r>
          </a:p>
          <a:p>
            <a:pPr marL="806867" lvl="2">
              <a:lnSpc>
                <a:spcPct val="13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Node is a Leaf </a:t>
            </a:r>
          </a:p>
          <a:p>
            <a:pPr marL="806867" lvl="2">
              <a:lnSpc>
                <a:spcPct val="13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Node is a Non-Leafe Node</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If Node is a Non-Leaf Node, </a:t>
            </a:r>
          </a:p>
          <a:p>
            <a:pPr marL="806867" lvl="2">
              <a:lnSpc>
                <a:spcPct val="13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Find the Largest Element in Left Sub Tree (In-Order predecessor) or Least Element in Right Sub-Tree (In-Order Successor)</a:t>
            </a:r>
          </a:p>
          <a:p>
            <a:pPr marL="806867" lvl="2">
              <a:lnSpc>
                <a:spcPct val="13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Replace the Deleted Node with this Node.</a:t>
            </a:r>
          </a:p>
          <a:p>
            <a:pPr marL="806867" lvl="2">
              <a:lnSpc>
                <a:spcPct val="13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In Nut-Shell we will always have the problem of deleting an Element from the Leaf Node</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To Delete an Element from the Leaf Node.</a:t>
            </a:r>
          </a:p>
          <a:p>
            <a:pPr marL="806867"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If after Deletion the number of elements left in the node is greater than Ceil(m/2)-1, then we are OK. Just Delete the Node</a:t>
            </a:r>
          </a:p>
          <a:p>
            <a:pPr marL="806867"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If on Deletion, the number of elements remaining is less than Ceil(m/2)-1, then we have to take following steps</a:t>
            </a:r>
          </a:p>
          <a:p>
            <a:pPr marL="806867"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Check left sibling or right sibling. If they have enough elements that after deleting one node from them, they are still OK, then just borrow one element from them. (Move element to Parent and Take element from Parent). See Example 1</a:t>
            </a:r>
          </a:p>
          <a:p>
            <a:pPr marL="806867" lvl="2">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235" dirty="0"/>
              <a:t>If they too get starved, then merge the two nodes with one element from Parent as well. If Parent is starved, this policy applies on parent and its sibling as well. Can recursively go to the root. See Example 2 and 3</a:t>
            </a:r>
          </a:p>
        </p:txBody>
      </p:sp>
    </p:spTree>
    <p:extLst>
      <p:ext uri="{BB962C8B-B14F-4D97-AF65-F5344CB8AC3E}">
        <p14:creationId xmlns:p14="http://schemas.microsoft.com/office/powerpoint/2010/main" val="1902306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9DBDB5-A238-A54C-D48F-86E72D911EA6}"/>
              </a:ext>
            </a:extLst>
          </p:cNvPr>
          <p:cNvSpPr>
            <a:spLocks noGrp="1"/>
          </p:cNvSpPr>
          <p:nvPr>
            <p:ph sz="quarter" idx="10"/>
          </p:nvPr>
        </p:nvSpPr>
        <p:spPr/>
        <p:txBody>
          <a:bodyPr/>
          <a:lstStyle/>
          <a:p>
            <a:r>
              <a:rPr lang="en-IN" dirty="0"/>
              <a:t>B-Tree - Deletion</a:t>
            </a:r>
          </a:p>
        </p:txBody>
      </p:sp>
      <p:sp>
        <p:nvSpPr>
          <p:cNvPr id="11" name="Rectangle 2">
            <a:extLst>
              <a:ext uri="{FF2B5EF4-FFF2-40B4-BE49-F238E27FC236}">
                <a16:creationId xmlns:a16="http://schemas.microsoft.com/office/drawing/2014/main" id="{E22AD601-B2D8-4D8A-9B09-CFEA51324C98}"/>
              </a:ext>
            </a:extLst>
          </p:cNvPr>
          <p:cNvSpPr txBox="1">
            <a:spLocks noChangeArrowheads="1"/>
          </p:cNvSpPr>
          <p:nvPr/>
        </p:nvSpPr>
        <p:spPr>
          <a:xfrm>
            <a:off x="477831" y="1470282"/>
            <a:ext cx="5186980" cy="1249839"/>
          </a:xfrm>
          <a:prstGeom prst="rect">
            <a:avLst/>
          </a:prstGeom>
        </p:spPr>
        <p:txBody>
          <a:bodyPr vert="horz" lIns="80682" tIns="40341" rIns="80682" bIns="40341" rtlCol="0">
            <a:normAutofit fontScale="925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Example -1 </a:t>
            </a:r>
          </a:p>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B-Tree of Order 7</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059" dirty="0"/>
              <a:t>Max Element in Node = 6</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059" dirty="0"/>
              <a:t>Min Elements in Node = ceil(m/2)-1 = 3</a:t>
            </a:r>
          </a:p>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Delete 25</a:t>
            </a:r>
          </a:p>
          <a:p>
            <a:pPr lvl="1">
              <a:lnSpc>
                <a:spcPct val="79000"/>
              </a:lnSpc>
              <a:spcBef>
                <a:spcPts val="441"/>
              </a:spcBef>
              <a:buSzPct val="147000"/>
              <a:buFont typeface="Wingdings" panose="05000000000000000000" pitchFamily="2" charset="2"/>
              <a:buChar char="§"/>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618" dirty="0"/>
          </a:p>
          <a:p>
            <a:pPr>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927" dirty="0"/>
          </a:p>
          <a:p>
            <a:pPr lvl="1">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441" dirty="0"/>
          </a:p>
        </p:txBody>
      </p:sp>
      <p:graphicFrame>
        <p:nvGraphicFramePr>
          <p:cNvPr id="12" name="Table 36">
            <a:extLst>
              <a:ext uri="{FF2B5EF4-FFF2-40B4-BE49-F238E27FC236}">
                <a16:creationId xmlns:a16="http://schemas.microsoft.com/office/drawing/2014/main" id="{B5838ECF-AA1F-46CA-83F1-59CC9993945C}"/>
              </a:ext>
            </a:extLst>
          </p:cNvPr>
          <p:cNvGraphicFramePr>
            <a:graphicFrameLocks noGrp="1"/>
          </p:cNvGraphicFramePr>
          <p:nvPr/>
        </p:nvGraphicFramePr>
        <p:xfrm>
          <a:off x="3121561" y="3506725"/>
          <a:ext cx="1229997"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2469143531"/>
                    </a:ext>
                  </a:extLst>
                </a:gridCol>
                <a:gridCol w="571091">
                  <a:extLst>
                    <a:ext uri="{9D8B030D-6E8A-4147-A177-3AD203B41FA5}">
                      <a16:colId xmlns:a16="http://schemas.microsoft.com/office/drawing/2014/main" val="1306936277"/>
                    </a:ext>
                  </a:extLst>
                </a:gridCol>
              </a:tblGrid>
              <a:tr h="268941">
                <a:tc>
                  <a:txBody>
                    <a:bodyPr/>
                    <a:lstStyle/>
                    <a:p>
                      <a:pPr algn="ctr"/>
                      <a:r>
                        <a:rPr lang="en-US" sz="1100" b="0" dirty="0">
                          <a:solidFill>
                            <a:schemeClr val="tx1"/>
                          </a:solidFill>
                          <a:highlight>
                            <a:srgbClr val="00FF00"/>
                          </a:highlight>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3" name="Table 12">
            <a:extLst>
              <a:ext uri="{FF2B5EF4-FFF2-40B4-BE49-F238E27FC236}">
                <a16:creationId xmlns:a16="http://schemas.microsoft.com/office/drawing/2014/main" id="{DF8576FD-C167-4A64-B778-69038DE9CB02}"/>
              </a:ext>
            </a:extLst>
          </p:cNvPr>
          <p:cNvGraphicFramePr>
            <a:graphicFrameLocks noGrp="1"/>
          </p:cNvGraphicFramePr>
          <p:nvPr/>
        </p:nvGraphicFramePr>
        <p:xfrm>
          <a:off x="1621682" y="4242736"/>
          <a:ext cx="821108" cy="268941"/>
        </p:xfrm>
        <a:graphic>
          <a:graphicData uri="http://schemas.openxmlformats.org/drawingml/2006/table">
            <a:tbl>
              <a:tblPr firstRow="1" bandRow="1">
                <a:tableStyleId>{5C22544A-7EE6-4342-B048-85BDC9FD1C3A}</a:tableStyleId>
              </a:tblPr>
              <a:tblGrid>
                <a:gridCol w="260816">
                  <a:extLst>
                    <a:ext uri="{9D8B030D-6E8A-4147-A177-3AD203B41FA5}">
                      <a16:colId xmlns:a16="http://schemas.microsoft.com/office/drawing/2014/main" val="887014813"/>
                    </a:ext>
                  </a:extLst>
                </a:gridCol>
                <a:gridCol w="186764">
                  <a:extLst>
                    <a:ext uri="{9D8B030D-6E8A-4147-A177-3AD203B41FA5}">
                      <a16:colId xmlns:a16="http://schemas.microsoft.com/office/drawing/2014/main" val="897041948"/>
                    </a:ext>
                  </a:extLst>
                </a:gridCol>
                <a:gridCol w="186764">
                  <a:extLst>
                    <a:ext uri="{9D8B030D-6E8A-4147-A177-3AD203B41FA5}">
                      <a16:colId xmlns:a16="http://schemas.microsoft.com/office/drawing/2014/main" val="351675226"/>
                    </a:ext>
                  </a:extLst>
                </a:gridCol>
                <a:gridCol w="186764">
                  <a:extLst>
                    <a:ext uri="{9D8B030D-6E8A-4147-A177-3AD203B41FA5}">
                      <a16:colId xmlns:a16="http://schemas.microsoft.com/office/drawing/2014/main" val="2900966912"/>
                    </a:ext>
                  </a:extLst>
                </a:gridCol>
              </a:tblGrid>
              <a:tr h="268941">
                <a:tc>
                  <a:txBody>
                    <a:bodyPr/>
                    <a:lstStyle/>
                    <a:p>
                      <a:pPr algn="ctr"/>
                      <a:r>
                        <a:rPr lang="en-US" sz="1100" b="0" dirty="0">
                          <a:solidFill>
                            <a:schemeClr val="tx1"/>
                          </a:solidFill>
                        </a:rPr>
                        <a:t>2</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highlight>
                            <a:srgbClr val="00FF00"/>
                          </a:highlight>
                        </a:rPr>
                        <a:t>6</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4" name="Straight Arrow Connector 13">
            <a:extLst>
              <a:ext uri="{FF2B5EF4-FFF2-40B4-BE49-F238E27FC236}">
                <a16:creationId xmlns:a16="http://schemas.microsoft.com/office/drawing/2014/main" id="{3516355F-1095-468D-BE59-D2D426255E8A}"/>
              </a:ext>
            </a:extLst>
          </p:cNvPr>
          <p:cNvCxnSpPr>
            <a:cxnSpLocks/>
            <a:endCxn id="15" idx="0"/>
          </p:cNvCxnSpPr>
          <p:nvPr/>
        </p:nvCxnSpPr>
        <p:spPr>
          <a:xfrm flipH="1">
            <a:off x="3266526" y="3775666"/>
            <a:ext cx="211159"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36">
            <a:extLst>
              <a:ext uri="{FF2B5EF4-FFF2-40B4-BE49-F238E27FC236}">
                <a16:creationId xmlns:a16="http://schemas.microsoft.com/office/drawing/2014/main" id="{FDBCEB33-0B1C-4A66-9A41-62C49D83014D}"/>
              </a:ext>
            </a:extLst>
          </p:cNvPr>
          <p:cNvGraphicFramePr>
            <a:graphicFrameLocks noGrp="1"/>
          </p:cNvGraphicFramePr>
          <p:nvPr/>
        </p:nvGraphicFramePr>
        <p:xfrm>
          <a:off x="2746711" y="4242736"/>
          <a:ext cx="1039633"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329453">
                  <a:extLst>
                    <a:ext uri="{9D8B030D-6E8A-4147-A177-3AD203B41FA5}">
                      <a16:colId xmlns:a16="http://schemas.microsoft.com/office/drawing/2014/main" val="3251564044"/>
                    </a:ext>
                  </a:extLst>
                </a:gridCol>
                <a:gridCol w="312560">
                  <a:extLst>
                    <a:ext uri="{9D8B030D-6E8A-4147-A177-3AD203B41FA5}">
                      <a16:colId xmlns:a16="http://schemas.microsoft.com/office/drawing/2014/main" val="3026068080"/>
                    </a:ext>
                  </a:extLst>
                </a:gridCol>
              </a:tblGrid>
              <a:tr h="268941">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highlight>
                            <a:srgbClr val="FF0000"/>
                          </a:highlight>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6" name="Table 36">
            <a:extLst>
              <a:ext uri="{FF2B5EF4-FFF2-40B4-BE49-F238E27FC236}">
                <a16:creationId xmlns:a16="http://schemas.microsoft.com/office/drawing/2014/main" id="{B12E4CA9-23B3-4803-8C2D-99A43CBEDCB6}"/>
              </a:ext>
            </a:extLst>
          </p:cNvPr>
          <p:cNvGraphicFramePr>
            <a:graphicFrameLocks noGrp="1"/>
          </p:cNvGraphicFramePr>
          <p:nvPr/>
        </p:nvGraphicFramePr>
        <p:xfrm>
          <a:off x="4351557" y="4242736"/>
          <a:ext cx="1045368" cy="268941"/>
        </p:xfrm>
        <a:graphic>
          <a:graphicData uri="http://schemas.openxmlformats.org/drawingml/2006/table">
            <a:tbl>
              <a:tblPr firstRow="1" bandRow="1">
                <a:tableStyleId>{5C22544A-7EE6-4342-B048-85BDC9FD1C3A}</a:tableStyleId>
              </a:tblPr>
              <a:tblGrid>
                <a:gridCol w="375243">
                  <a:extLst>
                    <a:ext uri="{9D8B030D-6E8A-4147-A177-3AD203B41FA5}">
                      <a16:colId xmlns:a16="http://schemas.microsoft.com/office/drawing/2014/main" val="887014813"/>
                    </a:ext>
                  </a:extLst>
                </a:gridCol>
                <a:gridCol w="355937">
                  <a:extLst>
                    <a:ext uri="{9D8B030D-6E8A-4147-A177-3AD203B41FA5}">
                      <a16:colId xmlns:a16="http://schemas.microsoft.com/office/drawing/2014/main" val="3251564044"/>
                    </a:ext>
                  </a:extLst>
                </a:gridCol>
                <a:gridCol w="314188">
                  <a:extLst>
                    <a:ext uri="{9D8B030D-6E8A-4147-A177-3AD203B41FA5}">
                      <a16:colId xmlns:a16="http://schemas.microsoft.com/office/drawing/2014/main" val="3482209523"/>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7" name="Straight Arrow Connector 16">
            <a:extLst>
              <a:ext uri="{FF2B5EF4-FFF2-40B4-BE49-F238E27FC236}">
                <a16:creationId xmlns:a16="http://schemas.microsoft.com/office/drawing/2014/main" id="{523FBB01-2BB5-444C-9FC1-82F2F67D53A4}"/>
              </a:ext>
            </a:extLst>
          </p:cNvPr>
          <p:cNvCxnSpPr>
            <a:cxnSpLocks/>
            <a:stCxn id="12" idx="2"/>
            <a:endCxn id="16" idx="0"/>
          </p:cNvCxnSpPr>
          <p:nvPr/>
        </p:nvCxnSpPr>
        <p:spPr>
          <a:xfrm>
            <a:off x="3736559" y="3775666"/>
            <a:ext cx="1137682"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550FA8D-CAC8-4149-BAA5-CAE4C1FBA623}"/>
              </a:ext>
            </a:extLst>
          </p:cNvPr>
          <p:cNvCxnSpPr>
            <a:cxnSpLocks/>
            <a:endCxn id="13" idx="0"/>
          </p:cNvCxnSpPr>
          <p:nvPr/>
        </p:nvCxnSpPr>
        <p:spPr>
          <a:xfrm flipH="1">
            <a:off x="2032236" y="3775666"/>
            <a:ext cx="1069638"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9" name="Table 36">
            <a:extLst>
              <a:ext uri="{FF2B5EF4-FFF2-40B4-BE49-F238E27FC236}">
                <a16:creationId xmlns:a16="http://schemas.microsoft.com/office/drawing/2014/main" id="{7E97A95A-84FF-4D93-9513-A7EF42C9BC1B}"/>
              </a:ext>
            </a:extLst>
          </p:cNvPr>
          <p:cNvGraphicFramePr>
            <a:graphicFrameLocks noGrp="1"/>
          </p:cNvGraphicFramePr>
          <p:nvPr/>
        </p:nvGraphicFramePr>
        <p:xfrm>
          <a:off x="5598631" y="4242736"/>
          <a:ext cx="1372165" cy="268941"/>
        </p:xfrm>
        <a:graphic>
          <a:graphicData uri="http://schemas.openxmlformats.org/drawingml/2006/table">
            <a:tbl>
              <a:tblPr firstRow="1" bandRow="1">
                <a:tableStyleId>{5C22544A-7EE6-4342-B048-85BDC9FD1C3A}</a:tableStyleId>
              </a:tblPr>
              <a:tblGrid>
                <a:gridCol w="353407">
                  <a:extLst>
                    <a:ext uri="{9D8B030D-6E8A-4147-A177-3AD203B41FA5}">
                      <a16:colId xmlns:a16="http://schemas.microsoft.com/office/drawing/2014/main" val="887014813"/>
                    </a:ext>
                  </a:extLst>
                </a:gridCol>
                <a:gridCol w="353407">
                  <a:extLst>
                    <a:ext uri="{9D8B030D-6E8A-4147-A177-3AD203B41FA5}">
                      <a16:colId xmlns:a16="http://schemas.microsoft.com/office/drawing/2014/main" val="3251564044"/>
                    </a:ext>
                  </a:extLst>
                </a:gridCol>
                <a:gridCol w="353407">
                  <a:extLst>
                    <a:ext uri="{9D8B030D-6E8A-4147-A177-3AD203B41FA5}">
                      <a16:colId xmlns:a16="http://schemas.microsoft.com/office/drawing/2014/main" val="2364650288"/>
                    </a:ext>
                  </a:extLst>
                </a:gridCol>
                <a:gridCol w="311944">
                  <a:extLst>
                    <a:ext uri="{9D8B030D-6E8A-4147-A177-3AD203B41FA5}">
                      <a16:colId xmlns:a16="http://schemas.microsoft.com/office/drawing/2014/main" val="519146955"/>
                    </a:ext>
                  </a:extLst>
                </a:gridCol>
              </a:tblGrid>
              <a:tr h="268941">
                <a:tc>
                  <a:txBody>
                    <a:bodyPr/>
                    <a:lstStyle/>
                    <a:p>
                      <a:pPr algn="ctr"/>
                      <a:r>
                        <a:rPr lang="en-US" sz="1100" b="0" dirty="0">
                          <a:solidFill>
                            <a:schemeClr val="tx1"/>
                          </a:solidFill>
                        </a:rPr>
                        <a:t>82</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84</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86</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88</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0" name="Straight Arrow Connector 19">
            <a:extLst>
              <a:ext uri="{FF2B5EF4-FFF2-40B4-BE49-F238E27FC236}">
                <a16:creationId xmlns:a16="http://schemas.microsoft.com/office/drawing/2014/main" id="{4570A915-524B-4DD7-8019-817B70A6E022}"/>
              </a:ext>
            </a:extLst>
          </p:cNvPr>
          <p:cNvCxnSpPr>
            <a:cxnSpLocks/>
          </p:cNvCxnSpPr>
          <p:nvPr/>
        </p:nvCxnSpPr>
        <p:spPr>
          <a:xfrm>
            <a:off x="4351558" y="3775666"/>
            <a:ext cx="1605191" cy="459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1" name="Table 36">
            <a:extLst>
              <a:ext uri="{FF2B5EF4-FFF2-40B4-BE49-F238E27FC236}">
                <a16:creationId xmlns:a16="http://schemas.microsoft.com/office/drawing/2014/main" id="{E8072E21-EBFB-42E2-BF8E-C849F71E4117}"/>
              </a:ext>
            </a:extLst>
          </p:cNvPr>
          <p:cNvGraphicFramePr>
            <a:graphicFrameLocks noGrp="1"/>
          </p:cNvGraphicFramePr>
          <p:nvPr/>
        </p:nvGraphicFramePr>
        <p:xfrm>
          <a:off x="2862687" y="5123949"/>
          <a:ext cx="1229997"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2469143531"/>
                    </a:ext>
                  </a:extLst>
                </a:gridCol>
                <a:gridCol w="571091">
                  <a:extLst>
                    <a:ext uri="{9D8B030D-6E8A-4147-A177-3AD203B41FA5}">
                      <a16:colId xmlns:a16="http://schemas.microsoft.com/office/drawing/2014/main" val="1306936277"/>
                    </a:ext>
                  </a:extLst>
                </a:gridCol>
              </a:tblGrid>
              <a:tr h="268941">
                <a:tc>
                  <a:txBody>
                    <a:bodyPr/>
                    <a:lstStyle/>
                    <a:p>
                      <a:pPr algn="ctr"/>
                      <a:r>
                        <a:rPr lang="en-US" sz="1100" b="0" dirty="0">
                          <a:solidFill>
                            <a:schemeClr val="tx1"/>
                          </a:solidFill>
                        </a:rPr>
                        <a:t>6</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2" name="Table 21">
            <a:extLst>
              <a:ext uri="{FF2B5EF4-FFF2-40B4-BE49-F238E27FC236}">
                <a16:creationId xmlns:a16="http://schemas.microsoft.com/office/drawing/2014/main" id="{3EFC8AC7-36A9-4B6F-9C76-FC19AB42B637}"/>
              </a:ext>
            </a:extLst>
          </p:cNvPr>
          <p:cNvGraphicFramePr>
            <a:graphicFrameLocks noGrp="1"/>
          </p:cNvGraphicFramePr>
          <p:nvPr/>
        </p:nvGraphicFramePr>
        <p:xfrm>
          <a:off x="1362807" y="5859960"/>
          <a:ext cx="815133" cy="268941"/>
        </p:xfrm>
        <a:graphic>
          <a:graphicData uri="http://schemas.openxmlformats.org/drawingml/2006/table">
            <a:tbl>
              <a:tblPr firstRow="1" bandRow="1">
                <a:tableStyleId>{5C22544A-7EE6-4342-B048-85BDC9FD1C3A}</a:tableStyleId>
              </a:tblPr>
              <a:tblGrid>
                <a:gridCol w="260816">
                  <a:extLst>
                    <a:ext uri="{9D8B030D-6E8A-4147-A177-3AD203B41FA5}">
                      <a16:colId xmlns:a16="http://schemas.microsoft.com/office/drawing/2014/main" val="887014813"/>
                    </a:ext>
                  </a:extLst>
                </a:gridCol>
                <a:gridCol w="186764">
                  <a:extLst>
                    <a:ext uri="{9D8B030D-6E8A-4147-A177-3AD203B41FA5}">
                      <a16:colId xmlns:a16="http://schemas.microsoft.com/office/drawing/2014/main" val="897041948"/>
                    </a:ext>
                  </a:extLst>
                </a:gridCol>
                <a:gridCol w="367553">
                  <a:extLst>
                    <a:ext uri="{9D8B030D-6E8A-4147-A177-3AD203B41FA5}">
                      <a16:colId xmlns:a16="http://schemas.microsoft.com/office/drawing/2014/main" val="351675226"/>
                    </a:ext>
                  </a:extLst>
                </a:gridCol>
              </a:tblGrid>
              <a:tr h="268941">
                <a:tc>
                  <a:txBody>
                    <a:bodyPr/>
                    <a:lstStyle/>
                    <a:p>
                      <a:pPr algn="ctr"/>
                      <a:r>
                        <a:rPr lang="en-US" sz="1100" b="0" dirty="0">
                          <a:solidFill>
                            <a:schemeClr val="tx1"/>
                          </a:solidFill>
                        </a:rPr>
                        <a:t>2</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a:t>
                      </a:r>
                      <a:endParaRPr lang="en-US" sz="1100" b="0" dirty="0">
                        <a:solidFill>
                          <a:schemeClr val="tx1"/>
                        </a:solidFill>
                        <a:highlight>
                          <a:srgbClr val="00FF00"/>
                        </a:highlight>
                      </a:endParaRP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3" name="Straight Arrow Connector 22">
            <a:extLst>
              <a:ext uri="{FF2B5EF4-FFF2-40B4-BE49-F238E27FC236}">
                <a16:creationId xmlns:a16="http://schemas.microsoft.com/office/drawing/2014/main" id="{7F90DA50-3EB8-40BA-9C92-60F6776D2D15}"/>
              </a:ext>
            </a:extLst>
          </p:cNvPr>
          <p:cNvCxnSpPr>
            <a:cxnSpLocks/>
            <a:endCxn id="24" idx="0"/>
          </p:cNvCxnSpPr>
          <p:nvPr/>
        </p:nvCxnSpPr>
        <p:spPr>
          <a:xfrm flipH="1">
            <a:off x="3007652" y="5392890"/>
            <a:ext cx="127338"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Table 36">
            <a:extLst>
              <a:ext uri="{FF2B5EF4-FFF2-40B4-BE49-F238E27FC236}">
                <a16:creationId xmlns:a16="http://schemas.microsoft.com/office/drawing/2014/main" id="{9EAA110B-ACF2-4FCE-A320-5799018173E6}"/>
              </a:ext>
            </a:extLst>
          </p:cNvPr>
          <p:cNvGraphicFramePr>
            <a:graphicFrameLocks noGrp="1"/>
          </p:cNvGraphicFramePr>
          <p:nvPr/>
        </p:nvGraphicFramePr>
        <p:xfrm>
          <a:off x="2487836" y="5859960"/>
          <a:ext cx="1039633"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329453">
                  <a:extLst>
                    <a:ext uri="{9D8B030D-6E8A-4147-A177-3AD203B41FA5}">
                      <a16:colId xmlns:a16="http://schemas.microsoft.com/office/drawing/2014/main" val="3251564044"/>
                    </a:ext>
                  </a:extLst>
                </a:gridCol>
                <a:gridCol w="312560">
                  <a:extLst>
                    <a:ext uri="{9D8B030D-6E8A-4147-A177-3AD203B41FA5}">
                      <a16:colId xmlns:a16="http://schemas.microsoft.com/office/drawing/2014/main" val="3026068080"/>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25" name="Table 36">
            <a:extLst>
              <a:ext uri="{FF2B5EF4-FFF2-40B4-BE49-F238E27FC236}">
                <a16:creationId xmlns:a16="http://schemas.microsoft.com/office/drawing/2014/main" id="{9F627BA8-C5B7-4D67-8393-1E48DBEC15DD}"/>
              </a:ext>
            </a:extLst>
          </p:cNvPr>
          <p:cNvGraphicFramePr>
            <a:graphicFrameLocks noGrp="1"/>
          </p:cNvGraphicFramePr>
          <p:nvPr/>
        </p:nvGraphicFramePr>
        <p:xfrm>
          <a:off x="4092683" y="5859960"/>
          <a:ext cx="1045368" cy="268941"/>
        </p:xfrm>
        <a:graphic>
          <a:graphicData uri="http://schemas.openxmlformats.org/drawingml/2006/table">
            <a:tbl>
              <a:tblPr firstRow="1" bandRow="1">
                <a:tableStyleId>{5C22544A-7EE6-4342-B048-85BDC9FD1C3A}</a:tableStyleId>
              </a:tblPr>
              <a:tblGrid>
                <a:gridCol w="375243">
                  <a:extLst>
                    <a:ext uri="{9D8B030D-6E8A-4147-A177-3AD203B41FA5}">
                      <a16:colId xmlns:a16="http://schemas.microsoft.com/office/drawing/2014/main" val="887014813"/>
                    </a:ext>
                  </a:extLst>
                </a:gridCol>
                <a:gridCol w="355937">
                  <a:extLst>
                    <a:ext uri="{9D8B030D-6E8A-4147-A177-3AD203B41FA5}">
                      <a16:colId xmlns:a16="http://schemas.microsoft.com/office/drawing/2014/main" val="3251564044"/>
                    </a:ext>
                  </a:extLst>
                </a:gridCol>
                <a:gridCol w="314188">
                  <a:extLst>
                    <a:ext uri="{9D8B030D-6E8A-4147-A177-3AD203B41FA5}">
                      <a16:colId xmlns:a16="http://schemas.microsoft.com/office/drawing/2014/main" val="3482209523"/>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6" name="Straight Arrow Connector 25">
            <a:extLst>
              <a:ext uri="{FF2B5EF4-FFF2-40B4-BE49-F238E27FC236}">
                <a16:creationId xmlns:a16="http://schemas.microsoft.com/office/drawing/2014/main" id="{E8037F60-FC4B-42FA-B74E-8A464505771D}"/>
              </a:ext>
            </a:extLst>
          </p:cNvPr>
          <p:cNvCxnSpPr>
            <a:cxnSpLocks/>
            <a:stCxn id="21" idx="2"/>
            <a:endCxn id="25" idx="0"/>
          </p:cNvCxnSpPr>
          <p:nvPr/>
        </p:nvCxnSpPr>
        <p:spPr>
          <a:xfrm>
            <a:off x="3477685" y="5392890"/>
            <a:ext cx="1137682"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7EFE97B-E742-445F-B85E-E3253E640030}"/>
              </a:ext>
            </a:extLst>
          </p:cNvPr>
          <p:cNvCxnSpPr>
            <a:cxnSpLocks/>
            <a:endCxn id="22" idx="0"/>
          </p:cNvCxnSpPr>
          <p:nvPr/>
        </p:nvCxnSpPr>
        <p:spPr>
          <a:xfrm flipH="1">
            <a:off x="1770373" y="5392890"/>
            <a:ext cx="1072627"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8" name="Table 36">
            <a:extLst>
              <a:ext uri="{FF2B5EF4-FFF2-40B4-BE49-F238E27FC236}">
                <a16:creationId xmlns:a16="http://schemas.microsoft.com/office/drawing/2014/main" id="{8858F15B-E556-4483-BC18-5E2E96B35D50}"/>
              </a:ext>
            </a:extLst>
          </p:cNvPr>
          <p:cNvGraphicFramePr>
            <a:graphicFrameLocks noGrp="1"/>
          </p:cNvGraphicFramePr>
          <p:nvPr/>
        </p:nvGraphicFramePr>
        <p:xfrm>
          <a:off x="5339757" y="5859960"/>
          <a:ext cx="1372165" cy="268941"/>
        </p:xfrm>
        <a:graphic>
          <a:graphicData uri="http://schemas.openxmlformats.org/drawingml/2006/table">
            <a:tbl>
              <a:tblPr firstRow="1" bandRow="1">
                <a:tableStyleId>{5C22544A-7EE6-4342-B048-85BDC9FD1C3A}</a:tableStyleId>
              </a:tblPr>
              <a:tblGrid>
                <a:gridCol w="353407">
                  <a:extLst>
                    <a:ext uri="{9D8B030D-6E8A-4147-A177-3AD203B41FA5}">
                      <a16:colId xmlns:a16="http://schemas.microsoft.com/office/drawing/2014/main" val="887014813"/>
                    </a:ext>
                  </a:extLst>
                </a:gridCol>
                <a:gridCol w="353407">
                  <a:extLst>
                    <a:ext uri="{9D8B030D-6E8A-4147-A177-3AD203B41FA5}">
                      <a16:colId xmlns:a16="http://schemas.microsoft.com/office/drawing/2014/main" val="3251564044"/>
                    </a:ext>
                  </a:extLst>
                </a:gridCol>
                <a:gridCol w="353407">
                  <a:extLst>
                    <a:ext uri="{9D8B030D-6E8A-4147-A177-3AD203B41FA5}">
                      <a16:colId xmlns:a16="http://schemas.microsoft.com/office/drawing/2014/main" val="2364650288"/>
                    </a:ext>
                  </a:extLst>
                </a:gridCol>
                <a:gridCol w="311944">
                  <a:extLst>
                    <a:ext uri="{9D8B030D-6E8A-4147-A177-3AD203B41FA5}">
                      <a16:colId xmlns:a16="http://schemas.microsoft.com/office/drawing/2014/main" val="519146955"/>
                    </a:ext>
                  </a:extLst>
                </a:gridCol>
              </a:tblGrid>
              <a:tr h="268941">
                <a:tc>
                  <a:txBody>
                    <a:bodyPr/>
                    <a:lstStyle/>
                    <a:p>
                      <a:pPr algn="ctr"/>
                      <a:r>
                        <a:rPr lang="en-US" sz="1100" b="0" dirty="0">
                          <a:solidFill>
                            <a:schemeClr val="tx1"/>
                          </a:solidFill>
                        </a:rPr>
                        <a:t>82</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84</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86</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88</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9" name="Straight Arrow Connector 28">
            <a:extLst>
              <a:ext uri="{FF2B5EF4-FFF2-40B4-BE49-F238E27FC236}">
                <a16:creationId xmlns:a16="http://schemas.microsoft.com/office/drawing/2014/main" id="{2D2D3C57-9EBE-420E-95AF-C8DF8EAAD17A}"/>
              </a:ext>
            </a:extLst>
          </p:cNvPr>
          <p:cNvCxnSpPr>
            <a:cxnSpLocks/>
          </p:cNvCxnSpPr>
          <p:nvPr/>
        </p:nvCxnSpPr>
        <p:spPr>
          <a:xfrm>
            <a:off x="4092684" y="5392890"/>
            <a:ext cx="1605191" cy="459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45070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448F72-23DB-9B08-D824-C63DFB10DA8C}"/>
              </a:ext>
            </a:extLst>
          </p:cNvPr>
          <p:cNvSpPr>
            <a:spLocks noGrp="1"/>
          </p:cNvSpPr>
          <p:nvPr>
            <p:ph sz="quarter" idx="10"/>
          </p:nvPr>
        </p:nvSpPr>
        <p:spPr/>
        <p:txBody>
          <a:bodyPr/>
          <a:lstStyle/>
          <a:p>
            <a:r>
              <a:rPr lang="en-IN" dirty="0"/>
              <a:t>B-Tree - Deletion</a:t>
            </a:r>
          </a:p>
        </p:txBody>
      </p:sp>
      <p:sp>
        <p:nvSpPr>
          <p:cNvPr id="10" name="Rectangle 2">
            <a:extLst>
              <a:ext uri="{FF2B5EF4-FFF2-40B4-BE49-F238E27FC236}">
                <a16:creationId xmlns:a16="http://schemas.microsoft.com/office/drawing/2014/main" id="{5C234167-58F5-4484-BF1D-6CD54FA600FE}"/>
              </a:ext>
            </a:extLst>
          </p:cNvPr>
          <p:cNvSpPr txBox="1">
            <a:spLocks noChangeArrowheads="1"/>
          </p:cNvSpPr>
          <p:nvPr/>
        </p:nvSpPr>
        <p:spPr>
          <a:xfrm>
            <a:off x="430306" y="1489348"/>
            <a:ext cx="5324737" cy="1345733"/>
          </a:xfrm>
          <a:prstGeom prst="rect">
            <a:avLst/>
          </a:prstGeom>
        </p:spPr>
        <p:txBody>
          <a:bodyPr vert="horz" lIns="80682" tIns="40341" rIns="80682" bIns="40341" rtlCol="0">
            <a:normAutofit fontScale="92500" lnSpcReduction="1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20000"/>
              </a:lnSpc>
              <a:spcBef>
                <a:spcPts val="441"/>
              </a:spcBef>
              <a:buSzPct val="147000"/>
              <a:buNone/>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Example -2 </a:t>
            </a:r>
          </a:p>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B-Tree of Order 7</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059" dirty="0"/>
              <a:t>Max Element in Node = 6</a:t>
            </a:r>
          </a:p>
          <a:p>
            <a:pPr lvl="1">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059" dirty="0"/>
              <a:t>Min Elements in Node = ceil(m/2)-1 = 3</a:t>
            </a:r>
          </a:p>
          <a:p>
            <a:pPr>
              <a:lnSpc>
                <a:spcPct val="120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r>
              <a:rPr lang="en-US" sz="1412" dirty="0"/>
              <a:t>Delete 25</a:t>
            </a:r>
          </a:p>
          <a:p>
            <a:pPr lvl="1">
              <a:lnSpc>
                <a:spcPct val="79000"/>
              </a:lnSpc>
              <a:spcBef>
                <a:spcPts val="441"/>
              </a:spcBef>
              <a:buSzPct val="147000"/>
              <a:buFont typeface="Wingdings" panose="05000000000000000000" pitchFamily="2" charset="2"/>
              <a:buChar char="§"/>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618" dirty="0"/>
          </a:p>
          <a:p>
            <a:pPr>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927" dirty="0"/>
          </a:p>
          <a:p>
            <a:pPr lvl="1">
              <a:lnSpc>
                <a:spcPct val="79000"/>
              </a:lnSpc>
              <a:spcBef>
                <a:spcPts val="441"/>
              </a:spcBef>
              <a:buSzPct val="147000"/>
              <a:tabLst>
                <a:tab pos="804065" algn="l"/>
                <a:tab pos="1610932" algn="l"/>
                <a:tab pos="2417798" algn="l"/>
                <a:tab pos="3224665" algn="l"/>
                <a:tab pos="4031531" algn="l"/>
                <a:tab pos="4838398" algn="l"/>
                <a:tab pos="5645264" algn="l"/>
                <a:tab pos="6452131" algn="l"/>
                <a:tab pos="7258997" algn="l"/>
                <a:tab pos="8065864" algn="l"/>
                <a:tab pos="8872731" algn="l"/>
              </a:tabLst>
            </a:pPr>
            <a:endParaRPr lang="en-GB" sz="441" dirty="0"/>
          </a:p>
        </p:txBody>
      </p:sp>
      <p:graphicFrame>
        <p:nvGraphicFramePr>
          <p:cNvPr id="11" name="Table 36">
            <a:extLst>
              <a:ext uri="{FF2B5EF4-FFF2-40B4-BE49-F238E27FC236}">
                <a16:creationId xmlns:a16="http://schemas.microsoft.com/office/drawing/2014/main" id="{EB158E44-D6E3-46FD-BDE1-28D7EC2AEC4D}"/>
              </a:ext>
            </a:extLst>
          </p:cNvPr>
          <p:cNvGraphicFramePr>
            <a:graphicFrameLocks noGrp="1"/>
          </p:cNvGraphicFramePr>
          <p:nvPr/>
        </p:nvGraphicFramePr>
        <p:xfrm>
          <a:off x="2919855" y="3294530"/>
          <a:ext cx="1229997" cy="268941"/>
        </p:xfrm>
        <a:graphic>
          <a:graphicData uri="http://schemas.openxmlformats.org/drawingml/2006/table">
            <a:tbl>
              <a:tblPr firstRow="1" bandRow="1">
                <a:tableStyleId>{5C22544A-7EE6-4342-B048-85BDC9FD1C3A}</a:tableStyleId>
              </a:tblPr>
              <a:tblGrid>
                <a:gridCol w="329453">
                  <a:extLst>
                    <a:ext uri="{9D8B030D-6E8A-4147-A177-3AD203B41FA5}">
                      <a16:colId xmlns:a16="http://schemas.microsoft.com/office/drawing/2014/main" val="887014813"/>
                    </a:ext>
                  </a:extLst>
                </a:gridCol>
                <a:gridCol w="329453">
                  <a:extLst>
                    <a:ext uri="{9D8B030D-6E8A-4147-A177-3AD203B41FA5}">
                      <a16:colId xmlns:a16="http://schemas.microsoft.com/office/drawing/2014/main" val="2469143531"/>
                    </a:ext>
                  </a:extLst>
                </a:gridCol>
                <a:gridCol w="571091">
                  <a:extLst>
                    <a:ext uri="{9D8B030D-6E8A-4147-A177-3AD203B41FA5}">
                      <a16:colId xmlns:a16="http://schemas.microsoft.com/office/drawing/2014/main" val="1306936277"/>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highlight>
                            <a:srgbClr val="00FF00"/>
                          </a:highlight>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3" name="Straight Arrow Connector 12">
            <a:extLst>
              <a:ext uri="{FF2B5EF4-FFF2-40B4-BE49-F238E27FC236}">
                <a16:creationId xmlns:a16="http://schemas.microsoft.com/office/drawing/2014/main" id="{22529004-D221-4664-AE9F-188ED825A21A}"/>
              </a:ext>
            </a:extLst>
          </p:cNvPr>
          <p:cNvCxnSpPr>
            <a:cxnSpLocks/>
            <a:endCxn id="14" idx="0"/>
          </p:cNvCxnSpPr>
          <p:nvPr/>
        </p:nvCxnSpPr>
        <p:spPr>
          <a:xfrm flipH="1">
            <a:off x="3064820" y="3563471"/>
            <a:ext cx="127338"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4" name="Table 36">
            <a:extLst>
              <a:ext uri="{FF2B5EF4-FFF2-40B4-BE49-F238E27FC236}">
                <a16:creationId xmlns:a16="http://schemas.microsoft.com/office/drawing/2014/main" id="{5666FC42-C1E6-4FBD-B758-26FF1CA855EA}"/>
              </a:ext>
            </a:extLst>
          </p:cNvPr>
          <p:cNvGraphicFramePr>
            <a:graphicFrameLocks noGrp="1"/>
          </p:cNvGraphicFramePr>
          <p:nvPr/>
        </p:nvGraphicFramePr>
        <p:xfrm>
          <a:off x="2545005" y="4030541"/>
          <a:ext cx="1039633" cy="268941"/>
        </p:xfrm>
        <a:graphic>
          <a:graphicData uri="http://schemas.openxmlformats.org/drawingml/2006/table">
            <a:tbl>
              <a:tblPr firstRow="1" bandRow="1">
                <a:tableStyleId>{5C22544A-7EE6-4342-B048-85BDC9FD1C3A}</a:tableStyleId>
              </a:tblPr>
              <a:tblGrid>
                <a:gridCol w="397620">
                  <a:extLst>
                    <a:ext uri="{9D8B030D-6E8A-4147-A177-3AD203B41FA5}">
                      <a16:colId xmlns:a16="http://schemas.microsoft.com/office/drawing/2014/main" val="887014813"/>
                    </a:ext>
                  </a:extLst>
                </a:gridCol>
                <a:gridCol w="329453">
                  <a:extLst>
                    <a:ext uri="{9D8B030D-6E8A-4147-A177-3AD203B41FA5}">
                      <a16:colId xmlns:a16="http://schemas.microsoft.com/office/drawing/2014/main" val="3251564044"/>
                    </a:ext>
                  </a:extLst>
                </a:gridCol>
                <a:gridCol w="312560">
                  <a:extLst>
                    <a:ext uri="{9D8B030D-6E8A-4147-A177-3AD203B41FA5}">
                      <a16:colId xmlns:a16="http://schemas.microsoft.com/office/drawing/2014/main" val="3026068080"/>
                    </a:ext>
                  </a:extLst>
                </a:gridCol>
              </a:tblGrid>
              <a:tr h="268941">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highlight>
                            <a:srgbClr val="FF0000"/>
                          </a:highlight>
                        </a:rPr>
                        <a:t>25</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graphicFrame>
        <p:nvGraphicFramePr>
          <p:cNvPr id="15" name="Table 36">
            <a:extLst>
              <a:ext uri="{FF2B5EF4-FFF2-40B4-BE49-F238E27FC236}">
                <a16:creationId xmlns:a16="http://schemas.microsoft.com/office/drawing/2014/main" id="{15B87A9C-E9C1-45C5-A31F-98CB925233AB}"/>
              </a:ext>
            </a:extLst>
          </p:cNvPr>
          <p:cNvGraphicFramePr>
            <a:graphicFrameLocks noGrp="1"/>
          </p:cNvGraphicFramePr>
          <p:nvPr/>
        </p:nvGraphicFramePr>
        <p:xfrm>
          <a:off x="4149851" y="4030541"/>
          <a:ext cx="1045368" cy="268941"/>
        </p:xfrm>
        <a:graphic>
          <a:graphicData uri="http://schemas.openxmlformats.org/drawingml/2006/table">
            <a:tbl>
              <a:tblPr firstRow="1" bandRow="1">
                <a:tableStyleId>{5C22544A-7EE6-4342-B048-85BDC9FD1C3A}</a:tableStyleId>
              </a:tblPr>
              <a:tblGrid>
                <a:gridCol w="375243">
                  <a:extLst>
                    <a:ext uri="{9D8B030D-6E8A-4147-A177-3AD203B41FA5}">
                      <a16:colId xmlns:a16="http://schemas.microsoft.com/office/drawing/2014/main" val="887014813"/>
                    </a:ext>
                  </a:extLst>
                </a:gridCol>
                <a:gridCol w="355937">
                  <a:extLst>
                    <a:ext uri="{9D8B030D-6E8A-4147-A177-3AD203B41FA5}">
                      <a16:colId xmlns:a16="http://schemas.microsoft.com/office/drawing/2014/main" val="3251564044"/>
                    </a:ext>
                  </a:extLst>
                </a:gridCol>
                <a:gridCol w="314188">
                  <a:extLst>
                    <a:ext uri="{9D8B030D-6E8A-4147-A177-3AD203B41FA5}">
                      <a16:colId xmlns:a16="http://schemas.microsoft.com/office/drawing/2014/main" val="3482209523"/>
                    </a:ext>
                  </a:extLst>
                </a:gridCol>
              </a:tblGrid>
              <a:tr h="268941">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6" name="Straight Arrow Connector 15">
            <a:extLst>
              <a:ext uri="{FF2B5EF4-FFF2-40B4-BE49-F238E27FC236}">
                <a16:creationId xmlns:a16="http://schemas.microsoft.com/office/drawing/2014/main" id="{6DD5A394-1E85-4E33-BC0A-5797B975871E}"/>
              </a:ext>
            </a:extLst>
          </p:cNvPr>
          <p:cNvCxnSpPr>
            <a:cxnSpLocks/>
            <a:stCxn id="11" idx="2"/>
            <a:endCxn id="15" idx="0"/>
          </p:cNvCxnSpPr>
          <p:nvPr/>
        </p:nvCxnSpPr>
        <p:spPr>
          <a:xfrm>
            <a:off x="3534853" y="3563471"/>
            <a:ext cx="1137682"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3655AD7-4C20-4E85-A3E5-7BE0560ACAB7}"/>
              </a:ext>
            </a:extLst>
          </p:cNvPr>
          <p:cNvCxnSpPr>
            <a:cxnSpLocks/>
          </p:cNvCxnSpPr>
          <p:nvPr/>
        </p:nvCxnSpPr>
        <p:spPr>
          <a:xfrm flipH="1">
            <a:off x="1864569" y="3563471"/>
            <a:ext cx="1035600"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Table 36">
            <a:extLst>
              <a:ext uri="{FF2B5EF4-FFF2-40B4-BE49-F238E27FC236}">
                <a16:creationId xmlns:a16="http://schemas.microsoft.com/office/drawing/2014/main" id="{C8FFABAE-FCA3-4C5C-887D-65EF396BD633}"/>
              </a:ext>
            </a:extLst>
          </p:cNvPr>
          <p:cNvGraphicFramePr>
            <a:graphicFrameLocks noGrp="1"/>
          </p:cNvGraphicFramePr>
          <p:nvPr/>
        </p:nvGraphicFramePr>
        <p:xfrm>
          <a:off x="5396925" y="4030541"/>
          <a:ext cx="1372165" cy="268941"/>
        </p:xfrm>
        <a:graphic>
          <a:graphicData uri="http://schemas.openxmlformats.org/drawingml/2006/table">
            <a:tbl>
              <a:tblPr firstRow="1" bandRow="1">
                <a:tableStyleId>{5C22544A-7EE6-4342-B048-85BDC9FD1C3A}</a:tableStyleId>
              </a:tblPr>
              <a:tblGrid>
                <a:gridCol w="353407">
                  <a:extLst>
                    <a:ext uri="{9D8B030D-6E8A-4147-A177-3AD203B41FA5}">
                      <a16:colId xmlns:a16="http://schemas.microsoft.com/office/drawing/2014/main" val="887014813"/>
                    </a:ext>
                  </a:extLst>
                </a:gridCol>
                <a:gridCol w="353407">
                  <a:extLst>
                    <a:ext uri="{9D8B030D-6E8A-4147-A177-3AD203B41FA5}">
                      <a16:colId xmlns:a16="http://schemas.microsoft.com/office/drawing/2014/main" val="3251564044"/>
                    </a:ext>
                  </a:extLst>
                </a:gridCol>
                <a:gridCol w="353407">
                  <a:extLst>
                    <a:ext uri="{9D8B030D-6E8A-4147-A177-3AD203B41FA5}">
                      <a16:colId xmlns:a16="http://schemas.microsoft.com/office/drawing/2014/main" val="2364650288"/>
                    </a:ext>
                  </a:extLst>
                </a:gridCol>
                <a:gridCol w="311944">
                  <a:extLst>
                    <a:ext uri="{9D8B030D-6E8A-4147-A177-3AD203B41FA5}">
                      <a16:colId xmlns:a16="http://schemas.microsoft.com/office/drawing/2014/main" val="519146955"/>
                    </a:ext>
                  </a:extLst>
                </a:gridCol>
              </a:tblGrid>
              <a:tr h="268941">
                <a:tc>
                  <a:txBody>
                    <a:bodyPr/>
                    <a:lstStyle/>
                    <a:p>
                      <a:pPr algn="ctr"/>
                      <a:r>
                        <a:rPr lang="en-US" sz="1100" b="0" dirty="0">
                          <a:solidFill>
                            <a:schemeClr val="tx1"/>
                          </a:solidFill>
                        </a:rPr>
                        <a:t>82</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84</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86</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88</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19" name="Straight Arrow Connector 18">
            <a:extLst>
              <a:ext uri="{FF2B5EF4-FFF2-40B4-BE49-F238E27FC236}">
                <a16:creationId xmlns:a16="http://schemas.microsoft.com/office/drawing/2014/main" id="{25B6A920-8BD3-4396-BFE1-9E28285A1C4F}"/>
              </a:ext>
            </a:extLst>
          </p:cNvPr>
          <p:cNvCxnSpPr>
            <a:cxnSpLocks/>
          </p:cNvCxnSpPr>
          <p:nvPr/>
        </p:nvCxnSpPr>
        <p:spPr>
          <a:xfrm>
            <a:off x="4149852" y="3563471"/>
            <a:ext cx="1605191" cy="459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0" name="Table 36">
            <a:extLst>
              <a:ext uri="{FF2B5EF4-FFF2-40B4-BE49-F238E27FC236}">
                <a16:creationId xmlns:a16="http://schemas.microsoft.com/office/drawing/2014/main" id="{0C4F273B-E332-4B63-AF7D-F2F11DF72263}"/>
              </a:ext>
            </a:extLst>
          </p:cNvPr>
          <p:cNvGraphicFramePr>
            <a:graphicFrameLocks noGrp="1"/>
          </p:cNvGraphicFramePr>
          <p:nvPr/>
        </p:nvGraphicFramePr>
        <p:xfrm>
          <a:off x="2660981" y="4911754"/>
          <a:ext cx="1161360" cy="268941"/>
        </p:xfrm>
        <a:graphic>
          <a:graphicData uri="http://schemas.openxmlformats.org/drawingml/2006/table">
            <a:tbl>
              <a:tblPr firstRow="1" bandRow="1">
                <a:tableStyleId>{5C22544A-7EE6-4342-B048-85BDC9FD1C3A}</a:tableStyleId>
              </a:tblPr>
              <a:tblGrid>
                <a:gridCol w="584415">
                  <a:extLst>
                    <a:ext uri="{9D8B030D-6E8A-4147-A177-3AD203B41FA5}">
                      <a16:colId xmlns:a16="http://schemas.microsoft.com/office/drawing/2014/main" val="887014813"/>
                    </a:ext>
                  </a:extLst>
                </a:gridCol>
                <a:gridCol w="576945">
                  <a:extLst>
                    <a:ext uri="{9D8B030D-6E8A-4147-A177-3AD203B41FA5}">
                      <a16:colId xmlns:a16="http://schemas.microsoft.com/office/drawing/2014/main" val="2469143531"/>
                    </a:ext>
                  </a:extLst>
                </a:gridCol>
              </a:tblGrid>
              <a:tr h="268941">
                <a:tc>
                  <a:txBody>
                    <a:bodyPr/>
                    <a:lstStyle/>
                    <a:p>
                      <a:pPr algn="ctr"/>
                      <a:r>
                        <a:rPr lang="en-US" sz="1100" b="0" dirty="0">
                          <a:solidFill>
                            <a:schemeClr val="tx1"/>
                          </a:solidFill>
                        </a:rPr>
                        <a:t>10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2" name="Straight Arrow Connector 21">
            <a:extLst>
              <a:ext uri="{FF2B5EF4-FFF2-40B4-BE49-F238E27FC236}">
                <a16:creationId xmlns:a16="http://schemas.microsoft.com/office/drawing/2014/main" id="{A5029AD7-B47B-4BC2-9992-AF86DF8A1B38}"/>
              </a:ext>
            </a:extLst>
          </p:cNvPr>
          <p:cNvCxnSpPr>
            <a:cxnSpLocks/>
            <a:stCxn id="20" idx="2"/>
            <a:endCxn id="23" idx="0"/>
          </p:cNvCxnSpPr>
          <p:nvPr/>
        </p:nvCxnSpPr>
        <p:spPr>
          <a:xfrm>
            <a:off x="3241661" y="5180695"/>
            <a:ext cx="263690"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3" name="Table 36">
            <a:extLst>
              <a:ext uri="{FF2B5EF4-FFF2-40B4-BE49-F238E27FC236}">
                <a16:creationId xmlns:a16="http://schemas.microsoft.com/office/drawing/2014/main" id="{FBF2D7CF-7C5B-4FDD-8D3D-FCAA18E6B02F}"/>
              </a:ext>
            </a:extLst>
          </p:cNvPr>
          <p:cNvGraphicFramePr>
            <a:graphicFrameLocks noGrp="1"/>
          </p:cNvGraphicFramePr>
          <p:nvPr/>
        </p:nvGraphicFramePr>
        <p:xfrm>
          <a:off x="2286130" y="5647765"/>
          <a:ext cx="2438442" cy="268941"/>
        </p:xfrm>
        <a:graphic>
          <a:graphicData uri="http://schemas.openxmlformats.org/drawingml/2006/table">
            <a:tbl>
              <a:tblPr firstRow="1" bandRow="1">
                <a:tableStyleId>{5C22544A-7EE6-4342-B048-85BDC9FD1C3A}</a:tableStyleId>
              </a:tblPr>
              <a:tblGrid>
                <a:gridCol w="736477">
                  <a:extLst>
                    <a:ext uri="{9D8B030D-6E8A-4147-A177-3AD203B41FA5}">
                      <a16:colId xmlns:a16="http://schemas.microsoft.com/office/drawing/2014/main" val="887014813"/>
                    </a:ext>
                  </a:extLst>
                </a:gridCol>
                <a:gridCol w="340393">
                  <a:extLst>
                    <a:ext uri="{9D8B030D-6E8A-4147-A177-3AD203B41FA5}">
                      <a16:colId xmlns:a16="http://schemas.microsoft.com/office/drawing/2014/main" val="3251564044"/>
                    </a:ext>
                  </a:extLst>
                </a:gridCol>
                <a:gridCol w="340393">
                  <a:extLst>
                    <a:ext uri="{9D8B030D-6E8A-4147-A177-3AD203B41FA5}">
                      <a16:colId xmlns:a16="http://schemas.microsoft.com/office/drawing/2014/main" val="2931159280"/>
                    </a:ext>
                  </a:extLst>
                </a:gridCol>
                <a:gridCol w="340393">
                  <a:extLst>
                    <a:ext uri="{9D8B030D-6E8A-4147-A177-3AD203B41FA5}">
                      <a16:colId xmlns:a16="http://schemas.microsoft.com/office/drawing/2014/main" val="3026068080"/>
                    </a:ext>
                  </a:extLst>
                </a:gridCol>
                <a:gridCol w="340393">
                  <a:extLst>
                    <a:ext uri="{9D8B030D-6E8A-4147-A177-3AD203B41FA5}">
                      <a16:colId xmlns:a16="http://schemas.microsoft.com/office/drawing/2014/main" val="3989717963"/>
                    </a:ext>
                  </a:extLst>
                </a:gridCol>
                <a:gridCol w="340393">
                  <a:extLst>
                    <a:ext uri="{9D8B030D-6E8A-4147-A177-3AD203B41FA5}">
                      <a16:colId xmlns:a16="http://schemas.microsoft.com/office/drawing/2014/main" val="2294639416"/>
                    </a:ext>
                  </a:extLst>
                </a:gridCol>
              </a:tblGrid>
              <a:tr h="268941">
                <a:tc>
                  <a:txBody>
                    <a:bodyPr/>
                    <a:lstStyle/>
                    <a:p>
                      <a:pPr algn="ctr"/>
                      <a:r>
                        <a:rPr lang="en-US" sz="1100" b="0" dirty="0">
                          <a:solidFill>
                            <a:schemeClr val="tx1"/>
                          </a:solidFill>
                        </a:rPr>
                        <a:t>20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30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40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50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60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70</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4" name="Straight Arrow Connector 23">
            <a:extLst>
              <a:ext uri="{FF2B5EF4-FFF2-40B4-BE49-F238E27FC236}">
                <a16:creationId xmlns:a16="http://schemas.microsoft.com/office/drawing/2014/main" id="{BED64734-BBD9-4466-90D6-42D40D4617C0}"/>
              </a:ext>
            </a:extLst>
          </p:cNvPr>
          <p:cNvCxnSpPr>
            <a:cxnSpLocks/>
          </p:cNvCxnSpPr>
          <p:nvPr/>
        </p:nvCxnSpPr>
        <p:spPr>
          <a:xfrm flipH="1">
            <a:off x="1605694" y="5180695"/>
            <a:ext cx="1035600" cy="4670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5" name="Table 36">
            <a:extLst>
              <a:ext uri="{FF2B5EF4-FFF2-40B4-BE49-F238E27FC236}">
                <a16:creationId xmlns:a16="http://schemas.microsoft.com/office/drawing/2014/main" id="{35365028-4329-467E-B0EC-D4BEA4D52424}"/>
              </a:ext>
            </a:extLst>
          </p:cNvPr>
          <p:cNvGraphicFramePr>
            <a:graphicFrameLocks noGrp="1"/>
          </p:cNvGraphicFramePr>
          <p:nvPr/>
        </p:nvGraphicFramePr>
        <p:xfrm>
          <a:off x="5138051" y="5647765"/>
          <a:ext cx="1372165" cy="268941"/>
        </p:xfrm>
        <a:graphic>
          <a:graphicData uri="http://schemas.openxmlformats.org/drawingml/2006/table">
            <a:tbl>
              <a:tblPr firstRow="1" bandRow="1">
                <a:tableStyleId>{5C22544A-7EE6-4342-B048-85BDC9FD1C3A}</a:tableStyleId>
              </a:tblPr>
              <a:tblGrid>
                <a:gridCol w="353407">
                  <a:extLst>
                    <a:ext uri="{9D8B030D-6E8A-4147-A177-3AD203B41FA5}">
                      <a16:colId xmlns:a16="http://schemas.microsoft.com/office/drawing/2014/main" val="887014813"/>
                    </a:ext>
                  </a:extLst>
                </a:gridCol>
                <a:gridCol w="353407">
                  <a:extLst>
                    <a:ext uri="{9D8B030D-6E8A-4147-A177-3AD203B41FA5}">
                      <a16:colId xmlns:a16="http://schemas.microsoft.com/office/drawing/2014/main" val="3251564044"/>
                    </a:ext>
                  </a:extLst>
                </a:gridCol>
                <a:gridCol w="353407">
                  <a:extLst>
                    <a:ext uri="{9D8B030D-6E8A-4147-A177-3AD203B41FA5}">
                      <a16:colId xmlns:a16="http://schemas.microsoft.com/office/drawing/2014/main" val="2364650288"/>
                    </a:ext>
                  </a:extLst>
                </a:gridCol>
                <a:gridCol w="311944">
                  <a:extLst>
                    <a:ext uri="{9D8B030D-6E8A-4147-A177-3AD203B41FA5}">
                      <a16:colId xmlns:a16="http://schemas.microsoft.com/office/drawing/2014/main" val="519146955"/>
                    </a:ext>
                  </a:extLst>
                </a:gridCol>
              </a:tblGrid>
              <a:tr h="268941">
                <a:tc>
                  <a:txBody>
                    <a:bodyPr/>
                    <a:lstStyle/>
                    <a:p>
                      <a:pPr algn="ctr"/>
                      <a:r>
                        <a:rPr lang="en-US" sz="1100" b="0" dirty="0">
                          <a:solidFill>
                            <a:schemeClr val="tx1"/>
                          </a:solidFill>
                        </a:rPr>
                        <a:t>82</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84</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86</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US" sz="1100" b="0" dirty="0">
                          <a:solidFill>
                            <a:schemeClr val="tx1"/>
                          </a:solidFill>
                        </a:rPr>
                        <a:t>88</a:t>
                      </a:r>
                    </a:p>
                  </a:txBody>
                  <a:tcPr marL="80682" marR="80682" marT="40341" marB="40341">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85046959"/>
                  </a:ext>
                </a:extLst>
              </a:tr>
            </a:tbl>
          </a:graphicData>
        </a:graphic>
      </p:graphicFrame>
      <p:cxnSp>
        <p:nvCxnSpPr>
          <p:cNvPr id="26" name="Straight Arrow Connector 25">
            <a:extLst>
              <a:ext uri="{FF2B5EF4-FFF2-40B4-BE49-F238E27FC236}">
                <a16:creationId xmlns:a16="http://schemas.microsoft.com/office/drawing/2014/main" id="{A013B493-CE4D-412E-A8D8-B1EFE870533B}"/>
              </a:ext>
            </a:extLst>
          </p:cNvPr>
          <p:cNvCxnSpPr>
            <a:cxnSpLocks/>
          </p:cNvCxnSpPr>
          <p:nvPr/>
        </p:nvCxnSpPr>
        <p:spPr>
          <a:xfrm>
            <a:off x="3890978" y="5180695"/>
            <a:ext cx="1605191" cy="459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D0575BD0-0132-85A3-7725-125EBE5F2346}"/>
              </a:ext>
            </a:extLst>
          </p:cNvPr>
          <p:cNvGraphicFramePr>
            <a:graphicFrameLocks noGrp="1"/>
          </p:cNvGraphicFramePr>
          <p:nvPr/>
        </p:nvGraphicFramePr>
        <p:xfrm>
          <a:off x="1528392" y="4073335"/>
          <a:ext cx="757737" cy="226147"/>
        </p:xfrm>
        <a:graphic>
          <a:graphicData uri="http://schemas.openxmlformats.org/drawingml/2006/table">
            <a:tbl>
              <a:tblPr/>
              <a:tblGrid>
                <a:gridCol w="252579">
                  <a:extLst>
                    <a:ext uri="{9D8B030D-6E8A-4147-A177-3AD203B41FA5}">
                      <a16:colId xmlns:a16="http://schemas.microsoft.com/office/drawing/2014/main" val="357592852"/>
                    </a:ext>
                  </a:extLst>
                </a:gridCol>
                <a:gridCol w="252579">
                  <a:extLst>
                    <a:ext uri="{9D8B030D-6E8A-4147-A177-3AD203B41FA5}">
                      <a16:colId xmlns:a16="http://schemas.microsoft.com/office/drawing/2014/main" val="3856569848"/>
                    </a:ext>
                  </a:extLst>
                </a:gridCol>
                <a:gridCol w="252579">
                  <a:extLst>
                    <a:ext uri="{9D8B030D-6E8A-4147-A177-3AD203B41FA5}">
                      <a16:colId xmlns:a16="http://schemas.microsoft.com/office/drawing/2014/main" val="1836961819"/>
                    </a:ext>
                  </a:extLst>
                </a:gridCol>
              </a:tblGrid>
              <a:tr h="226147">
                <a:tc>
                  <a:txBody>
                    <a:bodyPr/>
                    <a:lstStyle/>
                    <a:p>
                      <a:pPr algn="ctr" fontAlgn="b">
                        <a:buNone/>
                      </a:pPr>
                      <a:r>
                        <a:rPr lang="en-IN" sz="1000" b="0"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00" b="0" i="0" u="none" strike="noStrike">
                          <a:solidFill>
                            <a:srgbClr val="000000"/>
                          </a:solidFill>
                          <a:effectLst/>
                          <a:latin typeface="Calibri"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00" b="0" i="0" u="none" strike="noStrike" dirty="0">
                          <a:solidFill>
                            <a:srgbClr val="000000"/>
                          </a:solidFill>
                          <a:effectLst/>
                          <a:latin typeface="Calibri" panose="020F0502020204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9401096"/>
                  </a:ext>
                </a:extLst>
              </a:tr>
            </a:tbl>
          </a:graphicData>
        </a:graphic>
      </p:graphicFrame>
      <p:graphicFrame>
        <p:nvGraphicFramePr>
          <p:cNvPr id="4" name="Table 3">
            <a:extLst>
              <a:ext uri="{FF2B5EF4-FFF2-40B4-BE49-F238E27FC236}">
                <a16:creationId xmlns:a16="http://schemas.microsoft.com/office/drawing/2014/main" id="{63A85C01-DED4-0D74-00D0-33341B865ECC}"/>
              </a:ext>
            </a:extLst>
          </p:cNvPr>
          <p:cNvGraphicFramePr>
            <a:graphicFrameLocks noGrp="1"/>
          </p:cNvGraphicFramePr>
          <p:nvPr/>
        </p:nvGraphicFramePr>
        <p:xfrm>
          <a:off x="1226826" y="5690559"/>
          <a:ext cx="757737" cy="226147"/>
        </p:xfrm>
        <a:graphic>
          <a:graphicData uri="http://schemas.openxmlformats.org/drawingml/2006/table">
            <a:tbl>
              <a:tblPr/>
              <a:tblGrid>
                <a:gridCol w="252579">
                  <a:extLst>
                    <a:ext uri="{9D8B030D-6E8A-4147-A177-3AD203B41FA5}">
                      <a16:colId xmlns:a16="http://schemas.microsoft.com/office/drawing/2014/main" val="357592852"/>
                    </a:ext>
                  </a:extLst>
                </a:gridCol>
                <a:gridCol w="252579">
                  <a:extLst>
                    <a:ext uri="{9D8B030D-6E8A-4147-A177-3AD203B41FA5}">
                      <a16:colId xmlns:a16="http://schemas.microsoft.com/office/drawing/2014/main" val="3856569848"/>
                    </a:ext>
                  </a:extLst>
                </a:gridCol>
                <a:gridCol w="252579">
                  <a:extLst>
                    <a:ext uri="{9D8B030D-6E8A-4147-A177-3AD203B41FA5}">
                      <a16:colId xmlns:a16="http://schemas.microsoft.com/office/drawing/2014/main" val="1836961819"/>
                    </a:ext>
                  </a:extLst>
                </a:gridCol>
              </a:tblGrid>
              <a:tr h="226147">
                <a:tc>
                  <a:txBody>
                    <a:bodyPr/>
                    <a:lstStyle/>
                    <a:p>
                      <a:pPr algn="ctr" fontAlgn="b">
                        <a:buNone/>
                      </a:pPr>
                      <a:r>
                        <a:rPr lang="en-IN" sz="1000" b="0" i="0" u="none" strike="noStrike">
                          <a:solidFill>
                            <a:srgbClr val="000000"/>
                          </a:solidFill>
                          <a:effectLst/>
                          <a:latin typeface="Calibri" panose="020F0502020204030204" pitchFamily="34"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00" b="0" i="0" u="none" strike="noStrike">
                          <a:solidFill>
                            <a:srgbClr val="000000"/>
                          </a:solidFill>
                          <a:effectLst/>
                          <a:latin typeface="Calibri" panose="020F0502020204030204" pitchFamily="34"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000" b="0" i="0" u="none" strike="noStrike" dirty="0">
                          <a:solidFill>
                            <a:srgbClr val="000000"/>
                          </a:solidFill>
                          <a:effectLst/>
                          <a:latin typeface="Calibri" panose="020F0502020204030204" pitchFamily="34" charset="0"/>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9401096"/>
                  </a:ext>
                </a:extLst>
              </a:tr>
            </a:tbl>
          </a:graphicData>
        </a:graphic>
      </p:graphicFrame>
    </p:spTree>
    <p:extLst>
      <p:ext uri="{BB962C8B-B14F-4D97-AF65-F5344CB8AC3E}">
        <p14:creationId xmlns:p14="http://schemas.microsoft.com/office/powerpoint/2010/main" val="29729854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97A28-0DF2-8937-89C1-0A7D25C0806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EB307DE-8FC9-A76A-3554-B9280CC4BD2F}"/>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p:txBody>
      </p:sp>
      <p:sp>
        <p:nvSpPr>
          <p:cNvPr id="10" name="Rectangle 3">
            <a:extLst>
              <a:ext uri="{FF2B5EF4-FFF2-40B4-BE49-F238E27FC236}">
                <a16:creationId xmlns:a16="http://schemas.microsoft.com/office/drawing/2014/main" id="{88426F1D-DF32-91C2-5018-226388510251}"/>
              </a:ext>
            </a:extLst>
          </p:cNvPr>
          <p:cNvSpPr>
            <a:spLocks noGrp="1" noChangeArrowheads="1"/>
          </p:cNvSpPr>
          <p:nvPr>
            <p:ph idx="1"/>
          </p:nvPr>
        </p:nvSpPr>
        <p:spPr>
          <a:xfrm>
            <a:off x="293914" y="1447800"/>
            <a:ext cx="8621486" cy="5029200"/>
          </a:xfrm>
        </p:spPr>
        <p:txBody>
          <a:bodyPr>
            <a:noAutofit/>
          </a:bodyPr>
          <a:lstStyle/>
          <a:p>
            <a:pPr marL="0" indent="0" algn="just"/>
            <a:r>
              <a:rPr lang="en-US" altLang="en-US" sz="2000" dirty="0">
                <a:latin typeface="Times New Roman" panose="02020603050405020304" pitchFamily="18" charset="0"/>
                <a:cs typeface="Times New Roman" panose="02020603050405020304" pitchFamily="18" charset="0"/>
              </a:rPr>
              <a:t>Self-balancing multiway search tree that is a specific type of B-tree where each internal node has between two and four children</a:t>
            </a:r>
          </a:p>
          <a:p>
            <a:pPr marL="0" indent="0" algn="just"/>
            <a:r>
              <a:rPr lang="en-US" altLang="en-US" sz="2000" dirty="0">
                <a:latin typeface="Times New Roman" panose="02020603050405020304" pitchFamily="18" charset="0"/>
                <a:cs typeface="Times New Roman" panose="02020603050405020304" pitchFamily="18" charset="0"/>
              </a:rPr>
              <a:t>The properties of a (2,4) tree are: </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2-node: A node with one key and two children.</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3-node: A node with two keys and three children.</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4-node: A node with three keys and four children.</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All keys within a node are kept in sorted order.</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All leaves are at the same depth, which ensures the tree is always balanced.</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The tree's height is always logarithmic with respect to the number of keys. </a:t>
            </a:r>
          </a:p>
          <a:p>
            <a:pPr marL="0" indent="0" algn="just"/>
            <a:r>
              <a:rPr lang="en-US" altLang="en-US" sz="2000" dirty="0">
                <a:latin typeface="Times New Roman" panose="02020603050405020304" pitchFamily="18" charset="0"/>
                <a:cs typeface="Times New Roman" panose="02020603050405020304" pitchFamily="18" charset="0"/>
              </a:rPr>
              <a:t>A (2,4) tree maintains its balance through a special set of rules for insertion and deletion.</a:t>
            </a:r>
            <a:endParaRPr lang="en-US" alt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133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10CBE-AE67-7D0C-99F1-C82BF5747EC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5DD9D53-3EDF-937E-D2A4-E01B723EBD62}"/>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sp>
        <p:nvSpPr>
          <p:cNvPr id="10" name="Rectangle 3">
            <a:extLst>
              <a:ext uri="{FF2B5EF4-FFF2-40B4-BE49-F238E27FC236}">
                <a16:creationId xmlns:a16="http://schemas.microsoft.com/office/drawing/2014/main" id="{4328EFD6-FD8C-7FDA-CD78-DD6CD7E5690E}"/>
              </a:ext>
            </a:extLst>
          </p:cNvPr>
          <p:cNvSpPr>
            <a:spLocks noGrp="1" noChangeArrowheads="1"/>
          </p:cNvSpPr>
          <p:nvPr>
            <p:ph idx="1"/>
          </p:nvPr>
        </p:nvSpPr>
        <p:spPr>
          <a:xfrm>
            <a:off x="293914" y="1447800"/>
            <a:ext cx="8621486" cy="5029200"/>
          </a:xfrm>
        </p:spPr>
        <p:txBody>
          <a:bodyPr>
            <a:noAutofit/>
          </a:bodyPr>
          <a:lstStyle/>
          <a:p>
            <a:pPr marL="0" indent="0" algn="just"/>
            <a:r>
              <a:rPr lang="en-US" altLang="en-US" sz="2000" b="1" dirty="0">
                <a:latin typeface="Times New Roman" panose="02020603050405020304" pitchFamily="18" charset="0"/>
                <a:cs typeface="Times New Roman" panose="02020603050405020304" pitchFamily="18" charset="0"/>
              </a:rPr>
              <a:t>Insertion</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Search: Traverse the tree from the root down to the correct leaf node, following the search tree rules.</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Insert: Insert the key into the leaf node while maintaining sorted order.</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Handle overflow: If a node becomes a "5-node" (with four keys), it has overflowed. To fix this, perform a split operation:</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The middle key is promoted to the parent node.</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The two outer keys are placed into new nodes.</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The middle key is inserted into the parent. This may cause a cascade of splits if the parent node also overflows</a:t>
            </a:r>
          </a:p>
        </p:txBody>
      </p:sp>
    </p:spTree>
    <p:extLst>
      <p:ext uri="{BB962C8B-B14F-4D97-AF65-F5344CB8AC3E}">
        <p14:creationId xmlns:p14="http://schemas.microsoft.com/office/powerpoint/2010/main" val="910338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A7850-3E1E-BBA1-DA10-2D6C8CD3618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A0709FB-8058-A5CC-311C-D1A61248C0FB}"/>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Deletion</a:t>
            </a:r>
          </a:p>
        </p:txBody>
      </p:sp>
      <p:sp>
        <p:nvSpPr>
          <p:cNvPr id="10" name="Rectangle 3">
            <a:extLst>
              <a:ext uri="{FF2B5EF4-FFF2-40B4-BE49-F238E27FC236}">
                <a16:creationId xmlns:a16="http://schemas.microsoft.com/office/drawing/2014/main" id="{3A4DDF96-BC14-3624-D607-8502A381B165}"/>
              </a:ext>
            </a:extLst>
          </p:cNvPr>
          <p:cNvSpPr>
            <a:spLocks noGrp="1" noChangeArrowheads="1"/>
          </p:cNvSpPr>
          <p:nvPr>
            <p:ph idx="1"/>
          </p:nvPr>
        </p:nvSpPr>
        <p:spPr>
          <a:xfrm>
            <a:off x="293914" y="1447800"/>
            <a:ext cx="8621486" cy="5029200"/>
          </a:xfrm>
        </p:spPr>
        <p:txBody>
          <a:bodyPr>
            <a:noAutofit/>
          </a:bodyPr>
          <a:lstStyle/>
          <a:p>
            <a:pPr marL="0" indent="0" algn="just"/>
            <a:r>
              <a:rPr lang="en-US" altLang="en-US" sz="2000" dirty="0">
                <a:latin typeface="Times New Roman" panose="02020603050405020304" pitchFamily="18" charset="0"/>
                <a:cs typeface="Times New Roman" panose="02020603050405020304" pitchFamily="18" charset="0"/>
              </a:rPr>
              <a:t>Deletion can involve keys in both internal and leaf nodes.</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Find and swap: If the key to be deleted is in an internal node, it is swapped with its in-order successor (the smallest key in the right child's subtree). This reduces all deletions to the case of removing a key from a leaf node.</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Remove from leaf: Delete the key from the leaf node.</a:t>
            </a:r>
          </a:p>
          <a:p>
            <a:pPr marL="457200" indent="-457200" algn="just">
              <a:buFont typeface="+mj-lt"/>
              <a:buAutoNum type="arabicPeriod"/>
            </a:pPr>
            <a:r>
              <a:rPr lang="en-US" altLang="en-US" sz="2000" dirty="0">
                <a:latin typeface="Times New Roman" panose="02020603050405020304" pitchFamily="18" charset="0"/>
                <a:cs typeface="Times New Roman" panose="02020603050405020304" pitchFamily="18" charset="0"/>
              </a:rPr>
              <a:t>Handle underflow: If a node becomes a "1-node" (with zero keys) after deletion, it has underflowed. It is rebalanced by either:</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Transfer: If a sibling node is a 3-node or 4-node, a key is transferred from the sibling to the parent, and then another key is transferred from the parent to the underflowed node.</a:t>
            </a:r>
          </a:p>
          <a:p>
            <a:pPr marL="457200" lvl="1" indent="-182880" algn="just">
              <a:buFont typeface="Arial" panose="020B0604020202020204" pitchFamily="34" charset="0"/>
              <a:buChar char="•"/>
            </a:pPr>
            <a:r>
              <a:rPr lang="en-US" altLang="en-US" sz="1800" dirty="0">
                <a:latin typeface="Times New Roman" panose="02020603050405020304" pitchFamily="18" charset="0"/>
                <a:cs typeface="Times New Roman" panose="02020603050405020304" pitchFamily="18" charset="0"/>
              </a:rPr>
              <a:t>Fusion: If the sibling is also a 2-node, the underflowed node, the sibling, and the separating key from the parent are merged into a single new node. This fusion may cause a cascade of underflows up the tree</a:t>
            </a:r>
          </a:p>
        </p:txBody>
      </p:sp>
    </p:spTree>
    <p:extLst>
      <p:ext uri="{BB962C8B-B14F-4D97-AF65-F5344CB8AC3E}">
        <p14:creationId xmlns:p14="http://schemas.microsoft.com/office/powerpoint/2010/main" val="1559807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CCB0-A5B5-2919-BF6D-747D94B346C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193FEFF-A593-099F-629C-60BD69F5ADBD}"/>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pic>
        <p:nvPicPr>
          <p:cNvPr id="5" name="Picture 4">
            <a:extLst>
              <a:ext uri="{FF2B5EF4-FFF2-40B4-BE49-F238E27FC236}">
                <a16:creationId xmlns:a16="http://schemas.microsoft.com/office/drawing/2014/main" id="{5661BCA9-265B-09C7-736C-A0A712A1B620}"/>
              </a:ext>
            </a:extLst>
          </p:cNvPr>
          <p:cNvPicPr>
            <a:picLocks noChangeAspect="1"/>
          </p:cNvPicPr>
          <p:nvPr/>
        </p:nvPicPr>
        <p:blipFill>
          <a:blip r:embed="rId2"/>
          <a:stretch>
            <a:fillRect/>
          </a:stretch>
        </p:blipFill>
        <p:spPr>
          <a:xfrm>
            <a:off x="3924300" y="3219450"/>
            <a:ext cx="962025" cy="209550"/>
          </a:xfrm>
          <a:prstGeom prst="rect">
            <a:avLst/>
          </a:prstGeom>
        </p:spPr>
      </p:pic>
      <p:pic>
        <p:nvPicPr>
          <p:cNvPr id="13" name="Picture 12">
            <a:extLst>
              <a:ext uri="{FF2B5EF4-FFF2-40B4-BE49-F238E27FC236}">
                <a16:creationId xmlns:a16="http://schemas.microsoft.com/office/drawing/2014/main" id="{D5656362-FDC7-C714-EC19-330DC03F5CA8}"/>
              </a:ext>
            </a:extLst>
          </p:cNvPr>
          <p:cNvPicPr>
            <a:picLocks noChangeAspect="1"/>
          </p:cNvPicPr>
          <p:nvPr/>
        </p:nvPicPr>
        <p:blipFill>
          <a:blip r:embed="rId3"/>
          <a:stretch>
            <a:fillRect/>
          </a:stretch>
        </p:blipFill>
        <p:spPr>
          <a:xfrm>
            <a:off x="152400" y="1459970"/>
            <a:ext cx="8839200" cy="247631"/>
          </a:xfrm>
          <a:prstGeom prst="rect">
            <a:avLst/>
          </a:prstGeom>
        </p:spPr>
      </p:pic>
      <p:pic>
        <p:nvPicPr>
          <p:cNvPr id="20" name="Picture 19">
            <a:extLst>
              <a:ext uri="{FF2B5EF4-FFF2-40B4-BE49-F238E27FC236}">
                <a16:creationId xmlns:a16="http://schemas.microsoft.com/office/drawing/2014/main" id="{22018A3B-A9F2-D6AE-9C3A-D9B6234FE81C}"/>
              </a:ext>
            </a:extLst>
          </p:cNvPr>
          <p:cNvPicPr>
            <a:picLocks noChangeAspect="1"/>
          </p:cNvPicPr>
          <p:nvPr/>
        </p:nvPicPr>
        <p:blipFill>
          <a:blip r:embed="rId4"/>
          <a:stretch>
            <a:fillRect/>
          </a:stretch>
        </p:blipFill>
        <p:spPr>
          <a:xfrm>
            <a:off x="152400" y="1822101"/>
            <a:ext cx="3700463" cy="1105785"/>
          </a:xfrm>
          <a:prstGeom prst="rect">
            <a:avLst/>
          </a:prstGeom>
        </p:spPr>
      </p:pic>
      <p:pic>
        <p:nvPicPr>
          <p:cNvPr id="24" name="Picture 23">
            <a:extLst>
              <a:ext uri="{FF2B5EF4-FFF2-40B4-BE49-F238E27FC236}">
                <a16:creationId xmlns:a16="http://schemas.microsoft.com/office/drawing/2014/main" id="{AD0B3BBC-21B4-77D8-44ED-BDB8B73E2117}"/>
              </a:ext>
            </a:extLst>
          </p:cNvPr>
          <p:cNvPicPr>
            <a:picLocks noChangeAspect="1"/>
          </p:cNvPicPr>
          <p:nvPr/>
        </p:nvPicPr>
        <p:blipFill>
          <a:blip r:embed="rId5"/>
          <a:stretch>
            <a:fillRect/>
          </a:stretch>
        </p:blipFill>
        <p:spPr>
          <a:xfrm>
            <a:off x="345307" y="3806289"/>
            <a:ext cx="1895475" cy="1152525"/>
          </a:xfrm>
          <a:prstGeom prst="rect">
            <a:avLst/>
          </a:prstGeom>
        </p:spPr>
      </p:pic>
      <p:cxnSp>
        <p:nvCxnSpPr>
          <p:cNvPr id="26" name="Straight Arrow Connector 25">
            <a:extLst>
              <a:ext uri="{FF2B5EF4-FFF2-40B4-BE49-F238E27FC236}">
                <a16:creationId xmlns:a16="http://schemas.microsoft.com/office/drawing/2014/main" id="{32593EC0-E5B7-ED41-D7EA-7AF9ED98BDA5}"/>
              </a:ext>
            </a:extLst>
          </p:cNvPr>
          <p:cNvCxnSpPr/>
          <p:nvPr/>
        </p:nvCxnSpPr>
        <p:spPr>
          <a:xfrm flipH="1">
            <a:off x="685800" y="4140549"/>
            <a:ext cx="228600"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E5B6279-233C-54E9-3679-CD5E3852C23C}"/>
              </a:ext>
            </a:extLst>
          </p:cNvPr>
          <p:cNvCxnSpPr>
            <a:cxnSpLocks/>
          </p:cNvCxnSpPr>
          <p:nvPr/>
        </p:nvCxnSpPr>
        <p:spPr>
          <a:xfrm>
            <a:off x="1293044" y="4140549"/>
            <a:ext cx="459556" cy="3956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2" name="Picture 31">
            <a:extLst>
              <a:ext uri="{FF2B5EF4-FFF2-40B4-BE49-F238E27FC236}">
                <a16:creationId xmlns:a16="http://schemas.microsoft.com/office/drawing/2014/main" id="{BE8EA2EF-CFA3-540F-A20C-6FADEDA41EB6}"/>
              </a:ext>
            </a:extLst>
          </p:cNvPr>
          <p:cNvPicPr>
            <a:picLocks noChangeAspect="1"/>
          </p:cNvPicPr>
          <p:nvPr/>
        </p:nvPicPr>
        <p:blipFill>
          <a:blip r:embed="rId6"/>
          <a:stretch>
            <a:fillRect/>
          </a:stretch>
        </p:blipFill>
        <p:spPr>
          <a:xfrm>
            <a:off x="2700337" y="3808801"/>
            <a:ext cx="2314575" cy="1162050"/>
          </a:xfrm>
          <a:prstGeom prst="rect">
            <a:avLst/>
          </a:prstGeom>
        </p:spPr>
      </p:pic>
      <p:cxnSp>
        <p:nvCxnSpPr>
          <p:cNvPr id="33" name="Straight Arrow Connector 32">
            <a:extLst>
              <a:ext uri="{FF2B5EF4-FFF2-40B4-BE49-F238E27FC236}">
                <a16:creationId xmlns:a16="http://schemas.microsoft.com/office/drawing/2014/main" id="{0D309FC8-2CCA-0957-99E0-9053DC9F786E}"/>
              </a:ext>
            </a:extLst>
          </p:cNvPr>
          <p:cNvCxnSpPr/>
          <p:nvPr/>
        </p:nvCxnSpPr>
        <p:spPr>
          <a:xfrm flipH="1">
            <a:off x="3048000" y="4114800"/>
            <a:ext cx="228600"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B62D058D-C72D-C1D6-6A7A-548F4BCFB292}"/>
              </a:ext>
            </a:extLst>
          </p:cNvPr>
          <p:cNvCxnSpPr>
            <a:cxnSpLocks/>
          </p:cNvCxnSpPr>
          <p:nvPr/>
        </p:nvCxnSpPr>
        <p:spPr>
          <a:xfrm>
            <a:off x="3655244" y="4114800"/>
            <a:ext cx="459556" cy="3956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25728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48FA-4E3C-8C58-086C-DF0484E59D8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F53C7D1-F035-45A5-2751-765E81F7F13C}"/>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pic>
        <p:nvPicPr>
          <p:cNvPr id="32" name="Picture 31">
            <a:extLst>
              <a:ext uri="{FF2B5EF4-FFF2-40B4-BE49-F238E27FC236}">
                <a16:creationId xmlns:a16="http://schemas.microsoft.com/office/drawing/2014/main" id="{164DC868-3652-E1DC-8766-922E3D832455}"/>
              </a:ext>
            </a:extLst>
          </p:cNvPr>
          <p:cNvPicPr>
            <a:picLocks noChangeAspect="1"/>
          </p:cNvPicPr>
          <p:nvPr/>
        </p:nvPicPr>
        <p:blipFill>
          <a:blip r:embed="rId2"/>
          <a:stretch>
            <a:fillRect/>
          </a:stretch>
        </p:blipFill>
        <p:spPr>
          <a:xfrm>
            <a:off x="200025" y="2133600"/>
            <a:ext cx="2314575" cy="1162050"/>
          </a:xfrm>
          <a:prstGeom prst="rect">
            <a:avLst/>
          </a:prstGeom>
        </p:spPr>
      </p:pic>
      <p:cxnSp>
        <p:nvCxnSpPr>
          <p:cNvPr id="33" name="Straight Arrow Connector 32">
            <a:extLst>
              <a:ext uri="{FF2B5EF4-FFF2-40B4-BE49-F238E27FC236}">
                <a16:creationId xmlns:a16="http://schemas.microsoft.com/office/drawing/2014/main" id="{B1A9FDE9-9C89-4C85-3FFC-BBBBC77DA946}"/>
              </a:ext>
            </a:extLst>
          </p:cNvPr>
          <p:cNvCxnSpPr/>
          <p:nvPr/>
        </p:nvCxnSpPr>
        <p:spPr>
          <a:xfrm flipH="1">
            <a:off x="547688" y="2439599"/>
            <a:ext cx="228600"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F8347E6-A3F2-A5E9-EF14-0F15277A06B6}"/>
              </a:ext>
            </a:extLst>
          </p:cNvPr>
          <p:cNvCxnSpPr>
            <a:cxnSpLocks/>
          </p:cNvCxnSpPr>
          <p:nvPr/>
        </p:nvCxnSpPr>
        <p:spPr>
          <a:xfrm>
            <a:off x="1154932" y="2439599"/>
            <a:ext cx="459556" cy="3956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CD901645-07F9-8868-4DE2-99570CF64C32}"/>
              </a:ext>
            </a:extLst>
          </p:cNvPr>
          <p:cNvPicPr>
            <a:picLocks noChangeAspect="1"/>
          </p:cNvPicPr>
          <p:nvPr/>
        </p:nvPicPr>
        <p:blipFill>
          <a:blip r:embed="rId3"/>
          <a:stretch>
            <a:fillRect/>
          </a:stretch>
        </p:blipFill>
        <p:spPr>
          <a:xfrm>
            <a:off x="114300" y="1472739"/>
            <a:ext cx="8915400" cy="257319"/>
          </a:xfrm>
          <a:prstGeom prst="rect">
            <a:avLst/>
          </a:prstGeom>
        </p:spPr>
      </p:pic>
      <p:pic>
        <p:nvPicPr>
          <p:cNvPr id="7" name="Picture 6">
            <a:extLst>
              <a:ext uri="{FF2B5EF4-FFF2-40B4-BE49-F238E27FC236}">
                <a16:creationId xmlns:a16="http://schemas.microsoft.com/office/drawing/2014/main" id="{CAC85654-95B6-72F1-4310-50F4DB542F8A}"/>
              </a:ext>
            </a:extLst>
          </p:cNvPr>
          <p:cNvPicPr>
            <a:picLocks noChangeAspect="1"/>
          </p:cNvPicPr>
          <p:nvPr/>
        </p:nvPicPr>
        <p:blipFill>
          <a:blip r:embed="rId4"/>
          <a:stretch>
            <a:fillRect/>
          </a:stretch>
        </p:blipFill>
        <p:spPr>
          <a:xfrm>
            <a:off x="3124200" y="2165755"/>
            <a:ext cx="2638425" cy="933450"/>
          </a:xfrm>
          <a:prstGeom prst="rect">
            <a:avLst/>
          </a:prstGeom>
        </p:spPr>
      </p:pic>
      <p:cxnSp>
        <p:nvCxnSpPr>
          <p:cNvPr id="8" name="Straight Arrow Connector 7">
            <a:extLst>
              <a:ext uri="{FF2B5EF4-FFF2-40B4-BE49-F238E27FC236}">
                <a16:creationId xmlns:a16="http://schemas.microsoft.com/office/drawing/2014/main" id="{A9930246-83D8-DFDF-4560-57DBB91029A4}"/>
              </a:ext>
            </a:extLst>
          </p:cNvPr>
          <p:cNvCxnSpPr/>
          <p:nvPr/>
        </p:nvCxnSpPr>
        <p:spPr>
          <a:xfrm flipH="1">
            <a:off x="3352800" y="2439599"/>
            <a:ext cx="228600"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D9591A3-2A4D-D511-4F60-BE312F7403D7}"/>
              </a:ext>
            </a:extLst>
          </p:cNvPr>
          <p:cNvCxnSpPr>
            <a:cxnSpLocks/>
          </p:cNvCxnSpPr>
          <p:nvPr/>
        </p:nvCxnSpPr>
        <p:spPr>
          <a:xfrm>
            <a:off x="4038600" y="2439599"/>
            <a:ext cx="152400"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3D57CD6-A686-30CD-EBFF-0AD2C1EC15DF}"/>
              </a:ext>
            </a:extLst>
          </p:cNvPr>
          <p:cNvCxnSpPr>
            <a:cxnSpLocks/>
          </p:cNvCxnSpPr>
          <p:nvPr/>
        </p:nvCxnSpPr>
        <p:spPr>
          <a:xfrm>
            <a:off x="4443412" y="2439599"/>
            <a:ext cx="814388"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3D00EECB-DDF5-5146-1C9B-A94E6EDF4058}"/>
              </a:ext>
            </a:extLst>
          </p:cNvPr>
          <p:cNvPicPr>
            <a:picLocks noChangeAspect="1"/>
          </p:cNvPicPr>
          <p:nvPr/>
        </p:nvPicPr>
        <p:blipFill>
          <a:blip r:embed="rId5"/>
          <a:stretch>
            <a:fillRect/>
          </a:stretch>
        </p:blipFill>
        <p:spPr>
          <a:xfrm>
            <a:off x="161872" y="4038600"/>
            <a:ext cx="3248025" cy="981075"/>
          </a:xfrm>
          <a:prstGeom prst="rect">
            <a:avLst/>
          </a:prstGeom>
        </p:spPr>
      </p:pic>
      <p:cxnSp>
        <p:nvCxnSpPr>
          <p:cNvPr id="18" name="Straight Arrow Connector 17">
            <a:extLst>
              <a:ext uri="{FF2B5EF4-FFF2-40B4-BE49-F238E27FC236}">
                <a16:creationId xmlns:a16="http://schemas.microsoft.com/office/drawing/2014/main" id="{EA84906D-E4B5-430C-D865-AFA4BA0E17C4}"/>
              </a:ext>
            </a:extLst>
          </p:cNvPr>
          <p:cNvCxnSpPr/>
          <p:nvPr/>
        </p:nvCxnSpPr>
        <p:spPr>
          <a:xfrm flipH="1">
            <a:off x="609600" y="4343400"/>
            <a:ext cx="228600"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C50784F-F1C8-AC4A-089E-54B9FDE41E29}"/>
              </a:ext>
            </a:extLst>
          </p:cNvPr>
          <p:cNvCxnSpPr>
            <a:cxnSpLocks/>
          </p:cNvCxnSpPr>
          <p:nvPr/>
        </p:nvCxnSpPr>
        <p:spPr>
          <a:xfrm>
            <a:off x="1295400" y="4343400"/>
            <a:ext cx="152400"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F3FD416-8286-64E0-1589-B19471773E13}"/>
              </a:ext>
            </a:extLst>
          </p:cNvPr>
          <p:cNvCxnSpPr>
            <a:cxnSpLocks/>
          </p:cNvCxnSpPr>
          <p:nvPr/>
        </p:nvCxnSpPr>
        <p:spPr>
          <a:xfrm>
            <a:off x="1700212" y="4343400"/>
            <a:ext cx="814388" cy="385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55530406-BBDB-9F88-AF04-519F5548F7B9}"/>
              </a:ext>
            </a:extLst>
          </p:cNvPr>
          <p:cNvPicPr>
            <a:picLocks noChangeAspect="1"/>
          </p:cNvPicPr>
          <p:nvPr/>
        </p:nvPicPr>
        <p:blipFill>
          <a:blip r:embed="rId6"/>
          <a:stretch>
            <a:fillRect/>
          </a:stretch>
        </p:blipFill>
        <p:spPr>
          <a:xfrm>
            <a:off x="4191000" y="3843337"/>
            <a:ext cx="3543300" cy="1000125"/>
          </a:xfrm>
          <a:prstGeom prst="rect">
            <a:avLst/>
          </a:prstGeom>
        </p:spPr>
      </p:pic>
      <p:cxnSp>
        <p:nvCxnSpPr>
          <p:cNvPr id="25" name="Straight Arrow Connector 24">
            <a:extLst>
              <a:ext uri="{FF2B5EF4-FFF2-40B4-BE49-F238E27FC236}">
                <a16:creationId xmlns:a16="http://schemas.microsoft.com/office/drawing/2014/main" id="{4715D4F4-E729-BEBA-F76F-2B37FBE78A00}"/>
              </a:ext>
            </a:extLst>
          </p:cNvPr>
          <p:cNvCxnSpPr>
            <a:cxnSpLocks/>
          </p:cNvCxnSpPr>
          <p:nvPr/>
        </p:nvCxnSpPr>
        <p:spPr>
          <a:xfrm flipH="1">
            <a:off x="4565903" y="4114800"/>
            <a:ext cx="5394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91021EA1-4304-E3A1-3B8E-0673DAAFECC3}"/>
              </a:ext>
            </a:extLst>
          </p:cNvPr>
          <p:cNvCxnSpPr>
            <a:cxnSpLocks/>
          </p:cNvCxnSpPr>
          <p:nvPr/>
        </p:nvCxnSpPr>
        <p:spPr>
          <a:xfrm flipH="1">
            <a:off x="5334000" y="4114800"/>
            <a:ext cx="146303"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3A83A5BF-4F24-AF90-F3AF-34DD5F3F099B}"/>
              </a:ext>
            </a:extLst>
          </p:cNvPr>
          <p:cNvCxnSpPr>
            <a:cxnSpLocks/>
          </p:cNvCxnSpPr>
          <p:nvPr/>
        </p:nvCxnSpPr>
        <p:spPr>
          <a:xfrm>
            <a:off x="5962650" y="4114800"/>
            <a:ext cx="20955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C29D7F4-DE11-3438-E067-71940EF844D7}"/>
              </a:ext>
            </a:extLst>
          </p:cNvPr>
          <p:cNvCxnSpPr>
            <a:cxnSpLocks/>
          </p:cNvCxnSpPr>
          <p:nvPr/>
        </p:nvCxnSpPr>
        <p:spPr>
          <a:xfrm>
            <a:off x="6324600" y="4114800"/>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0792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0885C-B46B-6FFF-E2C6-173C1A935B8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9A4487B-A120-25C8-FBE1-6051547D7F0F}"/>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pic>
        <p:nvPicPr>
          <p:cNvPr id="23" name="Picture 22">
            <a:extLst>
              <a:ext uri="{FF2B5EF4-FFF2-40B4-BE49-F238E27FC236}">
                <a16:creationId xmlns:a16="http://schemas.microsoft.com/office/drawing/2014/main" id="{C27649B9-4BF4-18A6-9FE3-8E67AB358ABA}"/>
              </a:ext>
            </a:extLst>
          </p:cNvPr>
          <p:cNvPicPr>
            <a:picLocks noChangeAspect="1"/>
          </p:cNvPicPr>
          <p:nvPr/>
        </p:nvPicPr>
        <p:blipFill>
          <a:blip r:embed="rId2"/>
          <a:stretch>
            <a:fillRect/>
          </a:stretch>
        </p:blipFill>
        <p:spPr>
          <a:xfrm>
            <a:off x="190500" y="2024062"/>
            <a:ext cx="3543300" cy="1000125"/>
          </a:xfrm>
          <a:prstGeom prst="rect">
            <a:avLst/>
          </a:prstGeom>
        </p:spPr>
      </p:pic>
      <p:cxnSp>
        <p:nvCxnSpPr>
          <p:cNvPr id="25" name="Straight Arrow Connector 24">
            <a:extLst>
              <a:ext uri="{FF2B5EF4-FFF2-40B4-BE49-F238E27FC236}">
                <a16:creationId xmlns:a16="http://schemas.microsoft.com/office/drawing/2014/main" id="{BDB9A1D0-9C15-1452-6C35-EEB2A0D5DE5C}"/>
              </a:ext>
            </a:extLst>
          </p:cNvPr>
          <p:cNvCxnSpPr>
            <a:cxnSpLocks/>
          </p:cNvCxnSpPr>
          <p:nvPr/>
        </p:nvCxnSpPr>
        <p:spPr>
          <a:xfrm flipH="1">
            <a:off x="565403" y="2295525"/>
            <a:ext cx="5394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269FFC82-33F2-DF18-351B-9467203D306E}"/>
              </a:ext>
            </a:extLst>
          </p:cNvPr>
          <p:cNvCxnSpPr>
            <a:cxnSpLocks/>
          </p:cNvCxnSpPr>
          <p:nvPr/>
        </p:nvCxnSpPr>
        <p:spPr>
          <a:xfrm flipH="1">
            <a:off x="1333500" y="2295525"/>
            <a:ext cx="146303"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1DF08A0-5788-9C88-F600-8F4338319BA3}"/>
              </a:ext>
            </a:extLst>
          </p:cNvPr>
          <p:cNvCxnSpPr>
            <a:cxnSpLocks/>
          </p:cNvCxnSpPr>
          <p:nvPr/>
        </p:nvCxnSpPr>
        <p:spPr>
          <a:xfrm>
            <a:off x="1962150" y="2295525"/>
            <a:ext cx="20955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CCC4A1F8-369E-1EA2-62B9-CEF1FECF36C2}"/>
              </a:ext>
            </a:extLst>
          </p:cNvPr>
          <p:cNvCxnSpPr>
            <a:cxnSpLocks/>
          </p:cNvCxnSpPr>
          <p:nvPr/>
        </p:nvCxnSpPr>
        <p:spPr>
          <a:xfrm>
            <a:off x="2324100" y="2295525"/>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29FF56B7-D1EC-1380-C785-901265CF2E9B}"/>
              </a:ext>
            </a:extLst>
          </p:cNvPr>
          <p:cNvPicPr>
            <a:picLocks noChangeAspect="1"/>
          </p:cNvPicPr>
          <p:nvPr/>
        </p:nvPicPr>
        <p:blipFill>
          <a:blip r:embed="rId3"/>
          <a:stretch>
            <a:fillRect/>
          </a:stretch>
        </p:blipFill>
        <p:spPr>
          <a:xfrm>
            <a:off x="0" y="1559327"/>
            <a:ext cx="9144000" cy="256802"/>
          </a:xfrm>
          <a:prstGeom prst="rect">
            <a:avLst/>
          </a:prstGeom>
        </p:spPr>
      </p:pic>
      <p:pic>
        <p:nvPicPr>
          <p:cNvPr id="10" name="Picture 9">
            <a:extLst>
              <a:ext uri="{FF2B5EF4-FFF2-40B4-BE49-F238E27FC236}">
                <a16:creationId xmlns:a16="http://schemas.microsoft.com/office/drawing/2014/main" id="{4D9C552D-E118-461E-C2D0-F66822A7323D}"/>
              </a:ext>
            </a:extLst>
          </p:cNvPr>
          <p:cNvPicPr>
            <a:picLocks noChangeAspect="1"/>
          </p:cNvPicPr>
          <p:nvPr/>
        </p:nvPicPr>
        <p:blipFill>
          <a:blip r:embed="rId4"/>
          <a:stretch>
            <a:fillRect/>
          </a:stretch>
        </p:blipFill>
        <p:spPr>
          <a:xfrm>
            <a:off x="4343400" y="1993105"/>
            <a:ext cx="3886200" cy="1019175"/>
          </a:xfrm>
          <a:prstGeom prst="rect">
            <a:avLst/>
          </a:prstGeom>
        </p:spPr>
      </p:pic>
      <p:cxnSp>
        <p:nvCxnSpPr>
          <p:cNvPr id="11" name="Straight Arrow Connector 10">
            <a:extLst>
              <a:ext uri="{FF2B5EF4-FFF2-40B4-BE49-F238E27FC236}">
                <a16:creationId xmlns:a16="http://schemas.microsoft.com/office/drawing/2014/main" id="{7D305A1E-B37F-D217-78D8-6CB5E33E9676}"/>
              </a:ext>
            </a:extLst>
          </p:cNvPr>
          <p:cNvCxnSpPr>
            <a:cxnSpLocks/>
          </p:cNvCxnSpPr>
          <p:nvPr/>
        </p:nvCxnSpPr>
        <p:spPr>
          <a:xfrm flipH="1">
            <a:off x="4718303" y="2286000"/>
            <a:ext cx="5394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CA4ADA3-FA81-A513-0878-72B7F345EE77}"/>
              </a:ext>
            </a:extLst>
          </p:cNvPr>
          <p:cNvCxnSpPr>
            <a:cxnSpLocks/>
          </p:cNvCxnSpPr>
          <p:nvPr/>
        </p:nvCxnSpPr>
        <p:spPr>
          <a:xfrm flipH="1">
            <a:off x="5486400" y="2286000"/>
            <a:ext cx="146303"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C86473D-249C-DB0E-45E6-22A9FFC6C0C5}"/>
              </a:ext>
            </a:extLst>
          </p:cNvPr>
          <p:cNvCxnSpPr>
            <a:cxnSpLocks/>
          </p:cNvCxnSpPr>
          <p:nvPr/>
        </p:nvCxnSpPr>
        <p:spPr>
          <a:xfrm>
            <a:off x="6115050" y="2286000"/>
            <a:ext cx="20955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AFFBCB82-D940-6AFD-99E7-0576EA26422C}"/>
              </a:ext>
            </a:extLst>
          </p:cNvPr>
          <p:cNvCxnSpPr>
            <a:cxnSpLocks/>
          </p:cNvCxnSpPr>
          <p:nvPr/>
        </p:nvCxnSpPr>
        <p:spPr>
          <a:xfrm>
            <a:off x="6477000" y="2286000"/>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0" name="Picture 29">
            <a:extLst>
              <a:ext uri="{FF2B5EF4-FFF2-40B4-BE49-F238E27FC236}">
                <a16:creationId xmlns:a16="http://schemas.microsoft.com/office/drawing/2014/main" id="{87B9E0D0-2827-0633-AC95-FF825A8A1BB6}"/>
              </a:ext>
            </a:extLst>
          </p:cNvPr>
          <p:cNvPicPr>
            <a:picLocks noChangeAspect="1"/>
          </p:cNvPicPr>
          <p:nvPr/>
        </p:nvPicPr>
        <p:blipFill>
          <a:blip r:embed="rId5"/>
          <a:stretch>
            <a:fillRect/>
          </a:stretch>
        </p:blipFill>
        <p:spPr>
          <a:xfrm>
            <a:off x="4334189" y="3962400"/>
            <a:ext cx="4381500" cy="1581150"/>
          </a:xfrm>
          <a:prstGeom prst="rect">
            <a:avLst/>
          </a:prstGeom>
        </p:spPr>
      </p:pic>
      <p:cxnSp>
        <p:nvCxnSpPr>
          <p:cNvPr id="31" name="Straight Arrow Connector 30">
            <a:extLst>
              <a:ext uri="{FF2B5EF4-FFF2-40B4-BE49-F238E27FC236}">
                <a16:creationId xmlns:a16="http://schemas.microsoft.com/office/drawing/2014/main" id="{B861E55D-898C-9970-B9FB-8BD2248A1D7F}"/>
              </a:ext>
            </a:extLst>
          </p:cNvPr>
          <p:cNvCxnSpPr>
            <a:cxnSpLocks/>
          </p:cNvCxnSpPr>
          <p:nvPr/>
        </p:nvCxnSpPr>
        <p:spPr>
          <a:xfrm flipH="1">
            <a:off x="4683186" y="4876800"/>
            <a:ext cx="257175"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198B29DB-9E34-DC13-EDF9-B32557F1C514}"/>
              </a:ext>
            </a:extLst>
          </p:cNvPr>
          <p:cNvCxnSpPr>
            <a:cxnSpLocks/>
          </p:cNvCxnSpPr>
          <p:nvPr/>
        </p:nvCxnSpPr>
        <p:spPr>
          <a:xfrm>
            <a:off x="5330886" y="4876800"/>
            <a:ext cx="1203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132F7D3-1A91-764F-35E5-DAF8EE78E476}"/>
              </a:ext>
            </a:extLst>
          </p:cNvPr>
          <p:cNvCxnSpPr>
            <a:cxnSpLocks/>
          </p:cNvCxnSpPr>
          <p:nvPr/>
        </p:nvCxnSpPr>
        <p:spPr>
          <a:xfrm flipH="1">
            <a:off x="6289483" y="4876800"/>
            <a:ext cx="298703"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8EE8AEA7-C9B0-9AF3-4294-B490FB43D105}"/>
              </a:ext>
            </a:extLst>
          </p:cNvPr>
          <p:cNvCxnSpPr>
            <a:cxnSpLocks/>
          </p:cNvCxnSpPr>
          <p:nvPr/>
        </p:nvCxnSpPr>
        <p:spPr>
          <a:xfrm>
            <a:off x="6969186" y="4876800"/>
            <a:ext cx="3108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39E46788-1CB6-E4B2-8DA2-4363A0D31934}"/>
              </a:ext>
            </a:extLst>
          </p:cNvPr>
          <p:cNvCxnSpPr>
            <a:cxnSpLocks/>
          </p:cNvCxnSpPr>
          <p:nvPr/>
        </p:nvCxnSpPr>
        <p:spPr>
          <a:xfrm>
            <a:off x="7426386" y="4876800"/>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FFB00A8E-0771-DE00-7675-29D7BDAE049C}"/>
              </a:ext>
            </a:extLst>
          </p:cNvPr>
          <p:cNvCxnSpPr>
            <a:cxnSpLocks/>
          </p:cNvCxnSpPr>
          <p:nvPr/>
        </p:nvCxnSpPr>
        <p:spPr>
          <a:xfrm flipH="1">
            <a:off x="5330886" y="4343400"/>
            <a:ext cx="41910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EB9560A-0F17-7813-F1D5-ACF4F73ED04D}"/>
              </a:ext>
            </a:extLst>
          </p:cNvPr>
          <p:cNvCxnSpPr>
            <a:cxnSpLocks/>
          </p:cNvCxnSpPr>
          <p:nvPr/>
        </p:nvCxnSpPr>
        <p:spPr>
          <a:xfrm>
            <a:off x="6169086" y="4343400"/>
            <a:ext cx="800100" cy="2809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48689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0C2F9-7E4E-27FE-AD39-E4DB2F49063F}"/>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9E90D31-5851-84BB-DD62-57F97E50F57A}"/>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pic>
        <p:nvPicPr>
          <p:cNvPr id="30" name="Picture 29">
            <a:extLst>
              <a:ext uri="{FF2B5EF4-FFF2-40B4-BE49-F238E27FC236}">
                <a16:creationId xmlns:a16="http://schemas.microsoft.com/office/drawing/2014/main" id="{09770DC8-5CD7-2F3B-2E30-0142ECCD520E}"/>
              </a:ext>
            </a:extLst>
          </p:cNvPr>
          <p:cNvPicPr>
            <a:picLocks noChangeAspect="1"/>
          </p:cNvPicPr>
          <p:nvPr/>
        </p:nvPicPr>
        <p:blipFill>
          <a:blip r:embed="rId2"/>
          <a:stretch>
            <a:fillRect/>
          </a:stretch>
        </p:blipFill>
        <p:spPr>
          <a:xfrm>
            <a:off x="38100" y="1752600"/>
            <a:ext cx="4381500" cy="1581150"/>
          </a:xfrm>
          <a:prstGeom prst="rect">
            <a:avLst/>
          </a:prstGeom>
        </p:spPr>
      </p:pic>
      <p:cxnSp>
        <p:nvCxnSpPr>
          <p:cNvPr id="31" name="Straight Arrow Connector 30">
            <a:extLst>
              <a:ext uri="{FF2B5EF4-FFF2-40B4-BE49-F238E27FC236}">
                <a16:creationId xmlns:a16="http://schemas.microsoft.com/office/drawing/2014/main" id="{EEA20074-301B-1248-F11B-D3553468F582}"/>
              </a:ext>
            </a:extLst>
          </p:cNvPr>
          <p:cNvCxnSpPr>
            <a:cxnSpLocks/>
          </p:cNvCxnSpPr>
          <p:nvPr/>
        </p:nvCxnSpPr>
        <p:spPr>
          <a:xfrm flipH="1">
            <a:off x="387097" y="2667000"/>
            <a:ext cx="257175"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F9D93F9-DEFC-1C6B-9BE1-A95CA217D6E4}"/>
              </a:ext>
            </a:extLst>
          </p:cNvPr>
          <p:cNvCxnSpPr>
            <a:cxnSpLocks/>
          </p:cNvCxnSpPr>
          <p:nvPr/>
        </p:nvCxnSpPr>
        <p:spPr>
          <a:xfrm>
            <a:off x="1034797" y="2667000"/>
            <a:ext cx="1203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64CC9823-C6D1-5857-AABC-AE496C1DE8CB}"/>
              </a:ext>
            </a:extLst>
          </p:cNvPr>
          <p:cNvCxnSpPr>
            <a:cxnSpLocks/>
          </p:cNvCxnSpPr>
          <p:nvPr/>
        </p:nvCxnSpPr>
        <p:spPr>
          <a:xfrm flipH="1">
            <a:off x="1993394" y="2667000"/>
            <a:ext cx="298703"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5DC23A47-B0DF-2C15-BFAE-46F051CECF05}"/>
              </a:ext>
            </a:extLst>
          </p:cNvPr>
          <p:cNvCxnSpPr>
            <a:cxnSpLocks/>
          </p:cNvCxnSpPr>
          <p:nvPr/>
        </p:nvCxnSpPr>
        <p:spPr>
          <a:xfrm>
            <a:off x="2673097" y="2667000"/>
            <a:ext cx="3108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B3EDB4F-B17D-C35A-D218-009FE28B5F9C}"/>
              </a:ext>
            </a:extLst>
          </p:cNvPr>
          <p:cNvCxnSpPr>
            <a:cxnSpLocks/>
          </p:cNvCxnSpPr>
          <p:nvPr/>
        </p:nvCxnSpPr>
        <p:spPr>
          <a:xfrm>
            <a:off x="3130297" y="2667000"/>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022334A2-C640-0215-9AD0-600224069C8A}"/>
              </a:ext>
            </a:extLst>
          </p:cNvPr>
          <p:cNvCxnSpPr>
            <a:cxnSpLocks/>
          </p:cNvCxnSpPr>
          <p:nvPr/>
        </p:nvCxnSpPr>
        <p:spPr>
          <a:xfrm flipH="1">
            <a:off x="1034797" y="2133600"/>
            <a:ext cx="41910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6933611-A1A3-C14E-7155-7C3CC55918B9}"/>
              </a:ext>
            </a:extLst>
          </p:cNvPr>
          <p:cNvCxnSpPr>
            <a:cxnSpLocks/>
          </p:cNvCxnSpPr>
          <p:nvPr/>
        </p:nvCxnSpPr>
        <p:spPr>
          <a:xfrm>
            <a:off x="1872997" y="2133600"/>
            <a:ext cx="800100" cy="2809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4FDE1BBD-CA8A-42C2-31E6-CBC336C38A3B}"/>
              </a:ext>
            </a:extLst>
          </p:cNvPr>
          <p:cNvPicPr>
            <a:picLocks noChangeAspect="1"/>
          </p:cNvPicPr>
          <p:nvPr/>
        </p:nvPicPr>
        <p:blipFill>
          <a:blip r:embed="rId3"/>
          <a:stretch>
            <a:fillRect/>
          </a:stretch>
        </p:blipFill>
        <p:spPr>
          <a:xfrm>
            <a:off x="0" y="1536055"/>
            <a:ext cx="9144000" cy="202586"/>
          </a:xfrm>
          <a:prstGeom prst="rect">
            <a:avLst/>
          </a:prstGeom>
        </p:spPr>
      </p:pic>
      <p:pic>
        <p:nvPicPr>
          <p:cNvPr id="7" name="Picture 6">
            <a:extLst>
              <a:ext uri="{FF2B5EF4-FFF2-40B4-BE49-F238E27FC236}">
                <a16:creationId xmlns:a16="http://schemas.microsoft.com/office/drawing/2014/main" id="{CC531E5A-D5B7-8DBD-4FBC-76DA8D3829D9}"/>
              </a:ext>
            </a:extLst>
          </p:cNvPr>
          <p:cNvPicPr>
            <a:picLocks noChangeAspect="1"/>
          </p:cNvPicPr>
          <p:nvPr/>
        </p:nvPicPr>
        <p:blipFill>
          <a:blip r:embed="rId4"/>
          <a:stretch>
            <a:fillRect/>
          </a:stretch>
        </p:blipFill>
        <p:spPr>
          <a:xfrm>
            <a:off x="1766887" y="3810000"/>
            <a:ext cx="5610225" cy="1600200"/>
          </a:xfrm>
          <a:prstGeom prst="rect">
            <a:avLst/>
          </a:prstGeom>
        </p:spPr>
      </p:pic>
      <p:cxnSp>
        <p:nvCxnSpPr>
          <p:cNvPr id="8" name="Straight Arrow Connector 7">
            <a:extLst>
              <a:ext uri="{FF2B5EF4-FFF2-40B4-BE49-F238E27FC236}">
                <a16:creationId xmlns:a16="http://schemas.microsoft.com/office/drawing/2014/main" id="{5EDFA8F1-7FE8-937D-4585-D35729B12DA2}"/>
              </a:ext>
            </a:extLst>
          </p:cNvPr>
          <p:cNvCxnSpPr>
            <a:cxnSpLocks/>
          </p:cNvCxnSpPr>
          <p:nvPr/>
        </p:nvCxnSpPr>
        <p:spPr>
          <a:xfrm flipH="1">
            <a:off x="2912399" y="4664205"/>
            <a:ext cx="257175"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39AF690-DFEA-4F73-DCBA-4523B208DCD9}"/>
              </a:ext>
            </a:extLst>
          </p:cNvPr>
          <p:cNvCxnSpPr>
            <a:cxnSpLocks/>
          </p:cNvCxnSpPr>
          <p:nvPr/>
        </p:nvCxnSpPr>
        <p:spPr>
          <a:xfrm>
            <a:off x="3560099" y="4664205"/>
            <a:ext cx="1203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326B072-3CF8-C25F-6C31-5C55F3FE5E21}"/>
              </a:ext>
            </a:extLst>
          </p:cNvPr>
          <p:cNvCxnSpPr>
            <a:cxnSpLocks/>
          </p:cNvCxnSpPr>
          <p:nvPr/>
        </p:nvCxnSpPr>
        <p:spPr>
          <a:xfrm flipH="1">
            <a:off x="4518696" y="4664205"/>
            <a:ext cx="298703"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67B2835-FDA9-7FFA-791C-19139C686FB4}"/>
              </a:ext>
            </a:extLst>
          </p:cNvPr>
          <p:cNvCxnSpPr>
            <a:cxnSpLocks/>
          </p:cNvCxnSpPr>
          <p:nvPr/>
        </p:nvCxnSpPr>
        <p:spPr>
          <a:xfrm>
            <a:off x="5198399" y="4664205"/>
            <a:ext cx="3108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DE97E0A9-BBCE-0A2E-A2CF-A8FA970AD06F}"/>
              </a:ext>
            </a:extLst>
          </p:cNvPr>
          <p:cNvCxnSpPr>
            <a:cxnSpLocks/>
          </p:cNvCxnSpPr>
          <p:nvPr/>
        </p:nvCxnSpPr>
        <p:spPr>
          <a:xfrm>
            <a:off x="5655599" y="4664205"/>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4CC9339-3971-695C-0B1F-55AE3373C2AA}"/>
              </a:ext>
            </a:extLst>
          </p:cNvPr>
          <p:cNvCxnSpPr>
            <a:cxnSpLocks/>
          </p:cNvCxnSpPr>
          <p:nvPr/>
        </p:nvCxnSpPr>
        <p:spPr>
          <a:xfrm flipH="1">
            <a:off x="3560099" y="4130805"/>
            <a:ext cx="41910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F71195AE-E7EC-777D-488F-B928DC3D8FBE}"/>
              </a:ext>
            </a:extLst>
          </p:cNvPr>
          <p:cNvCxnSpPr>
            <a:cxnSpLocks/>
          </p:cNvCxnSpPr>
          <p:nvPr/>
        </p:nvCxnSpPr>
        <p:spPr>
          <a:xfrm>
            <a:off x="4398299" y="4130805"/>
            <a:ext cx="80010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20675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61D23-C99E-FCD4-D553-99E64B6A890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055758AB-82A7-DE76-4D34-23017854B606}"/>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pic>
        <p:nvPicPr>
          <p:cNvPr id="7" name="Picture 6">
            <a:extLst>
              <a:ext uri="{FF2B5EF4-FFF2-40B4-BE49-F238E27FC236}">
                <a16:creationId xmlns:a16="http://schemas.microsoft.com/office/drawing/2014/main" id="{993849BA-2DA7-48F8-B00C-CF7A1E445EE1}"/>
              </a:ext>
            </a:extLst>
          </p:cNvPr>
          <p:cNvPicPr>
            <a:picLocks noChangeAspect="1"/>
          </p:cNvPicPr>
          <p:nvPr/>
        </p:nvPicPr>
        <p:blipFill>
          <a:blip r:embed="rId2"/>
          <a:stretch>
            <a:fillRect/>
          </a:stretch>
        </p:blipFill>
        <p:spPr>
          <a:xfrm>
            <a:off x="1628775" y="1905000"/>
            <a:ext cx="5610225" cy="1600200"/>
          </a:xfrm>
          <a:prstGeom prst="rect">
            <a:avLst/>
          </a:prstGeom>
        </p:spPr>
      </p:pic>
      <p:cxnSp>
        <p:nvCxnSpPr>
          <p:cNvPr id="8" name="Straight Arrow Connector 7">
            <a:extLst>
              <a:ext uri="{FF2B5EF4-FFF2-40B4-BE49-F238E27FC236}">
                <a16:creationId xmlns:a16="http://schemas.microsoft.com/office/drawing/2014/main" id="{EECF81D3-ACC1-25FE-150B-6F34F5267089}"/>
              </a:ext>
            </a:extLst>
          </p:cNvPr>
          <p:cNvCxnSpPr>
            <a:cxnSpLocks/>
          </p:cNvCxnSpPr>
          <p:nvPr/>
        </p:nvCxnSpPr>
        <p:spPr>
          <a:xfrm flipH="1">
            <a:off x="2774287" y="2759205"/>
            <a:ext cx="257175"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B8B730EE-26DA-E04A-D6F2-03913AE7077B}"/>
              </a:ext>
            </a:extLst>
          </p:cNvPr>
          <p:cNvCxnSpPr>
            <a:cxnSpLocks/>
          </p:cNvCxnSpPr>
          <p:nvPr/>
        </p:nvCxnSpPr>
        <p:spPr>
          <a:xfrm>
            <a:off x="3421987" y="2759205"/>
            <a:ext cx="1203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05192DE-3E0D-8A5B-6DA1-61A72DA98A12}"/>
              </a:ext>
            </a:extLst>
          </p:cNvPr>
          <p:cNvCxnSpPr>
            <a:cxnSpLocks/>
          </p:cNvCxnSpPr>
          <p:nvPr/>
        </p:nvCxnSpPr>
        <p:spPr>
          <a:xfrm flipH="1">
            <a:off x="4380584" y="2759205"/>
            <a:ext cx="298703"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30C6DC9-BC4B-5966-60A4-7A3BE5E01099}"/>
              </a:ext>
            </a:extLst>
          </p:cNvPr>
          <p:cNvCxnSpPr>
            <a:cxnSpLocks/>
          </p:cNvCxnSpPr>
          <p:nvPr/>
        </p:nvCxnSpPr>
        <p:spPr>
          <a:xfrm>
            <a:off x="5060287" y="2759205"/>
            <a:ext cx="310897"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6E01941-B18E-11E7-9234-62089CD9A4F4}"/>
              </a:ext>
            </a:extLst>
          </p:cNvPr>
          <p:cNvCxnSpPr>
            <a:cxnSpLocks/>
          </p:cNvCxnSpPr>
          <p:nvPr/>
        </p:nvCxnSpPr>
        <p:spPr>
          <a:xfrm>
            <a:off x="5517487" y="2759205"/>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2757A25-79F7-6323-ED9C-E5951F5FDECA}"/>
              </a:ext>
            </a:extLst>
          </p:cNvPr>
          <p:cNvCxnSpPr>
            <a:cxnSpLocks/>
          </p:cNvCxnSpPr>
          <p:nvPr/>
        </p:nvCxnSpPr>
        <p:spPr>
          <a:xfrm flipH="1">
            <a:off x="3421987" y="2225805"/>
            <a:ext cx="41910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67F83402-359A-9237-013A-0B30DF03B9D4}"/>
              </a:ext>
            </a:extLst>
          </p:cNvPr>
          <p:cNvCxnSpPr>
            <a:cxnSpLocks/>
          </p:cNvCxnSpPr>
          <p:nvPr/>
        </p:nvCxnSpPr>
        <p:spPr>
          <a:xfrm>
            <a:off x="4260187" y="2225805"/>
            <a:ext cx="800100" cy="381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90DB1AC6-BB9C-BB15-7FFD-338F3F97CF10}"/>
              </a:ext>
            </a:extLst>
          </p:cNvPr>
          <p:cNvPicPr>
            <a:picLocks noChangeAspect="1"/>
          </p:cNvPicPr>
          <p:nvPr/>
        </p:nvPicPr>
        <p:blipFill>
          <a:blip r:embed="rId3"/>
          <a:stretch>
            <a:fillRect/>
          </a:stretch>
        </p:blipFill>
        <p:spPr>
          <a:xfrm>
            <a:off x="0" y="1535661"/>
            <a:ext cx="9144000" cy="275145"/>
          </a:xfrm>
          <a:prstGeom prst="rect">
            <a:avLst/>
          </a:prstGeom>
        </p:spPr>
      </p:pic>
      <p:pic>
        <p:nvPicPr>
          <p:cNvPr id="10" name="Picture 9">
            <a:extLst>
              <a:ext uri="{FF2B5EF4-FFF2-40B4-BE49-F238E27FC236}">
                <a16:creationId xmlns:a16="http://schemas.microsoft.com/office/drawing/2014/main" id="{73E05FBF-C12B-CAD1-8D30-A99A88B8BEB6}"/>
              </a:ext>
            </a:extLst>
          </p:cNvPr>
          <p:cNvPicPr>
            <a:picLocks noChangeAspect="1"/>
          </p:cNvPicPr>
          <p:nvPr/>
        </p:nvPicPr>
        <p:blipFill>
          <a:blip r:embed="rId4"/>
          <a:stretch>
            <a:fillRect/>
          </a:stretch>
        </p:blipFill>
        <p:spPr>
          <a:xfrm>
            <a:off x="1628775" y="4036121"/>
            <a:ext cx="6372225" cy="1666875"/>
          </a:xfrm>
          <a:prstGeom prst="rect">
            <a:avLst/>
          </a:prstGeom>
        </p:spPr>
      </p:pic>
      <p:cxnSp>
        <p:nvCxnSpPr>
          <p:cNvPr id="11" name="Straight Arrow Connector 10">
            <a:extLst>
              <a:ext uri="{FF2B5EF4-FFF2-40B4-BE49-F238E27FC236}">
                <a16:creationId xmlns:a16="http://schemas.microsoft.com/office/drawing/2014/main" id="{859383A7-8122-48A0-4F57-568AF154D2DF}"/>
              </a:ext>
            </a:extLst>
          </p:cNvPr>
          <p:cNvCxnSpPr>
            <a:cxnSpLocks/>
          </p:cNvCxnSpPr>
          <p:nvPr/>
        </p:nvCxnSpPr>
        <p:spPr>
          <a:xfrm flipH="1">
            <a:off x="2215819" y="4919663"/>
            <a:ext cx="374981"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6152FD84-7529-34F0-D13B-54A7B1616280}"/>
              </a:ext>
            </a:extLst>
          </p:cNvPr>
          <p:cNvCxnSpPr>
            <a:cxnSpLocks/>
          </p:cNvCxnSpPr>
          <p:nvPr/>
        </p:nvCxnSpPr>
        <p:spPr>
          <a:xfrm>
            <a:off x="2968294" y="4973373"/>
            <a:ext cx="209550" cy="3696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6CB76C2-7350-4B14-2C0A-A97A2E72B96C}"/>
              </a:ext>
            </a:extLst>
          </p:cNvPr>
          <p:cNvCxnSpPr>
            <a:cxnSpLocks/>
          </p:cNvCxnSpPr>
          <p:nvPr/>
        </p:nvCxnSpPr>
        <p:spPr>
          <a:xfrm>
            <a:off x="3421987" y="4969447"/>
            <a:ext cx="1110997" cy="3645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BE80A9CC-2AFA-AFE1-FB3E-78FDBF8497FA}"/>
              </a:ext>
            </a:extLst>
          </p:cNvPr>
          <p:cNvCxnSpPr>
            <a:cxnSpLocks/>
          </p:cNvCxnSpPr>
          <p:nvPr/>
        </p:nvCxnSpPr>
        <p:spPr>
          <a:xfrm flipH="1">
            <a:off x="5437564" y="5029200"/>
            <a:ext cx="353636" cy="2931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C11544F-A159-CA13-E5F5-B39DBCA7FDC1}"/>
              </a:ext>
            </a:extLst>
          </p:cNvPr>
          <p:cNvCxnSpPr>
            <a:cxnSpLocks/>
          </p:cNvCxnSpPr>
          <p:nvPr/>
        </p:nvCxnSpPr>
        <p:spPr>
          <a:xfrm>
            <a:off x="6311058" y="4969447"/>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DE50CB5E-F118-0E2D-9F22-6550C6D314CB}"/>
              </a:ext>
            </a:extLst>
          </p:cNvPr>
          <p:cNvCxnSpPr>
            <a:cxnSpLocks/>
          </p:cNvCxnSpPr>
          <p:nvPr/>
        </p:nvCxnSpPr>
        <p:spPr>
          <a:xfrm flipH="1">
            <a:off x="3124200" y="4438526"/>
            <a:ext cx="1066800" cy="3467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0D5DB8C-1965-3D5B-D164-A7CEFCE7441B}"/>
              </a:ext>
            </a:extLst>
          </p:cNvPr>
          <p:cNvCxnSpPr>
            <a:cxnSpLocks/>
          </p:cNvCxnSpPr>
          <p:nvPr/>
        </p:nvCxnSpPr>
        <p:spPr>
          <a:xfrm>
            <a:off x="4679287" y="4438526"/>
            <a:ext cx="1188113" cy="2865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0324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E5301-CC4F-1E19-8AF7-082FE2BF66B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D1AD773-E40A-2B3C-3FDD-6E1E63623210}"/>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pic>
        <p:nvPicPr>
          <p:cNvPr id="10" name="Picture 9">
            <a:extLst>
              <a:ext uri="{FF2B5EF4-FFF2-40B4-BE49-F238E27FC236}">
                <a16:creationId xmlns:a16="http://schemas.microsoft.com/office/drawing/2014/main" id="{F90E5CF3-0A36-4310-56A7-863461C0072C}"/>
              </a:ext>
            </a:extLst>
          </p:cNvPr>
          <p:cNvPicPr>
            <a:picLocks noChangeAspect="1"/>
          </p:cNvPicPr>
          <p:nvPr/>
        </p:nvPicPr>
        <p:blipFill>
          <a:blip r:embed="rId2"/>
          <a:stretch>
            <a:fillRect/>
          </a:stretch>
        </p:blipFill>
        <p:spPr>
          <a:xfrm>
            <a:off x="1628775" y="1981200"/>
            <a:ext cx="6372225" cy="1666875"/>
          </a:xfrm>
          <a:prstGeom prst="rect">
            <a:avLst/>
          </a:prstGeom>
        </p:spPr>
      </p:pic>
      <p:cxnSp>
        <p:nvCxnSpPr>
          <p:cNvPr id="11" name="Straight Arrow Connector 10">
            <a:extLst>
              <a:ext uri="{FF2B5EF4-FFF2-40B4-BE49-F238E27FC236}">
                <a16:creationId xmlns:a16="http://schemas.microsoft.com/office/drawing/2014/main" id="{BA8D2D4F-776A-C2E1-F35A-52F2885A39C6}"/>
              </a:ext>
            </a:extLst>
          </p:cNvPr>
          <p:cNvCxnSpPr>
            <a:cxnSpLocks/>
          </p:cNvCxnSpPr>
          <p:nvPr/>
        </p:nvCxnSpPr>
        <p:spPr>
          <a:xfrm flipH="1">
            <a:off x="2215819" y="2864742"/>
            <a:ext cx="374981"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2076520-58D0-C9C5-5978-A54951E5DC65}"/>
              </a:ext>
            </a:extLst>
          </p:cNvPr>
          <p:cNvCxnSpPr>
            <a:cxnSpLocks/>
          </p:cNvCxnSpPr>
          <p:nvPr/>
        </p:nvCxnSpPr>
        <p:spPr>
          <a:xfrm>
            <a:off x="2968294" y="2918452"/>
            <a:ext cx="209550" cy="3696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79E6640-E468-9C7B-B3FE-2996D561D0DA}"/>
              </a:ext>
            </a:extLst>
          </p:cNvPr>
          <p:cNvCxnSpPr>
            <a:cxnSpLocks/>
          </p:cNvCxnSpPr>
          <p:nvPr/>
        </p:nvCxnSpPr>
        <p:spPr>
          <a:xfrm>
            <a:off x="3421987" y="2914526"/>
            <a:ext cx="1110997" cy="36455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A765C29-124C-B030-637A-85B44C854654}"/>
              </a:ext>
            </a:extLst>
          </p:cNvPr>
          <p:cNvCxnSpPr>
            <a:cxnSpLocks/>
          </p:cNvCxnSpPr>
          <p:nvPr/>
        </p:nvCxnSpPr>
        <p:spPr>
          <a:xfrm flipH="1">
            <a:off x="5437564" y="2974279"/>
            <a:ext cx="353636" cy="2931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2B62DECB-814A-2E77-4AFF-6AB0EBAB1BBC}"/>
              </a:ext>
            </a:extLst>
          </p:cNvPr>
          <p:cNvCxnSpPr>
            <a:cxnSpLocks/>
          </p:cNvCxnSpPr>
          <p:nvPr/>
        </p:nvCxnSpPr>
        <p:spPr>
          <a:xfrm>
            <a:off x="6311058" y="2914526"/>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E73B476-DD11-964A-0431-9D479E2E96BB}"/>
              </a:ext>
            </a:extLst>
          </p:cNvPr>
          <p:cNvCxnSpPr>
            <a:cxnSpLocks/>
          </p:cNvCxnSpPr>
          <p:nvPr/>
        </p:nvCxnSpPr>
        <p:spPr>
          <a:xfrm flipH="1">
            <a:off x="3124200" y="2383605"/>
            <a:ext cx="1066800" cy="3467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80E059BE-ACF1-C685-2C12-FBFE97392CC5}"/>
              </a:ext>
            </a:extLst>
          </p:cNvPr>
          <p:cNvCxnSpPr>
            <a:cxnSpLocks/>
          </p:cNvCxnSpPr>
          <p:nvPr/>
        </p:nvCxnSpPr>
        <p:spPr>
          <a:xfrm>
            <a:off x="4679287" y="2383605"/>
            <a:ext cx="1188113" cy="2865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FA0D468-C5C2-8630-169B-51F4150652D3}"/>
              </a:ext>
            </a:extLst>
          </p:cNvPr>
          <p:cNvPicPr>
            <a:picLocks noChangeAspect="1"/>
          </p:cNvPicPr>
          <p:nvPr/>
        </p:nvPicPr>
        <p:blipFill>
          <a:blip r:embed="rId3"/>
          <a:stretch>
            <a:fillRect/>
          </a:stretch>
        </p:blipFill>
        <p:spPr>
          <a:xfrm>
            <a:off x="0" y="1529529"/>
            <a:ext cx="9144000" cy="274870"/>
          </a:xfrm>
          <a:prstGeom prst="rect">
            <a:avLst/>
          </a:prstGeom>
        </p:spPr>
      </p:pic>
      <p:pic>
        <p:nvPicPr>
          <p:cNvPr id="21" name="Picture 20">
            <a:extLst>
              <a:ext uri="{FF2B5EF4-FFF2-40B4-BE49-F238E27FC236}">
                <a16:creationId xmlns:a16="http://schemas.microsoft.com/office/drawing/2014/main" id="{303D2095-E5FF-F404-29C2-27462343605C}"/>
              </a:ext>
            </a:extLst>
          </p:cNvPr>
          <p:cNvPicPr>
            <a:picLocks noChangeAspect="1"/>
          </p:cNvPicPr>
          <p:nvPr/>
        </p:nvPicPr>
        <p:blipFill>
          <a:blip r:embed="rId4"/>
          <a:stretch>
            <a:fillRect/>
          </a:stretch>
        </p:blipFill>
        <p:spPr>
          <a:xfrm>
            <a:off x="543843" y="4128132"/>
            <a:ext cx="8134350" cy="1762125"/>
          </a:xfrm>
          <a:prstGeom prst="rect">
            <a:avLst/>
          </a:prstGeom>
        </p:spPr>
      </p:pic>
      <p:cxnSp>
        <p:nvCxnSpPr>
          <p:cNvPr id="22" name="Straight Arrow Connector 21">
            <a:extLst>
              <a:ext uri="{FF2B5EF4-FFF2-40B4-BE49-F238E27FC236}">
                <a16:creationId xmlns:a16="http://schemas.microsoft.com/office/drawing/2014/main" id="{BFF992E0-14CD-46DF-5823-F99ACA0AB811}"/>
              </a:ext>
            </a:extLst>
          </p:cNvPr>
          <p:cNvCxnSpPr>
            <a:cxnSpLocks/>
          </p:cNvCxnSpPr>
          <p:nvPr/>
        </p:nvCxnSpPr>
        <p:spPr>
          <a:xfrm flipH="1">
            <a:off x="1608822" y="5072063"/>
            <a:ext cx="1202310" cy="4635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E49CD799-D75E-B8DA-3491-8C4D26330ED4}"/>
              </a:ext>
            </a:extLst>
          </p:cNvPr>
          <p:cNvCxnSpPr>
            <a:cxnSpLocks/>
          </p:cNvCxnSpPr>
          <p:nvPr/>
        </p:nvCxnSpPr>
        <p:spPr>
          <a:xfrm flipH="1">
            <a:off x="2811132" y="5131816"/>
            <a:ext cx="366712" cy="4038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19AE195-BD00-CEE4-904E-54DAF24808E8}"/>
              </a:ext>
            </a:extLst>
          </p:cNvPr>
          <p:cNvCxnSpPr>
            <a:cxnSpLocks/>
          </p:cNvCxnSpPr>
          <p:nvPr/>
        </p:nvCxnSpPr>
        <p:spPr>
          <a:xfrm>
            <a:off x="3645049" y="5131816"/>
            <a:ext cx="368393"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72E1EF1-5309-3C7B-BDEF-BAB9D4318BA3}"/>
              </a:ext>
            </a:extLst>
          </p:cNvPr>
          <p:cNvCxnSpPr>
            <a:cxnSpLocks/>
          </p:cNvCxnSpPr>
          <p:nvPr/>
        </p:nvCxnSpPr>
        <p:spPr>
          <a:xfrm flipH="1">
            <a:off x="5867400" y="5131816"/>
            <a:ext cx="596058"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C25123-B84E-B4D0-19A7-3B3DDAF865C0}"/>
              </a:ext>
            </a:extLst>
          </p:cNvPr>
          <p:cNvCxnSpPr>
            <a:cxnSpLocks/>
          </p:cNvCxnSpPr>
          <p:nvPr/>
        </p:nvCxnSpPr>
        <p:spPr>
          <a:xfrm>
            <a:off x="7239000" y="5131816"/>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E30D992-1E63-0C3D-BB7E-D75966F03020}"/>
              </a:ext>
            </a:extLst>
          </p:cNvPr>
          <p:cNvCxnSpPr>
            <a:cxnSpLocks/>
          </p:cNvCxnSpPr>
          <p:nvPr/>
        </p:nvCxnSpPr>
        <p:spPr>
          <a:xfrm>
            <a:off x="4013442" y="5131816"/>
            <a:ext cx="863358" cy="4038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D67E87A6-2A35-0978-AE7C-938C6790C0BE}"/>
              </a:ext>
            </a:extLst>
          </p:cNvPr>
          <p:cNvCxnSpPr>
            <a:cxnSpLocks/>
          </p:cNvCxnSpPr>
          <p:nvPr/>
        </p:nvCxnSpPr>
        <p:spPr>
          <a:xfrm flipH="1">
            <a:off x="6730158" y="5131816"/>
            <a:ext cx="14213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ECAD9C9F-E5F1-D85E-A46B-4B680A6C7E17}"/>
              </a:ext>
            </a:extLst>
          </p:cNvPr>
          <p:cNvCxnSpPr>
            <a:cxnSpLocks/>
          </p:cNvCxnSpPr>
          <p:nvPr/>
        </p:nvCxnSpPr>
        <p:spPr>
          <a:xfrm flipH="1">
            <a:off x="3421987" y="4581401"/>
            <a:ext cx="997613" cy="2953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CCDCBC7-3204-D986-F3CD-E8CC00F72450}"/>
              </a:ext>
            </a:extLst>
          </p:cNvPr>
          <p:cNvCxnSpPr>
            <a:cxnSpLocks/>
          </p:cNvCxnSpPr>
          <p:nvPr/>
        </p:nvCxnSpPr>
        <p:spPr>
          <a:xfrm>
            <a:off x="4876800" y="4495800"/>
            <a:ext cx="2057400" cy="4124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997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A7E1D-A872-0B76-E314-2590C589E9B8}"/>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70B5108-F413-F21C-8DD6-93DD8F23B1C8}"/>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pic>
        <p:nvPicPr>
          <p:cNvPr id="21" name="Picture 20">
            <a:extLst>
              <a:ext uri="{FF2B5EF4-FFF2-40B4-BE49-F238E27FC236}">
                <a16:creationId xmlns:a16="http://schemas.microsoft.com/office/drawing/2014/main" id="{243A3066-1F6B-D6F2-ADDE-3A46FC7B3F9E}"/>
              </a:ext>
            </a:extLst>
          </p:cNvPr>
          <p:cNvPicPr>
            <a:picLocks noChangeAspect="1"/>
          </p:cNvPicPr>
          <p:nvPr/>
        </p:nvPicPr>
        <p:blipFill>
          <a:blip r:embed="rId2"/>
          <a:stretch>
            <a:fillRect/>
          </a:stretch>
        </p:blipFill>
        <p:spPr>
          <a:xfrm>
            <a:off x="543843" y="2057400"/>
            <a:ext cx="8134350" cy="1762125"/>
          </a:xfrm>
          <a:prstGeom prst="rect">
            <a:avLst/>
          </a:prstGeom>
        </p:spPr>
      </p:pic>
      <p:cxnSp>
        <p:nvCxnSpPr>
          <p:cNvPr id="22" name="Straight Arrow Connector 21">
            <a:extLst>
              <a:ext uri="{FF2B5EF4-FFF2-40B4-BE49-F238E27FC236}">
                <a16:creationId xmlns:a16="http://schemas.microsoft.com/office/drawing/2014/main" id="{EDFABCB5-2B26-E9C8-4FBD-B058E86E3B00}"/>
              </a:ext>
            </a:extLst>
          </p:cNvPr>
          <p:cNvCxnSpPr>
            <a:cxnSpLocks/>
          </p:cNvCxnSpPr>
          <p:nvPr/>
        </p:nvCxnSpPr>
        <p:spPr>
          <a:xfrm flipH="1">
            <a:off x="1608822" y="3001331"/>
            <a:ext cx="1202310" cy="4635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140754B-446B-E038-94FA-EC889CB50160}"/>
              </a:ext>
            </a:extLst>
          </p:cNvPr>
          <p:cNvCxnSpPr>
            <a:cxnSpLocks/>
          </p:cNvCxnSpPr>
          <p:nvPr/>
        </p:nvCxnSpPr>
        <p:spPr>
          <a:xfrm flipH="1">
            <a:off x="2811132" y="3061084"/>
            <a:ext cx="366712" cy="4038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6A3E057-3E83-0CC7-9EC8-869C45D94E3B}"/>
              </a:ext>
            </a:extLst>
          </p:cNvPr>
          <p:cNvCxnSpPr>
            <a:cxnSpLocks/>
          </p:cNvCxnSpPr>
          <p:nvPr/>
        </p:nvCxnSpPr>
        <p:spPr>
          <a:xfrm>
            <a:off x="3645049" y="3061084"/>
            <a:ext cx="368393"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2CD5117-6725-F4BC-64D7-6982C8CF3EB1}"/>
              </a:ext>
            </a:extLst>
          </p:cNvPr>
          <p:cNvCxnSpPr>
            <a:cxnSpLocks/>
          </p:cNvCxnSpPr>
          <p:nvPr/>
        </p:nvCxnSpPr>
        <p:spPr>
          <a:xfrm flipH="1">
            <a:off x="5867400" y="3061084"/>
            <a:ext cx="596058"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E7FAADC-20AD-691F-810F-2CBEC1CB62D3}"/>
              </a:ext>
            </a:extLst>
          </p:cNvPr>
          <p:cNvCxnSpPr>
            <a:cxnSpLocks/>
          </p:cNvCxnSpPr>
          <p:nvPr/>
        </p:nvCxnSpPr>
        <p:spPr>
          <a:xfrm>
            <a:off x="7239000" y="3061084"/>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4BB6713-2A71-7062-F81C-C163139B6504}"/>
              </a:ext>
            </a:extLst>
          </p:cNvPr>
          <p:cNvCxnSpPr>
            <a:cxnSpLocks/>
          </p:cNvCxnSpPr>
          <p:nvPr/>
        </p:nvCxnSpPr>
        <p:spPr>
          <a:xfrm>
            <a:off x="4013442" y="3061084"/>
            <a:ext cx="863358" cy="4038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63C6C8E-3C83-4986-B9D1-BB443EC743CB}"/>
              </a:ext>
            </a:extLst>
          </p:cNvPr>
          <p:cNvCxnSpPr>
            <a:cxnSpLocks/>
          </p:cNvCxnSpPr>
          <p:nvPr/>
        </p:nvCxnSpPr>
        <p:spPr>
          <a:xfrm flipH="1">
            <a:off x="6730158" y="3061084"/>
            <a:ext cx="14213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D6A76BD6-91EA-CF43-5B72-06C8A4A2E735}"/>
              </a:ext>
            </a:extLst>
          </p:cNvPr>
          <p:cNvCxnSpPr>
            <a:cxnSpLocks/>
          </p:cNvCxnSpPr>
          <p:nvPr/>
        </p:nvCxnSpPr>
        <p:spPr>
          <a:xfrm flipH="1">
            <a:off x="3421987" y="2510669"/>
            <a:ext cx="997613" cy="2953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F8DBCB6F-89B1-61EA-5242-DD06543FACA7}"/>
              </a:ext>
            </a:extLst>
          </p:cNvPr>
          <p:cNvCxnSpPr>
            <a:cxnSpLocks/>
          </p:cNvCxnSpPr>
          <p:nvPr/>
        </p:nvCxnSpPr>
        <p:spPr>
          <a:xfrm>
            <a:off x="4876800" y="2425068"/>
            <a:ext cx="2057400" cy="4124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B04127D-8EAE-BCEF-7CE3-C509730F7BD3}"/>
              </a:ext>
            </a:extLst>
          </p:cNvPr>
          <p:cNvPicPr>
            <a:picLocks noChangeAspect="1"/>
          </p:cNvPicPr>
          <p:nvPr/>
        </p:nvPicPr>
        <p:blipFill>
          <a:blip r:embed="rId3"/>
          <a:stretch>
            <a:fillRect/>
          </a:stretch>
        </p:blipFill>
        <p:spPr>
          <a:xfrm>
            <a:off x="0" y="1601925"/>
            <a:ext cx="9144000" cy="293488"/>
          </a:xfrm>
          <a:prstGeom prst="rect">
            <a:avLst/>
          </a:prstGeom>
        </p:spPr>
      </p:pic>
      <p:pic>
        <p:nvPicPr>
          <p:cNvPr id="7" name="Picture 6">
            <a:extLst>
              <a:ext uri="{FF2B5EF4-FFF2-40B4-BE49-F238E27FC236}">
                <a16:creationId xmlns:a16="http://schemas.microsoft.com/office/drawing/2014/main" id="{22552E4A-926A-0A43-2186-51D0A7D6E51A}"/>
              </a:ext>
            </a:extLst>
          </p:cNvPr>
          <p:cNvPicPr>
            <a:picLocks noChangeAspect="1"/>
          </p:cNvPicPr>
          <p:nvPr/>
        </p:nvPicPr>
        <p:blipFill>
          <a:blip r:embed="rId4"/>
          <a:stretch>
            <a:fillRect/>
          </a:stretch>
        </p:blipFill>
        <p:spPr>
          <a:xfrm>
            <a:off x="228599" y="4461521"/>
            <a:ext cx="8880231" cy="1687154"/>
          </a:xfrm>
          <a:prstGeom prst="rect">
            <a:avLst/>
          </a:prstGeom>
        </p:spPr>
      </p:pic>
      <p:cxnSp>
        <p:nvCxnSpPr>
          <p:cNvPr id="8" name="Straight Arrow Connector 7">
            <a:extLst>
              <a:ext uri="{FF2B5EF4-FFF2-40B4-BE49-F238E27FC236}">
                <a16:creationId xmlns:a16="http://schemas.microsoft.com/office/drawing/2014/main" id="{01F0AF18-C165-EA07-6301-7A96F1A04EA7}"/>
              </a:ext>
            </a:extLst>
          </p:cNvPr>
          <p:cNvCxnSpPr>
            <a:cxnSpLocks/>
          </p:cNvCxnSpPr>
          <p:nvPr/>
        </p:nvCxnSpPr>
        <p:spPr>
          <a:xfrm flipH="1">
            <a:off x="772554" y="5428886"/>
            <a:ext cx="528327" cy="3439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92C8369E-1469-1D28-788C-CEE541FC53CD}"/>
              </a:ext>
            </a:extLst>
          </p:cNvPr>
          <p:cNvCxnSpPr>
            <a:cxnSpLocks/>
          </p:cNvCxnSpPr>
          <p:nvPr/>
        </p:nvCxnSpPr>
        <p:spPr>
          <a:xfrm flipH="1">
            <a:off x="2924542" y="5428886"/>
            <a:ext cx="296995"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3DA173B-4A98-15D8-04CD-693D798B74EC}"/>
              </a:ext>
            </a:extLst>
          </p:cNvPr>
          <p:cNvCxnSpPr>
            <a:cxnSpLocks/>
          </p:cNvCxnSpPr>
          <p:nvPr/>
        </p:nvCxnSpPr>
        <p:spPr>
          <a:xfrm>
            <a:off x="3645048" y="5428886"/>
            <a:ext cx="368393"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D1D22C5-0765-0AFC-65F6-2ED975324A84}"/>
              </a:ext>
            </a:extLst>
          </p:cNvPr>
          <p:cNvCxnSpPr>
            <a:cxnSpLocks/>
          </p:cNvCxnSpPr>
          <p:nvPr/>
        </p:nvCxnSpPr>
        <p:spPr>
          <a:xfrm flipH="1">
            <a:off x="6165429" y="5414342"/>
            <a:ext cx="200444" cy="3585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291379B-E71A-8171-C6D3-59B101FBDA7D}"/>
              </a:ext>
            </a:extLst>
          </p:cNvPr>
          <p:cNvCxnSpPr>
            <a:cxnSpLocks/>
          </p:cNvCxnSpPr>
          <p:nvPr/>
        </p:nvCxnSpPr>
        <p:spPr>
          <a:xfrm>
            <a:off x="7165194" y="5358512"/>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E626E5D-3CB7-CF67-28EF-E4F9A4F1C3D9}"/>
              </a:ext>
            </a:extLst>
          </p:cNvPr>
          <p:cNvCxnSpPr>
            <a:cxnSpLocks/>
          </p:cNvCxnSpPr>
          <p:nvPr/>
        </p:nvCxnSpPr>
        <p:spPr>
          <a:xfrm>
            <a:off x="4029978" y="5378919"/>
            <a:ext cx="1151622" cy="3939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2AEE7A3-21AB-BA13-D373-CD47C8EAC857}"/>
              </a:ext>
            </a:extLst>
          </p:cNvPr>
          <p:cNvCxnSpPr>
            <a:cxnSpLocks/>
          </p:cNvCxnSpPr>
          <p:nvPr/>
        </p:nvCxnSpPr>
        <p:spPr>
          <a:xfrm>
            <a:off x="6732585" y="5434501"/>
            <a:ext cx="139703" cy="3383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7F76632D-E995-1146-4C9C-B102AF60E354}"/>
              </a:ext>
            </a:extLst>
          </p:cNvPr>
          <p:cNvCxnSpPr>
            <a:cxnSpLocks/>
          </p:cNvCxnSpPr>
          <p:nvPr/>
        </p:nvCxnSpPr>
        <p:spPr>
          <a:xfrm flipH="1">
            <a:off x="1630482" y="4750248"/>
            <a:ext cx="1637496" cy="5058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D834E7BB-3AFD-64A9-2502-B87A1D5CC77B}"/>
              </a:ext>
            </a:extLst>
          </p:cNvPr>
          <p:cNvCxnSpPr>
            <a:cxnSpLocks/>
          </p:cNvCxnSpPr>
          <p:nvPr/>
        </p:nvCxnSpPr>
        <p:spPr>
          <a:xfrm>
            <a:off x="4029978" y="4843603"/>
            <a:ext cx="2771245" cy="3973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867E54AC-6EF1-0FC9-B208-569C1A2240CA}"/>
              </a:ext>
            </a:extLst>
          </p:cNvPr>
          <p:cNvCxnSpPr>
            <a:cxnSpLocks/>
          </p:cNvCxnSpPr>
          <p:nvPr/>
        </p:nvCxnSpPr>
        <p:spPr>
          <a:xfrm flipH="1">
            <a:off x="1630482" y="5428886"/>
            <a:ext cx="30972"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AA3F396-129C-F012-68FE-12FCC703CC67}"/>
              </a:ext>
            </a:extLst>
          </p:cNvPr>
          <p:cNvCxnSpPr>
            <a:cxnSpLocks/>
          </p:cNvCxnSpPr>
          <p:nvPr/>
        </p:nvCxnSpPr>
        <p:spPr>
          <a:xfrm>
            <a:off x="3639382" y="4876800"/>
            <a:ext cx="0" cy="36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059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4359C-2270-DDAD-63FA-279DC1F154A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5123AB0-7820-1C60-75EF-D31E93E44B15}"/>
              </a:ext>
            </a:extLst>
          </p:cNvPr>
          <p:cNvSpPr>
            <a:spLocks noGrp="1"/>
          </p:cNvSpPr>
          <p:nvPr>
            <p:ph sz="quarter" idx="10"/>
          </p:nvPr>
        </p:nvSpPr>
        <p:spPr>
          <a:xfrm>
            <a:off x="304800" y="152400"/>
            <a:ext cx="7239000" cy="1143000"/>
          </a:xfrm>
        </p:spPr>
        <p:txBody>
          <a:bodyPr>
            <a:normAutofit/>
          </a:bodyPr>
          <a:lstStyle/>
          <a:p>
            <a:pPr lvl="0"/>
            <a:r>
              <a:rPr lang="en-US" sz="3200" dirty="0"/>
              <a:t>(2,4) Search Tree</a:t>
            </a:r>
          </a:p>
          <a:p>
            <a:pPr lvl="0"/>
            <a:r>
              <a:rPr lang="en-US" sz="3200" dirty="0"/>
              <a:t>Insertion</a:t>
            </a:r>
          </a:p>
        </p:txBody>
      </p:sp>
      <p:pic>
        <p:nvPicPr>
          <p:cNvPr id="7" name="Picture 6">
            <a:extLst>
              <a:ext uri="{FF2B5EF4-FFF2-40B4-BE49-F238E27FC236}">
                <a16:creationId xmlns:a16="http://schemas.microsoft.com/office/drawing/2014/main" id="{B82EE185-5C1B-0378-0D97-6318B8EF1E11}"/>
              </a:ext>
            </a:extLst>
          </p:cNvPr>
          <p:cNvPicPr>
            <a:picLocks noChangeAspect="1"/>
          </p:cNvPicPr>
          <p:nvPr/>
        </p:nvPicPr>
        <p:blipFill>
          <a:blip r:embed="rId2"/>
          <a:stretch>
            <a:fillRect/>
          </a:stretch>
        </p:blipFill>
        <p:spPr>
          <a:xfrm>
            <a:off x="228599" y="2057400"/>
            <a:ext cx="8880231" cy="1687154"/>
          </a:xfrm>
          <a:prstGeom prst="rect">
            <a:avLst/>
          </a:prstGeom>
        </p:spPr>
      </p:pic>
      <p:cxnSp>
        <p:nvCxnSpPr>
          <p:cNvPr id="8" name="Straight Arrow Connector 7">
            <a:extLst>
              <a:ext uri="{FF2B5EF4-FFF2-40B4-BE49-F238E27FC236}">
                <a16:creationId xmlns:a16="http://schemas.microsoft.com/office/drawing/2014/main" id="{20C02424-610A-358C-52ED-C0CD86C0D834}"/>
              </a:ext>
            </a:extLst>
          </p:cNvPr>
          <p:cNvCxnSpPr>
            <a:cxnSpLocks/>
          </p:cNvCxnSpPr>
          <p:nvPr/>
        </p:nvCxnSpPr>
        <p:spPr>
          <a:xfrm flipH="1">
            <a:off x="772554" y="3024765"/>
            <a:ext cx="528327" cy="3439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005D526-B78F-2DA4-DAEB-F7E4E2C36472}"/>
              </a:ext>
            </a:extLst>
          </p:cNvPr>
          <p:cNvCxnSpPr>
            <a:cxnSpLocks/>
          </p:cNvCxnSpPr>
          <p:nvPr/>
        </p:nvCxnSpPr>
        <p:spPr>
          <a:xfrm flipH="1">
            <a:off x="2924542" y="3024765"/>
            <a:ext cx="296995"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4413941-A0B2-83C2-4AFF-FBF32DF584AC}"/>
              </a:ext>
            </a:extLst>
          </p:cNvPr>
          <p:cNvCxnSpPr>
            <a:cxnSpLocks/>
          </p:cNvCxnSpPr>
          <p:nvPr/>
        </p:nvCxnSpPr>
        <p:spPr>
          <a:xfrm>
            <a:off x="3645048" y="3024765"/>
            <a:ext cx="368393"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2CBD367-7D6E-53FF-56D2-393ED3FDB7BB}"/>
              </a:ext>
            </a:extLst>
          </p:cNvPr>
          <p:cNvCxnSpPr>
            <a:cxnSpLocks/>
          </p:cNvCxnSpPr>
          <p:nvPr/>
        </p:nvCxnSpPr>
        <p:spPr>
          <a:xfrm flipH="1">
            <a:off x="6165429" y="3010221"/>
            <a:ext cx="200444" cy="3585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18BDAB0-447B-85F5-D317-AAF3F00DD34D}"/>
              </a:ext>
            </a:extLst>
          </p:cNvPr>
          <p:cNvCxnSpPr>
            <a:cxnSpLocks/>
          </p:cNvCxnSpPr>
          <p:nvPr/>
        </p:nvCxnSpPr>
        <p:spPr>
          <a:xfrm>
            <a:off x="7165194" y="2954391"/>
            <a:ext cx="838200" cy="4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2831FFBC-A94F-5444-32EA-F4C221FB7927}"/>
              </a:ext>
            </a:extLst>
          </p:cNvPr>
          <p:cNvCxnSpPr>
            <a:cxnSpLocks/>
          </p:cNvCxnSpPr>
          <p:nvPr/>
        </p:nvCxnSpPr>
        <p:spPr>
          <a:xfrm>
            <a:off x="4029978" y="2974798"/>
            <a:ext cx="1151622" cy="3939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360C3F7-CE90-68BB-0B85-EAEE922F707A}"/>
              </a:ext>
            </a:extLst>
          </p:cNvPr>
          <p:cNvCxnSpPr>
            <a:cxnSpLocks/>
          </p:cNvCxnSpPr>
          <p:nvPr/>
        </p:nvCxnSpPr>
        <p:spPr>
          <a:xfrm>
            <a:off x="6732585" y="3030380"/>
            <a:ext cx="139703" cy="3383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310DECE5-0BCB-5A6E-493D-81915DE27BC2}"/>
              </a:ext>
            </a:extLst>
          </p:cNvPr>
          <p:cNvCxnSpPr>
            <a:cxnSpLocks/>
          </p:cNvCxnSpPr>
          <p:nvPr/>
        </p:nvCxnSpPr>
        <p:spPr>
          <a:xfrm flipH="1">
            <a:off x="1630482" y="2346127"/>
            <a:ext cx="1637496" cy="5058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5C946CA-FAE3-4409-F6F7-92C9B3B29C73}"/>
              </a:ext>
            </a:extLst>
          </p:cNvPr>
          <p:cNvCxnSpPr>
            <a:cxnSpLocks/>
          </p:cNvCxnSpPr>
          <p:nvPr/>
        </p:nvCxnSpPr>
        <p:spPr>
          <a:xfrm>
            <a:off x="4029978" y="2439482"/>
            <a:ext cx="2771245" cy="3973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FEA84EA-2E06-B466-0096-653C44EA36C3}"/>
              </a:ext>
            </a:extLst>
          </p:cNvPr>
          <p:cNvCxnSpPr>
            <a:cxnSpLocks/>
          </p:cNvCxnSpPr>
          <p:nvPr/>
        </p:nvCxnSpPr>
        <p:spPr>
          <a:xfrm flipH="1">
            <a:off x="1630482" y="3024765"/>
            <a:ext cx="30972"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E38314BB-4AED-D00A-024F-51848B568F58}"/>
              </a:ext>
            </a:extLst>
          </p:cNvPr>
          <p:cNvCxnSpPr>
            <a:cxnSpLocks/>
          </p:cNvCxnSpPr>
          <p:nvPr/>
        </p:nvCxnSpPr>
        <p:spPr>
          <a:xfrm>
            <a:off x="3639382" y="2472679"/>
            <a:ext cx="0" cy="36411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CEF9057-AF3E-3D7A-CCC7-D168A4366FD5}"/>
              </a:ext>
            </a:extLst>
          </p:cNvPr>
          <p:cNvPicPr>
            <a:picLocks noChangeAspect="1"/>
          </p:cNvPicPr>
          <p:nvPr/>
        </p:nvPicPr>
        <p:blipFill>
          <a:blip r:embed="rId3"/>
          <a:stretch>
            <a:fillRect/>
          </a:stretch>
        </p:blipFill>
        <p:spPr>
          <a:xfrm>
            <a:off x="0" y="1618261"/>
            <a:ext cx="9144000" cy="265707"/>
          </a:xfrm>
          <a:prstGeom prst="rect">
            <a:avLst/>
          </a:prstGeom>
        </p:spPr>
      </p:pic>
      <p:pic>
        <p:nvPicPr>
          <p:cNvPr id="10" name="Picture 9">
            <a:extLst>
              <a:ext uri="{FF2B5EF4-FFF2-40B4-BE49-F238E27FC236}">
                <a16:creationId xmlns:a16="http://schemas.microsoft.com/office/drawing/2014/main" id="{6A6AF4B6-5618-24BB-3CD6-BD57F258683F}"/>
              </a:ext>
            </a:extLst>
          </p:cNvPr>
          <p:cNvPicPr>
            <a:picLocks noChangeAspect="1"/>
          </p:cNvPicPr>
          <p:nvPr/>
        </p:nvPicPr>
        <p:blipFill>
          <a:blip r:embed="rId4"/>
          <a:stretch>
            <a:fillRect/>
          </a:stretch>
        </p:blipFill>
        <p:spPr>
          <a:xfrm>
            <a:off x="215201" y="4539003"/>
            <a:ext cx="8880231" cy="1688380"/>
          </a:xfrm>
          <a:prstGeom prst="rect">
            <a:avLst/>
          </a:prstGeom>
        </p:spPr>
      </p:pic>
      <p:cxnSp>
        <p:nvCxnSpPr>
          <p:cNvPr id="11" name="Straight Arrow Connector 10">
            <a:extLst>
              <a:ext uri="{FF2B5EF4-FFF2-40B4-BE49-F238E27FC236}">
                <a16:creationId xmlns:a16="http://schemas.microsoft.com/office/drawing/2014/main" id="{532DCA39-43E0-B55C-C759-F916C7FF2F4F}"/>
              </a:ext>
            </a:extLst>
          </p:cNvPr>
          <p:cNvCxnSpPr>
            <a:cxnSpLocks/>
          </p:cNvCxnSpPr>
          <p:nvPr/>
        </p:nvCxnSpPr>
        <p:spPr>
          <a:xfrm flipH="1">
            <a:off x="533400" y="5556774"/>
            <a:ext cx="528327" cy="3439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B1F97DE-FBF6-6754-49C2-5CAD9069D2D0}"/>
              </a:ext>
            </a:extLst>
          </p:cNvPr>
          <p:cNvCxnSpPr>
            <a:cxnSpLocks/>
          </p:cNvCxnSpPr>
          <p:nvPr/>
        </p:nvCxnSpPr>
        <p:spPr>
          <a:xfrm flipH="1">
            <a:off x="2526409" y="5556774"/>
            <a:ext cx="296995"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1AFD67E-FE32-4749-0B8E-ABDE245A10C1}"/>
              </a:ext>
            </a:extLst>
          </p:cNvPr>
          <p:cNvCxnSpPr>
            <a:cxnSpLocks/>
          </p:cNvCxnSpPr>
          <p:nvPr/>
        </p:nvCxnSpPr>
        <p:spPr>
          <a:xfrm>
            <a:off x="3210886" y="5556774"/>
            <a:ext cx="219365" cy="3439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4F1794B-F6C9-B3DE-C92C-9FBEB4372AF0}"/>
              </a:ext>
            </a:extLst>
          </p:cNvPr>
          <p:cNvCxnSpPr>
            <a:cxnSpLocks/>
          </p:cNvCxnSpPr>
          <p:nvPr/>
        </p:nvCxnSpPr>
        <p:spPr>
          <a:xfrm flipH="1">
            <a:off x="6132770" y="5542230"/>
            <a:ext cx="200444" cy="35850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41541D9C-511C-FC19-76AD-22067BCF0F59}"/>
              </a:ext>
            </a:extLst>
          </p:cNvPr>
          <p:cNvCxnSpPr>
            <a:cxnSpLocks/>
          </p:cNvCxnSpPr>
          <p:nvPr/>
        </p:nvCxnSpPr>
        <p:spPr>
          <a:xfrm>
            <a:off x="7026083" y="5514314"/>
            <a:ext cx="977311" cy="3864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9B96505A-4A18-2D93-DDDE-454C2BC843B8}"/>
              </a:ext>
            </a:extLst>
          </p:cNvPr>
          <p:cNvCxnSpPr>
            <a:cxnSpLocks/>
          </p:cNvCxnSpPr>
          <p:nvPr/>
        </p:nvCxnSpPr>
        <p:spPr>
          <a:xfrm>
            <a:off x="3913961" y="5556774"/>
            <a:ext cx="1405467" cy="3439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61C5539B-FDE9-D19B-491A-18632E98A94B}"/>
              </a:ext>
            </a:extLst>
          </p:cNvPr>
          <p:cNvCxnSpPr>
            <a:cxnSpLocks/>
          </p:cNvCxnSpPr>
          <p:nvPr/>
        </p:nvCxnSpPr>
        <p:spPr>
          <a:xfrm>
            <a:off x="6674150" y="5562389"/>
            <a:ext cx="139703" cy="33834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0C28E20-38E0-816D-E524-27621BF6D96A}"/>
              </a:ext>
            </a:extLst>
          </p:cNvPr>
          <p:cNvCxnSpPr>
            <a:cxnSpLocks/>
          </p:cNvCxnSpPr>
          <p:nvPr/>
        </p:nvCxnSpPr>
        <p:spPr>
          <a:xfrm flipH="1">
            <a:off x="1391328" y="5556774"/>
            <a:ext cx="30972" cy="3545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052CB189-148F-4BC1-C37B-43822C5B16E8}"/>
              </a:ext>
            </a:extLst>
          </p:cNvPr>
          <p:cNvCxnSpPr>
            <a:cxnSpLocks/>
          </p:cNvCxnSpPr>
          <p:nvPr/>
        </p:nvCxnSpPr>
        <p:spPr>
          <a:xfrm flipH="1">
            <a:off x="1406814" y="4906636"/>
            <a:ext cx="1761519" cy="5058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75864106-F319-6A47-4851-416A31C16C96}"/>
              </a:ext>
            </a:extLst>
          </p:cNvPr>
          <p:cNvCxnSpPr>
            <a:cxnSpLocks/>
          </p:cNvCxnSpPr>
          <p:nvPr/>
        </p:nvCxnSpPr>
        <p:spPr>
          <a:xfrm>
            <a:off x="3913961" y="4906636"/>
            <a:ext cx="2760189" cy="47655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314228D2-E73A-655C-85CD-C32AFA959DE1}"/>
              </a:ext>
            </a:extLst>
          </p:cNvPr>
          <p:cNvCxnSpPr>
            <a:cxnSpLocks/>
          </p:cNvCxnSpPr>
          <p:nvPr/>
        </p:nvCxnSpPr>
        <p:spPr>
          <a:xfrm flipH="1">
            <a:off x="3430251" y="4906636"/>
            <a:ext cx="151149" cy="5058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2A63FA1-346D-879C-F89C-AD6155421F8E}"/>
              </a:ext>
            </a:extLst>
          </p:cNvPr>
          <p:cNvCxnSpPr>
            <a:cxnSpLocks/>
          </p:cNvCxnSpPr>
          <p:nvPr/>
        </p:nvCxnSpPr>
        <p:spPr>
          <a:xfrm>
            <a:off x="3495007" y="5556774"/>
            <a:ext cx="876086" cy="3439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5821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8994405D97371449A1F1274BEB9B26D" ma:contentTypeVersion="7" ma:contentTypeDescription="Create a new document." ma:contentTypeScope="" ma:versionID="e4c5d55882585bd6271afc1eaa94dc05">
  <xsd:schema xmlns:xsd="http://www.w3.org/2001/XMLSchema" xmlns:xs="http://www.w3.org/2001/XMLSchema" xmlns:p="http://schemas.microsoft.com/office/2006/metadata/properties" xmlns:ns2="682cbc32-fee7-4912-b25f-d1e036e61d30" targetNamespace="http://schemas.microsoft.com/office/2006/metadata/properties" ma:root="true" ma:fieldsID="b28abb879d7b9fc593b7f3af627667ed" ns2:_="">
    <xsd:import namespace="682cbc32-fee7-4912-b25f-d1e036e61d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2cbc32-fee7-4912-b25f-d1e036e61d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04FE8A8-A6E2-4521-9AE6-3769FE4BB5B2}"/>
</file>

<file path=customXml/itemProps2.xml><?xml version="1.0" encoding="utf-8"?>
<ds:datastoreItem xmlns:ds="http://schemas.openxmlformats.org/officeDocument/2006/customXml" ds:itemID="{CAD9B175-DA80-4B2D-80A3-8F94ECB0166B}"/>
</file>

<file path=customXml/itemProps3.xml><?xml version="1.0" encoding="utf-8"?>
<ds:datastoreItem xmlns:ds="http://schemas.openxmlformats.org/officeDocument/2006/customXml" ds:itemID="{66B660CE-F893-49FC-B2AC-FC9619591206}"/>
</file>

<file path=docProps/app.xml><?xml version="1.0" encoding="utf-8"?>
<Properties xmlns="http://schemas.openxmlformats.org/officeDocument/2006/extended-properties" xmlns:vt="http://schemas.openxmlformats.org/officeDocument/2006/docPropsVTypes">
  <Template/>
  <TotalTime>10214</TotalTime>
  <Words>2180</Words>
  <Application>Microsoft Office PowerPoint</Application>
  <PresentationFormat>On-screen Show (4:3)</PresentationFormat>
  <Paragraphs>536</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Times New Roman</vt:lpstr>
      <vt:lpstr>Wingdings</vt:lpstr>
      <vt:lpstr>Office Theme</vt:lpstr>
      <vt:lpstr>Data Structures and Algorithms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Harish Aggarwal</cp:lastModifiedBy>
  <cp:revision>760</cp:revision>
  <dcterms:created xsi:type="dcterms:W3CDTF">2011-09-14T09:42:05Z</dcterms:created>
  <dcterms:modified xsi:type="dcterms:W3CDTF">2025-10-26T10:16:56Z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0x01010028994405D97371449A1F1274BEB9B26D</vt:lpwstr>
  </property>
</Properties>
</file>