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60" r:id="rId2"/>
    <p:sldId id="257" r:id="rId3"/>
    <p:sldId id="600" r:id="rId4"/>
    <p:sldId id="601" r:id="rId5"/>
    <p:sldId id="400" r:id="rId6"/>
    <p:sldId id="435" r:id="rId7"/>
    <p:sldId id="445" r:id="rId8"/>
    <p:sldId id="447" r:id="rId9"/>
    <p:sldId id="448" r:id="rId10"/>
    <p:sldId id="449" r:id="rId11"/>
    <p:sldId id="450" r:id="rId12"/>
    <p:sldId id="474" r:id="rId13"/>
    <p:sldId id="452" r:id="rId14"/>
    <p:sldId id="453" r:id="rId15"/>
    <p:sldId id="475" r:id="rId16"/>
    <p:sldId id="476" r:id="rId17"/>
    <p:sldId id="477" r:id="rId18"/>
    <p:sldId id="490" r:id="rId19"/>
    <p:sldId id="491" r:id="rId20"/>
    <p:sldId id="492" r:id="rId21"/>
    <p:sldId id="488" r:id="rId22"/>
    <p:sldId id="479" r:id="rId23"/>
    <p:sldId id="480" r:id="rId24"/>
    <p:sldId id="481" r:id="rId25"/>
    <p:sldId id="482" r:id="rId26"/>
    <p:sldId id="483" r:id="rId27"/>
    <p:sldId id="484" r:id="rId28"/>
    <p:sldId id="485" r:id="rId29"/>
    <p:sldId id="486" r:id="rId30"/>
    <p:sldId id="487" r:id="rId31"/>
    <p:sldId id="496" r:id="rId32"/>
    <p:sldId id="497" r:id="rId33"/>
    <p:sldId id="498" r:id="rId34"/>
    <p:sldId id="499" r:id="rId35"/>
    <p:sldId id="500" r:id="rId36"/>
    <p:sldId id="501" r:id="rId37"/>
    <p:sldId id="502" r:id="rId38"/>
    <p:sldId id="504" r:id="rId39"/>
    <p:sldId id="503" r:id="rId40"/>
    <p:sldId id="505" r:id="rId41"/>
    <p:sldId id="506" r:id="rId42"/>
    <p:sldId id="507" r:id="rId43"/>
    <p:sldId id="508" r:id="rId44"/>
    <p:sldId id="509" r:id="rId45"/>
    <p:sldId id="510" r:id="rId46"/>
    <p:sldId id="511" r:id="rId47"/>
    <p:sldId id="512" r:id="rId48"/>
    <p:sldId id="513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C18207-F25A-4EAF-AFF7-23242646E77D}">
          <p14:sldIdLst>
            <p14:sldId id="260"/>
            <p14:sldId id="257"/>
            <p14:sldId id="600"/>
            <p14:sldId id="601"/>
            <p14:sldId id="400"/>
            <p14:sldId id="435"/>
            <p14:sldId id="445"/>
            <p14:sldId id="447"/>
            <p14:sldId id="448"/>
            <p14:sldId id="449"/>
            <p14:sldId id="450"/>
            <p14:sldId id="474"/>
            <p14:sldId id="452"/>
            <p14:sldId id="453"/>
            <p14:sldId id="475"/>
            <p14:sldId id="476"/>
            <p14:sldId id="477"/>
            <p14:sldId id="490"/>
            <p14:sldId id="491"/>
            <p14:sldId id="492"/>
            <p14:sldId id="48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96"/>
            <p14:sldId id="497"/>
            <p14:sldId id="498"/>
            <p14:sldId id="499"/>
            <p14:sldId id="500"/>
            <p14:sldId id="501"/>
            <p14:sldId id="502"/>
            <p14:sldId id="504"/>
            <p14:sldId id="503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98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B4E8DC-0834-4650-9D61-C4E340743F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AC8CB-8A01-44F9-850C-16FE848F51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79B6-C1D5-4ED8-A556-C696C4587616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48502-FD76-4E89-AE94-AA0CB984F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8A08-D39B-4959-9CF9-CD46C1288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2BC3D-0DAC-4FAD-B9FD-6500134C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20-09-2025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pPr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985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2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7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9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113943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9A58594-808C-449C-B483-BE1860649E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2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7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6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5D9FA3-A275-4FFC-BD28-8294B363B9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2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4" y="1131249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CE4EB96-C0BE-4CCE-B15C-C776F702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0"/>
            <a:ext cx="6705600" cy="1524000"/>
          </a:xfrm>
        </p:spPr>
        <p:txBody>
          <a:bodyPr/>
          <a:lstStyle/>
          <a:p>
            <a:pPr algn="ctr"/>
            <a:r>
              <a:rPr lang="en-US" sz="2800"/>
              <a:t>Data </a:t>
            </a:r>
            <a:r>
              <a:rPr lang="en-US" sz="2800" dirty="0"/>
              <a:t>Structures and Algorithms Design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257802"/>
            <a:ext cx="6019800" cy="685799"/>
          </a:xfrm>
        </p:spPr>
        <p:txBody>
          <a:bodyPr/>
          <a:lstStyle/>
          <a:p>
            <a:r>
              <a:rPr lang="en-US" sz="1600" dirty="0"/>
              <a:t>Harish Aggarwal</a:t>
            </a:r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 anchor="ctr"/>
          <a:lstStyle/>
          <a:p>
            <a:pPr algn="ctr"/>
            <a:r>
              <a:rPr lang="en-US" dirty="0"/>
              <a:t>AVL Trees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Lecture-01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Introduction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Handout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Text Books, Reference Books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Marks Distribution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Algorithm Analysis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Pseudo Code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Random Access model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Time Complexity of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Asymptotic Notations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Basic Maths Needed in the course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Lecture-02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General Rules and Problems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Non-recursive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Iteration vs Recursion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Tree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Iterative Substitution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Masters Theorem with example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Lecture-03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Abstract Data Types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Arrays and Linked Lists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List, Stack, Queues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 and Linked Implementation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Add, Remove operations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Applications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Infix, </a:t>
            </a:r>
            <a:r>
              <a:rPr lang="en-US" altLang="en-US" sz="1200" dirty="0" err="1"/>
              <a:t>PreFix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PostFix</a:t>
            </a:r>
            <a:r>
              <a:rPr lang="en-US" altLang="en-US" sz="1200" dirty="0"/>
              <a:t> Notations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Lecture-04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relation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Recursion Method (With help from Merge sort)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Substitution Method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Tree – Definitions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Tree –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Proper, (Strict/Full), Complete, Perfect</a:t>
            </a:r>
          </a:p>
          <a:p>
            <a:pPr marL="182880" lvl="1" indent="-18288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Char char="•"/>
            </a:pPr>
            <a:r>
              <a:rPr lang="en-US" altLang="en-US" sz="1200" dirty="0"/>
              <a:t>Tree Traversal – </a:t>
            </a:r>
            <a:r>
              <a:rPr lang="en-US" altLang="en-US" sz="1200" dirty="0" err="1"/>
              <a:t>PreOrder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InOrder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PostOrder</a:t>
            </a: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endParaRPr lang="en-US" altLang="en-US" sz="1200" b="1" dirty="0"/>
          </a:p>
          <a:p>
            <a:pPr marL="0" indent="0" fontAlgn="base">
              <a:spcAft>
                <a:spcPct val="0"/>
              </a:spcAft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Lecture-05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Sorting –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Bubble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Insertion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Selection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Bucket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Quick Sort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Complexity of Sorting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 err="1"/>
              <a:t>Heapify</a:t>
            </a:r>
            <a:endParaRPr lang="en-US" altLang="en-US" sz="1200" dirty="0"/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 Sort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Lecture-06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Hashing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Collisions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Handling collisions –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Chaining,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Linear Probing,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Quadratic Probing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Double Hashing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Lecture-07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Search Tree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Addition, Deletion of Node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Search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1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Lecture-08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Revision</a:t>
            </a: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1091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Binary Search Trees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248421-1519-4710-856B-569231467FD0}"/>
              </a:ext>
            </a:extLst>
          </p:cNvPr>
          <p:cNvSpPr/>
          <p:nvPr/>
        </p:nvSpPr>
        <p:spPr>
          <a:xfrm>
            <a:off x="342900" y="1524000"/>
            <a:ext cx="8458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 Binary Search Tree (BST) is a binary tree with the following properties: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key of a node is always greater than the keys of the nodes in its left subtree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key of a node is always smaller than the keys of the nodes in its right subtree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Operations on BST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Building a BST from given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Search, Insertion, Deletion </a:t>
            </a:r>
          </a:p>
        </p:txBody>
      </p:sp>
      <p:sp>
        <p:nvSpPr>
          <p:cNvPr id="1042" name="Flowchart: Connector 1041">
            <a:extLst>
              <a:ext uri="{FF2B5EF4-FFF2-40B4-BE49-F238E27FC236}">
                <a16:creationId xmlns:a16="http://schemas.microsoft.com/office/drawing/2014/main" id="{9A3036A7-ADC9-45EA-8C36-632BF81C558B}"/>
              </a:ext>
            </a:extLst>
          </p:cNvPr>
          <p:cNvSpPr/>
          <p:nvPr/>
        </p:nvSpPr>
        <p:spPr>
          <a:xfrm>
            <a:off x="854074" y="4495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43" name="Flowchart: Connector 1042">
            <a:extLst>
              <a:ext uri="{FF2B5EF4-FFF2-40B4-BE49-F238E27FC236}">
                <a16:creationId xmlns:a16="http://schemas.microsoft.com/office/drawing/2014/main" id="{9C888EF0-CDD7-4C77-AAC7-3E4D79D50C29}"/>
              </a:ext>
            </a:extLst>
          </p:cNvPr>
          <p:cNvSpPr/>
          <p:nvPr/>
        </p:nvSpPr>
        <p:spPr>
          <a:xfrm>
            <a:off x="1463674" y="3597241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FFF5BB4C-12CF-4A7C-9A7B-E42C5FDA09DA}"/>
              </a:ext>
            </a:extLst>
          </p:cNvPr>
          <p:cNvCxnSpPr>
            <a:cxnSpLocks/>
          </p:cNvCxnSpPr>
          <p:nvPr/>
        </p:nvCxnSpPr>
        <p:spPr>
          <a:xfrm flipH="1">
            <a:off x="1311274" y="4098740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Flowchart: Connector 1044">
            <a:extLst>
              <a:ext uri="{FF2B5EF4-FFF2-40B4-BE49-F238E27FC236}">
                <a16:creationId xmlns:a16="http://schemas.microsoft.com/office/drawing/2014/main" id="{5B4D21EE-1AB7-4CEC-B5E3-3752CE617CDD}"/>
              </a:ext>
            </a:extLst>
          </p:cNvPr>
          <p:cNvSpPr/>
          <p:nvPr/>
        </p:nvSpPr>
        <p:spPr>
          <a:xfrm>
            <a:off x="1997074" y="444847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571563BB-4A97-4829-A827-B2A8C67F7F66}"/>
              </a:ext>
            </a:extLst>
          </p:cNvPr>
          <p:cNvCxnSpPr>
            <a:cxnSpLocks/>
            <a:endCxn id="1045" idx="1"/>
          </p:cNvCxnSpPr>
          <p:nvPr/>
        </p:nvCxnSpPr>
        <p:spPr>
          <a:xfrm>
            <a:off x="1907800" y="4130641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Flowchart: Connector 1046">
            <a:extLst>
              <a:ext uri="{FF2B5EF4-FFF2-40B4-BE49-F238E27FC236}">
                <a16:creationId xmlns:a16="http://schemas.microsoft.com/office/drawing/2014/main" id="{9D373F9A-E824-44E7-85B2-23AE533167A4}"/>
              </a:ext>
            </a:extLst>
          </p:cNvPr>
          <p:cNvSpPr/>
          <p:nvPr/>
        </p:nvSpPr>
        <p:spPr>
          <a:xfrm>
            <a:off x="4602395" y="367242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6979116C-3811-46A9-AD5E-5F5AC9CA0A3C}"/>
              </a:ext>
            </a:extLst>
          </p:cNvPr>
          <p:cNvCxnSpPr>
            <a:cxnSpLocks/>
            <a:stCxn id="1065" idx="3"/>
            <a:endCxn id="1047" idx="7"/>
          </p:cNvCxnSpPr>
          <p:nvPr/>
        </p:nvCxnSpPr>
        <p:spPr>
          <a:xfrm flipH="1">
            <a:off x="5122721" y="3423391"/>
            <a:ext cx="423299" cy="327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Flowchart: Connector 1048">
            <a:extLst>
              <a:ext uri="{FF2B5EF4-FFF2-40B4-BE49-F238E27FC236}">
                <a16:creationId xmlns:a16="http://schemas.microsoft.com/office/drawing/2014/main" id="{7F6615D9-EF59-4F6A-ADDA-3C10AA1AE784}"/>
              </a:ext>
            </a:extLst>
          </p:cNvPr>
          <p:cNvSpPr/>
          <p:nvPr/>
        </p:nvSpPr>
        <p:spPr>
          <a:xfrm>
            <a:off x="6349467" y="35015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BD116AED-01C7-44FE-B562-49564F31E9C7}"/>
              </a:ext>
            </a:extLst>
          </p:cNvPr>
          <p:cNvCxnSpPr>
            <a:cxnSpLocks/>
            <a:stCxn id="1065" idx="5"/>
            <a:endCxn id="1049" idx="1"/>
          </p:cNvCxnSpPr>
          <p:nvPr/>
        </p:nvCxnSpPr>
        <p:spPr>
          <a:xfrm>
            <a:off x="5977072" y="3423391"/>
            <a:ext cx="461669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Flowchart: Connector 1050">
            <a:extLst>
              <a:ext uri="{FF2B5EF4-FFF2-40B4-BE49-F238E27FC236}">
                <a16:creationId xmlns:a16="http://schemas.microsoft.com/office/drawing/2014/main" id="{89EE4626-7F20-4972-91DE-EFB030ADE8E7}"/>
              </a:ext>
            </a:extLst>
          </p:cNvPr>
          <p:cNvSpPr/>
          <p:nvPr/>
        </p:nvSpPr>
        <p:spPr>
          <a:xfrm>
            <a:off x="3670241" y="520907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52" name="Straight Arrow Connector 1051">
            <a:extLst>
              <a:ext uri="{FF2B5EF4-FFF2-40B4-BE49-F238E27FC236}">
                <a16:creationId xmlns:a16="http://schemas.microsoft.com/office/drawing/2014/main" id="{1441F046-BDB5-41C4-9125-43FF3483161E}"/>
              </a:ext>
            </a:extLst>
          </p:cNvPr>
          <p:cNvCxnSpPr>
            <a:cxnSpLocks/>
            <a:stCxn id="1047" idx="3"/>
            <a:endCxn id="1060" idx="7"/>
          </p:cNvCxnSpPr>
          <p:nvPr/>
        </p:nvCxnSpPr>
        <p:spPr>
          <a:xfrm flipH="1">
            <a:off x="4527821" y="4127705"/>
            <a:ext cx="163848" cy="264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Flowchart: Connector 1052">
            <a:extLst>
              <a:ext uri="{FF2B5EF4-FFF2-40B4-BE49-F238E27FC236}">
                <a16:creationId xmlns:a16="http://schemas.microsoft.com/office/drawing/2014/main" id="{4B185006-DFC6-48E6-96F8-53E8847DE595}"/>
              </a:ext>
            </a:extLst>
          </p:cNvPr>
          <p:cNvSpPr/>
          <p:nvPr/>
        </p:nvSpPr>
        <p:spPr>
          <a:xfrm>
            <a:off x="5151946" y="432755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67756E4C-075F-4657-BABF-3410D3952E21}"/>
              </a:ext>
            </a:extLst>
          </p:cNvPr>
          <p:cNvCxnSpPr>
            <a:cxnSpLocks/>
            <a:stCxn id="1047" idx="5"/>
            <a:endCxn id="1053" idx="1"/>
          </p:cNvCxnSpPr>
          <p:nvPr/>
        </p:nvCxnSpPr>
        <p:spPr>
          <a:xfrm>
            <a:off x="5122721" y="4127705"/>
            <a:ext cx="118499" cy="27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Flowchart: Connector 1054">
            <a:extLst>
              <a:ext uri="{FF2B5EF4-FFF2-40B4-BE49-F238E27FC236}">
                <a16:creationId xmlns:a16="http://schemas.microsoft.com/office/drawing/2014/main" id="{11C62791-779A-4F56-9A20-4F21466AAF1B}"/>
              </a:ext>
            </a:extLst>
          </p:cNvPr>
          <p:cNvSpPr/>
          <p:nvPr/>
        </p:nvSpPr>
        <p:spPr>
          <a:xfrm>
            <a:off x="5905360" y="432755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14A4DFD2-D041-4188-9A66-0D381CB84C47}"/>
              </a:ext>
            </a:extLst>
          </p:cNvPr>
          <p:cNvCxnSpPr>
            <a:cxnSpLocks/>
            <a:stCxn id="1049" idx="3"/>
            <a:endCxn id="1055" idx="0"/>
          </p:cNvCxnSpPr>
          <p:nvPr/>
        </p:nvCxnSpPr>
        <p:spPr>
          <a:xfrm flipH="1">
            <a:off x="6210160" y="3956791"/>
            <a:ext cx="228581" cy="370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Flowchart: Connector 1056">
            <a:extLst>
              <a:ext uri="{FF2B5EF4-FFF2-40B4-BE49-F238E27FC236}">
                <a16:creationId xmlns:a16="http://schemas.microsoft.com/office/drawing/2014/main" id="{B2B901D7-2FB4-4626-ABCF-0BAC53498012}"/>
              </a:ext>
            </a:extLst>
          </p:cNvPr>
          <p:cNvSpPr/>
          <p:nvPr/>
        </p:nvSpPr>
        <p:spPr>
          <a:xfrm>
            <a:off x="6959067" y="429192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EE0CF32E-D46A-46F9-A60F-989A4451BE5D}"/>
              </a:ext>
            </a:extLst>
          </p:cNvPr>
          <p:cNvCxnSpPr>
            <a:cxnSpLocks/>
            <a:stCxn id="1049" idx="5"/>
            <a:endCxn id="1057" idx="1"/>
          </p:cNvCxnSpPr>
          <p:nvPr/>
        </p:nvCxnSpPr>
        <p:spPr>
          <a:xfrm>
            <a:off x="6869793" y="3956791"/>
            <a:ext cx="178548" cy="413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9F6402EA-2DD8-4AFF-9920-FF54BB94820A}"/>
              </a:ext>
            </a:extLst>
          </p:cNvPr>
          <p:cNvCxnSpPr>
            <a:cxnSpLocks/>
            <a:stCxn id="1060" idx="3"/>
            <a:endCxn id="1051" idx="0"/>
          </p:cNvCxnSpPr>
          <p:nvPr/>
        </p:nvCxnSpPr>
        <p:spPr>
          <a:xfrm flipH="1">
            <a:off x="3975041" y="4769690"/>
            <a:ext cx="121728" cy="439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Flowchart: Connector 1059">
            <a:extLst>
              <a:ext uri="{FF2B5EF4-FFF2-40B4-BE49-F238E27FC236}">
                <a16:creationId xmlns:a16="http://schemas.microsoft.com/office/drawing/2014/main" id="{1132EBE0-5BA8-4DB8-AD21-70BC8C23EFC8}"/>
              </a:ext>
            </a:extLst>
          </p:cNvPr>
          <p:cNvSpPr/>
          <p:nvPr/>
        </p:nvSpPr>
        <p:spPr>
          <a:xfrm>
            <a:off x="4007495" y="431440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061" name="Flowchart: Connector 1060">
            <a:extLst>
              <a:ext uri="{FF2B5EF4-FFF2-40B4-BE49-F238E27FC236}">
                <a16:creationId xmlns:a16="http://schemas.microsoft.com/office/drawing/2014/main" id="{694B0771-AD9B-4BDD-B638-9AB3E776FCC0}"/>
              </a:ext>
            </a:extLst>
          </p:cNvPr>
          <p:cNvSpPr/>
          <p:nvPr/>
        </p:nvSpPr>
        <p:spPr>
          <a:xfrm>
            <a:off x="4651726" y="508952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7CD4750C-A88D-4141-A120-160D52E7080E}"/>
              </a:ext>
            </a:extLst>
          </p:cNvPr>
          <p:cNvCxnSpPr>
            <a:cxnSpLocks/>
            <a:stCxn id="1060" idx="5"/>
            <a:endCxn id="1061" idx="0"/>
          </p:cNvCxnSpPr>
          <p:nvPr/>
        </p:nvCxnSpPr>
        <p:spPr>
          <a:xfrm>
            <a:off x="4527821" y="4769690"/>
            <a:ext cx="428705" cy="319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Flowchart: Connector 1062">
            <a:extLst>
              <a:ext uri="{FF2B5EF4-FFF2-40B4-BE49-F238E27FC236}">
                <a16:creationId xmlns:a16="http://schemas.microsoft.com/office/drawing/2014/main" id="{91864C96-87C6-417B-9C08-849893F9871E}"/>
              </a:ext>
            </a:extLst>
          </p:cNvPr>
          <p:cNvSpPr/>
          <p:nvPr/>
        </p:nvSpPr>
        <p:spPr>
          <a:xfrm>
            <a:off x="7556441" y="499054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</a:t>
            </a:r>
          </a:p>
        </p:txBody>
      </p: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78874BF3-944C-4BBD-B366-E16CC06FFC4B}"/>
              </a:ext>
            </a:extLst>
          </p:cNvPr>
          <p:cNvCxnSpPr>
            <a:cxnSpLocks/>
            <a:stCxn id="1057" idx="5"/>
            <a:endCxn id="1063" idx="0"/>
          </p:cNvCxnSpPr>
          <p:nvPr/>
        </p:nvCxnSpPr>
        <p:spPr>
          <a:xfrm>
            <a:off x="7479393" y="4747210"/>
            <a:ext cx="381848" cy="243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" name="Flowchart: Connector 1064">
            <a:extLst>
              <a:ext uri="{FF2B5EF4-FFF2-40B4-BE49-F238E27FC236}">
                <a16:creationId xmlns:a16="http://schemas.microsoft.com/office/drawing/2014/main" id="{11002796-B9F8-464E-A0F7-30957494F907}"/>
              </a:ext>
            </a:extLst>
          </p:cNvPr>
          <p:cNvSpPr/>
          <p:nvPr/>
        </p:nvSpPr>
        <p:spPr>
          <a:xfrm>
            <a:off x="5456746" y="29681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092" name="Flowchart: Connector 1091">
            <a:extLst>
              <a:ext uri="{FF2B5EF4-FFF2-40B4-BE49-F238E27FC236}">
                <a16:creationId xmlns:a16="http://schemas.microsoft.com/office/drawing/2014/main" id="{25CF5445-2523-4323-98DD-5855D00D7426}"/>
              </a:ext>
            </a:extLst>
          </p:cNvPr>
          <p:cNvSpPr/>
          <p:nvPr/>
        </p:nvSpPr>
        <p:spPr>
          <a:xfrm>
            <a:off x="4114903" y="5943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093" name="Straight Arrow Connector 1092">
            <a:extLst>
              <a:ext uri="{FF2B5EF4-FFF2-40B4-BE49-F238E27FC236}">
                <a16:creationId xmlns:a16="http://schemas.microsoft.com/office/drawing/2014/main" id="{4D473195-D959-4910-9A23-D52767E871A2}"/>
              </a:ext>
            </a:extLst>
          </p:cNvPr>
          <p:cNvCxnSpPr>
            <a:cxnSpLocks/>
            <a:stCxn id="1051" idx="5"/>
            <a:endCxn id="1092" idx="0"/>
          </p:cNvCxnSpPr>
          <p:nvPr/>
        </p:nvCxnSpPr>
        <p:spPr>
          <a:xfrm>
            <a:off x="4190567" y="5664364"/>
            <a:ext cx="229136" cy="279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13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Complexity of Search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C61C79-37B2-433B-9DEE-1CC17437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Running time of searching in a BST is proportional to the height of the tree.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n is the number of nodes in a BST, then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Best Case </a:t>
            </a:r>
            <a:r>
              <a:rPr lang="en-US" dirty="0"/>
              <a:t>– O(log n)</a:t>
            </a:r>
          </a:p>
          <a:p>
            <a:r>
              <a:rPr lang="en-US" b="1" dirty="0">
                <a:solidFill>
                  <a:srgbClr val="FF0000"/>
                </a:solidFill>
              </a:rPr>
              <a:t>Worst Case </a:t>
            </a:r>
            <a:r>
              <a:rPr lang="en-US" dirty="0"/>
              <a:t>– O(n)</a:t>
            </a:r>
          </a:p>
        </p:txBody>
      </p:sp>
    </p:spTree>
    <p:extLst>
      <p:ext uri="{BB962C8B-B14F-4D97-AF65-F5344CB8AC3E}">
        <p14:creationId xmlns:p14="http://schemas.microsoft.com/office/powerpoint/2010/main" val="2173750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Height Balance Property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D965F0-421B-4266-80CA-CC23AB12E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Height Balance Property</a:t>
            </a:r>
            <a:endParaRPr lang="en-GB" sz="16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GB" sz="1600" dirty="0"/>
              <a:t>	For every internal node v of a binary search tree, the </a:t>
            </a:r>
            <a:r>
              <a:rPr lang="en-GB" sz="1600" i="1" dirty="0">
                <a:solidFill>
                  <a:srgbClr val="3028FF"/>
                </a:solidFill>
              </a:rPr>
              <a:t>heights of the children of v can differ by at most 1</a:t>
            </a:r>
            <a:r>
              <a:rPr lang="en-GB" sz="1600" i="1" dirty="0"/>
              <a:t>.</a:t>
            </a:r>
          </a:p>
          <a:p>
            <a:pPr>
              <a:buFontTx/>
              <a:buChar char="-"/>
            </a:pPr>
            <a:r>
              <a:rPr lang="en-GB" sz="1600" dirty="0"/>
              <a:t>It is a property which characterizes the structure of a BST</a:t>
            </a:r>
          </a:p>
          <a:p>
            <a:pPr>
              <a:buNone/>
            </a:pPr>
            <a:r>
              <a:rPr lang="en-GB" sz="1600" dirty="0">
                <a:solidFill>
                  <a:srgbClr val="FF0000"/>
                </a:solidFill>
              </a:rPr>
              <a:t>Definition:</a:t>
            </a:r>
            <a:r>
              <a:rPr lang="en-GB" sz="1600" dirty="0"/>
              <a:t> Any Binary Search Tree T that satisfies height balance property is said to be an </a:t>
            </a:r>
            <a:r>
              <a:rPr lang="en-GB" sz="1600" dirty="0">
                <a:solidFill>
                  <a:srgbClr val="FF0000"/>
                </a:solidFill>
              </a:rPr>
              <a:t>AVL Search tree.</a:t>
            </a:r>
            <a:r>
              <a:rPr lang="en-US" sz="1600" dirty="0"/>
              <a:t>  (Adelson-</a:t>
            </a:r>
            <a:r>
              <a:rPr lang="en-US" sz="1600" dirty="0" err="1"/>
              <a:t>Velskii</a:t>
            </a:r>
            <a:r>
              <a:rPr lang="en-US" sz="1600" dirty="0"/>
              <a:t> &amp; Landis)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Binary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Binary Search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AVL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AVL Search Tree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AVL Tree 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An Empty Binary Tree B is an AVL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If B is non-Empty Binary Tree with B</a:t>
            </a:r>
            <a:r>
              <a:rPr lang="en-US" sz="1400" baseline="-25000" dirty="0"/>
              <a:t>L </a:t>
            </a:r>
            <a:r>
              <a:rPr lang="en-US" sz="1400" dirty="0"/>
              <a:t>and B</a:t>
            </a:r>
            <a:r>
              <a:rPr lang="en-US" sz="1400" baseline="-25000" dirty="0"/>
              <a:t>R </a:t>
            </a:r>
            <a:r>
              <a:rPr lang="en-US" sz="1400" dirty="0"/>
              <a:t>are its left and Right Sub-Trees then B is an AVL tree if and only if: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B</a:t>
            </a:r>
            <a:r>
              <a:rPr lang="en-US" sz="1400" baseline="-25000" dirty="0"/>
              <a:t>L </a:t>
            </a:r>
            <a:r>
              <a:rPr lang="en-US" sz="1400" dirty="0"/>
              <a:t>and B</a:t>
            </a:r>
            <a:r>
              <a:rPr lang="en-US" sz="1400" baseline="-25000" dirty="0"/>
              <a:t>R </a:t>
            </a:r>
            <a:r>
              <a:rPr lang="en-US" sz="1400" dirty="0"/>
              <a:t>are AVL Trees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| </a:t>
            </a:r>
            <a:r>
              <a:rPr lang="en-US" sz="1400" dirty="0" err="1"/>
              <a:t>h</a:t>
            </a:r>
            <a:r>
              <a:rPr lang="en-US" sz="1400" baseline="-25000" dirty="0" err="1"/>
              <a:t>L</a:t>
            </a:r>
            <a:r>
              <a:rPr lang="en-US" sz="1400" baseline="-25000" dirty="0"/>
              <a:t> </a:t>
            </a:r>
            <a:r>
              <a:rPr lang="en-US" sz="1400" dirty="0"/>
              <a:t>– </a:t>
            </a:r>
            <a:r>
              <a:rPr lang="en-US" sz="1400" dirty="0" err="1"/>
              <a:t>h</a:t>
            </a:r>
            <a:r>
              <a:rPr lang="en-US" sz="1400" baseline="-25000" dirty="0" err="1"/>
              <a:t>R</a:t>
            </a:r>
            <a:r>
              <a:rPr lang="en-US" sz="1400" dirty="0"/>
              <a:t>| &lt;= 1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8045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AVL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2955D57-669D-4223-AABF-D05046ADC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30" y="1447800"/>
            <a:ext cx="8074269" cy="87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250"/>
              </a:spcBef>
              <a:buClr>
                <a:srgbClr val="40458C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/>
              <a:t>Balance of Node – Height of Left </a:t>
            </a:r>
            <a:r>
              <a:rPr lang="en-GB" sz="2000" dirty="0" err="1"/>
              <a:t>SubTree</a:t>
            </a:r>
            <a:r>
              <a:rPr lang="en-GB" sz="2000" dirty="0"/>
              <a:t> – Height of Right Sub Tree</a:t>
            </a:r>
          </a:p>
          <a:p>
            <a:pPr>
              <a:spcBef>
                <a:spcPts val="1250"/>
              </a:spcBef>
              <a:buClr>
                <a:srgbClr val="40458C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/>
              <a:t>An example of an AVL tree where the Balance are shown next to the nodes: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0B9E22C-F09F-48AF-B672-098AD1725388}"/>
              </a:ext>
            </a:extLst>
          </p:cNvPr>
          <p:cNvSpPr/>
          <p:nvPr/>
        </p:nvSpPr>
        <p:spPr>
          <a:xfrm>
            <a:off x="3335239" y="351495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F882200-4271-4890-B799-FFCB24D6F67D}"/>
              </a:ext>
            </a:extLst>
          </p:cNvPr>
          <p:cNvSpPr/>
          <p:nvPr/>
        </p:nvSpPr>
        <p:spPr>
          <a:xfrm>
            <a:off x="4519294" y="2667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06E96D-697E-49A0-B3DE-ECF1B372F419}"/>
              </a:ext>
            </a:extLst>
          </p:cNvPr>
          <p:cNvCxnSpPr>
            <a:cxnSpLocks/>
            <a:stCxn id="9" idx="3"/>
            <a:endCxn id="6" idx="7"/>
          </p:cNvCxnSpPr>
          <p:nvPr/>
        </p:nvCxnSpPr>
        <p:spPr>
          <a:xfrm flipH="1">
            <a:off x="3855565" y="3122285"/>
            <a:ext cx="753003" cy="470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1FFE161C-B286-4429-A4AA-2A2B180BD60B}"/>
              </a:ext>
            </a:extLst>
          </p:cNvPr>
          <p:cNvSpPr/>
          <p:nvPr/>
        </p:nvSpPr>
        <p:spPr>
          <a:xfrm>
            <a:off x="5713490" y="341525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ABE012-798A-4EAA-BE33-930697ADBF94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5039620" y="3122285"/>
            <a:ext cx="763144" cy="37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6A9DD0-46F5-4FDF-9E33-B8222194DB16}"/>
              </a:ext>
            </a:extLst>
          </p:cNvPr>
          <p:cNvCxnSpPr>
            <a:cxnSpLocks/>
            <a:stCxn id="6" idx="3"/>
            <a:endCxn id="22" idx="7"/>
          </p:cNvCxnSpPr>
          <p:nvPr/>
        </p:nvCxnSpPr>
        <p:spPr>
          <a:xfrm flipH="1">
            <a:off x="2909773" y="3970241"/>
            <a:ext cx="514740" cy="263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958D7EB-296B-412B-BD85-BF28436FF895}"/>
              </a:ext>
            </a:extLst>
          </p:cNvPr>
          <p:cNvSpPr/>
          <p:nvPr/>
        </p:nvSpPr>
        <p:spPr>
          <a:xfrm>
            <a:off x="4275261" y="415562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664CA5-491A-4AEE-B4BB-07A63AA2A09C}"/>
              </a:ext>
            </a:extLst>
          </p:cNvPr>
          <p:cNvCxnSpPr>
            <a:cxnSpLocks/>
            <a:stCxn id="6" idx="5"/>
            <a:endCxn id="15" idx="1"/>
          </p:cNvCxnSpPr>
          <p:nvPr/>
        </p:nvCxnSpPr>
        <p:spPr>
          <a:xfrm>
            <a:off x="3855565" y="3970241"/>
            <a:ext cx="508970" cy="263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2328B68-91DE-4885-A419-2F5B2B0A785F}"/>
              </a:ext>
            </a:extLst>
          </p:cNvPr>
          <p:cNvSpPr/>
          <p:nvPr/>
        </p:nvSpPr>
        <p:spPr>
          <a:xfrm>
            <a:off x="5128894" y="41040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28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ABF1CA-0689-4616-B302-9A1009D774D9}"/>
              </a:ext>
            </a:extLst>
          </p:cNvPr>
          <p:cNvCxnSpPr>
            <a:cxnSpLocks/>
            <a:stCxn id="11" idx="3"/>
            <a:endCxn id="17" idx="7"/>
          </p:cNvCxnSpPr>
          <p:nvPr/>
        </p:nvCxnSpPr>
        <p:spPr>
          <a:xfrm flipH="1">
            <a:off x="5649220" y="3870542"/>
            <a:ext cx="153544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4BBC48E9-C10A-4CB1-BD4F-A6538F7B0714}"/>
              </a:ext>
            </a:extLst>
          </p:cNvPr>
          <p:cNvSpPr/>
          <p:nvPr/>
        </p:nvSpPr>
        <p:spPr>
          <a:xfrm>
            <a:off x="6323090" y="41040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160B73-747A-41EA-9DE0-A4D4B65AB6C1}"/>
              </a:ext>
            </a:extLst>
          </p:cNvPr>
          <p:cNvCxnSpPr>
            <a:cxnSpLocks/>
            <a:stCxn id="11" idx="5"/>
            <a:endCxn id="19" idx="1"/>
          </p:cNvCxnSpPr>
          <p:nvPr/>
        </p:nvCxnSpPr>
        <p:spPr>
          <a:xfrm>
            <a:off x="6233816" y="3870542"/>
            <a:ext cx="178548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C2FD5CF9-CB48-46F5-AE60-522A412E7404}"/>
              </a:ext>
            </a:extLst>
          </p:cNvPr>
          <p:cNvSpPr/>
          <p:nvPr/>
        </p:nvSpPr>
        <p:spPr>
          <a:xfrm>
            <a:off x="2389447" y="415562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2F112F-D694-464D-9C7C-9886791C2271}"/>
              </a:ext>
            </a:extLst>
          </p:cNvPr>
          <p:cNvSpPr/>
          <p:nvPr/>
        </p:nvSpPr>
        <p:spPr>
          <a:xfrm>
            <a:off x="4232066" y="2696809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9A1DC2-68F4-485F-A38C-CB49D8C5E7EB}"/>
              </a:ext>
            </a:extLst>
          </p:cNvPr>
          <p:cNvSpPr/>
          <p:nvPr/>
        </p:nvSpPr>
        <p:spPr>
          <a:xfrm>
            <a:off x="3256108" y="3264772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E8B511-C214-4A1A-A1A1-DE3AAAA72EAA}"/>
              </a:ext>
            </a:extLst>
          </p:cNvPr>
          <p:cNvSpPr/>
          <p:nvPr/>
        </p:nvSpPr>
        <p:spPr>
          <a:xfrm>
            <a:off x="5805315" y="3145583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6C8A72-1E6D-4BD4-99F5-7D37D633FA55}"/>
              </a:ext>
            </a:extLst>
          </p:cNvPr>
          <p:cNvSpPr/>
          <p:nvPr/>
        </p:nvSpPr>
        <p:spPr>
          <a:xfrm>
            <a:off x="2325177" y="3912044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3AE6CC-19E7-4A24-BA46-F2B8B3628822}"/>
              </a:ext>
            </a:extLst>
          </p:cNvPr>
          <p:cNvSpPr/>
          <p:nvPr/>
        </p:nvSpPr>
        <p:spPr>
          <a:xfrm>
            <a:off x="4395590" y="3888925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1C865E-9C80-4701-BEF8-489B19A98475}"/>
              </a:ext>
            </a:extLst>
          </p:cNvPr>
          <p:cNvSpPr/>
          <p:nvPr/>
        </p:nvSpPr>
        <p:spPr>
          <a:xfrm>
            <a:off x="5193164" y="3826119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0C6120-E640-4E9E-9477-6F8208B5F7BF}"/>
              </a:ext>
            </a:extLst>
          </p:cNvPr>
          <p:cNvSpPr/>
          <p:nvPr/>
        </p:nvSpPr>
        <p:spPr>
          <a:xfrm>
            <a:off x="6657185" y="3834357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9084709-6575-480E-978D-371969C37A6F}"/>
              </a:ext>
            </a:extLst>
          </p:cNvPr>
          <p:cNvCxnSpPr>
            <a:cxnSpLocks/>
            <a:stCxn id="22" idx="3"/>
            <a:endCxn id="38" idx="7"/>
          </p:cNvCxnSpPr>
          <p:nvPr/>
        </p:nvCxnSpPr>
        <p:spPr>
          <a:xfrm flipH="1">
            <a:off x="2061933" y="4610910"/>
            <a:ext cx="416788" cy="28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423FA1AB-530C-465E-82ED-F6402B867878}"/>
              </a:ext>
            </a:extLst>
          </p:cNvPr>
          <p:cNvSpPr/>
          <p:nvPr/>
        </p:nvSpPr>
        <p:spPr>
          <a:xfrm>
            <a:off x="1541607" y="481750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B6DD8E-8C66-4E2B-9756-BD360649B5DE}"/>
              </a:ext>
            </a:extLst>
          </p:cNvPr>
          <p:cNvSpPr/>
          <p:nvPr/>
        </p:nvSpPr>
        <p:spPr>
          <a:xfrm>
            <a:off x="1524000" y="4572000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A6F65A-6646-4978-84E0-458B4B3AF911}"/>
              </a:ext>
            </a:extLst>
          </p:cNvPr>
          <p:cNvCxnSpPr>
            <a:cxnSpLocks/>
            <a:stCxn id="22" idx="5"/>
            <a:endCxn id="46" idx="1"/>
          </p:cNvCxnSpPr>
          <p:nvPr/>
        </p:nvCxnSpPr>
        <p:spPr>
          <a:xfrm>
            <a:off x="2909773" y="4610910"/>
            <a:ext cx="245518" cy="380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&quot;Not Allowed&quot; Symbol 45">
            <a:extLst>
              <a:ext uri="{FF2B5EF4-FFF2-40B4-BE49-F238E27FC236}">
                <a16:creationId xmlns:a16="http://schemas.microsoft.com/office/drawing/2014/main" id="{78CFD042-D4F1-46AC-A152-1D4948B5DB0B}"/>
              </a:ext>
            </a:extLst>
          </p:cNvPr>
          <p:cNvSpPr/>
          <p:nvPr/>
        </p:nvSpPr>
        <p:spPr>
          <a:xfrm>
            <a:off x="3080754" y="4924708"/>
            <a:ext cx="508970" cy="457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28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AVL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54AE27-38AD-4E27-B902-0EF954B2F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Observation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Subtree of an AVL tree is itself an AVL tree.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Important Consequence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Keeps the height small</a:t>
            </a:r>
          </a:p>
        </p:txBody>
      </p:sp>
    </p:spTree>
    <p:extLst>
      <p:ext uri="{BB962C8B-B14F-4D97-AF65-F5344CB8AC3E}">
        <p14:creationId xmlns:p14="http://schemas.microsoft.com/office/powerpoint/2010/main" val="2803621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Height Of an AVL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5F70A9E-5D98-4772-9CB2-955B72BE1601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524000"/>
            <a:ext cx="8534400" cy="3505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>
                <a:solidFill>
                  <a:srgbClr val="3028FF"/>
                </a:solidFill>
              </a:rPr>
              <a:t>Fact</a:t>
            </a:r>
            <a:r>
              <a:rPr lang="en-GB" sz="2400" dirty="0"/>
              <a:t>: </a:t>
            </a:r>
            <a:r>
              <a:rPr lang="en-GB" sz="2000" dirty="0"/>
              <a:t>The </a:t>
            </a:r>
            <a:r>
              <a:rPr lang="en-GB" sz="2000" b="1" i="1" dirty="0"/>
              <a:t>height</a:t>
            </a:r>
            <a:r>
              <a:rPr lang="en-GB" sz="2000" dirty="0"/>
              <a:t> of an AVL tree storing n keys is O(log n).</a:t>
            </a:r>
          </a:p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dirty="0"/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>
                <a:solidFill>
                  <a:srgbClr val="3028FF"/>
                </a:solidFill>
              </a:rPr>
              <a:t>Proof</a:t>
            </a:r>
            <a:r>
              <a:rPr lang="en-GB" sz="2400" dirty="0"/>
              <a:t>: Let us bound </a:t>
            </a:r>
            <a:r>
              <a:rPr lang="en-GB" sz="2400" b="1" dirty="0"/>
              <a:t>n(h):</a:t>
            </a:r>
            <a:r>
              <a:rPr lang="en-GB" sz="2400" dirty="0"/>
              <a:t> the minimum number of internal nodes of an AVL tree of height h.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/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We easily see that n(1) = 1 and n(2) = 2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/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/>
          </a:p>
          <a:p>
            <a:pPr>
              <a:lnSpc>
                <a:spcPct val="120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For h &gt; 2, AVL tree with minimum no. of nodes is such that both its subtrees are AVL trees with minimum no. of nodes 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/>
          </a:p>
          <a:p>
            <a:pPr>
              <a:lnSpc>
                <a:spcPct val="120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Such an AVL tree contains the root node, one AVL subtree of height h-1 and another of height h-2.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/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That is, n(h) = 1 + n(h-1) + n(h-2)</a:t>
            </a:r>
            <a:endParaRPr lang="en-GB" sz="2000" dirty="0"/>
          </a:p>
        </p:txBody>
      </p:sp>
      <p:sp>
        <p:nvSpPr>
          <p:cNvPr id="8" name="Oval 21">
            <a:extLst>
              <a:ext uri="{FF2B5EF4-FFF2-40B4-BE49-F238E27FC236}">
                <a16:creationId xmlns:a16="http://schemas.microsoft.com/office/drawing/2014/main" id="{8C6109B0-4463-4547-9D06-981E83F7B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22" y="5064120"/>
            <a:ext cx="228600" cy="228600"/>
          </a:xfrm>
          <a:prstGeom prst="ellips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2">
            <a:extLst>
              <a:ext uri="{FF2B5EF4-FFF2-40B4-BE49-F238E27FC236}">
                <a16:creationId xmlns:a16="http://schemas.microsoft.com/office/drawing/2014/main" id="{3A2B2295-F1F6-4B95-8F7A-5CD3EE2673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7866" y="5707062"/>
            <a:ext cx="384175" cy="457200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Line 23">
            <a:extLst>
              <a:ext uri="{FF2B5EF4-FFF2-40B4-BE49-F238E27FC236}">
                <a16:creationId xmlns:a16="http://schemas.microsoft.com/office/drawing/2014/main" id="{A6FBACB4-A3AC-40E8-A1F1-01EF94E978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5056" y="5707062"/>
            <a:ext cx="228600" cy="457200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Line 24">
            <a:extLst>
              <a:ext uri="{FF2B5EF4-FFF2-40B4-BE49-F238E27FC236}">
                <a16:creationId xmlns:a16="http://schemas.microsoft.com/office/drawing/2014/main" id="{DE875628-C138-4860-A741-3F2CC36E0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7866" y="6207128"/>
            <a:ext cx="609600" cy="1588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Line 25">
            <a:extLst>
              <a:ext uri="{FF2B5EF4-FFF2-40B4-BE49-F238E27FC236}">
                <a16:creationId xmlns:a16="http://schemas.microsoft.com/office/drawing/2014/main" id="{BD50062F-F406-4AC1-B533-03BFE1FBB4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0874" y="5778500"/>
            <a:ext cx="384175" cy="457200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26">
            <a:extLst>
              <a:ext uri="{FF2B5EF4-FFF2-40B4-BE49-F238E27FC236}">
                <a16:creationId xmlns:a16="http://schemas.microsoft.com/office/drawing/2014/main" id="{9C1BCF49-096D-46DF-AAAB-22DFF2557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74" y="6207128"/>
            <a:ext cx="533400" cy="1588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FA194B6F-FEE9-4B06-BF62-2CC379B0E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9502" y="5778500"/>
            <a:ext cx="152400" cy="457200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88750521-057A-4FA9-B1BB-A3A9ABECE6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5056" y="5278434"/>
            <a:ext cx="536575" cy="457200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64DD25AF-18A4-4A52-9FD2-D1F225912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9436" y="5278434"/>
            <a:ext cx="457200" cy="457200"/>
          </a:xfrm>
          <a:prstGeom prst="line">
            <a:avLst/>
          </a:prstGeom>
          <a:noFill/>
          <a:ln w="19080">
            <a:solidFill>
              <a:srgbClr val="40458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Box 30">
            <a:extLst>
              <a:ext uri="{FF2B5EF4-FFF2-40B4-BE49-F238E27FC236}">
                <a16:creationId xmlns:a16="http://schemas.microsoft.com/office/drawing/2014/main" id="{FA4775F5-CD61-47B6-A05E-EE42576FF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707062"/>
            <a:ext cx="7620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01000"/>
              </a:lnSpc>
              <a:spcBef>
                <a:spcPts val="1500"/>
              </a:spcBef>
              <a:buClr>
                <a:srgbClr val="BE2D00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BE2D00"/>
                </a:solidFill>
                <a:latin typeface="Tahoma" pitchFamily="34" charset="0"/>
              </a:rPr>
              <a:t>h-1</a:t>
            </a:r>
          </a:p>
        </p:txBody>
      </p:sp>
      <p:sp>
        <p:nvSpPr>
          <p:cNvPr id="18" name="Text Box 31">
            <a:extLst>
              <a:ext uri="{FF2B5EF4-FFF2-40B4-BE49-F238E27FC236}">
                <a16:creationId xmlns:a16="http://schemas.microsoft.com/office/drawing/2014/main" id="{EDFBE17B-582D-4793-9CC5-41935D1AF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064" y="5778500"/>
            <a:ext cx="914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01000"/>
              </a:lnSpc>
              <a:spcBef>
                <a:spcPts val="1500"/>
              </a:spcBef>
              <a:buClr>
                <a:srgbClr val="BE2D00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BE2D00"/>
                </a:solidFill>
                <a:latin typeface="Tahoma" pitchFamily="34" charset="0"/>
              </a:rPr>
              <a:t>h-2</a:t>
            </a:r>
          </a:p>
        </p:txBody>
      </p:sp>
    </p:spTree>
    <p:extLst>
      <p:ext uri="{BB962C8B-B14F-4D97-AF65-F5344CB8AC3E}">
        <p14:creationId xmlns:p14="http://schemas.microsoft.com/office/powerpoint/2010/main" val="87261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Height Of an AVL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E67181E-332F-4A86-A1F1-88AA75CB9908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58204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9000"/>
              </a:lnSpc>
              <a:spcBef>
                <a:spcPts val="600"/>
              </a:spcBef>
              <a:buSzPct val="147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Knowing n(h-1) &gt; n(h-2), we get n(h) &gt; 2n(h-2). 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200" dirty="0"/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/>
              <a:t>So </a:t>
            </a:r>
            <a:r>
              <a:rPr lang="en-GB" sz="2200" dirty="0">
                <a:solidFill>
                  <a:srgbClr val="BE2D00"/>
                </a:solidFill>
              </a:rPr>
              <a:t>n(h) &gt; 2n(h-2), n(h) &gt; 2*2n(h-4), n(h) &gt; 2*2*2n(n-6), … 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dirty="0">
              <a:solidFill>
                <a:srgbClr val="BE2D00"/>
              </a:solidFill>
            </a:endParaRP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/>
              <a:t>by induction,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dirty="0">
              <a:solidFill>
                <a:srgbClr val="BE2D00"/>
              </a:solidFill>
            </a:endParaRP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solidFill>
                  <a:srgbClr val="BE2D00"/>
                </a:solidFill>
              </a:rPr>
              <a:t>n(h) &gt; 2</a:t>
            </a:r>
            <a:r>
              <a:rPr lang="en-GB" sz="2600" baseline="30000" dirty="0">
                <a:solidFill>
                  <a:srgbClr val="BE2D00"/>
                </a:solidFill>
              </a:rPr>
              <a:t>i</a:t>
            </a:r>
            <a:r>
              <a:rPr lang="en-GB" sz="2600" dirty="0">
                <a:solidFill>
                  <a:srgbClr val="BE2D00"/>
                </a:solidFill>
              </a:rPr>
              <a:t>n(h-2i)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600" dirty="0">
              <a:solidFill>
                <a:srgbClr val="BE2D00"/>
              </a:solidFill>
            </a:endParaRP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solidFill>
                  <a:srgbClr val="BE2D00"/>
                </a:solidFill>
              </a:rPr>
              <a:t>Choosing </a:t>
            </a:r>
            <a:r>
              <a:rPr lang="en-GB" sz="2600" dirty="0" err="1">
                <a:solidFill>
                  <a:srgbClr val="BE2D00"/>
                </a:solidFill>
              </a:rPr>
              <a:t>i</a:t>
            </a:r>
            <a:r>
              <a:rPr lang="en-GB" sz="2600" dirty="0">
                <a:solidFill>
                  <a:srgbClr val="BE2D00"/>
                </a:solidFill>
              </a:rPr>
              <a:t> such that h – 2i is either 1 or 2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solidFill>
                  <a:srgbClr val="BE2D00"/>
                </a:solidFill>
              </a:rPr>
              <a:t>h-2i = 1 -&gt; </a:t>
            </a:r>
            <a:r>
              <a:rPr lang="en-GB" sz="2600" dirty="0" err="1">
                <a:solidFill>
                  <a:srgbClr val="BE2D00"/>
                </a:solidFill>
              </a:rPr>
              <a:t>i</a:t>
            </a:r>
            <a:r>
              <a:rPr lang="en-GB" sz="2600" dirty="0">
                <a:solidFill>
                  <a:srgbClr val="BE2D00"/>
                </a:solidFill>
              </a:rPr>
              <a:t> = (h-1)/2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solidFill>
                  <a:srgbClr val="BE2D00"/>
                </a:solidFill>
              </a:rPr>
              <a:t>h-2i = 2 -&gt; </a:t>
            </a:r>
            <a:r>
              <a:rPr lang="en-GB" sz="2600" dirty="0" err="1">
                <a:solidFill>
                  <a:srgbClr val="BE2D00"/>
                </a:solidFill>
              </a:rPr>
              <a:t>i</a:t>
            </a:r>
            <a:r>
              <a:rPr lang="en-GB" sz="2600" dirty="0">
                <a:solidFill>
                  <a:srgbClr val="BE2D00"/>
                </a:solidFill>
              </a:rPr>
              <a:t> = (h-2)/2 = h/2 - 1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600" dirty="0">
              <a:solidFill>
                <a:srgbClr val="BE2D00"/>
              </a:solidFill>
            </a:endParaRP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600" dirty="0">
              <a:solidFill>
                <a:srgbClr val="BE2D00"/>
              </a:solidFill>
            </a:endParaRPr>
          </a:p>
          <a:p>
            <a:pPr lvl="1">
              <a:lnSpc>
                <a:spcPct val="79000"/>
              </a:lnSpc>
              <a:spcBef>
                <a:spcPts val="500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dirty="0">
              <a:solidFill>
                <a:srgbClr val="BE2D00"/>
              </a:solidFill>
            </a:endParaRP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We get: n(h) &gt; 2 </a:t>
            </a:r>
            <a:r>
              <a:rPr lang="en-GB" baseline="30000" dirty="0"/>
              <a:t>h/2-1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/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Taking logarithms:  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log n(h) &gt; (h/2 – 1) 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2log n(h) &gt; h - 2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h &lt; 2log n(h) +2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/>
          </a:p>
          <a:p>
            <a:pPr>
              <a:lnSpc>
                <a:spcPct val="79000"/>
              </a:lnSpc>
              <a:spcBef>
                <a:spcPts val="500"/>
              </a:spcBef>
              <a:buSzPct val="176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Thus the height of an AVL tree is O(log n)</a:t>
            </a:r>
          </a:p>
          <a:p>
            <a:pPr>
              <a:lnSpc>
                <a:spcPct val="79000"/>
              </a:lnSpc>
              <a:spcBef>
                <a:spcPts val="500"/>
              </a:spcBef>
              <a:buSzPct val="176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5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 in an AVL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54DF34-9B5B-4D4D-AFD6-67162ACC2958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524000"/>
            <a:ext cx="77724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Insertion is as in a binary search tree</a:t>
            </a:r>
          </a:p>
          <a:p>
            <a:pPr>
              <a:lnSpc>
                <a:spcPct val="79000"/>
              </a:lnSpc>
              <a:spcBef>
                <a:spcPts val="6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Example: Insert 54 in AVL tree</a:t>
            </a:r>
          </a:p>
        </p:txBody>
      </p:sp>
      <p:sp>
        <p:nvSpPr>
          <p:cNvPr id="114" name="AutoShape 117">
            <a:extLst>
              <a:ext uri="{FF2B5EF4-FFF2-40B4-BE49-F238E27FC236}">
                <a16:creationId xmlns:a16="http://schemas.microsoft.com/office/drawing/2014/main" id="{EDADE2F0-E183-452A-9F9B-34E3A31D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961" y="5851525"/>
            <a:ext cx="1470025" cy="336550"/>
          </a:xfrm>
          <a:prstGeom prst="roundRect">
            <a:avLst>
              <a:gd name="adj" fmla="val 468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40458C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/>
              <a:t>before insertion</a:t>
            </a:r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4A52A7E8-F6AF-4659-B35C-124471911112}"/>
              </a:ext>
            </a:extLst>
          </p:cNvPr>
          <p:cNvSpPr/>
          <p:nvPr/>
        </p:nvSpPr>
        <p:spPr>
          <a:xfrm>
            <a:off x="593549" y="347750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8CA930ED-F576-4342-B480-3686B5F1DAF8}"/>
              </a:ext>
            </a:extLst>
          </p:cNvPr>
          <p:cNvSpPr/>
          <p:nvPr/>
        </p:nvSpPr>
        <p:spPr>
          <a:xfrm>
            <a:off x="1777604" y="262954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44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31806532-EDBF-4F52-9AC3-B6AC79FAEF56}"/>
              </a:ext>
            </a:extLst>
          </p:cNvPr>
          <p:cNvCxnSpPr>
            <a:cxnSpLocks/>
            <a:stCxn id="122" idx="3"/>
            <a:endCxn id="121" idx="7"/>
          </p:cNvCxnSpPr>
          <p:nvPr/>
        </p:nvCxnSpPr>
        <p:spPr>
          <a:xfrm flipH="1">
            <a:off x="1113875" y="3084833"/>
            <a:ext cx="753003" cy="470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Flowchart: Connector 123">
            <a:extLst>
              <a:ext uri="{FF2B5EF4-FFF2-40B4-BE49-F238E27FC236}">
                <a16:creationId xmlns:a16="http://schemas.microsoft.com/office/drawing/2014/main" id="{83388502-F1B1-4C99-8548-3F178591353D}"/>
              </a:ext>
            </a:extLst>
          </p:cNvPr>
          <p:cNvSpPr/>
          <p:nvPr/>
        </p:nvSpPr>
        <p:spPr>
          <a:xfrm>
            <a:off x="2971800" y="337780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78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6EBAF0F-2831-455F-9561-D429E653EEE8}"/>
              </a:ext>
            </a:extLst>
          </p:cNvPr>
          <p:cNvCxnSpPr>
            <a:cxnSpLocks/>
            <a:stCxn id="122" idx="5"/>
            <a:endCxn id="124" idx="1"/>
          </p:cNvCxnSpPr>
          <p:nvPr/>
        </p:nvCxnSpPr>
        <p:spPr>
          <a:xfrm>
            <a:off x="2297930" y="3084833"/>
            <a:ext cx="763144" cy="37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C07A304-AF49-4B49-AFE5-DA0A495CDC13}"/>
              </a:ext>
            </a:extLst>
          </p:cNvPr>
          <p:cNvCxnSpPr>
            <a:cxnSpLocks/>
            <a:stCxn id="129" idx="3"/>
            <a:endCxn id="133" idx="7"/>
          </p:cNvCxnSpPr>
          <p:nvPr/>
        </p:nvCxnSpPr>
        <p:spPr>
          <a:xfrm flipH="1">
            <a:off x="2349651" y="4521864"/>
            <a:ext cx="126827" cy="44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lowchart: Connector 126">
            <a:extLst>
              <a:ext uri="{FF2B5EF4-FFF2-40B4-BE49-F238E27FC236}">
                <a16:creationId xmlns:a16="http://schemas.microsoft.com/office/drawing/2014/main" id="{62EA7164-3568-40D7-A591-B4D14ADE0FD8}"/>
              </a:ext>
            </a:extLst>
          </p:cNvPr>
          <p:cNvSpPr/>
          <p:nvPr/>
        </p:nvSpPr>
        <p:spPr>
          <a:xfrm>
            <a:off x="1314407" y="414469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35B3FCD-74F2-442F-BF71-1E833A8C99F5}"/>
              </a:ext>
            </a:extLst>
          </p:cNvPr>
          <p:cNvCxnSpPr>
            <a:cxnSpLocks/>
            <a:stCxn id="121" idx="5"/>
            <a:endCxn id="127" idx="1"/>
          </p:cNvCxnSpPr>
          <p:nvPr/>
        </p:nvCxnSpPr>
        <p:spPr>
          <a:xfrm>
            <a:off x="1113875" y="3932789"/>
            <a:ext cx="289806" cy="29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6311A66F-5E02-418D-8247-0A9695396028}"/>
              </a:ext>
            </a:extLst>
          </p:cNvPr>
          <p:cNvSpPr/>
          <p:nvPr/>
        </p:nvSpPr>
        <p:spPr>
          <a:xfrm>
            <a:off x="2387204" y="406657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4690A2E-11B7-470D-B93F-829A0C579540}"/>
              </a:ext>
            </a:extLst>
          </p:cNvPr>
          <p:cNvCxnSpPr>
            <a:cxnSpLocks/>
            <a:stCxn id="124" idx="3"/>
            <a:endCxn id="129" idx="7"/>
          </p:cNvCxnSpPr>
          <p:nvPr/>
        </p:nvCxnSpPr>
        <p:spPr>
          <a:xfrm flipH="1">
            <a:off x="2907530" y="3833090"/>
            <a:ext cx="153544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Flowchart: Connector 130">
            <a:extLst>
              <a:ext uri="{FF2B5EF4-FFF2-40B4-BE49-F238E27FC236}">
                <a16:creationId xmlns:a16="http://schemas.microsoft.com/office/drawing/2014/main" id="{0174D24F-2388-46F8-AC52-55CB777522C8}"/>
              </a:ext>
            </a:extLst>
          </p:cNvPr>
          <p:cNvSpPr/>
          <p:nvPr/>
        </p:nvSpPr>
        <p:spPr>
          <a:xfrm>
            <a:off x="3581400" y="406657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88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17CC8E1-06F4-4F5E-B720-06D9E75336E0}"/>
              </a:ext>
            </a:extLst>
          </p:cNvPr>
          <p:cNvCxnSpPr>
            <a:cxnSpLocks/>
            <a:stCxn id="124" idx="5"/>
            <a:endCxn id="131" idx="1"/>
          </p:cNvCxnSpPr>
          <p:nvPr/>
        </p:nvCxnSpPr>
        <p:spPr>
          <a:xfrm>
            <a:off x="3492126" y="3833090"/>
            <a:ext cx="178548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FFC4ADE0-EECD-4270-A48C-D3F0A7239160}"/>
              </a:ext>
            </a:extLst>
          </p:cNvPr>
          <p:cNvSpPr/>
          <p:nvPr/>
        </p:nvSpPr>
        <p:spPr>
          <a:xfrm>
            <a:off x="1829325" y="488434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F090184-F9F0-411A-B8F6-BD9FD4363982}"/>
              </a:ext>
            </a:extLst>
          </p:cNvPr>
          <p:cNvCxnSpPr>
            <a:cxnSpLocks/>
            <a:stCxn id="129" idx="5"/>
            <a:endCxn id="142" idx="1"/>
          </p:cNvCxnSpPr>
          <p:nvPr/>
        </p:nvCxnSpPr>
        <p:spPr>
          <a:xfrm>
            <a:off x="2907530" y="4521864"/>
            <a:ext cx="190344" cy="440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8082C06A-89D4-460E-958D-89B4CE836D65}"/>
              </a:ext>
            </a:extLst>
          </p:cNvPr>
          <p:cNvSpPr/>
          <p:nvPr/>
        </p:nvSpPr>
        <p:spPr>
          <a:xfrm>
            <a:off x="3008600" y="488434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62</a:t>
            </a:r>
          </a:p>
        </p:txBody>
      </p:sp>
      <p:sp>
        <p:nvSpPr>
          <p:cNvPr id="160" name="Flowchart: Connector 159">
            <a:extLst>
              <a:ext uri="{FF2B5EF4-FFF2-40B4-BE49-F238E27FC236}">
                <a16:creationId xmlns:a16="http://schemas.microsoft.com/office/drawing/2014/main" id="{C084A7D6-9996-45CF-92D2-E83D17E8177D}"/>
              </a:ext>
            </a:extLst>
          </p:cNvPr>
          <p:cNvSpPr/>
          <p:nvPr/>
        </p:nvSpPr>
        <p:spPr>
          <a:xfrm>
            <a:off x="4876800" y="343875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61" name="Flowchart: Connector 160">
            <a:extLst>
              <a:ext uri="{FF2B5EF4-FFF2-40B4-BE49-F238E27FC236}">
                <a16:creationId xmlns:a16="http://schemas.microsoft.com/office/drawing/2014/main" id="{8D7FFF68-272D-4002-AF36-82730F0706E7}"/>
              </a:ext>
            </a:extLst>
          </p:cNvPr>
          <p:cNvSpPr/>
          <p:nvPr/>
        </p:nvSpPr>
        <p:spPr>
          <a:xfrm>
            <a:off x="6060855" y="2590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44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7E609D1-28F2-4FE1-AEEC-249AEE7ED3F1}"/>
              </a:ext>
            </a:extLst>
          </p:cNvPr>
          <p:cNvCxnSpPr>
            <a:cxnSpLocks/>
            <a:stCxn id="161" idx="3"/>
            <a:endCxn id="160" idx="7"/>
          </p:cNvCxnSpPr>
          <p:nvPr/>
        </p:nvCxnSpPr>
        <p:spPr>
          <a:xfrm flipH="1">
            <a:off x="5397126" y="3046085"/>
            <a:ext cx="753003" cy="470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Flowchart: Connector 162">
            <a:extLst>
              <a:ext uri="{FF2B5EF4-FFF2-40B4-BE49-F238E27FC236}">
                <a16:creationId xmlns:a16="http://schemas.microsoft.com/office/drawing/2014/main" id="{DF10E934-D319-4FC2-8784-0F6046F39D5D}"/>
              </a:ext>
            </a:extLst>
          </p:cNvPr>
          <p:cNvSpPr/>
          <p:nvPr/>
        </p:nvSpPr>
        <p:spPr>
          <a:xfrm>
            <a:off x="7255051" y="3339057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78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8CE4955-7334-48CF-A3DC-8D63224A3E0F}"/>
              </a:ext>
            </a:extLst>
          </p:cNvPr>
          <p:cNvCxnSpPr>
            <a:cxnSpLocks/>
            <a:stCxn id="161" idx="5"/>
            <a:endCxn id="163" idx="1"/>
          </p:cNvCxnSpPr>
          <p:nvPr/>
        </p:nvCxnSpPr>
        <p:spPr>
          <a:xfrm>
            <a:off x="6581181" y="3046085"/>
            <a:ext cx="763144" cy="37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24E9CBE4-DB4C-40AB-B552-5916F08DF9F5}"/>
              </a:ext>
            </a:extLst>
          </p:cNvPr>
          <p:cNvCxnSpPr>
            <a:cxnSpLocks/>
            <a:stCxn id="168" idx="3"/>
            <a:endCxn id="172" idx="7"/>
          </p:cNvCxnSpPr>
          <p:nvPr/>
        </p:nvCxnSpPr>
        <p:spPr>
          <a:xfrm flipH="1">
            <a:off x="6581181" y="4483116"/>
            <a:ext cx="178548" cy="37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Flowchart: Connector 165">
            <a:extLst>
              <a:ext uri="{FF2B5EF4-FFF2-40B4-BE49-F238E27FC236}">
                <a16:creationId xmlns:a16="http://schemas.microsoft.com/office/drawing/2014/main" id="{2E991230-6A98-4C67-A1A0-48C0EDC39148}"/>
              </a:ext>
            </a:extLst>
          </p:cNvPr>
          <p:cNvSpPr/>
          <p:nvPr/>
        </p:nvSpPr>
        <p:spPr>
          <a:xfrm>
            <a:off x="5597658" y="410594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02C232CF-2D21-4E42-88AF-1004169D455A}"/>
              </a:ext>
            </a:extLst>
          </p:cNvPr>
          <p:cNvCxnSpPr>
            <a:cxnSpLocks/>
            <a:stCxn id="160" idx="5"/>
            <a:endCxn id="166" idx="1"/>
          </p:cNvCxnSpPr>
          <p:nvPr/>
        </p:nvCxnSpPr>
        <p:spPr>
          <a:xfrm>
            <a:off x="5397126" y="3894041"/>
            <a:ext cx="289806" cy="29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lowchart: Connector 167">
            <a:extLst>
              <a:ext uri="{FF2B5EF4-FFF2-40B4-BE49-F238E27FC236}">
                <a16:creationId xmlns:a16="http://schemas.microsoft.com/office/drawing/2014/main" id="{9D6E69C7-101A-4E43-958B-E3AC7EA9DC52}"/>
              </a:ext>
            </a:extLst>
          </p:cNvPr>
          <p:cNvSpPr/>
          <p:nvPr/>
        </p:nvSpPr>
        <p:spPr>
          <a:xfrm>
            <a:off x="6670455" y="4027831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0A0A4D61-B1D0-447F-B890-A118B0388FB3}"/>
              </a:ext>
            </a:extLst>
          </p:cNvPr>
          <p:cNvCxnSpPr>
            <a:cxnSpLocks/>
            <a:stCxn id="163" idx="3"/>
            <a:endCxn id="168" idx="7"/>
          </p:cNvCxnSpPr>
          <p:nvPr/>
        </p:nvCxnSpPr>
        <p:spPr>
          <a:xfrm flipH="1">
            <a:off x="7190781" y="3794342"/>
            <a:ext cx="153544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lowchart: Connector 169">
            <a:extLst>
              <a:ext uri="{FF2B5EF4-FFF2-40B4-BE49-F238E27FC236}">
                <a16:creationId xmlns:a16="http://schemas.microsoft.com/office/drawing/2014/main" id="{CC09EF78-47D3-4DD2-ABBA-874C0AE382AA}"/>
              </a:ext>
            </a:extLst>
          </p:cNvPr>
          <p:cNvSpPr/>
          <p:nvPr/>
        </p:nvSpPr>
        <p:spPr>
          <a:xfrm>
            <a:off x="7864651" y="40278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88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9B9C7E1B-2136-45F7-869C-303A218959CC}"/>
              </a:ext>
            </a:extLst>
          </p:cNvPr>
          <p:cNvCxnSpPr>
            <a:cxnSpLocks/>
            <a:stCxn id="163" idx="5"/>
            <a:endCxn id="170" idx="1"/>
          </p:cNvCxnSpPr>
          <p:nvPr/>
        </p:nvCxnSpPr>
        <p:spPr>
          <a:xfrm>
            <a:off x="7775377" y="3794342"/>
            <a:ext cx="178548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lowchart: Connector 171">
            <a:extLst>
              <a:ext uri="{FF2B5EF4-FFF2-40B4-BE49-F238E27FC236}">
                <a16:creationId xmlns:a16="http://schemas.microsoft.com/office/drawing/2014/main" id="{4A4BF0AA-F080-4267-AA58-BCBBF8BE5540}"/>
              </a:ext>
            </a:extLst>
          </p:cNvPr>
          <p:cNvSpPr/>
          <p:nvPr/>
        </p:nvSpPr>
        <p:spPr>
          <a:xfrm>
            <a:off x="6060855" y="47759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5323118-BC10-40B3-8BAC-393B9BB1BD32}"/>
              </a:ext>
            </a:extLst>
          </p:cNvPr>
          <p:cNvCxnSpPr>
            <a:cxnSpLocks/>
            <a:stCxn id="168" idx="5"/>
            <a:endCxn id="174" idx="1"/>
          </p:cNvCxnSpPr>
          <p:nvPr/>
        </p:nvCxnSpPr>
        <p:spPr>
          <a:xfrm>
            <a:off x="7190781" y="4483116"/>
            <a:ext cx="230503" cy="309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Flowchart: Connector 173">
            <a:extLst>
              <a:ext uri="{FF2B5EF4-FFF2-40B4-BE49-F238E27FC236}">
                <a16:creationId xmlns:a16="http://schemas.microsoft.com/office/drawing/2014/main" id="{43182851-5DFC-44C6-8D61-78355A1AFC82}"/>
              </a:ext>
            </a:extLst>
          </p:cNvPr>
          <p:cNvSpPr/>
          <p:nvPr/>
        </p:nvSpPr>
        <p:spPr>
          <a:xfrm>
            <a:off x="7332010" y="4714616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62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57164656-5B90-49F5-AEBF-B12C5C38CD73}"/>
              </a:ext>
            </a:extLst>
          </p:cNvPr>
          <p:cNvCxnSpPr>
            <a:cxnSpLocks/>
            <a:stCxn id="174" idx="3"/>
            <a:endCxn id="176" idx="7"/>
          </p:cNvCxnSpPr>
          <p:nvPr/>
        </p:nvCxnSpPr>
        <p:spPr>
          <a:xfrm flipH="1">
            <a:off x="7320755" y="5169901"/>
            <a:ext cx="100529" cy="217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Flowchart: Connector 175">
            <a:extLst>
              <a:ext uri="{FF2B5EF4-FFF2-40B4-BE49-F238E27FC236}">
                <a16:creationId xmlns:a16="http://schemas.microsoft.com/office/drawing/2014/main" id="{BF8D5D22-D3F7-4D53-ACCC-3E6AF09EADF1}"/>
              </a:ext>
            </a:extLst>
          </p:cNvPr>
          <p:cNvSpPr/>
          <p:nvPr/>
        </p:nvSpPr>
        <p:spPr>
          <a:xfrm>
            <a:off x="6800429" y="5309331"/>
            <a:ext cx="609600" cy="533401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E3FBF03-1F70-4D63-819F-AF02C7E63804}"/>
              </a:ext>
            </a:extLst>
          </p:cNvPr>
          <p:cNvSpPr/>
          <p:nvPr/>
        </p:nvSpPr>
        <p:spPr>
          <a:xfrm>
            <a:off x="7848600" y="3145583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86" name="AutoShape 117">
            <a:extLst>
              <a:ext uri="{FF2B5EF4-FFF2-40B4-BE49-F238E27FC236}">
                <a16:creationId xmlns:a16="http://schemas.microsoft.com/office/drawing/2014/main" id="{423BAE6C-E30A-400C-BB7E-E7416894D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242" y="6010770"/>
            <a:ext cx="1391448" cy="340735"/>
          </a:xfrm>
          <a:prstGeom prst="roundRect">
            <a:avLst>
              <a:gd name="adj" fmla="val 468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40458C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/>
              <a:t>After insertion</a:t>
            </a:r>
          </a:p>
        </p:txBody>
      </p:sp>
    </p:spTree>
    <p:extLst>
      <p:ext uri="{BB962C8B-B14F-4D97-AF65-F5344CB8AC3E}">
        <p14:creationId xmlns:p14="http://schemas.microsoft.com/office/powerpoint/2010/main" val="2726101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 in an AVL Tree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3F3CD358-C0E6-4B83-BC2F-F9C553BF5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2" y="1371600"/>
            <a:ext cx="7924800" cy="533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Identifying the node at which height balance property is violated.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A152CB6-FBAD-4C58-861E-937E6D50E8B5}"/>
              </a:ext>
            </a:extLst>
          </p:cNvPr>
          <p:cNvSpPr/>
          <p:nvPr/>
        </p:nvSpPr>
        <p:spPr>
          <a:xfrm>
            <a:off x="2346149" y="321015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322F366-037B-46F4-9ABD-C69E8EE9857E}"/>
              </a:ext>
            </a:extLst>
          </p:cNvPr>
          <p:cNvSpPr/>
          <p:nvPr/>
        </p:nvSpPr>
        <p:spPr>
          <a:xfrm>
            <a:off x="3530204" y="23622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44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87FC5C-CAC1-4281-81FB-6C1E947508E9}"/>
              </a:ext>
            </a:extLst>
          </p:cNvPr>
          <p:cNvCxnSpPr>
            <a:cxnSpLocks/>
            <a:stCxn id="7" idx="3"/>
            <a:endCxn id="6" idx="7"/>
          </p:cNvCxnSpPr>
          <p:nvPr/>
        </p:nvCxnSpPr>
        <p:spPr>
          <a:xfrm flipH="1">
            <a:off x="2866475" y="2817485"/>
            <a:ext cx="753003" cy="470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5328BE8-6150-44A3-AEB2-74DD3A8C020C}"/>
              </a:ext>
            </a:extLst>
          </p:cNvPr>
          <p:cNvSpPr/>
          <p:nvPr/>
        </p:nvSpPr>
        <p:spPr>
          <a:xfrm>
            <a:off x="4724400" y="3110457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CE7999-2200-4AC6-AE0B-0DC63747C78C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4050530" y="2817485"/>
            <a:ext cx="763144" cy="37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B790D0-89B3-47D7-87F2-851227D3DCFD}"/>
              </a:ext>
            </a:extLst>
          </p:cNvPr>
          <p:cNvCxnSpPr>
            <a:cxnSpLocks/>
            <a:stCxn id="14" idx="3"/>
            <a:endCxn id="18" idx="7"/>
          </p:cNvCxnSpPr>
          <p:nvPr/>
        </p:nvCxnSpPr>
        <p:spPr>
          <a:xfrm flipH="1">
            <a:off x="4050530" y="4254516"/>
            <a:ext cx="178548" cy="37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102AB0F-A747-4C8C-A5FC-3031E599E8FB}"/>
              </a:ext>
            </a:extLst>
          </p:cNvPr>
          <p:cNvSpPr/>
          <p:nvPr/>
        </p:nvSpPr>
        <p:spPr>
          <a:xfrm>
            <a:off x="3067007" y="387734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CEA7FB-74AB-4D1A-8C73-761447CE7799}"/>
              </a:ext>
            </a:extLst>
          </p:cNvPr>
          <p:cNvCxnSpPr>
            <a:cxnSpLocks/>
            <a:stCxn id="6" idx="5"/>
            <a:endCxn id="12" idx="1"/>
          </p:cNvCxnSpPr>
          <p:nvPr/>
        </p:nvCxnSpPr>
        <p:spPr>
          <a:xfrm>
            <a:off x="2866475" y="3665441"/>
            <a:ext cx="289806" cy="29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529E237D-248A-44B6-8C37-6605B0CDD87B}"/>
              </a:ext>
            </a:extLst>
          </p:cNvPr>
          <p:cNvSpPr/>
          <p:nvPr/>
        </p:nvSpPr>
        <p:spPr>
          <a:xfrm>
            <a:off x="4139804" y="3799231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FEBBC6-D597-429A-85EB-FF1EB997213F}"/>
              </a:ext>
            </a:extLst>
          </p:cNvPr>
          <p:cNvCxnSpPr>
            <a:cxnSpLocks/>
            <a:stCxn id="9" idx="3"/>
            <a:endCxn id="14" idx="7"/>
          </p:cNvCxnSpPr>
          <p:nvPr/>
        </p:nvCxnSpPr>
        <p:spPr>
          <a:xfrm flipH="1">
            <a:off x="4660130" y="3565742"/>
            <a:ext cx="153544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0E0C8CF-B019-43C0-ADC6-31E4C3A2F9DB}"/>
              </a:ext>
            </a:extLst>
          </p:cNvPr>
          <p:cNvSpPr/>
          <p:nvPr/>
        </p:nvSpPr>
        <p:spPr>
          <a:xfrm>
            <a:off x="5334000" y="37992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88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ACC276-C910-4DFB-BBC9-E0CA3B2C069E}"/>
              </a:ext>
            </a:extLst>
          </p:cNvPr>
          <p:cNvCxnSpPr>
            <a:cxnSpLocks/>
            <a:stCxn id="9" idx="5"/>
            <a:endCxn id="16" idx="1"/>
          </p:cNvCxnSpPr>
          <p:nvPr/>
        </p:nvCxnSpPr>
        <p:spPr>
          <a:xfrm>
            <a:off x="5244726" y="3565742"/>
            <a:ext cx="178548" cy="311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EE53117-C940-4762-9894-894F719EFFB2}"/>
              </a:ext>
            </a:extLst>
          </p:cNvPr>
          <p:cNvSpPr/>
          <p:nvPr/>
        </p:nvSpPr>
        <p:spPr>
          <a:xfrm>
            <a:off x="3530204" y="45473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95C411-5B39-48A9-BC68-34DB273A7527}"/>
              </a:ext>
            </a:extLst>
          </p:cNvPr>
          <p:cNvCxnSpPr>
            <a:cxnSpLocks/>
            <a:stCxn id="14" idx="5"/>
            <a:endCxn id="20" idx="1"/>
          </p:cNvCxnSpPr>
          <p:nvPr/>
        </p:nvCxnSpPr>
        <p:spPr>
          <a:xfrm>
            <a:off x="4660130" y="4254516"/>
            <a:ext cx="230503" cy="309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D646380A-27C6-4109-8C0C-93F17C5F5B1C}"/>
              </a:ext>
            </a:extLst>
          </p:cNvPr>
          <p:cNvSpPr/>
          <p:nvPr/>
        </p:nvSpPr>
        <p:spPr>
          <a:xfrm>
            <a:off x="4801359" y="4486016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4A312C-EC64-449F-A487-7108DB439A4C}"/>
              </a:ext>
            </a:extLst>
          </p:cNvPr>
          <p:cNvCxnSpPr>
            <a:cxnSpLocks/>
            <a:stCxn id="20" idx="3"/>
            <a:endCxn id="22" idx="7"/>
          </p:cNvCxnSpPr>
          <p:nvPr/>
        </p:nvCxnSpPr>
        <p:spPr>
          <a:xfrm flipH="1">
            <a:off x="4790104" y="4941301"/>
            <a:ext cx="100529" cy="217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529BFF27-4683-4F7B-98AA-5E4B63E87B63}"/>
              </a:ext>
            </a:extLst>
          </p:cNvPr>
          <p:cNvSpPr/>
          <p:nvPr/>
        </p:nvSpPr>
        <p:spPr>
          <a:xfrm>
            <a:off x="4269778" y="5080731"/>
            <a:ext cx="609600" cy="533401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7C6BB5-D9B2-46B5-9E9C-509775EF6862}"/>
              </a:ext>
            </a:extLst>
          </p:cNvPr>
          <p:cNvSpPr/>
          <p:nvPr/>
        </p:nvSpPr>
        <p:spPr>
          <a:xfrm>
            <a:off x="5317949" y="2916983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7445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8A4B801-CB85-4BAE-831E-6F98DA5829AD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85344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17779952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85901122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158282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LL Rotation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Inserted Node is in the Left Sub Tree of Left Sub Tree of Node (B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54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RR Rotation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Inserted Node is in the Right Sub Tree of Right Sub Tree of Node (B -2)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9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LR Rotation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Inserted Node is in the Right Sub Tree of Left Sub Tree of Node (B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2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RL Rotation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Inserted Node is in the Left Sub Tree of Right Sub Tree of Node (B -2)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961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B1EB24F-C24F-5AE9-DB1D-2874753DD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97625"/>
            <a:ext cx="6262688" cy="268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90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2386597" y="314153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5"/>
            <a:endCxn id="32" idx="0"/>
          </p:cNvCxnSpPr>
          <p:nvPr/>
        </p:nvCxnSpPr>
        <p:spPr>
          <a:xfrm>
            <a:off x="2906923" y="3596823"/>
            <a:ext cx="569192" cy="532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966614" y="3596823"/>
            <a:ext cx="509257" cy="276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081136" y="4129195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1446288" y="379495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 flipH="1">
            <a:off x="1123440" y="4250240"/>
            <a:ext cx="412122" cy="42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19626" y="4672193"/>
            <a:ext cx="607628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5"/>
            <a:endCxn id="41" idx="0"/>
          </p:cNvCxnSpPr>
          <p:nvPr/>
        </p:nvCxnSpPr>
        <p:spPr>
          <a:xfrm>
            <a:off x="1966614" y="4250240"/>
            <a:ext cx="495976" cy="431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2157790" y="4681281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152400" y="4794073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h+1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808352" y="4783640"/>
            <a:ext cx="387200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8"/>
            <a:ext cx="8748036" cy="1334817"/>
          </a:xfrm>
        </p:spPr>
        <p:txBody>
          <a:bodyPr>
            <a:normAutofit/>
          </a:bodyPr>
          <a:lstStyle/>
          <a:p>
            <a:pPr marL="0" indent="0"/>
            <a:r>
              <a:rPr lang="en-US" sz="1400" b="1" dirty="0"/>
              <a:t>Case 1 </a:t>
            </a:r>
            <a:r>
              <a:rPr lang="en-US" sz="1400" dirty="0"/>
              <a:t>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LL Rotation - Inserted Node is in the Left Sub Tree of Left Sub Tree of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Left (A) &lt;- Right (B)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Right (B) &lt;- A</a:t>
            </a:r>
            <a:endParaRPr lang="en-US" sz="1600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BA602BE-82B5-4E1E-8DF4-CD77409DE93D}"/>
              </a:ext>
            </a:extLst>
          </p:cNvPr>
          <p:cNvSpPr/>
          <p:nvPr/>
        </p:nvSpPr>
        <p:spPr>
          <a:xfrm>
            <a:off x="7577142" y="373494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0549FE-0C09-401C-8011-0FF978F360E9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8097468" y="4190231"/>
            <a:ext cx="384610" cy="23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DB77D6-0FE4-407D-BE04-901690DA2E5C}"/>
              </a:ext>
            </a:extLst>
          </p:cNvPr>
          <p:cNvCxnSpPr>
            <a:cxnSpLocks/>
            <a:stCxn id="46" idx="5"/>
            <a:endCxn id="42" idx="1"/>
          </p:cNvCxnSpPr>
          <p:nvPr/>
        </p:nvCxnSpPr>
        <p:spPr>
          <a:xfrm>
            <a:off x="6997326" y="3235777"/>
            <a:ext cx="669090" cy="57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5569023-B7B4-423D-A29B-9F9213E1584E}"/>
              </a:ext>
            </a:extLst>
          </p:cNvPr>
          <p:cNvSpPr/>
          <p:nvPr/>
        </p:nvSpPr>
        <p:spPr>
          <a:xfrm>
            <a:off x="8097469" y="4426255"/>
            <a:ext cx="769218" cy="7694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6B94936-BEF6-4316-A28F-C3F98AD09887}"/>
              </a:ext>
            </a:extLst>
          </p:cNvPr>
          <p:cNvSpPr/>
          <p:nvPr/>
        </p:nvSpPr>
        <p:spPr>
          <a:xfrm>
            <a:off x="6477000" y="278049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110239-9DA0-4C54-A720-8E5666E3E8EA}"/>
              </a:ext>
            </a:extLst>
          </p:cNvPr>
          <p:cNvCxnSpPr>
            <a:cxnSpLocks/>
            <a:stCxn id="46" idx="3"/>
            <a:endCxn id="51" idx="0"/>
          </p:cNvCxnSpPr>
          <p:nvPr/>
        </p:nvCxnSpPr>
        <p:spPr>
          <a:xfrm flipH="1">
            <a:off x="5939147" y="3235777"/>
            <a:ext cx="627127" cy="119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74B7EA-B0CA-49C1-8099-522BAAD500E7}"/>
              </a:ext>
            </a:extLst>
          </p:cNvPr>
          <p:cNvSpPr/>
          <p:nvPr/>
        </p:nvSpPr>
        <p:spPr>
          <a:xfrm>
            <a:off x="5635333" y="4426255"/>
            <a:ext cx="607628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B75909-D7F1-40C8-A1E5-0B8EEB9FC21A}"/>
              </a:ext>
            </a:extLst>
          </p:cNvPr>
          <p:cNvCxnSpPr>
            <a:cxnSpLocks/>
            <a:stCxn id="42" idx="3"/>
            <a:endCxn id="53" idx="0"/>
          </p:cNvCxnSpPr>
          <p:nvPr/>
        </p:nvCxnSpPr>
        <p:spPr>
          <a:xfrm flipH="1">
            <a:off x="7443231" y="4190231"/>
            <a:ext cx="223185" cy="35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D6F263D3-86DC-4FD6-AC98-1E0320A8F25F}"/>
              </a:ext>
            </a:extLst>
          </p:cNvPr>
          <p:cNvSpPr/>
          <p:nvPr/>
        </p:nvSpPr>
        <p:spPr>
          <a:xfrm>
            <a:off x="7138431" y="4541918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E1A4C-9779-4A13-ACF5-7C456B59D0E2}"/>
              </a:ext>
            </a:extLst>
          </p:cNvPr>
          <p:cNvSpPr/>
          <p:nvPr/>
        </p:nvSpPr>
        <p:spPr>
          <a:xfrm>
            <a:off x="5013657" y="4672193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h+1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53F17-0365-4E64-B71F-A271E84F3185}"/>
              </a:ext>
            </a:extLst>
          </p:cNvPr>
          <p:cNvSpPr/>
          <p:nvPr/>
        </p:nvSpPr>
        <p:spPr>
          <a:xfrm>
            <a:off x="6582227" y="4659302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3794955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3657600" y="42672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A87642-849B-44AD-B0C9-ED86CD314FCD}"/>
              </a:ext>
            </a:extLst>
          </p:cNvPr>
          <p:cNvSpPr/>
          <p:nvPr/>
        </p:nvSpPr>
        <p:spPr>
          <a:xfrm>
            <a:off x="8686800" y="45870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306C2E-AB74-4927-B124-612E29B49432}"/>
              </a:ext>
            </a:extLst>
          </p:cNvPr>
          <p:cNvSpPr/>
          <p:nvPr/>
        </p:nvSpPr>
        <p:spPr>
          <a:xfrm>
            <a:off x="3038700" y="3007177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512463-0064-45AE-AF9E-4C3D823817F7}"/>
              </a:ext>
            </a:extLst>
          </p:cNvPr>
          <p:cNvSpPr/>
          <p:nvPr/>
        </p:nvSpPr>
        <p:spPr>
          <a:xfrm>
            <a:off x="1219200" y="3657600"/>
            <a:ext cx="228600" cy="228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1121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585952" y="294571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3"/>
            <a:endCxn id="32" idx="0"/>
          </p:cNvCxnSpPr>
          <p:nvPr/>
        </p:nvCxnSpPr>
        <p:spPr>
          <a:xfrm flipH="1">
            <a:off x="862617" y="3400996"/>
            <a:ext cx="812609" cy="659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5"/>
            <a:endCxn id="33" idx="1"/>
          </p:cNvCxnSpPr>
          <p:nvPr/>
        </p:nvCxnSpPr>
        <p:spPr>
          <a:xfrm>
            <a:off x="2106278" y="3400996"/>
            <a:ext cx="445586" cy="286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467638" y="4060374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AL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2462590" y="360902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5"/>
            <a:endCxn id="39" idx="0"/>
          </p:cNvCxnSpPr>
          <p:nvPr/>
        </p:nvCxnSpPr>
        <p:spPr>
          <a:xfrm>
            <a:off x="2982916" y="4064312"/>
            <a:ext cx="357776" cy="226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3027129" y="4291193"/>
            <a:ext cx="627126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3"/>
            <a:endCxn id="41" idx="0"/>
          </p:cNvCxnSpPr>
          <p:nvPr/>
        </p:nvCxnSpPr>
        <p:spPr>
          <a:xfrm flipH="1">
            <a:off x="2270593" y="4064312"/>
            <a:ext cx="281271" cy="27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965793" y="4343862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3547146" y="4563444"/>
            <a:ext cx="53816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h+1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642479" y="4477278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2" y="1371599"/>
            <a:ext cx="7924800" cy="1127808"/>
          </a:xfrm>
        </p:spPr>
        <p:txBody>
          <a:bodyPr>
            <a:normAutofit fontScale="77500" lnSpcReduction="20000"/>
          </a:bodyPr>
          <a:lstStyle/>
          <a:p>
            <a:pPr marL="0" indent="0"/>
            <a:r>
              <a:rPr lang="en-US" sz="2000" b="1" dirty="0"/>
              <a:t>Case 2 </a:t>
            </a:r>
            <a:r>
              <a:rPr lang="en-US" sz="2000" dirty="0"/>
              <a:t>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RR Rotation - Inserted Node is in the Right Sub Tree of Right Sub Tree of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Right (A) &lt;- Left (B)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Left (B) &lt;- 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3879563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285226" y="4123208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AE92D5F1-16AD-4643-95B0-BC884E3DFD6C}"/>
              </a:ext>
            </a:extLst>
          </p:cNvPr>
          <p:cNvSpPr/>
          <p:nvPr/>
        </p:nvSpPr>
        <p:spPr>
          <a:xfrm>
            <a:off x="6193868" y="346398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4DE8ABA-4A3A-4908-9DED-45021B6A4D4D}"/>
              </a:ext>
            </a:extLst>
          </p:cNvPr>
          <p:cNvCxnSpPr>
            <a:cxnSpLocks/>
            <a:stCxn id="57" idx="3"/>
            <a:endCxn id="60" idx="0"/>
          </p:cNvCxnSpPr>
          <p:nvPr/>
        </p:nvCxnSpPr>
        <p:spPr>
          <a:xfrm flipH="1">
            <a:off x="5845109" y="3919270"/>
            <a:ext cx="438033" cy="251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F24C690-37FF-4806-9B9C-9AACD6F5D02A}"/>
              </a:ext>
            </a:extLst>
          </p:cNvPr>
          <p:cNvCxnSpPr>
            <a:cxnSpLocks/>
            <a:stCxn id="61" idx="3"/>
            <a:endCxn id="57" idx="7"/>
          </p:cNvCxnSpPr>
          <p:nvPr/>
        </p:nvCxnSpPr>
        <p:spPr>
          <a:xfrm flipH="1">
            <a:off x="6714194" y="3005578"/>
            <a:ext cx="604636" cy="536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7A1C8F4E-1F86-4A3B-B4B8-B17C3D3AB10C}"/>
              </a:ext>
            </a:extLst>
          </p:cNvPr>
          <p:cNvSpPr/>
          <p:nvPr/>
        </p:nvSpPr>
        <p:spPr>
          <a:xfrm>
            <a:off x="5450130" y="4171071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AL</a:t>
            </a:r>
            <a:endParaRPr lang="en-US" sz="1400" dirty="0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FDC31F59-B393-48FF-B0E8-95EC148E7A6E}"/>
              </a:ext>
            </a:extLst>
          </p:cNvPr>
          <p:cNvSpPr/>
          <p:nvPr/>
        </p:nvSpPr>
        <p:spPr>
          <a:xfrm>
            <a:off x="7229556" y="255029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8FF5FB2-D500-429F-952E-4740395591FC}"/>
              </a:ext>
            </a:extLst>
          </p:cNvPr>
          <p:cNvCxnSpPr>
            <a:cxnSpLocks/>
            <a:stCxn id="61" idx="5"/>
            <a:endCxn id="63" idx="0"/>
          </p:cNvCxnSpPr>
          <p:nvPr/>
        </p:nvCxnSpPr>
        <p:spPr>
          <a:xfrm>
            <a:off x="7749882" y="3005578"/>
            <a:ext cx="735274" cy="10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38E3B127-C435-443C-AC96-12CFCE58187B}"/>
              </a:ext>
            </a:extLst>
          </p:cNvPr>
          <p:cNvSpPr/>
          <p:nvPr/>
        </p:nvSpPr>
        <p:spPr>
          <a:xfrm>
            <a:off x="8171593" y="4038896"/>
            <a:ext cx="627126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BR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1C76A8B-8493-4FEE-9531-96AD73502747}"/>
              </a:ext>
            </a:extLst>
          </p:cNvPr>
          <p:cNvCxnSpPr>
            <a:cxnSpLocks/>
            <a:stCxn id="57" idx="5"/>
            <a:endCxn id="65" idx="0"/>
          </p:cNvCxnSpPr>
          <p:nvPr/>
        </p:nvCxnSpPr>
        <p:spPr>
          <a:xfrm>
            <a:off x="6714194" y="3919270"/>
            <a:ext cx="446626" cy="286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4A7DE7BA-7B8A-4626-A3DF-B75C40518A32}"/>
              </a:ext>
            </a:extLst>
          </p:cNvPr>
          <p:cNvSpPr/>
          <p:nvPr/>
        </p:nvSpPr>
        <p:spPr>
          <a:xfrm>
            <a:off x="6856020" y="4206010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F16EE8B-A939-4644-B645-1F48DD30B361}"/>
              </a:ext>
            </a:extLst>
          </p:cNvPr>
          <p:cNvSpPr/>
          <p:nvPr/>
        </p:nvSpPr>
        <p:spPr>
          <a:xfrm>
            <a:off x="7774371" y="4117011"/>
            <a:ext cx="53816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h+1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C33084D-97B2-42AB-ADB8-8CCB10A7FB83}"/>
              </a:ext>
            </a:extLst>
          </p:cNvPr>
          <p:cNvSpPr/>
          <p:nvPr/>
        </p:nvSpPr>
        <p:spPr>
          <a:xfrm>
            <a:off x="6548692" y="4377323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E5E0241-9470-47FA-9AA5-25CF8F0CF535}"/>
              </a:ext>
            </a:extLst>
          </p:cNvPr>
          <p:cNvSpPr/>
          <p:nvPr/>
        </p:nvSpPr>
        <p:spPr>
          <a:xfrm>
            <a:off x="5267718" y="4233905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D7D92A-C1A2-4A18-8CC8-B1BE708D3277}"/>
              </a:ext>
            </a:extLst>
          </p:cNvPr>
          <p:cNvSpPr/>
          <p:nvPr/>
        </p:nvSpPr>
        <p:spPr>
          <a:xfrm>
            <a:off x="3038700" y="343740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2A8237-EBF2-4353-B83E-27B651E7E30B}"/>
              </a:ext>
            </a:extLst>
          </p:cNvPr>
          <p:cNvSpPr/>
          <p:nvPr/>
        </p:nvSpPr>
        <p:spPr>
          <a:xfrm>
            <a:off x="2286000" y="290400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119863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716940" y="2494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2270593" y="2897416"/>
            <a:ext cx="553969" cy="23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329536" y="2950085"/>
            <a:ext cx="476678" cy="437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2429583" y="3137392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809210" y="33091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43" idx="3"/>
            <a:endCxn id="39" idx="0"/>
          </p:cNvCxnSpPr>
          <p:nvPr/>
        </p:nvCxnSpPr>
        <p:spPr>
          <a:xfrm flipH="1">
            <a:off x="1197393" y="4469519"/>
            <a:ext cx="329012" cy="355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83830" y="4824593"/>
            <a:ext cx="627126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3"/>
            <a:endCxn id="41" idx="0"/>
          </p:cNvCxnSpPr>
          <p:nvPr/>
        </p:nvCxnSpPr>
        <p:spPr>
          <a:xfrm flipH="1">
            <a:off x="426358" y="3764398"/>
            <a:ext cx="472126" cy="433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21558" y="41975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418810" y="5056241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8632777" cy="790194"/>
          </a:xfrm>
        </p:spPr>
        <p:txBody>
          <a:bodyPr>
            <a:normAutofit fontScale="85000" lnSpcReduction="10000"/>
          </a:bodyPr>
          <a:lstStyle/>
          <a:p>
            <a:pPr marL="0" indent="0"/>
            <a:r>
              <a:rPr lang="en-US" sz="2000" b="1" dirty="0"/>
              <a:t>Case 3 (i) </a:t>
            </a:r>
            <a:r>
              <a:rPr lang="en-US" sz="2000" dirty="0"/>
              <a:t>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LR Rotation </a:t>
            </a:r>
            <a:r>
              <a:rPr lang="en-US" sz="2000" dirty="0"/>
              <a:t>- Inserted Node is in the Right Sub Tree of Left Sub Tree of Node</a:t>
            </a:r>
            <a:endParaRPr lang="en-US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3745955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3097092" y="3355217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0AE954-9046-48B7-9CA2-FBFA4055B85D}"/>
              </a:ext>
            </a:extLst>
          </p:cNvPr>
          <p:cNvSpPr/>
          <p:nvPr/>
        </p:nvSpPr>
        <p:spPr>
          <a:xfrm>
            <a:off x="1437131" y="401423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6496C4-50F5-41C4-830B-0BF0A61E247D}"/>
              </a:ext>
            </a:extLst>
          </p:cNvPr>
          <p:cNvCxnSpPr>
            <a:cxnSpLocks/>
            <a:stCxn id="43" idx="5"/>
            <a:endCxn id="49" idx="0"/>
          </p:cNvCxnSpPr>
          <p:nvPr/>
        </p:nvCxnSpPr>
        <p:spPr>
          <a:xfrm>
            <a:off x="1957457" y="4469519"/>
            <a:ext cx="473384" cy="39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E1FEBEA-E86E-4149-AF61-230BB24B6600}"/>
              </a:ext>
            </a:extLst>
          </p:cNvPr>
          <p:cNvSpPr/>
          <p:nvPr/>
        </p:nvSpPr>
        <p:spPr>
          <a:xfrm>
            <a:off x="2035862" y="4868194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A25BF8-9E0C-4C96-A7E9-A5C81A0C4287}"/>
              </a:ext>
            </a:extLst>
          </p:cNvPr>
          <p:cNvCxnSpPr>
            <a:cxnSpLocks/>
            <a:stCxn id="33" idx="5"/>
            <a:endCxn id="43" idx="1"/>
          </p:cNvCxnSpPr>
          <p:nvPr/>
        </p:nvCxnSpPr>
        <p:spPr>
          <a:xfrm>
            <a:off x="1329536" y="3764398"/>
            <a:ext cx="196869" cy="32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14FC540-16B6-4EF6-885B-83615DCF943F}"/>
              </a:ext>
            </a:extLst>
          </p:cNvPr>
          <p:cNvSpPr/>
          <p:nvPr/>
        </p:nvSpPr>
        <p:spPr>
          <a:xfrm>
            <a:off x="2667000" y="5056400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276A-4113-4A3A-A2AE-5D6843655781}"/>
              </a:ext>
            </a:extLst>
          </p:cNvPr>
          <p:cNvSpPr/>
          <p:nvPr/>
        </p:nvSpPr>
        <p:spPr>
          <a:xfrm>
            <a:off x="611339" y="4294400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02FCE07-9C8C-4884-80A9-4D6D2F68313D}"/>
              </a:ext>
            </a:extLst>
          </p:cNvPr>
          <p:cNvSpPr/>
          <p:nvPr/>
        </p:nvSpPr>
        <p:spPr>
          <a:xfrm>
            <a:off x="7563891" y="312355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763C35E-3BCD-4542-A46F-CDAE1FE40D5E}"/>
              </a:ext>
            </a:extLst>
          </p:cNvPr>
          <p:cNvCxnSpPr>
            <a:cxnSpLocks/>
            <a:stCxn id="55" idx="5"/>
            <a:endCxn id="72" idx="0"/>
          </p:cNvCxnSpPr>
          <p:nvPr/>
        </p:nvCxnSpPr>
        <p:spPr>
          <a:xfrm>
            <a:off x="8084217" y="3578839"/>
            <a:ext cx="450222" cy="4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0EDD5F-04E4-43FD-B9C8-F35285237CDD}"/>
              </a:ext>
            </a:extLst>
          </p:cNvPr>
          <p:cNvCxnSpPr>
            <a:cxnSpLocks/>
            <a:stCxn id="80" idx="5"/>
            <a:endCxn id="55" idx="1"/>
          </p:cNvCxnSpPr>
          <p:nvPr/>
        </p:nvCxnSpPr>
        <p:spPr>
          <a:xfrm>
            <a:off x="7195112" y="2678525"/>
            <a:ext cx="458053" cy="52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DF9A5EB-3014-40BD-8E9A-6B95641E44DC}"/>
              </a:ext>
            </a:extLst>
          </p:cNvPr>
          <p:cNvSpPr/>
          <p:nvPr/>
        </p:nvSpPr>
        <p:spPr>
          <a:xfrm>
            <a:off x="8139460" y="3983876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B96B98F0-FF14-4DB3-ADCF-DFBBC523767B}"/>
              </a:ext>
            </a:extLst>
          </p:cNvPr>
          <p:cNvSpPr/>
          <p:nvPr/>
        </p:nvSpPr>
        <p:spPr>
          <a:xfrm>
            <a:off x="5743407" y="320427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21475B-7663-4FFB-BD97-F3C870803130}"/>
              </a:ext>
            </a:extLst>
          </p:cNvPr>
          <p:cNvCxnSpPr>
            <a:cxnSpLocks/>
            <a:stCxn id="73" idx="5"/>
            <a:endCxn id="75" idx="0"/>
          </p:cNvCxnSpPr>
          <p:nvPr/>
        </p:nvCxnSpPr>
        <p:spPr>
          <a:xfrm>
            <a:off x="6263733" y="3659556"/>
            <a:ext cx="255052" cy="26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77732AD-6DD1-4FBF-BF20-5A41E41D754E}"/>
              </a:ext>
            </a:extLst>
          </p:cNvPr>
          <p:cNvSpPr/>
          <p:nvPr/>
        </p:nvSpPr>
        <p:spPr>
          <a:xfrm>
            <a:off x="6205222" y="3924538"/>
            <a:ext cx="627126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05ECB-4837-4B52-A937-BFDB42BF9030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5547295" y="3659556"/>
            <a:ext cx="285386" cy="43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54B227DD-D867-473C-B36A-979FF9DCAB9C}"/>
              </a:ext>
            </a:extLst>
          </p:cNvPr>
          <p:cNvSpPr/>
          <p:nvPr/>
        </p:nvSpPr>
        <p:spPr>
          <a:xfrm>
            <a:off x="5242495" y="40921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C4E5AD0-031B-4411-AB77-329F27A7E766}"/>
              </a:ext>
            </a:extLst>
          </p:cNvPr>
          <p:cNvSpPr/>
          <p:nvPr/>
        </p:nvSpPr>
        <p:spPr>
          <a:xfrm>
            <a:off x="6704109" y="4090809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85345D-7C68-4D16-B0CD-59F6D0954D6D}"/>
              </a:ext>
            </a:extLst>
          </p:cNvPr>
          <p:cNvSpPr/>
          <p:nvPr/>
        </p:nvSpPr>
        <p:spPr>
          <a:xfrm>
            <a:off x="8751429" y="4086771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245D770-BAD3-45AD-8790-096ADF63494D}"/>
              </a:ext>
            </a:extLst>
          </p:cNvPr>
          <p:cNvSpPr/>
          <p:nvPr/>
        </p:nvSpPr>
        <p:spPr>
          <a:xfrm>
            <a:off x="6674786" y="22232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CE77DB-2C95-4D36-B4C8-8C074B1262FD}"/>
              </a:ext>
            </a:extLst>
          </p:cNvPr>
          <p:cNvCxnSpPr>
            <a:cxnSpLocks/>
            <a:stCxn id="55" idx="3"/>
            <a:endCxn id="82" idx="0"/>
          </p:cNvCxnSpPr>
          <p:nvPr/>
        </p:nvCxnSpPr>
        <p:spPr>
          <a:xfrm flipH="1">
            <a:off x="7431524" y="3578839"/>
            <a:ext cx="221641" cy="46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062E0188-C542-4A19-8386-A35E36E5F7F0}"/>
              </a:ext>
            </a:extLst>
          </p:cNvPr>
          <p:cNvSpPr/>
          <p:nvPr/>
        </p:nvSpPr>
        <p:spPr>
          <a:xfrm>
            <a:off x="7036545" y="4042383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2995CC-2A6C-4F22-87F0-EDBFF4139BBA}"/>
              </a:ext>
            </a:extLst>
          </p:cNvPr>
          <p:cNvCxnSpPr>
            <a:cxnSpLocks/>
            <a:endCxn id="73" idx="7"/>
          </p:cNvCxnSpPr>
          <p:nvPr/>
        </p:nvCxnSpPr>
        <p:spPr>
          <a:xfrm flipH="1">
            <a:off x="6263733" y="2675546"/>
            <a:ext cx="440376" cy="60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CE285A8-24F8-4663-937A-292DAA732460}"/>
              </a:ext>
            </a:extLst>
          </p:cNvPr>
          <p:cNvSpPr/>
          <p:nvPr/>
        </p:nvSpPr>
        <p:spPr>
          <a:xfrm>
            <a:off x="7635031" y="4156186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5FFCC3-2354-4DF1-92E5-FB42FB7DFE63}"/>
              </a:ext>
            </a:extLst>
          </p:cNvPr>
          <p:cNvSpPr/>
          <p:nvPr/>
        </p:nvSpPr>
        <p:spPr>
          <a:xfrm>
            <a:off x="5732276" y="4189000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42193A59-17B9-48F4-96CB-5C8401555033}"/>
              </a:ext>
            </a:extLst>
          </p:cNvPr>
          <p:cNvSpPr txBox="1">
            <a:spLocks/>
          </p:cNvSpPr>
          <p:nvPr/>
        </p:nvSpPr>
        <p:spPr>
          <a:xfrm>
            <a:off x="5481624" y="5562006"/>
            <a:ext cx="3052776" cy="9149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dirty="0"/>
              <a:t>Right (B) &lt;- Left 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(A) &lt;- Right(C)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(C) &lt;- B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Right (C) &lt;- A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dirty="0"/>
          </a:p>
          <a:p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3C305F-6ABE-4827-BA46-0A1744308CCC}"/>
              </a:ext>
            </a:extLst>
          </p:cNvPr>
          <p:cNvSpPr/>
          <p:nvPr/>
        </p:nvSpPr>
        <p:spPr>
          <a:xfrm>
            <a:off x="2133438" y="4121926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9A0409-D0B6-46F9-BB7F-72A2613CB6E4}"/>
              </a:ext>
            </a:extLst>
          </p:cNvPr>
          <p:cNvSpPr/>
          <p:nvPr/>
        </p:nvSpPr>
        <p:spPr>
          <a:xfrm>
            <a:off x="480424" y="3093854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4F99AF-7DD7-412E-92E5-99449BAF35BB}"/>
              </a:ext>
            </a:extLst>
          </p:cNvPr>
          <p:cNvSpPr/>
          <p:nvPr/>
        </p:nvSpPr>
        <p:spPr>
          <a:xfrm>
            <a:off x="1318624" y="23894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89942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716940" y="2571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2270593" y="2973616"/>
            <a:ext cx="553969" cy="23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329536" y="3026285"/>
            <a:ext cx="476678" cy="437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2429583" y="3213592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809210" y="33853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43" idx="3"/>
            <a:endCxn id="39" idx="0"/>
          </p:cNvCxnSpPr>
          <p:nvPr/>
        </p:nvCxnSpPr>
        <p:spPr>
          <a:xfrm flipH="1">
            <a:off x="1197393" y="4545719"/>
            <a:ext cx="329012" cy="355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83830" y="4900793"/>
            <a:ext cx="627126" cy="89040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3"/>
            <a:endCxn id="41" idx="0"/>
          </p:cNvCxnSpPr>
          <p:nvPr/>
        </p:nvCxnSpPr>
        <p:spPr>
          <a:xfrm flipH="1">
            <a:off x="426358" y="3840598"/>
            <a:ext cx="472126" cy="433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21558" y="42737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2634930" y="5098187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8810765" cy="727088"/>
          </a:xfrm>
        </p:spPr>
        <p:txBody>
          <a:bodyPr>
            <a:normAutofit/>
          </a:bodyPr>
          <a:lstStyle/>
          <a:p>
            <a:pPr marL="0" indent="0"/>
            <a:r>
              <a:rPr lang="en-US" sz="1400" b="1" dirty="0"/>
              <a:t>Case 3 (ii) </a:t>
            </a:r>
            <a:r>
              <a:rPr lang="en-US" sz="1400" dirty="0"/>
              <a:t>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LR Rotation </a:t>
            </a:r>
            <a:r>
              <a:rPr lang="en-US" sz="1400" dirty="0"/>
              <a:t>- Inserted Node is in the Right Sub Tree of Left Sub Tree of Node</a:t>
            </a:r>
            <a:endParaRPr lang="en-US" sz="1600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3822155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3097092" y="3431417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0AE954-9046-48B7-9CA2-FBFA4055B85D}"/>
              </a:ext>
            </a:extLst>
          </p:cNvPr>
          <p:cNvSpPr/>
          <p:nvPr/>
        </p:nvSpPr>
        <p:spPr>
          <a:xfrm>
            <a:off x="1437131" y="409043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6496C4-50F5-41C4-830B-0BF0A61E247D}"/>
              </a:ext>
            </a:extLst>
          </p:cNvPr>
          <p:cNvCxnSpPr>
            <a:cxnSpLocks/>
            <a:stCxn id="43" idx="5"/>
            <a:endCxn id="49" idx="0"/>
          </p:cNvCxnSpPr>
          <p:nvPr/>
        </p:nvCxnSpPr>
        <p:spPr>
          <a:xfrm>
            <a:off x="1957457" y="4545719"/>
            <a:ext cx="473384" cy="39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E1FEBEA-E86E-4149-AF61-230BB24B6600}"/>
              </a:ext>
            </a:extLst>
          </p:cNvPr>
          <p:cNvSpPr/>
          <p:nvPr/>
        </p:nvSpPr>
        <p:spPr>
          <a:xfrm>
            <a:off x="2035862" y="4944394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A25BF8-9E0C-4C96-A7E9-A5C81A0C4287}"/>
              </a:ext>
            </a:extLst>
          </p:cNvPr>
          <p:cNvCxnSpPr>
            <a:cxnSpLocks/>
            <a:stCxn id="33" idx="5"/>
            <a:endCxn id="43" idx="1"/>
          </p:cNvCxnSpPr>
          <p:nvPr/>
        </p:nvCxnSpPr>
        <p:spPr>
          <a:xfrm>
            <a:off x="1329536" y="3840598"/>
            <a:ext cx="196869" cy="32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14FC540-16B6-4EF6-885B-83615DCF943F}"/>
              </a:ext>
            </a:extLst>
          </p:cNvPr>
          <p:cNvSpPr/>
          <p:nvPr/>
        </p:nvSpPr>
        <p:spPr>
          <a:xfrm>
            <a:off x="1427970" y="5132441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276A-4113-4A3A-A2AE-5D6843655781}"/>
              </a:ext>
            </a:extLst>
          </p:cNvPr>
          <p:cNvSpPr/>
          <p:nvPr/>
        </p:nvSpPr>
        <p:spPr>
          <a:xfrm>
            <a:off x="611339" y="4370600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02FCE07-9C8C-4884-80A9-4D6D2F68313D}"/>
              </a:ext>
            </a:extLst>
          </p:cNvPr>
          <p:cNvSpPr/>
          <p:nvPr/>
        </p:nvSpPr>
        <p:spPr>
          <a:xfrm>
            <a:off x="7563891" y="319975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763C35E-3BCD-4542-A46F-CDAE1FE40D5E}"/>
              </a:ext>
            </a:extLst>
          </p:cNvPr>
          <p:cNvCxnSpPr>
            <a:cxnSpLocks/>
            <a:stCxn id="55" idx="5"/>
            <a:endCxn id="72" idx="0"/>
          </p:cNvCxnSpPr>
          <p:nvPr/>
        </p:nvCxnSpPr>
        <p:spPr>
          <a:xfrm>
            <a:off x="8084217" y="3655039"/>
            <a:ext cx="450222" cy="4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0EDD5F-04E4-43FD-B9C8-F35285237CDD}"/>
              </a:ext>
            </a:extLst>
          </p:cNvPr>
          <p:cNvCxnSpPr>
            <a:cxnSpLocks/>
            <a:stCxn id="80" idx="5"/>
            <a:endCxn id="55" idx="1"/>
          </p:cNvCxnSpPr>
          <p:nvPr/>
        </p:nvCxnSpPr>
        <p:spPr>
          <a:xfrm>
            <a:off x="7195112" y="2754725"/>
            <a:ext cx="458053" cy="52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DF9A5EB-3014-40BD-8E9A-6B95641E44DC}"/>
              </a:ext>
            </a:extLst>
          </p:cNvPr>
          <p:cNvSpPr/>
          <p:nvPr/>
        </p:nvSpPr>
        <p:spPr>
          <a:xfrm>
            <a:off x="8139460" y="4060076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B96B98F0-FF14-4DB3-ADCF-DFBBC523767B}"/>
              </a:ext>
            </a:extLst>
          </p:cNvPr>
          <p:cNvSpPr/>
          <p:nvPr/>
        </p:nvSpPr>
        <p:spPr>
          <a:xfrm>
            <a:off x="5743407" y="328047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21475B-7663-4FFB-BD97-F3C870803130}"/>
              </a:ext>
            </a:extLst>
          </p:cNvPr>
          <p:cNvCxnSpPr>
            <a:cxnSpLocks/>
            <a:stCxn id="73" idx="5"/>
            <a:endCxn id="75" idx="0"/>
          </p:cNvCxnSpPr>
          <p:nvPr/>
        </p:nvCxnSpPr>
        <p:spPr>
          <a:xfrm>
            <a:off x="6263733" y="3735756"/>
            <a:ext cx="255052" cy="26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77732AD-6DD1-4FBF-BF20-5A41E41D754E}"/>
              </a:ext>
            </a:extLst>
          </p:cNvPr>
          <p:cNvSpPr/>
          <p:nvPr/>
        </p:nvSpPr>
        <p:spPr>
          <a:xfrm>
            <a:off x="6205222" y="4000738"/>
            <a:ext cx="627126" cy="89040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CL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05ECB-4837-4B52-A937-BFDB42BF9030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5547295" y="3735756"/>
            <a:ext cx="285386" cy="43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54B227DD-D867-473C-B36A-979FF9DCAB9C}"/>
              </a:ext>
            </a:extLst>
          </p:cNvPr>
          <p:cNvSpPr/>
          <p:nvPr/>
        </p:nvSpPr>
        <p:spPr>
          <a:xfrm>
            <a:off x="5242495" y="41683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C4E5AD0-031B-4411-AB77-329F27A7E766}"/>
              </a:ext>
            </a:extLst>
          </p:cNvPr>
          <p:cNvSpPr/>
          <p:nvPr/>
        </p:nvSpPr>
        <p:spPr>
          <a:xfrm>
            <a:off x="7673340" y="4203715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85345D-7C68-4D16-B0CD-59F6D0954D6D}"/>
              </a:ext>
            </a:extLst>
          </p:cNvPr>
          <p:cNvSpPr/>
          <p:nvPr/>
        </p:nvSpPr>
        <p:spPr>
          <a:xfrm>
            <a:off x="8751429" y="4162971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245D770-BAD3-45AD-8790-096ADF63494D}"/>
              </a:ext>
            </a:extLst>
          </p:cNvPr>
          <p:cNvSpPr/>
          <p:nvPr/>
        </p:nvSpPr>
        <p:spPr>
          <a:xfrm>
            <a:off x="6674786" y="22994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CE77DB-2C95-4D36-B4C8-8C074B1262FD}"/>
              </a:ext>
            </a:extLst>
          </p:cNvPr>
          <p:cNvCxnSpPr>
            <a:cxnSpLocks/>
            <a:stCxn id="55" idx="3"/>
            <a:endCxn id="82" idx="0"/>
          </p:cNvCxnSpPr>
          <p:nvPr/>
        </p:nvCxnSpPr>
        <p:spPr>
          <a:xfrm flipH="1">
            <a:off x="7431524" y="3655039"/>
            <a:ext cx="221641" cy="46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062E0188-C542-4A19-8386-A35E36E5F7F0}"/>
              </a:ext>
            </a:extLst>
          </p:cNvPr>
          <p:cNvSpPr/>
          <p:nvPr/>
        </p:nvSpPr>
        <p:spPr>
          <a:xfrm>
            <a:off x="7036545" y="4118583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CR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2995CC-2A6C-4F22-87F0-EDBFF4139BBA}"/>
              </a:ext>
            </a:extLst>
          </p:cNvPr>
          <p:cNvCxnSpPr>
            <a:cxnSpLocks/>
            <a:endCxn id="73" idx="7"/>
          </p:cNvCxnSpPr>
          <p:nvPr/>
        </p:nvCxnSpPr>
        <p:spPr>
          <a:xfrm flipH="1">
            <a:off x="6263733" y="2751746"/>
            <a:ext cx="440376" cy="60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CE285A8-24F8-4663-937A-292DAA732460}"/>
              </a:ext>
            </a:extLst>
          </p:cNvPr>
          <p:cNvSpPr/>
          <p:nvPr/>
        </p:nvSpPr>
        <p:spPr>
          <a:xfrm>
            <a:off x="6736790" y="4096938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5FFCC3-2354-4DF1-92E5-FB42FB7DFE63}"/>
              </a:ext>
            </a:extLst>
          </p:cNvPr>
          <p:cNvSpPr/>
          <p:nvPr/>
        </p:nvSpPr>
        <p:spPr>
          <a:xfrm>
            <a:off x="5732276" y="4265200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42193A59-17B9-48F4-96CB-5C8401555033}"/>
              </a:ext>
            </a:extLst>
          </p:cNvPr>
          <p:cNvSpPr txBox="1">
            <a:spLocks/>
          </p:cNvSpPr>
          <p:nvPr/>
        </p:nvSpPr>
        <p:spPr>
          <a:xfrm>
            <a:off x="5668724" y="5486401"/>
            <a:ext cx="3052776" cy="9149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dirty="0"/>
              <a:t>Right (B) &lt;- Left 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(A) &lt;- Right(C)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(C) &lt;- B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Right (C) &lt;- A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dirty="0"/>
          </a:p>
          <a:p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3C305F-6ABE-4827-BA46-0A1744308CCC}"/>
              </a:ext>
            </a:extLst>
          </p:cNvPr>
          <p:cNvSpPr/>
          <p:nvPr/>
        </p:nvSpPr>
        <p:spPr>
          <a:xfrm>
            <a:off x="2133438" y="4198126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9A0409-D0B6-46F9-BB7F-72A2613CB6E4}"/>
              </a:ext>
            </a:extLst>
          </p:cNvPr>
          <p:cNvSpPr/>
          <p:nvPr/>
        </p:nvSpPr>
        <p:spPr>
          <a:xfrm>
            <a:off x="480424" y="3170054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4F99AF-7DD7-412E-92E5-99449BAF35BB}"/>
              </a:ext>
            </a:extLst>
          </p:cNvPr>
          <p:cNvSpPr/>
          <p:nvPr/>
        </p:nvSpPr>
        <p:spPr>
          <a:xfrm>
            <a:off x="1318624" y="24656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72836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501894" y="263109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33" idx="5"/>
            <a:endCxn id="32" idx="0"/>
          </p:cNvCxnSpPr>
          <p:nvPr/>
        </p:nvCxnSpPr>
        <p:spPr>
          <a:xfrm>
            <a:off x="2961061" y="3714937"/>
            <a:ext cx="706923" cy="392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5"/>
            <a:endCxn id="33" idx="1"/>
          </p:cNvCxnSpPr>
          <p:nvPr/>
        </p:nvCxnSpPr>
        <p:spPr>
          <a:xfrm>
            <a:off x="2022220" y="3086384"/>
            <a:ext cx="507789" cy="251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273005" y="4107024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2440735" y="325965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43" idx="3"/>
            <a:endCxn id="39" idx="0"/>
          </p:cNvCxnSpPr>
          <p:nvPr/>
        </p:nvCxnSpPr>
        <p:spPr>
          <a:xfrm flipH="1">
            <a:off x="1294348" y="4545223"/>
            <a:ext cx="423081" cy="279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980785" y="4824593"/>
            <a:ext cx="627126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12" idx="3"/>
            <a:endCxn id="41" idx="0"/>
          </p:cNvCxnSpPr>
          <p:nvPr/>
        </p:nvCxnSpPr>
        <p:spPr>
          <a:xfrm flipH="1">
            <a:off x="426358" y="3086384"/>
            <a:ext cx="1164810" cy="1197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21558" y="428378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AL</a:t>
            </a:r>
            <a:endParaRPr lang="en-US" sz="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2840394" y="5158932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2" y="1371599"/>
            <a:ext cx="8720548" cy="809914"/>
          </a:xfrm>
        </p:spPr>
        <p:txBody>
          <a:bodyPr>
            <a:normAutofit fontScale="85000" lnSpcReduction="10000"/>
          </a:bodyPr>
          <a:lstStyle/>
          <a:p>
            <a:pPr marL="0" indent="0"/>
            <a:r>
              <a:rPr lang="en-US" sz="2000" b="1" dirty="0"/>
              <a:t>Case 4 (i) </a:t>
            </a:r>
            <a:r>
              <a:rPr lang="en-US" sz="2000" dirty="0"/>
              <a:t>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RL Rotation </a:t>
            </a:r>
            <a:r>
              <a:rPr lang="en-US" sz="2000" dirty="0"/>
              <a:t>- Inserted Node is in the Left Sub Tree of Right Sub Tree of Node</a:t>
            </a:r>
            <a:endParaRPr lang="en-US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3832157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3950829" y="4331668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0AE954-9046-48B7-9CA2-FBFA4055B85D}"/>
              </a:ext>
            </a:extLst>
          </p:cNvPr>
          <p:cNvSpPr/>
          <p:nvPr/>
        </p:nvSpPr>
        <p:spPr>
          <a:xfrm>
            <a:off x="1628155" y="408993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6496C4-50F5-41C4-830B-0BF0A61E247D}"/>
              </a:ext>
            </a:extLst>
          </p:cNvPr>
          <p:cNvCxnSpPr>
            <a:cxnSpLocks/>
            <a:stCxn id="43" idx="5"/>
            <a:endCxn id="49" idx="0"/>
          </p:cNvCxnSpPr>
          <p:nvPr/>
        </p:nvCxnSpPr>
        <p:spPr>
          <a:xfrm>
            <a:off x="2148481" y="4545223"/>
            <a:ext cx="409804" cy="328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E1FEBEA-E86E-4149-AF61-230BB24B6600}"/>
              </a:ext>
            </a:extLst>
          </p:cNvPr>
          <p:cNvSpPr/>
          <p:nvPr/>
        </p:nvSpPr>
        <p:spPr>
          <a:xfrm>
            <a:off x="2163306" y="4873785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A25BF8-9E0C-4C96-A7E9-A5C81A0C4287}"/>
              </a:ext>
            </a:extLst>
          </p:cNvPr>
          <p:cNvCxnSpPr>
            <a:cxnSpLocks/>
            <a:stCxn id="33" idx="3"/>
            <a:endCxn id="43" idx="7"/>
          </p:cNvCxnSpPr>
          <p:nvPr/>
        </p:nvCxnSpPr>
        <p:spPr>
          <a:xfrm flipH="1">
            <a:off x="2148481" y="3714937"/>
            <a:ext cx="381528" cy="453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14FC540-16B6-4EF6-885B-83615DCF943F}"/>
              </a:ext>
            </a:extLst>
          </p:cNvPr>
          <p:cNvSpPr/>
          <p:nvPr/>
        </p:nvSpPr>
        <p:spPr>
          <a:xfrm>
            <a:off x="1501894" y="5055029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276A-4113-4A3A-A2AE-5D6843655781}"/>
              </a:ext>
            </a:extLst>
          </p:cNvPr>
          <p:cNvSpPr/>
          <p:nvPr/>
        </p:nvSpPr>
        <p:spPr>
          <a:xfrm>
            <a:off x="611339" y="4380602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02FCE07-9C8C-4884-80A9-4D6D2F68313D}"/>
              </a:ext>
            </a:extLst>
          </p:cNvPr>
          <p:cNvSpPr/>
          <p:nvPr/>
        </p:nvSpPr>
        <p:spPr>
          <a:xfrm>
            <a:off x="7563891" y="320975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763C35E-3BCD-4542-A46F-CDAE1FE40D5E}"/>
              </a:ext>
            </a:extLst>
          </p:cNvPr>
          <p:cNvCxnSpPr>
            <a:cxnSpLocks/>
            <a:stCxn id="55" idx="5"/>
            <a:endCxn id="72" idx="0"/>
          </p:cNvCxnSpPr>
          <p:nvPr/>
        </p:nvCxnSpPr>
        <p:spPr>
          <a:xfrm>
            <a:off x="8084217" y="3665041"/>
            <a:ext cx="450222" cy="4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0EDD5F-04E4-43FD-B9C8-F35285237CDD}"/>
              </a:ext>
            </a:extLst>
          </p:cNvPr>
          <p:cNvCxnSpPr>
            <a:cxnSpLocks/>
            <a:stCxn id="80" idx="5"/>
            <a:endCxn id="55" idx="1"/>
          </p:cNvCxnSpPr>
          <p:nvPr/>
        </p:nvCxnSpPr>
        <p:spPr>
          <a:xfrm>
            <a:off x="7195112" y="2764727"/>
            <a:ext cx="458053" cy="52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DF9A5EB-3014-40BD-8E9A-6B95641E44DC}"/>
              </a:ext>
            </a:extLst>
          </p:cNvPr>
          <p:cNvSpPr/>
          <p:nvPr/>
        </p:nvSpPr>
        <p:spPr>
          <a:xfrm>
            <a:off x="8139460" y="4070078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</a:t>
            </a:r>
            <a:endParaRPr lang="en-US" sz="14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B96B98F0-FF14-4DB3-ADCF-DFBBC523767B}"/>
              </a:ext>
            </a:extLst>
          </p:cNvPr>
          <p:cNvSpPr/>
          <p:nvPr/>
        </p:nvSpPr>
        <p:spPr>
          <a:xfrm>
            <a:off x="5743407" y="329047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21475B-7663-4FFB-BD97-F3C870803130}"/>
              </a:ext>
            </a:extLst>
          </p:cNvPr>
          <p:cNvCxnSpPr>
            <a:cxnSpLocks/>
            <a:stCxn id="73" idx="5"/>
            <a:endCxn id="82" idx="0"/>
          </p:cNvCxnSpPr>
          <p:nvPr/>
        </p:nvCxnSpPr>
        <p:spPr>
          <a:xfrm>
            <a:off x="6263733" y="3745758"/>
            <a:ext cx="186400" cy="57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77732AD-6DD1-4FBF-BF20-5A41E41D754E}"/>
              </a:ext>
            </a:extLst>
          </p:cNvPr>
          <p:cNvSpPr/>
          <p:nvPr/>
        </p:nvSpPr>
        <p:spPr>
          <a:xfrm>
            <a:off x="7023715" y="4306533"/>
            <a:ext cx="627126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CR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05ECB-4837-4B52-A937-BFDB42BF9030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5547295" y="3745758"/>
            <a:ext cx="285386" cy="43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54B227DD-D867-473C-B36A-979FF9DCAB9C}"/>
              </a:ext>
            </a:extLst>
          </p:cNvPr>
          <p:cNvSpPr/>
          <p:nvPr/>
        </p:nvSpPr>
        <p:spPr>
          <a:xfrm>
            <a:off x="5242495" y="417838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AL</a:t>
            </a:r>
            <a:endParaRPr lang="en-US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C4E5AD0-031B-4411-AB77-329F27A7E766}"/>
              </a:ext>
            </a:extLst>
          </p:cNvPr>
          <p:cNvSpPr/>
          <p:nvPr/>
        </p:nvSpPr>
        <p:spPr>
          <a:xfrm>
            <a:off x="6704109" y="4177011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85345D-7C68-4D16-B0CD-59F6D0954D6D}"/>
              </a:ext>
            </a:extLst>
          </p:cNvPr>
          <p:cNvSpPr/>
          <p:nvPr/>
        </p:nvSpPr>
        <p:spPr>
          <a:xfrm>
            <a:off x="8751429" y="4172973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245D770-BAD3-45AD-8790-096ADF63494D}"/>
              </a:ext>
            </a:extLst>
          </p:cNvPr>
          <p:cNvSpPr/>
          <p:nvPr/>
        </p:nvSpPr>
        <p:spPr>
          <a:xfrm>
            <a:off x="6674786" y="230944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CE77DB-2C95-4D36-B4C8-8C074B1262FD}"/>
              </a:ext>
            </a:extLst>
          </p:cNvPr>
          <p:cNvCxnSpPr>
            <a:cxnSpLocks/>
            <a:stCxn id="55" idx="3"/>
            <a:endCxn id="75" idx="0"/>
          </p:cNvCxnSpPr>
          <p:nvPr/>
        </p:nvCxnSpPr>
        <p:spPr>
          <a:xfrm flipH="1">
            <a:off x="7337278" y="3665041"/>
            <a:ext cx="315887" cy="641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062E0188-C542-4A19-8386-A35E36E5F7F0}"/>
              </a:ext>
            </a:extLst>
          </p:cNvPr>
          <p:cNvSpPr/>
          <p:nvPr/>
        </p:nvSpPr>
        <p:spPr>
          <a:xfrm>
            <a:off x="6055154" y="4318600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</a:t>
            </a:r>
            <a:endParaRPr lang="en-US" sz="14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2995CC-2A6C-4F22-87F0-EDBFF4139BBA}"/>
              </a:ext>
            </a:extLst>
          </p:cNvPr>
          <p:cNvCxnSpPr>
            <a:cxnSpLocks/>
            <a:stCxn id="73" idx="7"/>
            <a:endCxn id="80" idx="3"/>
          </p:cNvCxnSpPr>
          <p:nvPr/>
        </p:nvCxnSpPr>
        <p:spPr>
          <a:xfrm flipV="1">
            <a:off x="6263733" y="2764727"/>
            <a:ext cx="500327" cy="603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CE285A8-24F8-4663-937A-292DAA732460}"/>
              </a:ext>
            </a:extLst>
          </p:cNvPr>
          <p:cNvSpPr/>
          <p:nvPr/>
        </p:nvSpPr>
        <p:spPr>
          <a:xfrm>
            <a:off x="7635031" y="4242388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5FFCC3-2354-4DF1-92E5-FB42FB7DFE63}"/>
              </a:ext>
            </a:extLst>
          </p:cNvPr>
          <p:cNvSpPr/>
          <p:nvPr/>
        </p:nvSpPr>
        <p:spPr>
          <a:xfrm>
            <a:off x="5732276" y="4275202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42193A59-17B9-48F4-96CB-5C8401555033}"/>
              </a:ext>
            </a:extLst>
          </p:cNvPr>
          <p:cNvSpPr txBox="1">
            <a:spLocks/>
          </p:cNvSpPr>
          <p:nvPr/>
        </p:nvSpPr>
        <p:spPr>
          <a:xfrm>
            <a:off x="5644770" y="5501432"/>
            <a:ext cx="3052776" cy="9149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dirty="0"/>
              <a:t>Left (B) &lt;- Right 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Right (A) &lt;- Left(C)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Right (C) &lt;- B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(C) &lt;- A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dirty="0"/>
          </a:p>
          <a:p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0D386-FDD4-4AB8-AC45-56E35CF98BE5}"/>
              </a:ext>
            </a:extLst>
          </p:cNvPr>
          <p:cNvSpPr/>
          <p:nvPr/>
        </p:nvSpPr>
        <p:spPr>
          <a:xfrm>
            <a:off x="2320525" y="422267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849398-BBCD-4C7B-9BE2-B79FDAE54F84}"/>
              </a:ext>
            </a:extLst>
          </p:cNvPr>
          <p:cNvSpPr/>
          <p:nvPr/>
        </p:nvSpPr>
        <p:spPr>
          <a:xfrm>
            <a:off x="2111439" y="243647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0F4D7D-8DB6-47EA-A3B1-0BA8C66FC395}"/>
              </a:ext>
            </a:extLst>
          </p:cNvPr>
          <p:cNvSpPr/>
          <p:nvPr/>
        </p:nvSpPr>
        <p:spPr>
          <a:xfrm>
            <a:off x="3202735" y="3173826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36087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501894" y="253145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33" idx="5"/>
            <a:endCxn id="32" idx="0"/>
          </p:cNvCxnSpPr>
          <p:nvPr/>
        </p:nvCxnSpPr>
        <p:spPr>
          <a:xfrm>
            <a:off x="2961061" y="3615295"/>
            <a:ext cx="706923" cy="392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5"/>
            <a:endCxn id="33" idx="1"/>
          </p:cNvCxnSpPr>
          <p:nvPr/>
        </p:nvCxnSpPr>
        <p:spPr>
          <a:xfrm>
            <a:off x="2022220" y="2986742"/>
            <a:ext cx="507789" cy="251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273005" y="4007382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2440735" y="316001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43" idx="3"/>
            <a:endCxn id="39" idx="0"/>
          </p:cNvCxnSpPr>
          <p:nvPr/>
        </p:nvCxnSpPr>
        <p:spPr>
          <a:xfrm flipH="1">
            <a:off x="1294348" y="4445581"/>
            <a:ext cx="423081" cy="279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980785" y="4724951"/>
            <a:ext cx="627126" cy="89040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12" idx="3"/>
            <a:endCxn id="41" idx="0"/>
          </p:cNvCxnSpPr>
          <p:nvPr/>
        </p:nvCxnSpPr>
        <p:spPr>
          <a:xfrm flipH="1">
            <a:off x="426358" y="2986742"/>
            <a:ext cx="1164810" cy="1197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21558" y="418414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AL</a:t>
            </a:r>
            <a:endParaRPr lang="en-US" sz="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505113" y="4956599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2" y="1371599"/>
            <a:ext cx="8720548" cy="868424"/>
          </a:xfrm>
        </p:spPr>
        <p:txBody>
          <a:bodyPr>
            <a:normAutofit/>
          </a:bodyPr>
          <a:lstStyle/>
          <a:p>
            <a:pPr marL="0" indent="0"/>
            <a:r>
              <a:rPr lang="en-US" sz="1800" b="1" dirty="0"/>
              <a:t>Case 4 (ii) </a:t>
            </a:r>
            <a:r>
              <a:rPr lang="en-US" sz="1800" dirty="0"/>
              <a:t>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RL Rotation </a:t>
            </a:r>
            <a:r>
              <a:rPr lang="en-US" sz="1800" dirty="0"/>
              <a:t>- Inserted Node is in the Left Sub Tree of Right Sub Tree of Node</a:t>
            </a:r>
            <a:endParaRPr lang="en-US" sz="2000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3732515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3950829" y="4232026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0AE954-9046-48B7-9CA2-FBFA4055B85D}"/>
              </a:ext>
            </a:extLst>
          </p:cNvPr>
          <p:cNvSpPr/>
          <p:nvPr/>
        </p:nvSpPr>
        <p:spPr>
          <a:xfrm>
            <a:off x="1628155" y="399029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6496C4-50F5-41C4-830B-0BF0A61E247D}"/>
              </a:ext>
            </a:extLst>
          </p:cNvPr>
          <p:cNvCxnSpPr>
            <a:cxnSpLocks/>
            <a:stCxn id="43" idx="5"/>
            <a:endCxn id="49" idx="0"/>
          </p:cNvCxnSpPr>
          <p:nvPr/>
        </p:nvCxnSpPr>
        <p:spPr>
          <a:xfrm>
            <a:off x="2148481" y="4445581"/>
            <a:ext cx="409804" cy="328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E1FEBEA-E86E-4149-AF61-230BB24B6600}"/>
              </a:ext>
            </a:extLst>
          </p:cNvPr>
          <p:cNvSpPr/>
          <p:nvPr/>
        </p:nvSpPr>
        <p:spPr>
          <a:xfrm>
            <a:off x="2163306" y="4774143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A25BF8-9E0C-4C96-A7E9-A5C81A0C4287}"/>
              </a:ext>
            </a:extLst>
          </p:cNvPr>
          <p:cNvCxnSpPr>
            <a:cxnSpLocks/>
            <a:stCxn id="33" idx="3"/>
            <a:endCxn id="43" idx="7"/>
          </p:cNvCxnSpPr>
          <p:nvPr/>
        </p:nvCxnSpPr>
        <p:spPr>
          <a:xfrm flipH="1">
            <a:off x="2148481" y="3615295"/>
            <a:ext cx="381528" cy="453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14FC540-16B6-4EF6-885B-83615DCF943F}"/>
              </a:ext>
            </a:extLst>
          </p:cNvPr>
          <p:cNvSpPr/>
          <p:nvPr/>
        </p:nvSpPr>
        <p:spPr>
          <a:xfrm>
            <a:off x="2827519" y="4998320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276A-4113-4A3A-A2AE-5D6843655781}"/>
              </a:ext>
            </a:extLst>
          </p:cNvPr>
          <p:cNvSpPr/>
          <p:nvPr/>
        </p:nvSpPr>
        <p:spPr>
          <a:xfrm>
            <a:off x="611339" y="4280960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02FCE07-9C8C-4884-80A9-4D6D2F68313D}"/>
              </a:ext>
            </a:extLst>
          </p:cNvPr>
          <p:cNvSpPr/>
          <p:nvPr/>
        </p:nvSpPr>
        <p:spPr>
          <a:xfrm>
            <a:off x="7563891" y="311011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763C35E-3BCD-4542-A46F-CDAE1FE40D5E}"/>
              </a:ext>
            </a:extLst>
          </p:cNvPr>
          <p:cNvCxnSpPr>
            <a:cxnSpLocks/>
            <a:stCxn id="55" idx="5"/>
            <a:endCxn id="72" idx="0"/>
          </p:cNvCxnSpPr>
          <p:nvPr/>
        </p:nvCxnSpPr>
        <p:spPr>
          <a:xfrm>
            <a:off x="8084217" y="3565399"/>
            <a:ext cx="450222" cy="4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0EDD5F-04E4-43FD-B9C8-F35285237CDD}"/>
              </a:ext>
            </a:extLst>
          </p:cNvPr>
          <p:cNvCxnSpPr>
            <a:cxnSpLocks/>
            <a:stCxn id="80" idx="5"/>
            <a:endCxn id="55" idx="1"/>
          </p:cNvCxnSpPr>
          <p:nvPr/>
        </p:nvCxnSpPr>
        <p:spPr>
          <a:xfrm>
            <a:off x="7195112" y="2665085"/>
            <a:ext cx="458053" cy="52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DF9A5EB-3014-40BD-8E9A-6B95641E44DC}"/>
              </a:ext>
            </a:extLst>
          </p:cNvPr>
          <p:cNvSpPr/>
          <p:nvPr/>
        </p:nvSpPr>
        <p:spPr>
          <a:xfrm>
            <a:off x="8139460" y="3970436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</a:t>
            </a:r>
            <a:endParaRPr lang="en-US" sz="14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B96B98F0-FF14-4DB3-ADCF-DFBBC523767B}"/>
              </a:ext>
            </a:extLst>
          </p:cNvPr>
          <p:cNvSpPr/>
          <p:nvPr/>
        </p:nvSpPr>
        <p:spPr>
          <a:xfrm>
            <a:off x="5743407" y="31908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21475B-7663-4FFB-BD97-F3C870803130}"/>
              </a:ext>
            </a:extLst>
          </p:cNvPr>
          <p:cNvCxnSpPr>
            <a:cxnSpLocks/>
            <a:stCxn id="73" idx="5"/>
            <a:endCxn id="82" idx="0"/>
          </p:cNvCxnSpPr>
          <p:nvPr/>
        </p:nvCxnSpPr>
        <p:spPr>
          <a:xfrm>
            <a:off x="6263733" y="3646116"/>
            <a:ext cx="186400" cy="57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77732AD-6DD1-4FBF-BF20-5A41E41D754E}"/>
              </a:ext>
            </a:extLst>
          </p:cNvPr>
          <p:cNvSpPr/>
          <p:nvPr/>
        </p:nvSpPr>
        <p:spPr>
          <a:xfrm>
            <a:off x="7023715" y="4206891"/>
            <a:ext cx="627126" cy="89040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CR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05ECB-4837-4B52-A937-BFDB42BF9030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5547295" y="3646116"/>
            <a:ext cx="285386" cy="43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54B227DD-D867-473C-B36A-979FF9DCAB9C}"/>
              </a:ext>
            </a:extLst>
          </p:cNvPr>
          <p:cNvSpPr/>
          <p:nvPr/>
        </p:nvSpPr>
        <p:spPr>
          <a:xfrm>
            <a:off x="5242495" y="407874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AL</a:t>
            </a:r>
            <a:endParaRPr lang="en-US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C4E5AD0-031B-4411-AB77-329F27A7E766}"/>
              </a:ext>
            </a:extLst>
          </p:cNvPr>
          <p:cNvSpPr/>
          <p:nvPr/>
        </p:nvSpPr>
        <p:spPr>
          <a:xfrm>
            <a:off x="6704109" y="4077369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85345D-7C68-4D16-B0CD-59F6D0954D6D}"/>
              </a:ext>
            </a:extLst>
          </p:cNvPr>
          <p:cNvSpPr/>
          <p:nvPr/>
        </p:nvSpPr>
        <p:spPr>
          <a:xfrm>
            <a:off x="8751429" y="4073331"/>
            <a:ext cx="39257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245D770-BAD3-45AD-8790-096ADF63494D}"/>
              </a:ext>
            </a:extLst>
          </p:cNvPr>
          <p:cNvSpPr/>
          <p:nvPr/>
        </p:nvSpPr>
        <p:spPr>
          <a:xfrm>
            <a:off x="6674786" y="2209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CE77DB-2C95-4D36-B4C8-8C074B1262FD}"/>
              </a:ext>
            </a:extLst>
          </p:cNvPr>
          <p:cNvCxnSpPr>
            <a:cxnSpLocks/>
            <a:stCxn id="55" idx="3"/>
            <a:endCxn id="75" idx="0"/>
          </p:cNvCxnSpPr>
          <p:nvPr/>
        </p:nvCxnSpPr>
        <p:spPr>
          <a:xfrm flipH="1">
            <a:off x="7337278" y="3565399"/>
            <a:ext cx="315887" cy="641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062E0188-C542-4A19-8386-A35E36E5F7F0}"/>
              </a:ext>
            </a:extLst>
          </p:cNvPr>
          <p:cNvSpPr/>
          <p:nvPr/>
        </p:nvSpPr>
        <p:spPr>
          <a:xfrm>
            <a:off x="6055154" y="4218958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2995CC-2A6C-4F22-87F0-EDBFF4139BBA}"/>
              </a:ext>
            </a:extLst>
          </p:cNvPr>
          <p:cNvCxnSpPr>
            <a:cxnSpLocks/>
            <a:stCxn id="73" idx="7"/>
            <a:endCxn id="80" idx="3"/>
          </p:cNvCxnSpPr>
          <p:nvPr/>
        </p:nvCxnSpPr>
        <p:spPr>
          <a:xfrm flipV="1">
            <a:off x="6263733" y="2665085"/>
            <a:ext cx="500327" cy="603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CE285A8-24F8-4663-937A-292DAA732460}"/>
              </a:ext>
            </a:extLst>
          </p:cNvPr>
          <p:cNvSpPr/>
          <p:nvPr/>
        </p:nvSpPr>
        <p:spPr>
          <a:xfrm>
            <a:off x="7635031" y="4142746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5FFCC3-2354-4DF1-92E5-FB42FB7DFE63}"/>
              </a:ext>
            </a:extLst>
          </p:cNvPr>
          <p:cNvSpPr/>
          <p:nvPr/>
        </p:nvSpPr>
        <p:spPr>
          <a:xfrm>
            <a:off x="5732276" y="4175560"/>
            <a:ext cx="37926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42193A59-17B9-48F4-96CB-5C8401555033}"/>
              </a:ext>
            </a:extLst>
          </p:cNvPr>
          <p:cNvSpPr txBox="1">
            <a:spLocks/>
          </p:cNvSpPr>
          <p:nvPr/>
        </p:nvSpPr>
        <p:spPr>
          <a:xfrm>
            <a:off x="5481662" y="5501432"/>
            <a:ext cx="3052776" cy="9149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dirty="0"/>
              <a:t>Left (B) &lt;- Right 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Right (A) &lt;- Left(C)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Right (C) &lt;- B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(C) &lt;- A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dirty="0"/>
          </a:p>
          <a:p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0D386-FDD4-4AB8-AC45-56E35CF98BE5}"/>
              </a:ext>
            </a:extLst>
          </p:cNvPr>
          <p:cNvSpPr/>
          <p:nvPr/>
        </p:nvSpPr>
        <p:spPr>
          <a:xfrm>
            <a:off x="2320525" y="4123036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849398-BBCD-4C7B-9BE2-B79FDAE54F84}"/>
              </a:ext>
            </a:extLst>
          </p:cNvPr>
          <p:cNvSpPr/>
          <p:nvPr/>
        </p:nvSpPr>
        <p:spPr>
          <a:xfrm>
            <a:off x="2111439" y="2336836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0F4D7D-8DB6-47EA-A3B1-0BA8C66FC395}"/>
              </a:ext>
            </a:extLst>
          </p:cNvPr>
          <p:cNvSpPr/>
          <p:nvPr/>
        </p:nvSpPr>
        <p:spPr>
          <a:xfrm>
            <a:off x="3202735" y="3074184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7260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Insertion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42193A59-17B9-48F4-96CB-5C8401555033}"/>
              </a:ext>
            </a:extLst>
          </p:cNvPr>
          <p:cNvSpPr txBox="1">
            <a:spLocks/>
          </p:cNvSpPr>
          <p:nvPr/>
        </p:nvSpPr>
        <p:spPr>
          <a:xfrm>
            <a:off x="533400" y="1600200"/>
            <a:ext cx="2819400" cy="45523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dirty="0"/>
              <a:t>LL Rotation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PP(2), P(1), N(0)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Left (PP) &lt;- Right (P)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Right (P) &lt;- PP</a:t>
            </a:r>
          </a:p>
          <a:p>
            <a:pPr lvl="1">
              <a:buFont typeface="Arial" pitchFamily="34" charset="0"/>
              <a:buChar char="•"/>
            </a:pPr>
            <a:endParaRPr lang="en-US" sz="1200" dirty="0"/>
          </a:p>
          <a:p>
            <a:pPr>
              <a:buFont typeface="Arial" pitchFamily="34" charset="0"/>
              <a:buChar char="•"/>
            </a:pPr>
            <a:r>
              <a:rPr lang="en-US" sz="2000" dirty="0"/>
              <a:t>RR Rotation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PP(-2), P(-1), N(0)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Right (PP) &lt;- Left (P)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Left (P) &lt;- PP</a:t>
            </a:r>
            <a:endParaRPr lang="en-US" sz="2000" dirty="0"/>
          </a:p>
          <a:p>
            <a:pPr marL="0" indent="0"/>
            <a:endParaRPr lang="en-US" sz="2000" dirty="0"/>
          </a:p>
          <a:p>
            <a:endParaRPr lang="en-US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F389C80-DA8E-40C2-BCD9-24C10491B9EE}"/>
              </a:ext>
            </a:extLst>
          </p:cNvPr>
          <p:cNvSpPr txBox="1">
            <a:spLocks/>
          </p:cNvSpPr>
          <p:nvPr/>
        </p:nvSpPr>
        <p:spPr>
          <a:xfrm>
            <a:off x="4191000" y="1591056"/>
            <a:ext cx="3581400" cy="45615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dirty="0"/>
              <a:t>LR Rotation 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PP(2), P(-1), N(-1 or 1)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Right (P) &lt;- Left (N)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Left (PP) &lt;- Right(N)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Left (N) &lt;- P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Right (N) &lt;- PP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r>
              <a:rPr lang="en-US" sz="2000" dirty="0"/>
              <a:t>RL Rotation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PP(-2), P(1), N(-1 or 1)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Left (P) &lt;- Right (N)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Right (PP) &lt;- Left(N)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Right (N) &lt;- P</a:t>
            </a:r>
          </a:p>
          <a:p>
            <a:pPr lvl="1">
              <a:buFont typeface="Arial" pitchFamily="34" charset="0"/>
              <a:buChar char="•"/>
            </a:pPr>
            <a:r>
              <a:rPr lang="en-US" sz="1200" dirty="0"/>
              <a:t>Left (N) &lt;- PP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802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2114991" y="293956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3697606" y="2998632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2844002" y="303380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BE303DFA-E150-4D42-9D5C-D66B88211349}"/>
              </a:ext>
            </a:extLst>
          </p:cNvPr>
          <p:cNvSpPr/>
          <p:nvPr/>
        </p:nvSpPr>
        <p:spPr>
          <a:xfrm>
            <a:off x="5066001" y="23622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E86477-F525-4794-8532-10A91C153C55}"/>
              </a:ext>
            </a:extLst>
          </p:cNvPr>
          <p:cNvSpPr/>
          <p:nvPr/>
        </p:nvSpPr>
        <p:spPr>
          <a:xfrm>
            <a:off x="5795012" y="245643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A7C920E-2D73-4984-96BD-AF1AC72EBC4B}"/>
              </a:ext>
            </a:extLst>
          </p:cNvPr>
          <p:cNvSpPr/>
          <p:nvPr/>
        </p:nvSpPr>
        <p:spPr>
          <a:xfrm>
            <a:off x="5755006" y="3048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1C0F05-98D7-4594-9219-F281D32736CE}"/>
              </a:ext>
            </a:extLst>
          </p:cNvPr>
          <p:cNvSpPr/>
          <p:nvPr/>
        </p:nvSpPr>
        <p:spPr>
          <a:xfrm>
            <a:off x="6440806" y="30630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092902-43E1-4C65-9A9A-4664286EE3C0}"/>
              </a:ext>
            </a:extLst>
          </p:cNvPr>
          <p:cNvCxnSpPr>
            <a:cxnSpLocks/>
            <a:stCxn id="34" idx="5"/>
            <a:endCxn id="36" idx="1"/>
          </p:cNvCxnSpPr>
          <p:nvPr/>
        </p:nvCxnSpPr>
        <p:spPr>
          <a:xfrm>
            <a:off x="5586327" y="2817485"/>
            <a:ext cx="257953" cy="30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840CE336-24DF-4A3E-9887-0775F13C2897}"/>
              </a:ext>
            </a:extLst>
          </p:cNvPr>
          <p:cNvSpPr/>
          <p:nvPr/>
        </p:nvSpPr>
        <p:spPr>
          <a:xfrm>
            <a:off x="914400" y="4191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FA70F-6E9A-4828-AD28-EFEA63A41358}"/>
              </a:ext>
            </a:extLst>
          </p:cNvPr>
          <p:cNvSpPr/>
          <p:nvPr/>
        </p:nvSpPr>
        <p:spPr>
          <a:xfrm>
            <a:off x="1643411" y="4285239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CF9586A0-70B8-4982-9013-48AE241EA214}"/>
              </a:ext>
            </a:extLst>
          </p:cNvPr>
          <p:cNvSpPr/>
          <p:nvPr/>
        </p:nvSpPr>
        <p:spPr>
          <a:xfrm>
            <a:off x="1603405" y="4876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03125DC-EBBF-422E-9D6C-4A36863E9C92}"/>
              </a:ext>
            </a:extLst>
          </p:cNvPr>
          <p:cNvSpPr/>
          <p:nvPr/>
        </p:nvSpPr>
        <p:spPr>
          <a:xfrm>
            <a:off x="2289205" y="48918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4F68F4-4FBA-44F2-8DA8-A66BC057C8AE}"/>
              </a:ext>
            </a:extLst>
          </p:cNvPr>
          <p:cNvCxnSpPr>
            <a:cxnSpLocks/>
            <a:stCxn id="56" idx="5"/>
            <a:endCxn id="58" idx="1"/>
          </p:cNvCxnSpPr>
          <p:nvPr/>
        </p:nvCxnSpPr>
        <p:spPr>
          <a:xfrm>
            <a:off x="1434726" y="4646285"/>
            <a:ext cx="257953" cy="30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41A51B0C-AEB7-47C4-8D99-CCBBCB9EE9BA}"/>
              </a:ext>
            </a:extLst>
          </p:cNvPr>
          <p:cNvSpPr/>
          <p:nvPr/>
        </p:nvSpPr>
        <p:spPr>
          <a:xfrm>
            <a:off x="2362200" y="564071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7A4BD2F-09B5-4919-BBF5-65D4EE74EDF6}"/>
              </a:ext>
            </a:extLst>
          </p:cNvPr>
          <p:cNvCxnSpPr>
            <a:cxnSpLocks/>
            <a:stCxn id="58" idx="5"/>
            <a:endCxn id="61" idx="1"/>
          </p:cNvCxnSpPr>
          <p:nvPr/>
        </p:nvCxnSpPr>
        <p:spPr>
          <a:xfrm>
            <a:off x="2123731" y="5332085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0DC184AA-5006-4DE2-BFBD-EDE0CEC82339}"/>
              </a:ext>
            </a:extLst>
          </p:cNvPr>
          <p:cNvSpPr/>
          <p:nvPr/>
        </p:nvSpPr>
        <p:spPr>
          <a:xfrm>
            <a:off x="3011806" y="55776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B7D8E55C-F6E7-462C-B83F-94901AD2835D}"/>
              </a:ext>
            </a:extLst>
          </p:cNvPr>
          <p:cNvSpPr/>
          <p:nvPr/>
        </p:nvSpPr>
        <p:spPr>
          <a:xfrm>
            <a:off x="3900297" y="4876800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39E189D8-439F-47CC-9B57-CAA28F089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1924" y="4539267"/>
            <a:ext cx="1101577" cy="243646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1100" dirty="0"/>
              <a:t>RR Rotation</a:t>
            </a:r>
            <a:endParaRPr lang="en-US" sz="1200" dirty="0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4337F90E-3611-4583-9B7E-1B60EA1F633D}"/>
              </a:ext>
            </a:extLst>
          </p:cNvPr>
          <p:cNvSpPr/>
          <p:nvPr/>
        </p:nvSpPr>
        <p:spPr>
          <a:xfrm>
            <a:off x="5825968" y="548831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4984AB1B-F42F-4813-AB31-D25E0D471261}"/>
              </a:ext>
            </a:extLst>
          </p:cNvPr>
          <p:cNvSpPr/>
          <p:nvPr/>
        </p:nvSpPr>
        <p:spPr>
          <a:xfrm>
            <a:off x="6480205" y="47244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26AD392-AD19-4171-B53E-13E663154410}"/>
              </a:ext>
            </a:extLst>
          </p:cNvPr>
          <p:cNvSpPr/>
          <p:nvPr/>
        </p:nvSpPr>
        <p:spPr>
          <a:xfrm>
            <a:off x="7166005" y="47394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199394-0DFD-48F7-A726-D49C5D64C8BF}"/>
              </a:ext>
            </a:extLst>
          </p:cNvPr>
          <p:cNvCxnSpPr>
            <a:cxnSpLocks/>
            <a:stCxn id="68" idx="3"/>
            <a:endCxn id="66" idx="7"/>
          </p:cNvCxnSpPr>
          <p:nvPr/>
        </p:nvCxnSpPr>
        <p:spPr>
          <a:xfrm flipH="1">
            <a:off x="6346294" y="5179685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F132A33F-9B2D-42A5-A0EA-09BCF7ABD0E7}"/>
              </a:ext>
            </a:extLst>
          </p:cNvPr>
          <p:cNvSpPr/>
          <p:nvPr/>
        </p:nvSpPr>
        <p:spPr>
          <a:xfrm>
            <a:off x="7239000" y="548831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49046B1-5FDC-4989-BFEB-E8503254905B}"/>
              </a:ext>
            </a:extLst>
          </p:cNvPr>
          <p:cNvCxnSpPr>
            <a:cxnSpLocks/>
            <a:stCxn id="68" idx="5"/>
            <a:endCxn id="74" idx="1"/>
          </p:cNvCxnSpPr>
          <p:nvPr/>
        </p:nvCxnSpPr>
        <p:spPr>
          <a:xfrm>
            <a:off x="7000531" y="5179685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5214B442-F8B6-4E8F-AC79-CF20423C294E}"/>
              </a:ext>
            </a:extLst>
          </p:cNvPr>
          <p:cNvSpPr/>
          <p:nvPr/>
        </p:nvSpPr>
        <p:spPr>
          <a:xfrm>
            <a:off x="7888606" y="54252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62C2C1E-4605-42E8-ADF4-682EDD447DA2}"/>
              </a:ext>
            </a:extLst>
          </p:cNvPr>
          <p:cNvSpPr/>
          <p:nvPr/>
        </p:nvSpPr>
        <p:spPr>
          <a:xfrm>
            <a:off x="5558867" y="527476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87973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4337F90E-3611-4583-9B7E-1B60EA1F633D}"/>
              </a:ext>
            </a:extLst>
          </p:cNvPr>
          <p:cNvSpPr/>
          <p:nvPr/>
        </p:nvSpPr>
        <p:spPr>
          <a:xfrm>
            <a:off x="620214" y="381191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4984AB1B-F42F-4813-AB31-D25E0D471261}"/>
              </a:ext>
            </a:extLst>
          </p:cNvPr>
          <p:cNvSpPr/>
          <p:nvPr/>
        </p:nvSpPr>
        <p:spPr>
          <a:xfrm>
            <a:off x="1274451" y="3048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26AD392-AD19-4171-B53E-13E663154410}"/>
              </a:ext>
            </a:extLst>
          </p:cNvPr>
          <p:cNvSpPr/>
          <p:nvPr/>
        </p:nvSpPr>
        <p:spPr>
          <a:xfrm>
            <a:off x="409711" y="35814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199394-0DFD-48F7-A726-D49C5D64C8BF}"/>
              </a:ext>
            </a:extLst>
          </p:cNvPr>
          <p:cNvCxnSpPr>
            <a:cxnSpLocks/>
            <a:stCxn id="68" idx="3"/>
            <a:endCxn id="66" idx="7"/>
          </p:cNvCxnSpPr>
          <p:nvPr/>
        </p:nvCxnSpPr>
        <p:spPr>
          <a:xfrm flipH="1">
            <a:off x="1140540" y="3503285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F132A33F-9B2D-42A5-A0EA-09BCF7ABD0E7}"/>
              </a:ext>
            </a:extLst>
          </p:cNvPr>
          <p:cNvSpPr/>
          <p:nvPr/>
        </p:nvSpPr>
        <p:spPr>
          <a:xfrm>
            <a:off x="2033246" y="381191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49046B1-5FDC-4989-BFEB-E8503254905B}"/>
              </a:ext>
            </a:extLst>
          </p:cNvPr>
          <p:cNvCxnSpPr>
            <a:cxnSpLocks/>
            <a:stCxn id="68" idx="5"/>
            <a:endCxn id="74" idx="1"/>
          </p:cNvCxnSpPr>
          <p:nvPr/>
        </p:nvCxnSpPr>
        <p:spPr>
          <a:xfrm>
            <a:off x="1794777" y="3503285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5214B442-F8B6-4E8F-AC79-CF20423C294E}"/>
              </a:ext>
            </a:extLst>
          </p:cNvPr>
          <p:cNvSpPr/>
          <p:nvPr/>
        </p:nvSpPr>
        <p:spPr>
          <a:xfrm>
            <a:off x="2682852" y="37488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62C2C1E-4605-42E8-ADF4-682EDD447DA2}"/>
              </a:ext>
            </a:extLst>
          </p:cNvPr>
          <p:cNvSpPr/>
          <p:nvPr/>
        </p:nvSpPr>
        <p:spPr>
          <a:xfrm>
            <a:off x="134303" y="435379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A513B7CE-F89C-4097-B1DF-6B8AF6A4C9F6}"/>
              </a:ext>
            </a:extLst>
          </p:cNvPr>
          <p:cNvSpPr/>
          <p:nvPr/>
        </p:nvSpPr>
        <p:spPr>
          <a:xfrm>
            <a:off x="44660" y="465394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8B80AC-FD57-4E61-B3E1-E13A7C66D70A}"/>
              </a:ext>
            </a:extLst>
          </p:cNvPr>
          <p:cNvCxnSpPr>
            <a:cxnSpLocks/>
            <a:stCxn id="66" idx="3"/>
            <a:endCxn id="33" idx="7"/>
          </p:cNvCxnSpPr>
          <p:nvPr/>
        </p:nvCxnSpPr>
        <p:spPr>
          <a:xfrm flipH="1">
            <a:off x="564986" y="4267200"/>
            <a:ext cx="144502" cy="46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0D73966-DAAB-48A6-9C88-A69D3064445B}"/>
              </a:ext>
            </a:extLst>
          </p:cNvPr>
          <p:cNvSpPr/>
          <p:nvPr/>
        </p:nvSpPr>
        <p:spPr>
          <a:xfrm>
            <a:off x="1884051" y="289410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6EE83E46-A92E-475C-A8EC-0385E8A4136F}"/>
              </a:ext>
            </a:extLst>
          </p:cNvPr>
          <p:cNvSpPr/>
          <p:nvPr/>
        </p:nvSpPr>
        <p:spPr>
          <a:xfrm>
            <a:off x="5521168" y="33562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22B0A66C-AD11-4064-81EB-F00D931CB44C}"/>
              </a:ext>
            </a:extLst>
          </p:cNvPr>
          <p:cNvSpPr/>
          <p:nvPr/>
        </p:nvSpPr>
        <p:spPr>
          <a:xfrm>
            <a:off x="6175405" y="25922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DD506E-EE43-486A-9991-D0F00C81F894}"/>
              </a:ext>
            </a:extLst>
          </p:cNvPr>
          <p:cNvSpPr/>
          <p:nvPr/>
        </p:nvSpPr>
        <p:spPr>
          <a:xfrm>
            <a:off x="5310665" y="3125691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DFA991B-8C85-4835-8668-BD1A378F941A}"/>
              </a:ext>
            </a:extLst>
          </p:cNvPr>
          <p:cNvCxnSpPr>
            <a:cxnSpLocks/>
            <a:stCxn id="41" idx="3"/>
            <a:endCxn id="40" idx="7"/>
          </p:cNvCxnSpPr>
          <p:nvPr/>
        </p:nvCxnSpPr>
        <p:spPr>
          <a:xfrm flipH="1">
            <a:off x="6041494" y="3047576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118FE518-3C90-4AD3-99CE-201CC1FDC3AF}"/>
              </a:ext>
            </a:extLst>
          </p:cNvPr>
          <p:cNvSpPr/>
          <p:nvPr/>
        </p:nvSpPr>
        <p:spPr>
          <a:xfrm>
            <a:off x="6934200" y="33562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13A9620-FACC-44B6-892C-FE87E777AB8B}"/>
              </a:ext>
            </a:extLst>
          </p:cNvPr>
          <p:cNvCxnSpPr>
            <a:cxnSpLocks/>
            <a:stCxn id="41" idx="5"/>
            <a:endCxn id="44" idx="1"/>
          </p:cNvCxnSpPr>
          <p:nvPr/>
        </p:nvCxnSpPr>
        <p:spPr>
          <a:xfrm>
            <a:off x="6695731" y="3047576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80688C3-8C12-4114-8EF8-B7B7E255F666}"/>
              </a:ext>
            </a:extLst>
          </p:cNvPr>
          <p:cNvSpPr/>
          <p:nvPr/>
        </p:nvSpPr>
        <p:spPr>
          <a:xfrm>
            <a:off x="7583806" y="329313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3F932A-A3DD-48A3-9CF4-0FE7C3E87CB7}"/>
              </a:ext>
            </a:extLst>
          </p:cNvPr>
          <p:cNvSpPr/>
          <p:nvPr/>
        </p:nvSpPr>
        <p:spPr>
          <a:xfrm>
            <a:off x="5035257" y="389808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8AC0540F-0E28-4B8B-ACF0-CB3734CDFE78}"/>
              </a:ext>
            </a:extLst>
          </p:cNvPr>
          <p:cNvSpPr/>
          <p:nvPr/>
        </p:nvSpPr>
        <p:spPr>
          <a:xfrm>
            <a:off x="4945614" y="419823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FE42ECD-D640-468F-B601-221D28E4829E}"/>
              </a:ext>
            </a:extLst>
          </p:cNvPr>
          <p:cNvCxnSpPr>
            <a:cxnSpLocks/>
            <a:stCxn id="40" idx="3"/>
            <a:endCxn id="48" idx="7"/>
          </p:cNvCxnSpPr>
          <p:nvPr/>
        </p:nvCxnSpPr>
        <p:spPr>
          <a:xfrm flipH="1">
            <a:off x="5465940" y="3811491"/>
            <a:ext cx="144502" cy="46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7D0C426-A110-49DB-B9C6-7A143FD37D76}"/>
              </a:ext>
            </a:extLst>
          </p:cNvPr>
          <p:cNvSpPr/>
          <p:nvPr/>
        </p:nvSpPr>
        <p:spPr>
          <a:xfrm>
            <a:off x="6785005" y="24384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C89882-39E5-4DE8-8D8F-760A55C6F205}"/>
              </a:ext>
            </a:extLst>
          </p:cNvPr>
          <p:cNvSpPr/>
          <p:nvPr/>
        </p:nvSpPr>
        <p:spPr>
          <a:xfrm>
            <a:off x="4433043" y="481099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2855A533-05C1-4EB4-BD55-238DD3ED12DF}"/>
              </a:ext>
            </a:extLst>
          </p:cNvPr>
          <p:cNvSpPr/>
          <p:nvPr/>
        </p:nvSpPr>
        <p:spPr>
          <a:xfrm>
            <a:off x="4343400" y="511114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F09E189-336B-4203-8C62-58B09E6280D4}"/>
              </a:ext>
            </a:extLst>
          </p:cNvPr>
          <p:cNvCxnSpPr>
            <a:cxnSpLocks/>
            <a:stCxn id="48" idx="3"/>
            <a:endCxn id="53" idx="7"/>
          </p:cNvCxnSpPr>
          <p:nvPr/>
        </p:nvCxnSpPr>
        <p:spPr>
          <a:xfrm flipH="1">
            <a:off x="4863726" y="4653521"/>
            <a:ext cx="171162" cy="535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073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6EE83E46-A92E-475C-A8EC-0385E8A4136F}"/>
              </a:ext>
            </a:extLst>
          </p:cNvPr>
          <p:cNvSpPr/>
          <p:nvPr/>
        </p:nvSpPr>
        <p:spPr>
          <a:xfrm>
            <a:off x="1506014" y="3352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22B0A66C-AD11-4064-81EB-F00D931CB44C}"/>
              </a:ext>
            </a:extLst>
          </p:cNvPr>
          <p:cNvSpPr/>
          <p:nvPr/>
        </p:nvSpPr>
        <p:spPr>
          <a:xfrm>
            <a:off x="2160251" y="258888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DD506E-EE43-486A-9991-D0F00C81F894}"/>
              </a:ext>
            </a:extLst>
          </p:cNvPr>
          <p:cNvSpPr/>
          <p:nvPr/>
        </p:nvSpPr>
        <p:spPr>
          <a:xfrm>
            <a:off x="1295511" y="3122285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DFA991B-8C85-4835-8668-BD1A378F941A}"/>
              </a:ext>
            </a:extLst>
          </p:cNvPr>
          <p:cNvCxnSpPr>
            <a:cxnSpLocks/>
            <a:stCxn id="41" idx="3"/>
            <a:endCxn id="40" idx="7"/>
          </p:cNvCxnSpPr>
          <p:nvPr/>
        </p:nvCxnSpPr>
        <p:spPr>
          <a:xfrm flipH="1">
            <a:off x="2026340" y="3044170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118FE518-3C90-4AD3-99CE-201CC1FDC3AF}"/>
              </a:ext>
            </a:extLst>
          </p:cNvPr>
          <p:cNvSpPr/>
          <p:nvPr/>
        </p:nvSpPr>
        <p:spPr>
          <a:xfrm>
            <a:off x="2919046" y="3352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13A9620-FACC-44B6-892C-FE87E777AB8B}"/>
              </a:ext>
            </a:extLst>
          </p:cNvPr>
          <p:cNvCxnSpPr>
            <a:cxnSpLocks/>
            <a:stCxn id="41" idx="5"/>
            <a:endCxn id="44" idx="1"/>
          </p:cNvCxnSpPr>
          <p:nvPr/>
        </p:nvCxnSpPr>
        <p:spPr>
          <a:xfrm>
            <a:off x="2680577" y="3044170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80688C3-8C12-4114-8EF8-B7B7E255F666}"/>
              </a:ext>
            </a:extLst>
          </p:cNvPr>
          <p:cNvSpPr/>
          <p:nvPr/>
        </p:nvSpPr>
        <p:spPr>
          <a:xfrm>
            <a:off x="3568652" y="328973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3F932A-A3DD-48A3-9CF4-0FE7C3E87CB7}"/>
              </a:ext>
            </a:extLst>
          </p:cNvPr>
          <p:cNvSpPr/>
          <p:nvPr/>
        </p:nvSpPr>
        <p:spPr>
          <a:xfrm>
            <a:off x="1020103" y="389468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8AC0540F-0E28-4B8B-ACF0-CB3734CDFE78}"/>
              </a:ext>
            </a:extLst>
          </p:cNvPr>
          <p:cNvSpPr/>
          <p:nvPr/>
        </p:nvSpPr>
        <p:spPr>
          <a:xfrm>
            <a:off x="930460" y="419483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FE42ECD-D640-468F-B601-221D28E4829E}"/>
              </a:ext>
            </a:extLst>
          </p:cNvPr>
          <p:cNvCxnSpPr>
            <a:cxnSpLocks/>
            <a:stCxn id="40" idx="3"/>
            <a:endCxn id="48" idx="7"/>
          </p:cNvCxnSpPr>
          <p:nvPr/>
        </p:nvCxnSpPr>
        <p:spPr>
          <a:xfrm flipH="1">
            <a:off x="1450786" y="3808085"/>
            <a:ext cx="144502" cy="46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7D0C426-A110-49DB-B9C6-7A143FD37D76}"/>
              </a:ext>
            </a:extLst>
          </p:cNvPr>
          <p:cNvSpPr/>
          <p:nvPr/>
        </p:nvSpPr>
        <p:spPr>
          <a:xfrm>
            <a:off x="2769851" y="243499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C89882-39E5-4DE8-8D8F-760A55C6F205}"/>
              </a:ext>
            </a:extLst>
          </p:cNvPr>
          <p:cNvSpPr/>
          <p:nvPr/>
        </p:nvSpPr>
        <p:spPr>
          <a:xfrm>
            <a:off x="417889" y="480758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2855A533-05C1-4EB4-BD55-238DD3ED12DF}"/>
              </a:ext>
            </a:extLst>
          </p:cNvPr>
          <p:cNvSpPr/>
          <p:nvPr/>
        </p:nvSpPr>
        <p:spPr>
          <a:xfrm>
            <a:off x="328246" y="510773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F09E189-336B-4203-8C62-58B09E6280D4}"/>
              </a:ext>
            </a:extLst>
          </p:cNvPr>
          <p:cNvCxnSpPr>
            <a:cxnSpLocks/>
            <a:stCxn id="48" idx="3"/>
            <a:endCxn id="53" idx="7"/>
          </p:cNvCxnSpPr>
          <p:nvPr/>
        </p:nvCxnSpPr>
        <p:spPr>
          <a:xfrm flipH="1">
            <a:off x="848572" y="4650115"/>
            <a:ext cx="171162" cy="535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DD6FCB89-4458-4E8D-9250-18AE2AAA6F3B}"/>
              </a:ext>
            </a:extLst>
          </p:cNvPr>
          <p:cNvSpPr/>
          <p:nvPr/>
        </p:nvSpPr>
        <p:spPr>
          <a:xfrm>
            <a:off x="6435568" y="32800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6CA600A1-C399-49FD-93DF-635D7A27709D}"/>
              </a:ext>
            </a:extLst>
          </p:cNvPr>
          <p:cNvSpPr/>
          <p:nvPr/>
        </p:nvSpPr>
        <p:spPr>
          <a:xfrm>
            <a:off x="7089805" y="25160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B2306F-D0B0-4ECD-A6CE-B6D30A2FF36B}"/>
              </a:ext>
            </a:extLst>
          </p:cNvPr>
          <p:cNvSpPr/>
          <p:nvPr/>
        </p:nvSpPr>
        <p:spPr>
          <a:xfrm>
            <a:off x="6225065" y="304949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A09430-1BDF-42ED-B4FB-4FC0EEEB7F33}"/>
              </a:ext>
            </a:extLst>
          </p:cNvPr>
          <p:cNvCxnSpPr>
            <a:cxnSpLocks/>
            <a:stCxn id="31" idx="3"/>
            <a:endCxn id="30" idx="7"/>
          </p:cNvCxnSpPr>
          <p:nvPr/>
        </p:nvCxnSpPr>
        <p:spPr>
          <a:xfrm flipH="1">
            <a:off x="6955894" y="2971376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AD04E397-89ED-494B-8313-19DD8498BE7A}"/>
              </a:ext>
            </a:extLst>
          </p:cNvPr>
          <p:cNvSpPr/>
          <p:nvPr/>
        </p:nvSpPr>
        <p:spPr>
          <a:xfrm>
            <a:off x="7848600" y="32800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D79087-E17D-460F-B2F9-BF66D672CDAE}"/>
              </a:ext>
            </a:extLst>
          </p:cNvPr>
          <p:cNvCxnSpPr>
            <a:cxnSpLocks/>
            <a:stCxn id="31" idx="5"/>
            <a:endCxn id="35" idx="1"/>
          </p:cNvCxnSpPr>
          <p:nvPr/>
        </p:nvCxnSpPr>
        <p:spPr>
          <a:xfrm>
            <a:off x="7610131" y="2971376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4168B77-AB32-4D47-B8D4-5C51C8C6F3D5}"/>
              </a:ext>
            </a:extLst>
          </p:cNvPr>
          <p:cNvSpPr/>
          <p:nvPr/>
        </p:nvSpPr>
        <p:spPr>
          <a:xfrm>
            <a:off x="8498206" y="321693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3970E2-C08B-4E0E-AA2C-512CEAC8ABE0}"/>
              </a:ext>
            </a:extLst>
          </p:cNvPr>
          <p:cNvSpPr/>
          <p:nvPr/>
        </p:nvSpPr>
        <p:spPr>
          <a:xfrm>
            <a:off x="5949657" y="382188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766E88F4-B9B1-4E75-B198-A928B6AD25FB}"/>
              </a:ext>
            </a:extLst>
          </p:cNvPr>
          <p:cNvSpPr/>
          <p:nvPr/>
        </p:nvSpPr>
        <p:spPr>
          <a:xfrm>
            <a:off x="5860014" y="412203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5BF704D-F562-46BC-A899-170AE740D1F2}"/>
              </a:ext>
            </a:extLst>
          </p:cNvPr>
          <p:cNvCxnSpPr>
            <a:cxnSpLocks/>
            <a:stCxn id="30" idx="3"/>
            <a:endCxn id="55" idx="7"/>
          </p:cNvCxnSpPr>
          <p:nvPr/>
        </p:nvCxnSpPr>
        <p:spPr>
          <a:xfrm flipH="1">
            <a:off x="6380340" y="3735291"/>
            <a:ext cx="144502" cy="46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D31F75A4-9221-4108-8938-ECC789316C60}"/>
              </a:ext>
            </a:extLst>
          </p:cNvPr>
          <p:cNvSpPr/>
          <p:nvPr/>
        </p:nvSpPr>
        <p:spPr>
          <a:xfrm>
            <a:off x="7699405" y="23622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6E66BA-E499-45A1-A0A6-EEBD6D012BC7}"/>
              </a:ext>
            </a:extLst>
          </p:cNvPr>
          <p:cNvSpPr/>
          <p:nvPr/>
        </p:nvSpPr>
        <p:spPr>
          <a:xfrm>
            <a:off x="7721352" y="413758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E1BB68D1-FE52-4C53-BFBC-FA3D815911CE}"/>
              </a:ext>
            </a:extLst>
          </p:cNvPr>
          <p:cNvSpPr/>
          <p:nvPr/>
        </p:nvSpPr>
        <p:spPr>
          <a:xfrm>
            <a:off x="7075151" y="415556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BF75BD8-D56F-430B-B79E-78AB40708DD8}"/>
              </a:ext>
            </a:extLst>
          </p:cNvPr>
          <p:cNvCxnSpPr>
            <a:cxnSpLocks/>
            <a:stCxn id="30" idx="5"/>
            <a:endCxn id="59" idx="1"/>
          </p:cNvCxnSpPr>
          <p:nvPr/>
        </p:nvCxnSpPr>
        <p:spPr>
          <a:xfrm>
            <a:off x="6955894" y="3735291"/>
            <a:ext cx="208531" cy="498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C84F0DDB-7B60-440E-804E-05D6107FD452}"/>
              </a:ext>
            </a:extLst>
          </p:cNvPr>
          <p:cNvSpPr/>
          <p:nvPr/>
        </p:nvSpPr>
        <p:spPr>
          <a:xfrm>
            <a:off x="3900297" y="4876800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812EF1A3-2645-49DE-855E-36E3CD710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1924" y="4539267"/>
            <a:ext cx="1101577" cy="243646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1100" dirty="0"/>
              <a:t>LL Rotation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30494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DD6FCB89-4458-4E8D-9250-18AE2AAA6F3B}"/>
              </a:ext>
            </a:extLst>
          </p:cNvPr>
          <p:cNvSpPr/>
          <p:nvPr/>
        </p:nvSpPr>
        <p:spPr>
          <a:xfrm>
            <a:off x="865700" y="3368097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6CA600A1-C399-49FD-93DF-635D7A27709D}"/>
              </a:ext>
            </a:extLst>
          </p:cNvPr>
          <p:cNvSpPr/>
          <p:nvPr/>
        </p:nvSpPr>
        <p:spPr>
          <a:xfrm>
            <a:off x="1519937" y="260418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B2306F-D0B0-4ECD-A6CE-B6D30A2FF36B}"/>
              </a:ext>
            </a:extLst>
          </p:cNvPr>
          <p:cNvSpPr/>
          <p:nvPr/>
        </p:nvSpPr>
        <p:spPr>
          <a:xfrm>
            <a:off x="655197" y="313758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A09430-1BDF-42ED-B4FB-4FC0EEEB7F33}"/>
              </a:ext>
            </a:extLst>
          </p:cNvPr>
          <p:cNvCxnSpPr>
            <a:cxnSpLocks/>
            <a:stCxn id="31" idx="3"/>
            <a:endCxn id="30" idx="7"/>
          </p:cNvCxnSpPr>
          <p:nvPr/>
        </p:nvCxnSpPr>
        <p:spPr>
          <a:xfrm flipH="1">
            <a:off x="1386026" y="3059467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AD04E397-89ED-494B-8313-19DD8498BE7A}"/>
              </a:ext>
            </a:extLst>
          </p:cNvPr>
          <p:cNvSpPr/>
          <p:nvPr/>
        </p:nvSpPr>
        <p:spPr>
          <a:xfrm>
            <a:off x="2278732" y="336809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D79087-E17D-460F-B2F9-BF66D672CDAE}"/>
              </a:ext>
            </a:extLst>
          </p:cNvPr>
          <p:cNvCxnSpPr>
            <a:cxnSpLocks/>
            <a:stCxn id="31" idx="5"/>
            <a:endCxn id="35" idx="1"/>
          </p:cNvCxnSpPr>
          <p:nvPr/>
        </p:nvCxnSpPr>
        <p:spPr>
          <a:xfrm>
            <a:off x="2040263" y="3059467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4168B77-AB32-4D47-B8D4-5C51C8C6F3D5}"/>
              </a:ext>
            </a:extLst>
          </p:cNvPr>
          <p:cNvSpPr/>
          <p:nvPr/>
        </p:nvSpPr>
        <p:spPr>
          <a:xfrm>
            <a:off x="2928338" y="330502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3970E2-C08B-4E0E-AA2C-512CEAC8ABE0}"/>
              </a:ext>
            </a:extLst>
          </p:cNvPr>
          <p:cNvSpPr/>
          <p:nvPr/>
        </p:nvSpPr>
        <p:spPr>
          <a:xfrm>
            <a:off x="379789" y="390997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766E88F4-B9B1-4E75-B198-A928B6AD25FB}"/>
              </a:ext>
            </a:extLst>
          </p:cNvPr>
          <p:cNvSpPr/>
          <p:nvPr/>
        </p:nvSpPr>
        <p:spPr>
          <a:xfrm>
            <a:off x="256100" y="417473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5BF704D-F562-46BC-A899-170AE740D1F2}"/>
              </a:ext>
            </a:extLst>
          </p:cNvPr>
          <p:cNvCxnSpPr>
            <a:cxnSpLocks/>
            <a:stCxn id="30" idx="3"/>
            <a:endCxn id="55" idx="7"/>
          </p:cNvCxnSpPr>
          <p:nvPr/>
        </p:nvCxnSpPr>
        <p:spPr>
          <a:xfrm flipH="1">
            <a:off x="776426" y="3823382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D31F75A4-9221-4108-8938-ECC789316C60}"/>
              </a:ext>
            </a:extLst>
          </p:cNvPr>
          <p:cNvSpPr/>
          <p:nvPr/>
        </p:nvSpPr>
        <p:spPr>
          <a:xfrm>
            <a:off x="2129537" y="2450291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6E66BA-E499-45A1-A0A6-EEBD6D012BC7}"/>
              </a:ext>
            </a:extLst>
          </p:cNvPr>
          <p:cNvSpPr/>
          <p:nvPr/>
        </p:nvSpPr>
        <p:spPr>
          <a:xfrm>
            <a:off x="2151484" y="422568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E1BB68D1-FE52-4C53-BFBC-FA3D815911CE}"/>
              </a:ext>
            </a:extLst>
          </p:cNvPr>
          <p:cNvSpPr/>
          <p:nvPr/>
        </p:nvSpPr>
        <p:spPr>
          <a:xfrm>
            <a:off x="1564882" y="4244942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BF75BD8-D56F-430B-B79E-78AB40708DD8}"/>
              </a:ext>
            </a:extLst>
          </p:cNvPr>
          <p:cNvCxnSpPr>
            <a:cxnSpLocks/>
            <a:stCxn id="30" idx="5"/>
            <a:endCxn id="59" idx="1"/>
          </p:cNvCxnSpPr>
          <p:nvPr/>
        </p:nvCxnSpPr>
        <p:spPr>
          <a:xfrm>
            <a:off x="1386026" y="3823382"/>
            <a:ext cx="268130" cy="49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D83279D5-8FB4-4B59-8B42-58C5BA029297}"/>
              </a:ext>
            </a:extLst>
          </p:cNvPr>
          <p:cNvSpPr/>
          <p:nvPr/>
        </p:nvSpPr>
        <p:spPr>
          <a:xfrm>
            <a:off x="859172" y="5105400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371770-EDD6-4DB0-9945-1FF90DE8D293}"/>
              </a:ext>
            </a:extLst>
          </p:cNvPr>
          <p:cNvCxnSpPr>
            <a:cxnSpLocks/>
            <a:stCxn id="59" idx="3"/>
            <a:endCxn id="38" idx="7"/>
          </p:cNvCxnSpPr>
          <p:nvPr/>
        </p:nvCxnSpPr>
        <p:spPr>
          <a:xfrm flipH="1">
            <a:off x="1379498" y="4700227"/>
            <a:ext cx="274658" cy="483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D29661B-E1BC-4B3B-8506-6F8C68A50E34}"/>
              </a:ext>
            </a:extLst>
          </p:cNvPr>
          <p:cNvSpPr/>
          <p:nvPr/>
        </p:nvSpPr>
        <p:spPr>
          <a:xfrm>
            <a:off x="1516827" y="514074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0320355E-2D0A-499E-BFD1-C78EF4FC4CED}"/>
              </a:ext>
            </a:extLst>
          </p:cNvPr>
          <p:cNvSpPr/>
          <p:nvPr/>
        </p:nvSpPr>
        <p:spPr>
          <a:xfrm>
            <a:off x="5825968" y="31276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361BA48C-6C30-4F56-8AA7-677571F5BBFA}"/>
              </a:ext>
            </a:extLst>
          </p:cNvPr>
          <p:cNvSpPr/>
          <p:nvPr/>
        </p:nvSpPr>
        <p:spPr>
          <a:xfrm>
            <a:off x="6480205" y="23636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1A26B22-769C-4836-A1B4-C1259EECA10E}"/>
              </a:ext>
            </a:extLst>
          </p:cNvPr>
          <p:cNvSpPr/>
          <p:nvPr/>
        </p:nvSpPr>
        <p:spPr>
          <a:xfrm>
            <a:off x="5615465" y="289709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280AACB-FAA2-48BD-81FF-9912629BC904}"/>
              </a:ext>
            </a:extLst>
          </p:cNvPr>
          <p:cNvCxnSpPr>
            <a:cxnSpLocks/>
            <a:stCxn id="65" idx="3"/>
            <a:endCxn id="64" idx="7"/>
          </p:cNvCxnSpPr>
          <p:nvPr/>
        </p:nvCxnSpPr>
        <p:spPr>
          <a:xfrm flipH="1">
            <a:off x="6346294" y="2818976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FA5AC608-4058-4F3F-97C6-D8572E2A331D}"/>
              </a:ext>
            </a:extLst>
          </p:cNvPr>
          <p:cNvSpPr/>
          <p:nvPr/>
        </p:nvSpPr>
        <p:spPr>
          <a:xfrm>
            <a:off x="7239000" y="31276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4C8A68F-EB52-452D-A424-8818656258E1}"/>
              </a:ext>
            </a:extLst>
          </p:cNvPr>
          <p:cNvCxnSpPr>
            <a:cxnSpLocks/>
            <a:stCxn id="65" idx="5"/>
            <a:endCxn id="68" idx="1"/>
          </p:cNvCxnSpPr>
          <p:nvPr/>
        </p:nvCxnSpPr>
        <p:spPr>
          <a:xfrm>
            <a:off x="7000531" y="2818976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4D923AD-AADA-4E13-8C74-A9B745DBB06E}"/>
              </a:ext>
            </a:extLst>
          </p:cNvPr>
          <p:cNvSpPr/>
          <p:nvPr/>
        </p:nvSpPr>
        <p:spPr>
          <a:xfrm>
            <a:off x="7888606" y="306453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4FA6C3-C10C-45A0-9BF1-F6C70FF45ADF}"/>
              </a:ext>
            </a:extLst>
          </p:cNvPr>
          <p:cNvSpPr/>
          <p:nvPr/>
        </p:nvSpPr>
        <p:spPr>
          <a:xfrm>
            <a:off x="5340057" y="366948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C4B0409D-448C-4B58-88F0-1AEF8F8BB532}"/>
              </a:ext>
            </a:extLst>
          </p:cNvPr>
          <p:cNvSpPr/>
          <p:nvPr/>
        </p:nvSpPr>
        <p:spPr>
          <a:xfrm>
            <a:off x="5216368" y="393424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ED4F25D-C04E-4971-B5D4-1DDF30189093}"/>
              </a:ext>
            </a:extLst>
          </p:cNvPr>
          <p:cNvCxnSpPr>
            <a:cxnSpLocks/>
            <a:stCxn id="64" idx="3"/>
            <a:endCxn id="72" idx="7"/>
          </p:cNvCxnSpPr>
          <p:nvPr/>
        </p:nvCxnSpPr>
        <p:spPr>
          <a:xfrm flipH="1">
            <a:off x="5736694" y="3582891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88D21D6-ED10-4C18-975C-ECCAEDCD3A0F}"/>
              </a:ext>
            </a:extLst>
          </p:cNvPr>
          <p:cNvSpPr/>
          <p:nvPr/>
        </p:nvSpPr>
        <p:spPr>
          <a:xfrm>
            <a:off x="7089805" y="22098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617D092-5462-4E3E-8AE2-98E1D85F1CC7}"/>
              </a:ext>
            </a:extLst>
          </p:cNvPr>
          <p:cNvSpPr/>
          <p:nvPr/>
        </p:nvSpPr>
        <p:spPr>
          <a:xfrm>
            <a:off x="7111752" y="398518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55BCEC36-F3DB-4406-A2CF-5F4470D53540}"/>
              </a:ext>
            </a:extLst>
          </p:cNvPr>
          <p:cNvSpPr/>
          <p:nvPr/>
        </p:nvSpPr>
        <p:spPr>
          <a:xfrm>
            <a:off x="6525150" y="400445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82FA67-72D8-4C1D-A0F4-F0FC1BAC561C}"/>
              </a:ext>
            </a:extLst>
          </p:cNvPr>
          <p:cNvCxnSpPr>
            <a:cxnSpLocks/>
            <a:stCxn id="64" idx="5"/>
            <a:endCxn id="76" idx="1"/>
          </p:cNvCxnSpPr>
          <p:nvPr/>
        </p:nvCxnSpPr>
        <p:spPr>
          <a:xfrm>
            <a:off x="6346294" y="3582891"/>
            <a:ext cx="268130" cy="49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FF02FF48-5BC0-4D72-8C55-CC63B39F647A}"/>
              </a:ext>
            </a:extLst>
          </p:cNvPr>
          <p:cNvSpPr/>
          <p:nvPr/>
        </p:nvSpPr>
        <p:spPr>
          <a:xfrm>
            <a:off x="8154611" y="40319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F879F62-20E6-4AF4-80B6-762236EC07C7}"/>
              </a:ext>
            </a:extLst>
          </p:cNvPr>
          <p:cNvCxnSpPr>
            <a:cxnSpLocks/>
            <a:stCxn id="68" idx="5"/>
            <a:endCxn id="78" idx="1"/>
          </p:cNvCxnSpPr>
          <p:nvPr/>
        </p:nvCxnSpPr>
        <p:spPr>
          <a:xfrm>
            <a:off x="7759326" y="3582891"/>
            <a:ext cx="484559" cy="52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EF6DB47B-978E-4B37-BBA7-71C5E8DA8B64}"/>
              </a:ext>
            </a:extLst>
          </p:cNvPr>
          <p:cNvSpPr/>
          <p:nvPr/>
        </p:nvSpPr>
        <p:spPr>
          <a:xfrm>
            <a:off x="8697357" y="383272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EA2A3529-9639-4BE4-81BE-4EA7AA05AA34}"/>
              </a:ext>
            </a:extLst>
          </p:cNvPr>
          <p:cNvSpPr/>
          <p:nvPr/>
        </p:nvSpPr>
        <p:spPr>
          <a:xfrm>
            <a:off x="3708796" y="5614019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19201C78-2327-46D3-9A00-10226BA5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0423" y="5276486"/>
            <a:ext cx="1101577" cy="243646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1100" dirty="0"/>
              <a:t>LR Rotation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3772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0320355E-2D0A-499E-BFD1-C78EF4FC4CED}"/>
              </a:ext>
            </a:extLst>
          </p:cNvPr>
          <p:cNvSpPr/>
          <p:nvPr/>
        </p:nvSpPr>
        <p:spPr>
          <a:xfrm>
            <a:off x="796768" y="3657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361BA48C-6C30-4F56-8AA7-677571F5BBFA}"/>
              </a:ext>
            </a:extLst>
          </p:cNvPr>
          <p:cNvSpPr/>
          <p:nvPr/>
        </p:nvSpPr>
        <p:spPr>
          <a:xfrm>
            <a:off x="1451005" y="289368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1A26B22-769C-4836-A1B4-C1259EECA10E}"/>
              </a:ext>
            </a:extLst>
          </p:cNvPr>
          <p:cNvSpPr/>
          <p:nvPr/>
        </p:nvSpPr>
        <p:spPr>
          <a:xfrm>
            <a:off x="586265" y="342708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280AACB-FAA2-48BD-81FF-9912629BC904}"/>
              </a:ext>
            </a:extLst>
          </p:cNvPr>
          <p:cNvCxnSpPr>
            <a:cxnSpLocks/>
            <a:stCxn id="65" idx="3"/>
            <a:endCxn id="64" idx="7"/>
          </p:cNvCxnSpPr>
          <p:nvPr/>
        </p:nvCxnSpPr>
        <p:spPr>
          <a:xfrm flipH="1">
            <a:off x="1317094" y="3348970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FA5AC608-4058-4F3F-97C6-D8572E2A331D}"/>
              </a:ext>
            </a:extLst>
          </p:cNvPr>
          <p:cNvSpPr/>
          <p:nvPr/>
        </p:nvSpPr>
        <p:spPr>
          <a:xfrm>
            <a:off x="2209800" y="3657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4C8A68F-EB52-452D-A424-8818656258E1}"/>
              </a:ext>
            </a:extLst>
          </p:cNvPr>
          <p:cNvCxnSpPr>
            <a:cxnSpLocks/>
            <a:stCxn id="65" idx="5"/>
            <a:endCxn id="68" idx="1"/>
          </p:cNvCxnSpPr>
          <p:nvPr/>
        </p:nvCxnSpPr>
        <p:spPr>
          <a:xfrm>
            <a:off x="1971331" y="3348970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4D923AD-AADA-4E13-8C74-A9B745DBB06E}"/>
              </a:ext>
            </a:extLst>
          </p:cNvPr>
          <p:cNvSpPr/>
          <p:nvPr/>
        </p:nvSpPr>
        <p:spPr>
          <a:xfrm>
            <a:off x="2859406" y="359453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4FA6C3-C10C-45A0-9BF1-F6C70FF45ADF}"/>
              </a:ext>
            </a:extLst>
          </p:cNvPr>
          <p:cNvSpPr/>
          <p:nvPr/>
        </p:nvSpPr>
        <p:spPr>
          <a:xfrm>
            <a:off x="310857" y="419948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C4B0409D-448C-4B58-88F0-1AEF8F8BB532}"/>
              </a:ext>
            </a:extLst>
          </p:cNvPr>
          <p:cNvSpPr/>
          <p:nvPr/>
        </p:nvSpPr>
        <p:spPr>
          <a:xfrm>
            <a:off x="187168" y="446424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ED4F25D-C04E-4971-B5D4-1DDF30189093}"/>
              </a:ext>
            </a:extLst>
          </p:cNvPr>
          <p:cNvCxnSpPr>
            <a:cxnSpLocks/>
            <a:stCxn id="64" idx="3"/>
            <a:endCxn id="72" idx="7"/>
          </p:cNvCxnSpPr>
          <p:nvPr/>
        </p:nvCxnSpPr>
        <p:spPr>
          <a:xfrm flipH="1">
            <a:off x="707494" y="4112885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88D21D6-ED10-4C18-975C-ECCAEDCD3A0F}"/>
              </a:ext>
            </a:extLst>
          </p:cNvPr>
          <p:cNvSpPr/>
          <p:nvPr/>
        </p:nvSpPr>
        <p:spPr>
          <a:xfrm>
            <a:off x="2060605" y="273979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617D092-5462-4E3E-8AE2-98E1D85F1CC7}"/>
              </a:ext>
            </a:extLst>
          </p:cNvPr>
          <p:cNvSpPr/>
          <p:nvPr/>
        </p:nvSpPr>
        <p:spPr>
          <a:xfrm>
            <a:off x="2082552" y="451518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55BCEC36-F3DB-4406-A2CF-5F4470D53540}"/>
              </a:ext>
            </a:extLst>
          </p:cNvPr>
          <p:cNvSpPr/>
          <p:nvPr/>
        </p:nvSpPr>
        <p:spPr>
          <a:xfrm>
            <a:off x="1495950" y="453444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82FA67-72D8-4C1D-A0F4-F0FC1BAC561C}"/>
              </a:ext>
            </a:extLst>
          </p:cNvPr>
          <p:cNvCxnSpPr>
            <a:cxnSpLocks/>
            <a:stCxn id="64" idx="5"/>
            <a:endCxn id="76" idx="1"/>
          </p:cNvCxnSpPr>
          <p:nvPr/>
        </p:nvCxnSpPr>
        <p:spPr>
          <a:xfrm>
            <a:off x="1317094" y="4112885"/>
            <a:ext cx="268130" cy="49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FF02FF48-5BC0-4D72-8C55-CC63B39F647A}"/>
              </a:ext>
            </a:extLst>
          </p:cNvPr>
          <p:cNvSpPr/>
          <p:nvPr/>
        </p:nvSpPr>
        <p:spPr>
          <a:xfrm>
            <a:off x="3125411" y="456193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F879F62-20E6-4AF4-80B6-762236EC07C7}"/>
              </a:ext>
            </a:extLst>
          </p:cNvPr>
          <p:cNvCxnSpPr>
            <a:cxnSpLocks/>
            <a:stCxn id="68" idx="5"/>
            <a:endCxn id="78" idx="1"/>
          </p:cNvCxnSpPr>
          <p:nvPr/>
        </p:nvCxnSpPr>
        <p:spPr>
          <a:xfrm>
            <a:off x="2730126" y="4112885"/>
            <a:ext cx="484559" cy="52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EF6DB47B-978E-4B37-BBA7-71C5E8DA8B64}"/>
              </a:ext>
            </a:extLst>
          </p:cNvPr>
          <p:cNvSpPr/>
          <p:nvPr/>
        </p:nvSpPr>
        <p:spPr>
          <a:xfrm>
            <a:off x="3668157" y="436272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4A26AF5E-BDD0-4F0C-8519-4527C25A6582}"/>
              </a:ext>
            </a:extLst>
          </p:cNvPr>
          <p:cNvSpPr/>
          <p:nvPr/>
        </p:nvSpPr>
        <p:spPr>
          <a:xfrm>
            <a:off x="886042" y="547621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4DCEE0D-824C-4C1E-9086-B61165AA1023}"/>
              </a:ext>
            </a:extLst>
          </p:cNvPr>
          <p:cNvCxnSpPr>
            <a:cxnSpLocks/>
            <a:stCxn id="76" idx="3"/>
            <a:endCxn id="43" idx="7"/>
          </p:cNvCxnSpPr>
          <p:nvPr/>
        </p:nvCxnSpPr>
        <p:spPr>
          <a:xfrm flipH="1">
            <a:off x="1406368" y="4989730"/>
            <a:ext cx="178856" cy="564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32F327F-C0EA-4CDE-B700-CEC9E1789281}"/>
              </a:ext>
            </a:extLst>
          </p:cNvPr>
          <p:cNvSpPr/>
          <p:nvPr/>
        </p:nvSpPr>
        <p:spPr>
          <a:xfrm>
            <a:off x="1552891" y="552935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DF745176-F95A-4217-834E-AB82A8664231}"/>
              </a:ext>
            </a:extLst>
          </p:cNvPr>
          <p:cNvSpPr/>
          <p:nvPr/>
        </p:nvSpPr>
        <p:spPr>
          <a:xfrm>
            <a:off x="5550617" y="33562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3A50DDEF-74C0-4A9A-8BE5-316C496D82EE}"/>
              </a:ext>
            </a:extLst>
          </p:cNvPr>
          <p:cNvSpPr/>
          <p:nvPr/>
        </p:nvSpPr>
        <p:spPr>
          <a:xfrm>
            <a:off x="6204854" y="25922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D79E08-BDDA-40B8-B622-502D6EB99A6E}"/>
              </a:ext>
            </a:extLst>
          </p:cNvPr>
          <p:cNvSpPr/>
          <p:nvPr/>
        </p:nvSpPr>
        <p:spPr>
          <a:xfrm>
            <a:off x="5340114" y="312569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3D62EFC-494D-40CC-B91C-F598A88CB608}"/>
              </a:ext>
            </a:extLst>
          </p:cNvPr>
          <p:cNvCxnSpPr>
            <a:cxnSpLocks/>
            <a:stCxn id="48" idx="3"/>
            <a:endCxn id="47" idx="7"/>
          </p:cNvCxnSpPr>
          <p:nvPr/>
        </p:nvCxnSpPr>
        <p:spPr>
          <a:xfrm flipH="1">
            <a:off x="6070943" y="3047576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BED67909-23C4-49E2-AD24-3199FB8D0F0D}"/>
              </a:ext>
            </a:extLst>
          </p:cNvPr>
          <p:cNvSpPr/>
          <p:nvPr/>
        </p:nvSpPr>
        <p:spPr>
          <a:xfrm>
            <a:off x="6963649" y="33562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C46054-CFDE-46D0-AFFE-34FBEB5559E4}"/>
              </a:ext>
            </a:extLst>
          </p:cNvPr>
          <p:cNvCxnSpPr>
            <a:cxnSpLocks/>
            <a:stCxn id="48" idx="5"/>
            <a:endCxn id="52" idx="1"/>
          </p:cNvCxnSpPr>
          <p:nvPr/>
        </p:nvCxnSpPr>
        <p:spPr>
          <a:xfrm>
            <a:off x="6725180" y="3047576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246B864-07B0-4346-B481-E212E702CF37}"/>
              </a:ext>
            </a:extLst>
          </p:cNvPr>
          <p:cNvSpPr/>
          <p:nvPr/>
        </p:nvSpPr>
        <p:spPr>
          <a:xfrm>
            <a:off x="7613255" y="329313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77E58F8-D682-4282-AB5C-CDEE6E1216A5}"/>
              </a:ext>
            </a:extLst>
          </p:cNvPr>
          <p:cNvSpPr/>
          <p:nvPr/>
        </p:nvSpPr>
        <p:spPr>
          <a:xfrm>
            <a:off x="5064706" y="389808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A7F1967A-A8F9-4FF3-8EE0-09588A2E229E}"/>
              </a:ext>
            </a:extLst>
          </p:cNvPr>
          <p:cNvSpPr/>
          <p:nvPr/>
        </p:nvSpPr>
        <p:spPr>
          <a:xfrm>
            <a:off x="4941017" y="416284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4490FF5-ADF0-4FD8-9DB4-B478F5FE53E6}"/>
              </a:ext>
            </a:extLst>
          </p:cNvPr>
          <p:cNvCxnSpPr>
            <a:cxnSpLocks/>
            <a:stCxn id="47" idx="3"/>
            <a:endCxn id="62" idx="7"/>
          </p:cNvCxnSpPr>
          <p:nvPr/>
        </p:nvCxnSpPr>
        <p:spPr>
          <a:xfrm flipH="1">
            <a:off x="5461343" y="3811491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BD8A9CD6-E114-4BA7-89A6-6A810DB8620B}"/>
              </a:ext>
            </a:extLst>
          </p:cNvPr>
          <p:cNvSpPr/>
          <p:nvPr/>
        </p:nvSpPr>
        <p:spPr>
          <a:xfrm>
            <a:off x="6814454" y="24384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CB8B7DA-9F0F-4B9C-9AF1-B685857F0BF1}"/>
              </a:ext>
            </a:extLst>
          </p:cNvPr>
          <p:cNvSpPr/>
          <p:nvPr/>
        </p:nvSpPr>
        <p:spPr>
          <a:xfrm>
            <a:off x="6836401" y="421378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042CB24B-D336-4737-9C26-0F6B67516AB2}"/>
              </a:ext>
            </a:extLst>
          </p:cNvPr>
          <p:cNvSpPr/>
          <p:nvPr/>
        </p:nvSpPr>
        <p:spPr>
          <a:xfrm>
            <a:off x="6249799" y="423305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D9DB5D7-0505-43B2-810F-69321D3CA3BC}"/>
              </a:ext>
            </a:extLst>
          </p:cNvPr>
          <p:cNvCxnSpPr>
            <a:cxnSpLocks/>
            <a:stCxn id="47" idx="5"/>
            <a:endCxn id="86" idx="1"/>
          </p:cNvCxnSpPr>
          <p:nvPr/>
        </p:nvCxnSpPr>
        <p:spPr>
          <a:xfrm>
            <a:off x="6070943" y="3811491"/>
            <a:ext cx="268130" cy="49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ECA2451-25BF-48B5-BEB9-64D75E7F631D}"/>
              </a:ext>
            </a:extLst>
          </p:cNvPr>
          <p:cNvSpPr/>
          <p:nvPr/>
        </p:nvSpPr>
        <p:spPr>
          <a:xfrm>
            <a:off x="7879260" y="42605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D10FFB-3EE4-4C96-B3C3-352D6EEE89B2}"/>
              </a:ext>
            </a:extLst>
          </p:cNvPr>
          <p:cNvCxnSpPr>
            <a:cxnSpLocks/>
            <a:stCxn id="52" idx="5"/>
            <a:endCxn id="88" idx="1"/>
          </p:cNvCxnSpPr>
          <p:nvPr/>
        </p:nvCxnSpPr>
        <p:spPr>
          <a:xfrm>
            <a:off x="7483975" y="3811491"/>
            <a:ext cx="484559" cy="52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8F3E597E-B53E-45DD-A0BD-699281573C5A}"/>
              </a:ext>
            </a:extLst>
          </p:cNvPr>
          <p:cNvSpPr/>
          <p:nvPr/>
        </p:nvSpPr>
        <p:spPr>
          <a:xfrm>
            <a:off x="8422006" y="406132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4E1E81D4-3A6C-4F22-97D6-BEBE2C421B89}"/>
              </a:ext>
            </a:extLst>
          </p:cNvPr>
          <p:cNvSpPr/>
          <p:nvPr/>
        </p:nvSpPr>
        <p:spPr>
          <a:xfrm>
            <a:off x="5639891" y="517482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398F96A-13BF-4BEE-9825-63545FD528CA}"/>
              </a:ext>
            </a:extLst>
          </p:cNvPr>
          <p:cNvCxnSpPr>
            <a:cxnSpLocks/>
            <a:stCxn id="86" idx="3"/>
            <a:endCxn id="91" idx="7"/>
          </p:cNvCxnSpPr>
          <p:nvPr/>
        </p:nvCxnSpPr>
        <p:spPr>
          <a:xfrm flipH="1">
            <a:off x="6160217" y="4688336"/>
            <a:ext cx="178856" cy="564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0FA56912-95EE-45D4-AC95-824647E25E34}"/>
              </a:ext>
            </a:extLst>
          </p:cNvPr>
          <p:cNvSpPr/>
          <p:nvPr/>
        </p:nvSpPr>
        <p:spPr>
          <a:xfrm>
            <a:off x="6306740" y="522796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77B83DE1-9831-47FE-B2D4-A95F2E78ADF7}"/>
              </a:ext>
            </a:extLst>
          </p:cNvPr>
          <p:cNvSpPr/>
          <p:nvPr/>
        </p:nvSpPr>
        <p:spPr>
          <a:xfrm>
            <a:off x="6920818" y="521088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ABE0364-AD52-4185-9943-509360829E12}"/>
              </a:ext>
            </a:extLst>
          </p:cNvPr>
          <p:cNvCxnSpPr>
            <a:cxnSpLocks/>
            <a:stCxn id="86" idx="5"/>
            <a:endCxn id="94" idx="1"/>
          </p:cNvCxnSpPr>
          <p:nvPr/>
        </p:nvCxnSpPr>
        <p:spPr>
          <a:xfrm>
            <a:off x="6770125" y="4688336"/>
            <a:ext cx="239967" cy="600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6F8BE625-5968-48DE-B466-2F8A5894FC43}"/>
              </a:ext>
            </a:extLst>
          </p:cNvPr>
          <p:cNvSpPr/>
          <p:nvPr/>
        </p:nvSpPr>
        <p:spPr>
          <a:xfrm>
            <a:off x="7483975" y="509314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02619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DF745176-F95A-4217-834E-AB82A8664231}"/>
              </a:ext>
            </a:extLst>
          </p:cNvPr>
          <p:cNvSpPr/>
          <p:nvPr/>
        </p:nvSpPr>
        <p:spPr>
          <a:xfrm>
            <a:off x="793563" y="319741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3A50DDEF-74C0-4A9A-8BE5-316C496D82EE}"/>
              </a:ext>
            </a:extLst>
          </p:cNvPr>
          <p:cNvSpPr/>
          <p:nvPr/>
        </p:nvSpPr>
        <p:spPr>
          <a:xfrm>
            <a:off x="1447800" y="243350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D79E08-BDDA-40B8-B622-502D6EB99A6E}"/>
              </a:ext>
            </a:extLst>
          </p:cNvPr>
          <p:cNvSpPr/>
          <p:nvPr/>
        </p:nvSpPr>
        <p:spPr>
          <a:xfrm>
            <a:off x="583060" y="2966904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3D62EFC-494D-40CC-B91C-F598A88CB608}"/>
              </a:ext>
            </a:extLst>
          </p:cNvPr>
          <p:cNvCxnSpPr>
            <a:cxnSpLocks/>
            <a:stCxn id="48" idx="3"/>
            <a:endCxn id="47" idx="7"/>
          </p:cNvCxnSpPr>
          <p:nvPr/>
        </p:nvCxnSpPr>
        <p:spPr>
          <a:xfrm flipH="1">
            <a:off x="1313889" y="2888789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BED67909-23C4-49E2-AD24-3199FB8D0F0D}"/>
              </a:ext>
            </a:extLst>
          </p:cNvPr>
          <p:cNvSpPr/>
          <p:nvPr/>
        </p:nvSpPr>
        <p:spPr>
          <a:xfrm>
            <a:off x="2206595" y="319741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C46054-CFDE-46D0-AFFE-34FBEB5559E4}"/>
              </a:ext>
            </a:extLst>
          </p:cNvPr>
          <p:cNvCxnSpPr>
            <a:cxnSpLocks/>
            <a:stCxn id="48" idx="5"/>
            <a:endCxn id="52" idx="1"/>
          </p:cNvCxnSpPr>
          <p:nvPr/>
        </p:nvCxnSpPr>
        <p:spPr>
          <a:xfrm>
            <a:off x="1968126" y="2888789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246B864-07B0-4346-B481-E212E702CF37}"/>
              </a:ext>
            </a:extLst>
          </p:cNvPr>
          <p:cNvSpPr/>
          <p:nvPr/>
        </p:nvSpPr>
        <p:spPr>
          <a:xfrm>
            <a:off x="2856201" y="313434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77E58F8-D682-4282-AB5C-CDEE6E1216A5}"/>
              </a:ext>
            </a:extLst>
          </p:cNvPr>
          <p:cNvSpPr/>
          <p:nvPr/>
        </p:nvSpPr>
        <p:spPr>
          <a:xfrm>
            <a:off x="307652" y="373929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A7F1967A-A8F9-4FF3-8EE0-09588A2E229E}"/>
              </a:ext>
            </a:extLst>
          </p:cNvPr>
          <p:cNvSpPr/>
          <p:nvPr/>
        </p:nvSpPr>
        <p:spPr>
          <a:xfrm>
            <a:off x="183963" y="400406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4490FF5-ADF0-4FD8-9DB4-B478F5FE53E6}"/>
              </a:ext>
            </a:extLst>
          </p:cNvPr>
          <p:cNvCxnSpPr>
            <a:cxnSpLocks/>
            <a:stCxn id="47" idx="3"/>
            <a:endCxn id="62" idx="7"/>
          </p:cNvCxnSpPr>
          <p:nvPr/>
        </p:nvCxnSpPr>
        <p:spPr>
          <a:xfrm flipH="1">
            <a:off x="704289" y="3652704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BD8A9CD6-E114-4BA7-89A6-6A810DB8620B}"/>
              </a:ext>
            </a:extLst>
          </p:cNvPr>
          <p:cNvSpPr/>
          <p:nvPr/>
        </p:nvSpPr>
        <p:spPr>
          <a:xfrm>
            <a:off x="2057400" y="227961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CB8B7DA-9F0F-4B9C-9AF1-B685857F0BF1}"/>
              </a:ext>
            </a:extLst>
          </p:cNvPr>
          <p:cNvSpPr/>
          <p:nvPr/>
        </p:nvSpPr>
        <p:spPr>
          <a:xfrm>
            <a:off x="2079347" y="405500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042CB24B-D336-4737-9C26-0F6B67516AB2}"/>
              </a:ext>
            </a:extLst>
          </p:cNvPr>
          <p:cNvSpPr/>
          <p:nvPr/>
        </p:nvSpPr>
        <p:spPr>
          <a:xfrm>
            <a:off x="1492745" y="4074264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D9DB5D7-0505-43B2-810F-69321D3CA3BC}"/>
              </a:ext>
            </a:extLst>
          </p:cNvPr>
          <p:cNvCxnSpPr>
            <a:cxnSpLocks/>
            <a:stCxn id="47" idx="5"/>
            <a:endCxn id="86" idx="1"/>
          </p:cNvCxnSpPr>
          <p:nvPr/>
        </p:nvCxnSpPr>
        <p:spPr>
          <a:xfrm>
            <a:off x="1313889" y="3652704"/>
            <a:ext cx="268130" cy="49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5ECA2451-25BF-48B5-BEB9-64D75E7F631D}"/>
              </a:ext>
            </a:extLst>
          </p:cNvPr>
          <p:cNvSpPr/>
          <p:nvPr/>
        </p:nvSpPr>
        <p:spPr>
          <a:xfrm>
            <a:off x="3122206" y="410175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D10FFB-3EE4-4C96-B3C3-352D6EEE89B2}"/>
              </a:ext>
            </a:extLst>
          </p:cNvPr>
          <p:cNvCxnSpPr>
            <a:cxnSpLocks/>
            <a:stCxn id="52" idx="5"/>
            <a:endCxn id="88" idx="1"/>
          </p:cNvCxnSpPr>
          <p:nvPr/>
        </p:nvCxnSpPr>
        <p:spPr>
          <a:xfrm>
            <a:off x="2726921" y="3652704"/>
            <a:ext cx="484559" cy="52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8F3E597E-B53E-45DD-A0BD-699281573C5A}"/>
              </a:ext>
            </a:extLst>
          </p:cNvPr>
          <p:cNvSpPr/>
          <p:nvPr/>
        </p:nvSpPr>
        <p:spPr>
          <a:xfrm>
            <a:off x="3664952" y="390254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4E1E81D4-3A6C-4F22-97D6-BEBE2C421B89}"/>
              </a:ext>
            </a:extLst>
          </p:cNvPr>
          <p:cNvSpPr/>
          <p:nvPr/>
        </p:nvSpPr>
        <p:spPr>
          <a:xfrm>
            <a:off x="859475" y="4954350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398F96A-13BF-4BEE-9825-63545FD528CA}"/>
              </a:ext>
            </a:extLst>
          </p:cNvPr>
          <p:cNvCxnSpPr>
            <a:cxnSpLocks/>
            <a:stCxn id="86" idx="3"/>
            <a:endCxn id="91" idx="7"/>
          </p:cNvCxnSpPr>
          <p:nvPr/>
        </p:nvCxnSpPr>
        <p:spPr>
          <a:xfrm flipH="1">
            <a:off x="1379801" y="4529549"/>
            <a:ext cx="202218" cy="502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0FA56912-95EE-45D4-AC95-824647E25E34}"/>
              </a:ext>
            </a:extLst>
          </p:cNvPr>
          <p:cNvSpPr/>
          <p:nvPr/>
        </p:nvSpPr>
        <p:spPr>
          <a:xfrm>
            <a:off x="1528219" y="504140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77B83DE1-9831-47FE-B2D4-A95F2E78ADF7}"/>
              </a:ext>
            </a:extLst>
          </p:cNvPr>
          <p:cNvSpPr/>
          <p:nvPr/>
        </p:nvSpPr>
        <p:spPr>
          <a:xfrm>
            <a:off x="2163764" y="505209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ABE0364-AD52-4185-9943-509360829E12}"/>
              </a:ext>
            </a:extLst>
          </p:cNvPr>
          <p:cNvCxnSpPr>
            <a:cxnSpLocks/>
            <a:stCxn id="86" idx="5"/>
            <a:endCxn id="94" idx="1"/>
          </p:cNvCxnSpPr>
          <p:nvPr/>
        </p:nvCxnSpPr>
        <p:spPr>
          <a:xfrm>
            <a:off x="2013071" y="4529549"/>
            <a:ext cx="239967" cy="600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6F8BE625-5968-48DE-B466-2F8A5894FC43}"/>
              </a:ext>
            </a:extLst>
          </p:cNvPr>
          <p:cNvSpPr/>
          <p:nvPr/>
        </p:nvSpPr>
        <p:spPr>
          <a:xfrm>
            <a:off x="2726921" y="493435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DE5B64A0-8787-4BEE-BDE9-D556143A8347}"/>
              </a:ext>
            </a:extLst>
          </p:cNvPr>
          <p:cNvSpPr/>
          <p:nvPr/>
        </p:nvSpPr>
        <p:spPr>
          <a:xfrm>
            <a:off x="1664810" y="5803181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4C7AE7B-427F-413A-9AA4-0D1BC9BFD8CE}"/>
              </a:ext>
            </a:extLst>
          </p:cNvPr>
          <p:cNvCxnSpPr>
            <a:cxnSpLocks/>
            <a:stCxn id="91" idx="5"/>
            <a:endCxn id="49" idx="1"/>
          </p:cNvCxnSpPr>
          <p:nvPr/>
        </p:nvCxnSpPr>
        <p:spPr>
          <a:xfrm>
            <a:off x="1379801" y="5409635"/>
            <a:ext cx="374283" cy="471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D66B6F9-432A-4314-A57C-0B6F803F3475}"/>
              </a:ext>
            </a:extLst>
          </p:cNvPr>
          <p:cNvSpPr/>
          <p:nvPr/>
        </p:nvSpPr>
        <p:spPr>
          <a:xfrm>
            <a:off x="2326006" y="57912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722D01FF-D9A1-4C6C-B708-42013BC67AF6}"/>
              </a:ext>
            </a:extLst>
          </p:cNvPr>
          <p:cNvSpPr/>
          <p:nvPr/>
        </p:nvSpPr>
        <p:spPr>
          <a:xfrm>
            <a:off x="5703017" y="30514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67AC12BB-9616-4C6C-9D1A-37E33CC90CE5}"/>
              </a:ext>
            </a:extLst>
          </p:cNvPr>
          <p:cNvSpPr/>
          <p:nvPr/>
        </p:nvSpPr>
        <p:spPr>
          <a:xfrm>
            <a:off x="6357254" y="22874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DDCF54-BC91-4EA2-BCFE-6B38F5BE676B}"/>
              </a:ext>
            </a:extLst>
          </p:cNvPr>
          <p:cNvSpPr/>
          <p:nvPr/>
        </p:nvSpPr>
        <p:spPr>
          <a:xfrm>
            <a:off x="5492514" y="282089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D8C0AFC-B375-4C9D-AB09-897E65D2A480}"/>
              </a:ext>
            </a:extLst>
          </p:cNvPr>
          <p:cNvCxnSpPr>
            <a:cxnSpLocks/>
            <a:stCxn id="58" idx="3"/>
            <a:endCxn id="57" idx="7"/>
          </p:cNvCxnSpPr>
          <p:nvPr/>
        </p:nvCxnSpPr>
        <p:spPr>
          <a:xfrm flipH="1">
            <a:off x="6223343" y="2742776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4E9F786-2323-40F2-97A1-CB0FC613EBA9}"/>
              </a:ext>
            </a:extLst>
          </p:cNvPr>
          <p:cNvSpPr/>
          <p:nvPr/>
        </p:nvSpPr>
        <p:spPr>
          <a:xfrm>
            <a:off x="7116049" y="30514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5771EDD-F489-4B13-BE34-C7FBDC0F1A45}"/>
              </a:ext>
            </a:extLst>
          </p:cNvPr>
          <p:cNvCxnSpPr>
            <a:cxnSpLocks/>
            <a:stCxn id="58" idx="5"/>
            <a:endCxn id="63" idx="1"/>
          </p:cNvCxnSpPr>
          <p:nvPr/>
        </p:nvCxnSpPr>
        <p:spPr>
          <a:xfrm>
            <a:off x="6877580" y="2742776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FBD9B38-7914-4496-B87A-0604755357B7}"/>
              </a:ext>
            </a:extLst>
          </p:cNvPr>
          <p:cNvSpPr/>
          <p:nvPr/>
        </p:nvSpPr>
        <p:spPr>
          <a:xfrm>
            <a:off x="7765655" y="298833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B660BCD-A6BA-40D4-8E8B-FC97414F23D2}"/>
              </a:ext>
            </a:extLst>
          </p:cNvPr>
          <p:cNvSpPr/>
          <p:nvPr/>
        </p:nvSpPr>
        <p:spPr>
          <a:xfrm>
            <a:off x="5217106" y="359328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505534F9-1471-4D32-8D6F-F300CD219C14}"/>
              </a:ext>
            </a:extLst>
          </p:cNvPr>
          <p:cNvSpPr/>
          <p:nvPr/>
        </p:nvSpPr>
        <p:spPr>
          <a:xfrm>
            <a:off x="5093417" y="385804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52E9527-1F17-4AFB-BD6A-FD7659D145A1}"/>
              </a:ext>
            </a:extLst>
          </p:cNvPr>
          <p:cNvCxnSpPr>
            <a:cxnSpLocks/>
            <a:stCxn id="57" idx="3"/>
            <a:endCxn id="98" idx="7"/>
          </p:cNvCxnSpPr>
          <p:nvPr/>
        </p:nvCxnSpPr>
        <p:spPr>
          <a:xfrm flipH="1">
            <a:off x="5613743" y="3506691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6FD6EC0D-BA52-4359-829E-16E6FB9467FC}"/>
              </a:ext>
            </a:extLst>
          </p:cNvPr>
          <p:cNvSpPr/>
          <p:nvPr/>
        </p:nvSpPr>
        <p:spPr>
          <a:xfrm>
            <a:off x="6966854" y="21336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9B00427-250D-4CF7-ADAF-ED4157ECB254}"/>
              </a:ext>
            </a:extLst>
          </p:cNvPr>
          <p:cNvSpPr/>
          <p:nvPr/>
        </p:nvSpPr>
        <p:spPr>
          <a:xfrm>
            <a:off x="6988801" y="390898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64365419-AC93-4056-B291-F5016EB03A45}"/>
              </a:ext>
            </a:extLst>
          </p:cNvPr>
          <p:cNvSpPr/>
          <p:nvPr/>
        </p:nvSpPr>
        <p:spPr>
          <a:xfrm>
            <a:off x="6402199" y="392825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5839615-46EC-4E49-B4CE-15F6F5B9BB6B}"/>
              </a:ext>
            </a:extLst>
          </p:cNvPr>
          <p:cNvCxnSpPr>
            <a:cxnSpLocks/>
            <a:stCxn id="57" idx="5"/>
            <a:endCxn id="102" idx="1"/>
          </p:cNvCxnSpPr>
          <p:nvPr/>
        </p:nvCxnSpPr>
        <p:spPr>
          <a:xfrm>
            <a:off x="6223343" y="3506691"/>
            <a:ext cx="268130" cy="49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C61E4CB9-FDD3-4920-939A-43B7D97F5DC0}"/>
              </a:ext>
            </a:extLst>
          </p:cNvPr>
          <p:cNvSpPr/>
          <p:nvPr/>
        </p:nvSpPr>
        <p:spPr>
          <a:xfrm>
            <a:off x="8031660" y="39557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0825118-999F-4DB2-83E9-7C1F8AD81481}"/>
              </a:ext>
            </a:extLst>
          </p:cNvPr>
          <p:cNvCxnSpPr>
            <a:cxnSpLocks/>
            <a:stCxn id="63" idx="5"/>
            <a:endCxn id="104" idx="1"/>
          </p:cNvCxnSpPr>
          <p:nvPr/>
        </p:nvCxnSpPr>
        <p:spPr>
          <a:xfrm>
            <a:off x="7636375" y="3506691"/>
            <a:ext cx="484559" cy="52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87A22EE-B95A-4D14-A0C1-288C618EA0ED}"/>
              </a:ext>
            </a:extLst>
          </p:cNvPr>
          <p:cNvSpPr/>
          <p:nvPr/>
        </p:nvSpPr>
        <p:spPr>
          <a:xfrm>
            <a:off x="8574406" y="375652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65F5FF94-3DD6-4942-AED1-BD6509ED565C}"/>
              </a:ext>
            </a:extLst>
          </p:cNvPr>
          <p:cNvSpPr/>
          <p:nvPr/>
        </p:nvSpPr>
        <p:spPr>
          <a:xfrm>
            <a:off x="5768929" y="480833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287BBAC-A33E-44B2-9F54-DF747C504427}"/>
              </a:ext>
            </a:extLst>
          </p:cNvPr>
          <p:cNvCxnSpPr>
            <a:cxnSpLocks/>
            <a:stCxn id="102" idx="3"/>
            <a:endCxn id="107" idx="7"/>
          </p:cNvCxnSpPr>
          <p:nvPr/>
        </p:nvCxnSpPr>
        <p:spPr>
          <a:xfrm flipH="1">
            <a:off x="6289255" y="4383536"/>
            <a:ext cx="202218" cy="502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A9C33EA4-E92F-4313-A820-554450F9DE78}"/>
              </a:ext>
            </a:extLst>
          </p:cNvPr>
          <p:cNvSpPr/>
          <p:nvPr/>
        </p:nvSpPr>
        <p:spPr>
          <a:xfrm>
            <a:off x="7073218" y="490608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184B6F6-0FAF-4838-82E0-884E39C660E8}"/>
              </a:ext>
            </a:extLst>
          </p:cNvPr>
          <p:cNvCxnSpPr>
            <a:cxnSpLocks/>
            <a:stCxn id="102" idx="5"/>
            <a:endCxn id="110" idx="1"/>
          </p:cNvCxnSpPr>
          <p:nvPr/>
        </p:nvCxnSpPr>
        <p:spPr>
          <a:xfrm>
            <a:off x="6922525" y="4383536"/>
            <a:ext cx="239967" cy="600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AE8DCF1-6C7C-4FA5-81F7-42DBB3BC4A10}"/>
              </a:ext>
            </a:extLst>
          </p:cNvPr>
          <p:cNvSpPr/>
          <p:nvPr/>
        </p:nvSpPr>
        <p:spPr>
          <a:xfrm>
            <a:off x="7636375" y="478834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AF0E839C-5815-4983-B6E6-4BEE22F0E8F1}"/>
              </a:ext>
            </a:extLst>
          </p:cNvPr>
          <p:cNvSpPr/>
          <p:nvPr/>
        </p:nvSpPr>
        <p:spPr>
          <a:xfrm>
            <a:off x="4400931" y="476576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506AF7D-8F0C-4A57-A06C-A9829BA4BBB0}"/>
              </a:ext>
            </a:extLst>
          </p:cNvPr>
          <p:cNvCxnSpPr>
            <a:cxnSpLocks/>
            <a:stCxn id="98" idx="3"/>
            <a:endCxn id="113" idx="7"/>
          </p:cNvCxnSpPr>
          <p:nvPr/>
        </p:nvCxnSpPr>
        <p:spPr>
          <a:xfrm flipH="1">
            <a:off x="4921257" y="4313333"/>
            <a:ext cx="261434" cy="530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1CB4441-394E-4813-AC59-4D7B156F91AE}"/>
              </a:ext>
            </a:extLst>
          </p:cNvPr>
          <p:cNvSpPr/>
          <p:nvPr/>
        </p:nvSpPr>
        <p:spPr>
          <a:xfrm>
            <a:off x="6414566" y="482988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9C7C85E-E132-40A0-B6E8-9FAD39971C7A}"/>
              </a:ext>
            </a:extLst>
          </p:cNvPr>
          <p:cNvSpPr/>
          <p:nvPr/>
        </p:nvSpPr>
        <p:spPr>
          <a:xfrm>
            <a:off x="5029200" y="48006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7" name="Arrow: Right 116">
            <a:extLst>
              <a:ext uri="{FF2B5EF4-FFF2-40B4-BE49-F238E27FC236}">
                <a16:creationId xmlns:a16="http://schemas.microsoft.com/office/drawing/2014/main" id="{BA76CEC8-3BFF-4EB4-AC00-875119220194}"/>
              </a:ext>
            </a:extLst>
          </p:cNvPr>
          <p:cNvSpPr/>
          <p:nvPr/>
        </p:nvSpPr>
        <p:spPr>
          <a:xfrm>
            <a:off x="3937396" y="5976333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ADC9288E-56DF-42A9-BA50-7FE896D50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023" y="5638800"/>
            <a:ext cx="1101577" cy="243646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1100" dirty="0"/>
              <a:t>RL Rotation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87549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722D01FF-D9A1-4C6C-B708-42013BC67AF6}"/>
              </a:ext>
            </a:extLst>
          </p:cNvPr>
          <p:cNvSpPr/>
          <p:nvPr/>
        </p:nvSpPr>
        <p:spPr>
          <a:xfrm>
            <a:off x="1479363" y="3264826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67AC12BB-9616-4C6C-9D1A-37E33CC90CE5}"/>
              </a:ext>
            </a:extLst>
          </p:cNvPr>
          <p:cNvSpPr/>
          <p:nvPr/>
        </p:nvSpPr>
        <p:spPr>
          <a:xfrm>
            <a:off x="2133600" y="250091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DDCF54-BC91-4EA2-BCFE-6B38F5BE676B}"/>
              </a:ext>
            </a:extLst>
          </p:cNvPr>
          <p:cNvSpPr/>
          <p:nvPr/>
        </p:nvSpPr>
        <p:spPr>
          <a:xfrm>
            <a:off x="1268860" y="303431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D8C0AFC-B375-4C9D-AB09-897E65D2A480}"/>
              </a:ext>
            </a:extLst>
          </p:cNvPr>
          <p:cNvCxnSpPr>
            <a:cxnSpLocks/>
            <a:stCxn id="58" idx="3"/>
            <a:endCxn id="57" idx="7"/>
          </p:cNvCxnSpPr>
          <p:nvPr/>
        </p:nvCxnSpPr>
        <p:spPr>
          <a:xfrm flipH="1">
            <a:off x="1999689" y="2956196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4E9F786-2323-40F2-97A1-CB0FC613EBA9}"/>
              </a:ext>
            </a:extLst>
          </p:cNvPr>
          <p:cNvSpPr/>
          <p:nvPr/>
        </p:nvSpPr>
        <p:spPr>
          <a:xfrm>
            <a:off x="2892395" y="326482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5771EDD-F489-4B13-BE34-C7FBDC0F1A45}"/>
              </a:ext>
            </a:extLst>
          </p:cNvPr>
          <p:cNvCxnSpPr>
            <a:cxnSpLocks/>
            <a:stCxn id="58" idx="5"/>
            <a:endCxn id="63" idx="1"/>
          </p:cNvCxnSpPr>
          <p:nvPr/>
        </p:nvCxnSpPr>
        <p:spPr>
          <a:xfrm>
            <a:off x="2653926" y="2956196"/>
            <a:ext cx="327743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FBD9B38-7914-4496-B87A-0604755357B7}"/>
              </a:ext>
            </a:extLst>
          </p:cNvPr>
          <p:cNvSpPr/>
          <p:nvPr/>
        </p:nvSpPr>
        <p:spPr>
          <a:xfrm>
            <a:off x="3542001" y="320175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B660BCD-A6BA-40D4-8E8B-FC97414F23D2}"/>
              </a:ext>
            </a:extLst>
          </p:cNvPr>
          <p:cNvSpPr/>
          <p:nvPr/>
        </p:nvSpPr>
        <p:spPr>
          <a:xfrm>
            <a:off x="993452" y="380670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505534F9-1471-4D32-8D6F-F300CD219C14}"/>
              </a:ext>
            </a:extLst>
          </p:cNvPr>
          <p:cNvSpPr/>
          <p:nvPr/>
        </p:nvSpPr>
        <p:spPr>
          <a:xfrm>
            <a:off x="869763" y="407146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52E9527-1F17-4AFB-BD6A-FD7659D145A1}"/>
              </a:ext>
            </a:extLst>
          </p:cNvPr>
          <p:cNvCxnSpPr>
            <a:cxnSpLocks/>
            <a:stCxn id="57" idx="3"/>
            <a:endCxn id="98" idx="7"/>
          </p:cNvCxnSpPr>
          <p:nvPr/>
        </p:nvCxnSpPr>
        <p:spPr>
          <a:xfrm flipH="1">
            <a:off x="1390089" y="3720111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6FD6EC0D-BA52-4359-829E-16E6FB9467FC}"/>
              </a:ext>
            </a:extLst>
          </p:cNvPr>
          <p:cNvSpPr/>
          <p:nvPr/>
        </p:nvSpPr>
        <p:spPr>
          <a:xfrm>
            <a:off x="2743200" y="2347020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9B00427-250D-4CF7-ADAF-ED4157ECB254}"/>
              </a:ext>
            </a:extLst>
          </p:cNvPr>
          <p:cNvSpPr/>
          <p:nvPr/>
        </p:nvSpPr>
        <p:spPr>
          <a:xfrm>
            <a:off x="2765147" y="412240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64365419-AC93-4056-B291-F5016EB03A45}"/>
              </a:ext>
            </a:extLst>
          </p:cNvPr>
          <p:cNvSpPr/>
          <p:nvPr/>
        </p:nvSpPr>
        <p:spPr>
          <a:xfrm>
            <a:off x="2178545" y="4141671"/>
            <a:ext cx="609600" cy="533400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5839615-46EC-4E49-B4CE-15F6F5B9BB6B}"/>
              </a:ext>
            </a:extLst>
          </p:cNvPr>
          <p:cNvCxnSpPr>
            <a:cxnSpLocks/>
            <a:stCxn id="57" idx="5"/>
            <a:endCxn id="102" idx="1"/>
          </p:cNvCxnSpPr>
          <p:nvPr/>
        </p:nvCxnSpPr>
        <p:spPr>
          <a:xfrm>
            <a:off x="1999689" y="3720111"/>
            <a:ext cx="268130" cy="49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C61E4CB9-FDD3-4920-939A-43B7D97F5DC0}"/>
              </a:ext>
            </a:extLst>
          </p:cNvPr>
          <p:cNvSpPr/>
          <p:nvPr/>
        </p:nvSpPr>
        <p:spPr>
          <a:xfrm>
            <a:off x="3808006" y="416916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0825118-999F-4DB2-83E9-7C1F8AD81481}"/>
              </a:ext>
            </a:extLst>
          </p:cNvPr>
          <p:cNvCxnSpPr>
            <a:cxnSpLocks/>
            <a:stCxn id="63" idx="5"/>
            <a:endCxn id="104" idx="1"/>
          </p:cNvCxnSpPr>
          <p:nvPr/>
        </p:nvCxnSpPr>
        <p:spPr>
          <a:xfrm>
            <a:off x="3412721" y="3720111"/>
            <a:ext cx="484559" cy="52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87A22EE-B95A-4D14-A0C1-288C618EA0ED}"/>
              </a:ext>
            </a:extLst>
          </p:cNvPr>
          <p:cNvSpPr/>
          <p:nvPr/>
        </p:nvSpPr>
        <p:spPr>
          <a:xfrm>
            <a:off x="4350752" y="396994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65F5FF94-3DD6-4942-AED1-BD6509ED565C}"/>
              </a:ext>
            </a:extLst>
          </p:cNvPr>
          <p:cNvSpPr/>
          <p:nvPr/>
        </p:nvSpPr>
        <p:spPr>
          <a:xfrm>
            <a:off x="1545275" y="502175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287BBAC-A33E-44B2-9F54-DF747C504427}"/>
              </a:ext>
            </a:extLst>
          </p:cNvPr>
          <p:cNvCxnSpPr>
            <a:cxnSpLocks/>
            <a:stCxn id="102" idx="3"/>
            <a:endCxn id="107" idx="7"/>
          </p:cNvCxnSpPr>
          <p:nvPr/>
        </p:nvCxnSpPr>
        <p:spPr>
          <a:xfrm flipH="1">
            <a:off x="2065601" y="4596956"/>
            <a:ext cx="202218" cy="502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A9C33EA4-E92F-4313-A820-554450F9DE78}"/>
              </a:ext>
            </a:extLst>
          </p:cNvPr>
          <p:cNvSpPr/>
          <p:nvPr/>
        </p:nvSpPr>
        <p:spPr>
          <a:xfrm>
            <a:off x="2849564" y="511950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184B6F6-0FAF-4838-82E0-884E39C660E8}"/>
              </a:ext>
            </a:extLst>
          </p:cNvPr>
          <p:cNvCxnSpPr>
            <a:cxnSpLocks/>
            <a:stCxn id="102" idx="5"/>
            <a:endCxn id="110" idx="1"/>
          </p:cNvCxnSpPr>
          <p:nvPr/>
        </p:nvCxnSpPr>
        <p:spPr>
          <a:xfrm>
            <a:off x="2698871" y="4596956"/>
            <a:ext cx="239967" cy="600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AE8DCF1-6C7C-4FA5-81F7-42DBB3BC4A10}"/>
              </a:ext>
            </a:extLst>
          </p:cNvPr>
          <p:cNvSpPr/>
          <p:nvPr/>
        </p:nvSpPr>
        <p:spPr>
          <a:xfrm>
            <a:off x="3412721" y="500176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AF0E839C-5815-4983-B6E6-4BEE22F0E8F1}"/>
              </a:ext>
            </a:extLst>
          </p:cNvPr>
          <p:cNvSpPr/>
          <p:nvPr/>
        </p:nvSpPr>
        <p:spPr>
          <a:xfrm>
            <a:off x="177277" y="497918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506AF7D-8F0C-4A57-A06C-A9829BA4BBB0}"/>
              </a:ext>
            </a:extLst>
          </p:cNvPr>
          <p:cNvCxnSpPr>
            <a:cxnSpLocks/>
            <a:stCxn id="98" idx="3"/>
            <a:endCxn id="113" idx="7"/>
          </p:cNvCxnSpPr>
          <p:nvPr/>
        </p:nvCxnSpPr>
        <p:spPr>
          <a:xfrm flipH="1">
            <a:off x="697603" y="4526753"/>
            <a:ext cx="261434" cy="530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1CB4441-394E-4813-AC59-4D7B156F91AE}"/>
              </a:ext>
            </a:extLst>
          </p:cNvPr>
          <p:cNvSpPr/>
          <p:nvPr/>
        </p:nvSpPr>
        <p:spPr>
          <a:xfrm>
            <a:off x="2190912" y="50433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9C7C85E-E132-40A0-B6E8-9FAD39971C7A}"/>
              </a:ext>
            </a:extLst>
          </p:cNvPr>
          <p:cNvSpPr/>
          <p:nvPr/>
        </p:nvSpPr>
        <p:spPr>
          <a:xfrm>
            <a:off x="805546" y="501402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E6BC9AFE-B6CC-4F8C-8807-AE3651CD2031}"/>
              </a:ext>
            </a:extLst>
          </p:cNvPr>
          <p:cNvSpPr/>
          <p:nvPr/>
        </p:nvSpPr>
        <p:spPr>
          <a:xfrm>
            <a:off x="3641990" y="601340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EDE7A84-FA1C-4F83-B002-909E187B73B6}"/>
              </a:ext>
            </a:extLst>
          </p:cNvPr>
          <p:cNvCxnSpPr>
            <a:cxnSpLocks/>
            <a:stCxn id="110" idx="5"/>
            <a:endCxn id="64" idx="1"/>
          </p:cNvCxnSpPr>
          <p:nvPr/>
        </p:nvCxnSpPr>
        <p:spPr>
          <a:xfrm>
            <a:off x="3369890" y="5574789"/>
            <a:ext cx="361374" cy="516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3384A7E-4268-4AD9-B901-A807101399C9}"/>
              </a:ext>
            </a:extLst>
          </p:cNvPr>
          <p:cNvSpPr/>
          <p:nvPr/>
        </p:nvSpPr>
        <p:spPr>
          <a:xfrm>
            <a:off x="4114800" y="58062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73100285-D15A-4079-9947-372CDD1DA0D0}"/>
              </a:ext>
            </a:extLst>
          </p:cNvPr>
          <p:cNvSpPr/>
          <p:nvPr/>
        </p:nvSpPr>
        <p:spPr>
          <a:xfrm>
            <a:off x="6160217" y="30514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AAF085A7-0552-46AC-B855-2D5E7884B353}"/>
              </a:ext>
            </a:extLst>
          </p:cNvPr>
          <p:cNvSpPr/>
          <p:nvPr/>
        </p:nvSpPr>
        <p:spPr>
          <a:xfrm>
            <a:off x="6814454" y="22874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A306CB0-B608-4B1D-A9CC-3FDC869AE482}"/>
              </a:ext>
            </a:extLst>
          </p:cNvPr>
          <p:cNvSpPr/>
          <p:nvPr/>
        </p:nvSpPr>
        <p:spPr>
          <a:xfrm>
            <a:off x="5949714" y="282089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351B780-2A6D-4246-8471-0918A3A696E5}"/>
              </a:ext>
            </a:extLst>
          </p:cNvPr>
          <p:cNvCxnSpPr>
            <a:cxnSpLocks/>
            <a:stCxn id="68" idx="3"/>
            <a:endCxn id="67" idx="7"/>
          </p:cNvCxnSpPr>
          <p:nvPr/>
        </p:nvCxnSpPr>
        <p:spPr>
          <a:xfrm flipH="1">
            <a:off x="6680543" y="2742776"/>
            <a:ext cx="223185" cy="386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4A35B0EC-C665-4468-9D61-6255B94F70AC}"/>
              </a:ext>
            </a:extLst>
          </p:cNvPr>
          <p:cNvSpPr/>
          <p:nvPr/>
        </p:nvSpPr>
        <p:spPr>
          <a:xfrm>
            <a:off x="7460248" y="290963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B9007B6-DCC0-46F9-9044-E74290208768}"/>
              </a:ext>
            </a:extLst>
          </p:cNvPr>
          <p:cNvCxnSpPr>
            <a:cxnSpLocks/>
            <a:stCxn id="68" idx="5"/>
            <a:endCxn id="71" idx="1"/>
          </p:cNvCxnSpPr>
          <p:nvPr/>
        </p:nvCxnSpPr>
        <p:spPr>
          <a:xfrm>
            <a:off x="7334780" y="2742776"/>
            <a:ext cx="214742" cy="244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25EA79F-A416-4915-94BA-3352592D98E9}"/>
              </a:ext>
            </a:extLst>
          </p:cNvPr>
          <p:cNvSpPr/>
          <p:nvPr/>
        </p:nvSpPr>
        <p:spPr>
          <a:xfrm>
            <a:off x="8222855" y="298833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9FC03FE-AB23-4872-97E5-ED08A96E8141}"/>
              </a:ext>
            </a:extLst>
          </p:cNvPr>
          <p:cNvSpPr/>
          <p:nvPr/>
        </p:nvSpPr>
        <p:spPr>
          <a:xfrm>
            <a:off x="5674306" y="359328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44F64E62-92FC-4193-8C54-704AFE40BD3F}"/>
              </a:ext>
            </a:extLst>
          </p:cNvPr>
          <p:cNvSpPr/>
          <p:nvPr/>
        </p:nvSpPr>
        <p:spPr>
          <a:xfrm>
            <a:off x="5550617" y="385804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9F8173F-E31B-444A-A45A-A9057F312344}"/>
              </a:ext>
            </a:extLst>
          </p:cNvPr>
          <p:cNvCxnSpPr>
            <a:cxnSpLocks/>
            <a:stCxn id="67" idx="3"/>
            <a:endCxn id="75" idx="7"/>
          </p:cNvCxnSpPr>
          <p:nvPr/>
        </p:nvCxnSpPr>
        <p:spPr>
          <a:xfrm flipH="1">
            <a:off x="6070943" y="3506691"/>
            <a:ext cx="178548" cy="42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F427BCB6-7C14-4DF7-A156-DAB49BD733C6}"/>
              </a:ext>
            </a:extLst>
          </p:cNvPr>
          <p:cNvSpPr/>
          <p:nvPr/>
        </p:nvSpPr>
        <p:spPr>
          <a:xfrm>
            <a:off x="7424054" y="21336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356341-61FE-4238-8C60-74CC5893E56B}"/>
              </a:ext>
            </a:extLst>
          </p:cNvPr>
          <p:cNvSpPr/>
          <p:nvPr/>
        </p:nvSpPr>
        <p:spPr>
          <a:xfrm>
            <a:off x="7446001" y="390898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2AE2B722-09F6-473C-A7E0-4D8E2C1D5705}"/>
              </a:ext>
            </a:extLst>
          </p:cNvPr>
          <p:cNvSpPr/>
          <p:nvPr/>
        </p:nvSpPr>
        <p:spPr>
          <a:xfrm>
            <a:off x="6859399" y="392825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E5C9827-3D7D-496E-A18E-8461F077B4B1}"/>
              </a:ext>
            </a:extLst>
          </p:cNvPr>
          <p:cNvCxnSpPr>
            <a:cxnSpLocks/>
            <a:stCxn id="71" idx="3"/>
            <a:endCxn id="79" idx="7"/>
          </p:cNvCxnSpPr>
          <p:nvPr/>
        </p:nvCxnSpPr>
        <p:spPr>
          <a:xfrm flipH="1">
            <a:off x="7379725" y="3364917"/>
            <a:ext cx="169797" cy="64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943AF4AF-530A-4003-9192-7E073369941B}"/>
              </a:ext>
            </a:extLst>
          </p:cNvPr>
          <p:cNvSpPr/>
          <p:nvPr/>
        </p:nvSpPr>
        <p:spPr>
          <a:xfrm>
            <a:off x="8027728" y="352341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41735D8-07E5-4080-AF04-70B7887DE376}"/>
              </a:ext>
            </a:extLst>
          </p:cNvPr>
          <p:cNvCxnSpPr>
            <a:cxnSpLocks/>
            <a:stCxn id="71" idx="5"/>
            <a:endCxn id="109" idx="1"/>
          </p:cNvCxnSpPr>
          <p:nvPr/>
        </p:nvCxnSpPr>
        <p:spPr>
          <a:xfrm>
            <a:off x="7980574" y="3364917"/>
            <a:ext cx="136428" cy="23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036BF09-10C5-4C9E-AA5C-6DAC99894BF0}"/>
              </a:ext>
            </a:extLst>
          </p:cNvPr>
          <p:cNvSpPr/>
          <p:nvPr/>
        </p:nvSpPr>
        <p:spPr>
          <a:xfrm>
            <a:off x="8687245" y="350716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19" name="Flowchart: Connector 118">
            <a:extLst>
              <a:ext uri="{FF2B5EF4-FFF2-40B4-BE49-F238E27FC236}">
                <a16:creationId xmlns:a16="http://schemas.microsoft.com/office/drawing/2014/main" id="{A2F61E43-CD4E-4576-97EB-F76693AC6E77}"/>
              </a:ext>
            </a:extLst>
          </p:cNvPr>
          <p:cNvSpPr/>
          <p:nvPr/>
        </p:nvSpPr>
        <p:spPr>
          <a:xfrm>
            <a:off x="6226129" y="480833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C210C2D-D9A6-49D1-83C1-D81C1BC7425A}"/>
              </a:ext>
            </a:extLst>
          </p:cNvPr>
          <p:cNvCxnSpPr>
            <a:cxnSpLocks/>
            <a:stCxn id="67" idx="5"/>
            <a:endCxn id="119" idx="7"/>
          </p:cNvCxnSpPr>
          <p:nvPr/>
        </p:nvCxnSpPr>
        <p:spPr>
          <a:xfrm>
            <a:off x="6680543" y="3506691"/>
            <a:ext cx="65912" cy="137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3EE68495-71BB-4E8B-AB39-A02BEFF75888}"/>
              </a:ext>
            </a:extLst>
          </p:cNvPr>
          <p:cNvSpPr/>
          <p:nvPr/>
        </p:nvSpPr>
        <p:spPr>
          <a:xfrm>
            <a:off x="7530418" y="490608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86F143C-C0CF-4555-AC94-C4E580DAA3F5}"/>
              </a:ext>
            </a:extLst>
          </p:cNvPr>
          <p:cNvCxnSpPr>
            <a:cxnSpLocks/>
            <a:stCxn id="79" idx="5"/>
            <a:endCxn id="121" idx="1"/>
          </p:cNvCxnSpPr>
          <p:nvPr/>
        </p:nvCxnSpPr>
        <p:spPr>
          <a:xfrm>
            <a:off x="7379725" y="4383536"/>
            <a:ext cx="239967" cy="600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3A93A6F-834E-4A53-8563-10E21606C2C7}"/>
              </a:ext>
            </a:extLst>
          </p:cNvPr>
          <p:cNvSpPr/>
          <p:nvPr/>
        </p:nvSpPr>
        <p:spPr>
          <a:xfrm>
            <a:off x="8093575" y="478834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4" name="Flowchart: Connector 123">
            <a:extLst>
              <a:ext uri="{FF2B5EF4-FFF2-40B4-BE49-F238E27FC236}">
                <a16:creationId xmlns:a16="http://schemas.microsoft.com/office/drawing/2014/main" id="{3BC26934-C5D8-4487-83F8-BF9272E3C78A}"/>
              </a:ext>
            </a:extLst>
          </p:cNvPr>
          <p:cNvSpPr/>
          <p:nvPr/>
        </p:nvSpPr>
        <p:spPr>
          <a:xfrm>
            <a:off x="4858131" y="476576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549B599-AB38-4D77-95D2-B3380882ECC1}"/>
              </a:ext>
            </a:extLst>
          </p:cNvPr>
          <p:cNvCxnSpPr>
            <a:cxnSpLocks/>
            <a:stCxn id="75" idx="3"/>
            <a:endCxn id="124" idx="7"/>
          </p:cNvCxnSpPr>
          <p:nvPr/>
        </p:nvCxnSpPr>
        <p:spPr>
          <a:xfrm flipH="1">
            <a:off x="5378457" y="4313333"/>
            <a:ext cx="261434" cy="530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72A7BA9-EFC9-40BA-862D-2737CC5C2B4A}"/>
              </a:ext>
            </a:extLst>
          </p:cNvPr>
          <p:cNvSpPr/>
          <p:nvPr/>
        </p:nvSpPr>
        <p:spPr>
          <a:xfrm>
            <a:off x="6871766" y="482988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8097D3E-AF47-4766-99C0-A37E34B18B02}"/>
              </a:ext>
            </a:extLst>
          </p:cNvPr>
          <p:cNvSpPr/>
          <p:nvPr/>
        </p:nvSpPr>
        <p:spPr>
          <a:xfrm>
            <a:off x="5486400" y="48006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F641A142-303A-4CA3-9F70-9F5DB68C51F3}"/>
              </a:ext>
            </a:extLst>
          </p:cNvPr>
          <p:cNvSpPr/>
          <p:nvPr/>
        </p:nvSpPr>
        <p:spPr>
          <a:xfrm>
            <a:off x="8563849" y="414958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50BA28D-5BDB-469E-829C-F98F296CB90D}"/>
              </a:ext>
            </a:extLst>
          </p:cNvPr>
          <p:cNvCxnSpPr>
            <a:cxnSpLocks/>
            <a:stCxn id="109" idx="5"/>
            <a:endCxn id="128" idx="1"/>
          </p:cNvCxnSpPr>
          <p:nvPr/>
        </p:nvCxnSpPr>
        <p:spPr>
          <a:xfrm>
            <a:off x="8548054" y="3978701"/>
            <a:ext cx="105069" cy="24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9A0E4B-E244-4FF9-AE97-083B61305B67}"/>
              </a:ext>
            </a:extLst>
          </p:cNvPr>
          <p:cNvSpPr/>
          <p:nvPr/>
        </p:nvSpPr>
        <p:spPr>
          <a:xfrm>
            <a:off x="8722180" y="475767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A75D3B56-5B3B-4918-B9EE-FEFD0B3E1B41}"/>
              </a:ext>
            </a:extLst>
          </p:cNvPr>
          <p:cNvSpPr/>
          <p:nvPr/>
        </p:nvSpPr>
        <p:spPr>
          <a:xfrm>
            <a:off x="5604691" y="6019939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Content Placeholder 2">
            <a:extLst>
              <a:ext uri="{FF2B5EF4-FFF2-40B4-BE49-F238E27FC236}">
                <a16:creationId xmlns:a16="http://schemas.microsoft.com/office/drawing/2014/main" id="{3986D639-8D9A-4B99-9AB8-97F9A7649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6318" y="5682406"/>
            <a:ext cx="1101577" cy="243646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1100" dirty="0"/>
              <a:t>LR Rotation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9561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73100285-D15A-4079-9947-372CDD1DA0D0}"/>
              </a:ext>
            </a:extLst>
          </p:cNvPr>
          <p:cNvSpPr/>
          <p:nvPr/>
        </p:nvSpPr>
        <p:spPr>
          <a:xfrm>
            <a:off x="955656" y="2909229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AAF085A7-0552-46AC-B855-2D5E7884B353}"/>
              </a:ext>
            </a:extLst>
          </p:cNvPr>
          <p:cNvSpPr/>
          <p:nvPr/>
        </p:nvSpPr>
        <p:spPr>
          <a:xfrm>
            <a:off x="1842165" y="228749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A306CB0-B608-4B1D-A9CC-3FDC869AE482}"/>
              </a:ext>
            </a:extLst>
          </p:cNvPr>
          <p:cNvSpPr/>
          <p:nvPr/>
        </p:nvSpPr>
        <p:spPr>
          <a:xfrm>
            <a:off x="1083343" y="263599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351B780-2A6D-4246-8471-0918A3A696E5}"/>
              </a:ext>
            </a:extLst>
          </p:cNvPr>
          <p:cNvCxnSpPr>
            <a:cxnSpLocks/>
            <a:stCxn id="68" idx="3"/>
            <a:endCxn id="67" idx="7"/>
          </p:cNvCxnSpPr>
          <p:nvPr/>
        </p:nvCxnSpPr>
        <p:spPr>
          <a:xfrm flipH="1">
            <a:off x="1246713" y="2581104"/>
            <a:ext cx="645389" cy="37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4A35B0EC-C665-4468-9D61-6255B94F70AC}"/>
              </a:ext>
            </a:extLst>
          </p:cNvPr>
          <p:cNvSpPr/>
          <p:nvPr/>
        </p:nvSpPr>
        <p:spPr>
          <a:xfrm>
            <a:off x="2191393" y="284034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B9007B6-DCC0-46F9-9044-E74290208768}"/>
              </a:ext>
            </a:extLst>
          </p:cNvPr>
          <p:cNvCxnSpPr>
            <a:cxnSpLocks/>
            <a:stCxn id="68" idx="5"/>
            <a:endCxn id="71" idx="1"/>
          </p:cNvCxnSpPr>
          <p:nvPr/>
        </p:nvCxnSpPr>
        <p:spPr>
          <a:xfrm>
            <a:off x="2133222" y="2581104"/>
            <a:ext cx="108108" cy="309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25EA79F-A416-4915-94BA-3352592D98E9}"/>
              </a:ext>
            </a:extLst>
          </p:cNvPr>
          <p:cNvSpPr/>
          <p:nvPr/>
        </p:nvSpPr>
        <p:spPr>
          <a:xfrm>
            <a:off x="2987255" y="3294610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9FC03FE-AB23-4872-97E5-ED08A96E8141}"/>
              </a:ext>
            </a:extLst>
          </p:cNvPr>
          <p:cNvSpPr/>
          <p:nvPr/>
        </p:nvSpPr>
        <p:spPr>
          <a:xfrm>
            <a:off x="154448" y="350716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44F64E62-92FC-4193-8C54-704AFE40BD3F}"/>
              </a:ext>
            </a:extLst>
          </p:cNvPr>
          <p:cNvSpPr/>
          <p:nvPr/>
        </p:nvSpPr>
        <p:spPr>
          <a:xfrm>
            <a:off x="550305" y="345368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9F8173F-E31B-444A-A45A-A9057F312344}"/>
              </a:ext>
            </a:extLst>
          </p:cNvPr>
          <p:cNvCxnSpPr>
            <a:cxnSpLocks/>
            <a:stCxn id="67" idx="3"/>
            <a:endCxn id="75" idx="7"/>
          </p:cNvCxnSpPr>
          <p:nvPr/>
        </p:nvCxnSpPr>
        <p:spPr>
          <a:xfrm flipH="1">
            <a:off x="841362" y="3202841"/>
            <a:ext cx="164231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F427BCB6-7C14-4DF7-A156-DAB49BD733C6}"/>
              </a:ext>
            </a:extLst>
          </p:cNvPr>
          <p:cNvSpPr/>
          <p:nvPr/>
        </p:nvSpPr>
        <p:spPr>
          <a:xfrm>
            <a:off x="2210394" y="226595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356341-61FE-4238-8C60-74CC5893E56B}"/>
              </a:ext>
            </a:extLst>
          </p:cNvPr>
          <p:cNvSpPr/>
          <p:nvPr/>
        </p:nvSpPr>
        <p:spPr>
          <a:xfrm>
            <a:off x="1842547" y="372456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2AE2B722-09F6-473C-A7E0-4D8E2C1D5705}"/>
              </a:ext>
            </a:extLst>
          </p:cNvPr>
          <p:cNvSpPr/>
          <p:nvPr/>
        </p:nvSpPr>
        <p:spPr>
          <a:xfrm>
            <a:off x="1842547" y="332702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E5C9827-3D7D-496E-A18E-8461F077B4B1}"/>
              </a:ext>
            </a:extLst>
          </p:cNvPr>
          <p:cNvCxnSpPr>
            <a:cxnSpLocks/>
            <a:stCxn id="71" idx="3"/>
            <a:endCxn id="79" idx="7"/>
          </p:cNvCxnSpPr>
          <p:nvPr/>
        </p:nvCxnSpPr>
        <p:spPr>
          <a:xfrm flipH="1">
            <a:off x="2133604" y="3133952"/>
            <a:ext cx="107726" cy="24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943AF4AF-530A-4003-9192-7E073369941B}"/>
              </a:ext>
            </a:extLst>
          </p:cNvPr>
          <p:cNvSpPr/>
          <p:nvPr/>
        </p:nvSpPr>
        <p:spPr>
          <a:xfrm>
            <a:off x="2615549" y="328168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41735D8-07E5-4080-AF04-70B7887DE376}"/>
              </a:ext>
            </a:extLst>
          </p:cNvPr>
          <p:cNvCxnSpPr>
            <a:cxnSpLocks/>
            <a:stCxn id="71" idx="5"/>
            <a:endCxn id="109" idx="1"/>
          </p:cNvCxnSpPr>
          <p:nvPr/>
        </p:nvCxnSpPr>
        <p:spPr>
          <a:xfrm>
            <a:off x="2482450" y="3133952"/>
            <a:ext cx="183036" cy="19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036BF09-10C5-4C9E-AA5C-6DAC99894BF0}"/>
              </a:ext>
            </a:extLst>
          </p:cNvPr>
          <p:cNvSpPr/>
          <p:nvPr/>
        </p:nvSpPr>
        <p:spPr>
          <a:xfrm>
            <a:off x="3547620" y="384919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19" name="Flowchart: Connector 118">
            <a:extLst>
              <a:ext uri="{FF2B5EF4-FFF2-40B4-BE49-F238E27FC236}">
                <a16:creationId xmlns:a16="http://schemas.microsoft.com/office/drawing/2014/main" id="{A2F61E43-CD4E-4576-97EB-F76693AC6E77}"/>
              </a:ext>
            </a:extLst>
          </p:cNvPr>
          <p:cNvSpPr/>
          <p:nvPr/>
        </p:nvSpPr>
        <p:spPr>
          <a:xfrm>
            <a:off x="1217182" y="341517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C210C2D-D9A6-49D1-83C1-D81C1BC7425A}"/>
              </a:ext>
            </a:extLst>
          </p:cNvPr>
          <p:cNvCxnSpPr>
            <a:cxnSpLocks/>
            <a:stCxn id="67" idx="5"/>
            <a:endCxn id="119" idx="0"/>
          </p:cNvCxnSpPr>
          <p:nvPr/>
        </p:nvCxnSpPr>
        <p:spPr>
          <a:xfrm>
            <a:off x="1246713" y="3202841"/>
            <a:ext cx="140966" cy="21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3EE68495-71BB-4E8B-AB39-A02BEFF75888}"/>
              </a:ext>
            </a:extLst>
          </p:cNvPr>
          <p:cNvSpPr/>
          <p:nvPr/>
        </p:nvSpPr>
        <p:spPr>
          <a:xfrm>
            <a:off x="2347488" y="393811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86F143C-C0CF-4555-AC94-C4E580DAA3F5}"/>
              </a:ext>
            </a:extLst>
          </p:cNvPr>
          <p:cNvCxnSpPr>
            <a:cxnSpLocks/>
            <a:stCxn id="79" idx="5"/>
            <a:endCxn id="121" idx="1"/>
          </p:cNvCxnSpPr>
          <p:nvPr/>
        </p:nvCxnSpPr>
        <p:spPr>
          <a:xfrm>
            <a:off x="2133604" y="3620635"/>
            <a:ext cx="263821" cy="36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3A93A6F-834E-4A53-8563-10E21606C2C7}"/>
              </a:ext>
            </a:extLst>
          </p:cNvPr>
          <p:cNvSpPr/>
          <p:nvPr/>
        </p:nvSpPr>
        <p:spPr>
          <a:xfrm>
            <a:off x="2324492" y="432753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4" name="Flowchart: Connector 123">
            <a:extLst>
              <a:ext uri="{FF2B5EF4-FFF2-40B4-BE49-F238E27FC236}">
                <a16:creationId xmlns:a16="http://schemas.microsoft.com/office/drawing/2014/main" id="{3BC26934-C5D8-4487-83F8-BF9272E3C78A}"/>
              </a:ext>
            </a:extLst>
          </p:cNvPr>
          <p:cNvSpPr/>
          <p:nvPr/>
        </p:nvSpPr>
        <p:spPr>
          <a:xfrm>
            <a:off x="131020" y="401079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549B599-AB38-4D77-95D2-B3380882ECC1}"/>
              </a:ext>
            </a:extLst>
          </p:cNvPr>
          <p:cNvCxnSpPr>
            <a:cxnSpLocks/>
            <a:stCxn id="75" idx="3"/>
            <a:endCxn id="124" idx="7"/>
          </p:cNvCxnSpPr>
          <p:nvPr/>
        </p:nvCxnSpPr>
        <p:spPr>
          <a:xfrm flipH="1">
            <a:off x="422077" y="3747292"/>
            <a:ext cx="178165" cy="313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72A7BA9-EFC9-40BA-862D-2737CC5C2B4A}"/>
              </a:ext>
            </a:extLst>
          </p:cNvPr>
          <p:cNvSpPr/>
          <p:nvPr/>
        </p:nvSpPr>
        <p:spPr>
          <a:xfrm>
            <a:off x="1229983" y="380358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8097D3E-AF47-4766-99C0-A37E34B18B02}"/>
              </a:ext>
            </a:extLst>
          </p:cNvPr>
          <p:cNvSpPr/>
          <p:nvPr/>
        </p:nvSpPr>
        <p:spPr>
          <a:xfrm>
            <a:off x="113779" y="443129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F641A142-303A-4CA3-9F70-9F5DB68C51F3}"/>
              </a:ext>
            </a:extLst>
          </p:cNvPr>
          <p:cNvSpPr/>
          <p:nvPr/>
        </p:nvSpPr>
        <p:spPr>
          <a:xfrm>
            <a:off x="3160715" y="390392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50BA28D-5BDB-469E-829C-F98F296CB90D}"/>
              </a:ext>
            </a:extLst>
          </p:cNvPr>
          <p:cNvCxnSpPr>
            <a:cxnSpLocks/>
            <a:stCxn id="109" idx="5"/>
            <a:endCxn id="128" idx="1"/>
          </p:cNvCxnSpPr>
          <p:nvPr/>
        </p:nvCxnSpPr>
        <p:spPr>
          <a:xfrm>
            <a:off x="2906606" y="3575298"/>
            <a:ext cx="304046" cy="379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9A0E4B-E244-4FF9-AE97-083B61305B67}"/>
              </a:ext>
            </a:extLst>
          </p:cNvPr>
          <p:cNvSpPr/>
          <p:nvPr/>
        </p:nvSpPr>
        <p:spPr>
          <a:xfrm>
            <a:off x="3250566" y="454344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1" name="Flowchart: Connector 130">
            <a:extLst>
              <a:ext uri="{FF2B5EF4-FFF2-40B4-BE49-F238E27FC236}">
                <a16:creationId xmlns:a16="http://schemas.microsoft.com/office/drawing/2014/main" id="{251A642B-C317-4931-BA8C-AF68466DB1A3}"/>
              </a:ext>
            </a:extLst>
          </p:cNvPr>
          <p:cNvSpPr/>
          <p:nvPr/>
        </p:nvSpPr>
        <p:spPr>
          <a:xfrm>
            <a:off x="3596484" y="447822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77C4C73-30A5-42DF-8950-17CD27BA5346}"/>
              </a:ext>
            </a:extLst>
          </p:cNvPr>
          <p:cNvCxnSpPr>
            <a:cxnSpLocks/>
            <a:stCxn id="128" idx="5"/>
            <a:endCxn id="131" idx="1"/>
          </p:cNvCxnSpPr>
          <p:nvPr/>
        </p:nvCxnSpPr>
        <p:spPr>
          <a:xfrm>
            <a:off x="3451772" y="4197536"/>
            <a:ext cx="194649" cy="33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4E9AC3B-3174-487A-9102-3FCDF5C11FCC}"/>
              </a:ext>
            </a:extLst>
          </p:cNvPr>
          <p:cNvSpPr/>
          <p:nvPr/>
        </p:nvSpPr>
        <p:spPr>
          <a:xfrm>
            <a:off x="2551388" y="274277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34" name="Arrow: Right 133">
            <a:extLst>
              <a:ext uri="{FF2B5EF4-FFF2-40B4-BE49-F238E27FC236}">
                <a16:creationId xmlns:a16="http://schemas.microsoft.com/office/drawing/2014/main" id="{68376DFE-356B-4B00-92AB-9503348D809D}"/>
              </a:ext>
            </a:extLst>
          </p:cNvPr>
          <p:cNvSpPr/>
          <p:nvPr/>
        </p:nvSpPr>
        <p:spPr>
          <a:xfrm>
            <a:off x="2938150" y="5740240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2C5590FA-E5BC-42FE-A8BA-69CC71B3F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777" y="5402707"/>
            <a:ext cx="1101577" cy="243646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1100" dirty="0"/>
              <a:t>RR Rotation</a:t>
            </a:r>
            <a:endParaRPr lang="en-US" sz="1200" dirty="0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95F92EC6-C8C4-4E69-A29A-AD8263D36385}"/>
              </a:ext>
            </a:extLst>
          </p:cNvPr>
          <p:cNvSpPr/>
          <p:nvPr/>
        </p:nvSpPr>
        <p:spPr>
          <a:xfrm>
            <a:off x="5781178" y="304001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67F7406D-A956-4A43-B485-B6989698A4D2}"/>
              </a:ext>
            </a:extLst>
          </p:cNvPr>
          <p:cNvSpPr/>
          <p:nvPr/>
        </p:nvSpPr>
        <p:spPr>
          <a:xfrm>
            <a:off x="6667687" y="241828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57E1250-4C05-46DE-B1B1-966E9EDE57F7}"/>
              </a:ext>
            </a:extLst>
          </p:cNvPr>
          <p:cNvSpPr/>
          <p:nvPr/>
        </p:nvSpPr>
        <p:spPr>
          <a:xfrm>
            <a:off x="5908865" y="276678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2B06730-8194-4F3A-A9D0-5B268EBEF573}"/>
              </a:ext>
            </a:extLst>
          </p:cNvPr>
          <p:cNvCxnSpPr>
            <a:cxnSpLocks/>
            <a:stCxn id="137" idx="3"/>
            <a:endCxn id="136" idx="7"/>
          </p:cNvCxnSpPr>
          <p:nvPr/>
        </p:nvCxnSpPr>
        <p:spPr>
          <a:xfrm flipH="1">
            <a:off x="6072235" y="2711892"/>
            <a:ext cx="645389" cy="37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2ED51353-386A-4344-8AAD-B7F702161B46}"/>
              </a:ext>
            </a:extLst>
          </p:cNvPr>
          <p:cNvSpPr/>
          <p:nvPr/>
        </p:nvSpPr>
        <p:spPr>
          <a:xfrm>
            <a:off x="7016915" y="297112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07A5C61-CB4F-44FE-AC4F-E661EF110012}"/>
              </a:ext>
            </a:extLst>
          </p:cNvPr>
          <p:cNvCxnSpPr>
            <a:cxnSpLocks/>
            <a:stCxn id="137" idx="5"/>
            <a:endCxn id="140" idx="1"/>
          </p:cNvCxnSpPr>
          <p:nvPr/>
        </p:nvCxnSpPr>
        <p:spPr>
          <a:xfrm>
            <a:off x="6958744" y="2711892"/>
            <a:ext cx="108108" cy="309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23A018B-3568-4A23-B69A-EA1F84E892CC}"/>
              </a:ext>
            </a:extLst>
          </p:cNvPr>
          <p:cNvSpPr/>
          <p:nvPr/>
        </p:nvSpPr>
        <p:spPr>
          <a:xfrm>
            <a:off x="7812777" y="342539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AD4C706-71DF-4E5C-A8E3-2EAEDA4FF289}"/>
              </a:ext>
            </a:extLst>
          </p:cNvPr>
          <p:cNvSpPr/>
          <p:nvPr/>
        </p:nvSpPr>
        <p:spPr>
          <a:xfrm>
            <a:off x="4979970" y="363795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271F89F1-5585-405C-A33E-7E2E654329A1}"/>
              </a:ext>
            </a:extLst>
          </p:cNvPr>
          <p:cNvSpPr/>
          <p:nvPr/>
        </p:nvSpPr>
        <p:spPr>
          <a:xfrm>
            <a:off x="5375827" y="358446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5CC94E1-1548-4388-82AD-81DDA67C513C}"/>
              </a:ext>
            </a:extLst>
          </p:cNvPr>
          <p:cNvCxnSpPr>
            <a:cxnSpLocks/>
            <a:stCxn id="136" idx="3"/>
            <a:endCxn id="144" idx="7"/>
          </p:cNvCxnSpPr>
          <p:nvPr/>
        </p:nvCxnSpPr>
        <p:spPr>
          <a:xfrm flipH="1">
            <a:off x="5666884" y="3333629"/>
            <a:ext cx="164231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B098F4C-B85A-4CCC-BAFD-327269E8E401}"/>
              </a:ext>
            </a:extLst>
          </p:cNvPr>
          <p:cNvSpPr/>
          <p:nvPr/>
        </p:nvSpPr>
        <p:spPr>
          <a:xfrm>
            <a:off x="7035916" y="239674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9D31CBE-91CC-4ACC-87B9-8DBB54399243}"/>
              </a:ext>
            </a:extLst>
          </p:cNvPr>
          <p:cNvSpPr/>
          <p:nvPr/>
        </p:nvSpPr>
        <p:spPr>
          <a:xfrm>
            <a:off x="6894342" y="356530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60AA7A54-CE90-4FFB-844A-FC6CA7923A21}"/>
              </a:ext>
            </a:extLst>
          </p:cNvPr>
          <p:cNvSpPr/>
          <p:nvPr/>
        </p:nvSpPr>
        <p:spPr>
          <a:xfrm>
            <a:off x="6503239" y="352580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19892E9-B7AE-4750-9FFD-7875A8C0790B}"/>
              </a:ext>
            </a:extLst>
          </p:cNvPr>
          <p:cNvCxnSpPr>
            <a:cxnSpLocks/>
            <a:stCxn id="140" idx="3"/>
            <a:endCxn id="148" idx="7"/>
          </p:cNvCxnSpPr>
          <p:nvPr/>
        </p:nvCxnSpPr>
        <p:spPr>
          <a:xfrm flipH="1">
            <a:off x="6794296" y="3264740"/>
            <a:ext cx="272556" cy="311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4FD2965A-5DB0-4A97-860C-5917166C653C}"/>
              </a:ext>
            </a:extLst>
          </p:cNvPr>
          <p:cNvSpPr/>
          <p:nvPr/>
        </p:nvSpPr>
        <p:spPr>
          <a:xfrm>
            <a:off x="7441071" y="341247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06A20C9-0899-449D-97C0-E3C4F2BDFCE0}"/>
              </a:ext>
            </a:extLst>
          </p:cNvPr>
          <p:cNvCxnSpPr>
            <a:cxnSpLocks/>
            <a:stCxn id="140" idx="5"/>
            <a:endCxn id="150" idx="1"/>
          </p:cNvCxnSpPr>
          <p:nvPr/>
        </p:nvCxnSpPr>
        <p:spPr>
          <a:xfrm>
            <a:off x="7307972" y="3264740"/>
            <a:ext cx="183036" cy="19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F90EF0E-0AF0-4EC6-A60D-1272F02571C7}"/>
              </a:ext>
            </a:extLst>
          </p:cNvPr>
          <p:cNvSpPr/>
          <p:nvPr/>
        </p:nvSpPr>
        <p:spPr>
          <a:xfrm>
            <a:off x="8373142" y="397997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3" name="Flowchart: Connector 152">
            <a:extLst>
              <a:ext uri="{FF2B5EF4-FFF2-40B4-BE49-F238E27FC236}">
                <a16:creationId xmlns:a16="http://schemas.microsoft.com/office/drawing/2014/main" id="{EAA990C9-554A-4FCA-BAF5-CA26CD5E6901}"/>
              </a:ext>
            </a:extLst>
          </p:cNvPr>
          <p:cNvSpPr/>
          <p:nvPr/>
        </p:nvSpPr>
        <p:spPr>
          <a:xfrm>
            <a:off x="6042704" y="354596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3F6C30E-3721-4FC4-9A15-91BD2EC75131}"/>
              </a:ext>
            </a:extLst>
          </p:cNvPr>
          <p:cNvCxnSpPr>
            <a:cxnSpLocks/>
            <a:stCxn id="136" idx="5"/>
            <a:endCxn id="153" idx="0"/>
          </p:cNvCxnSpPr>
          <p:nvPr/>
        </p:nvCxnSpPr>
        <p:spPr>
          <a:xfrm>
            <a:off x="6072235" y="3333629"/>
            <a:ext cx="140966" cy="21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Flowchart: Connector 154">
            <a:extLst>
              <a:ext uri="{FF2B5EF4-FFF2-40B4-BE49-F238E27FC236}">
                <a16:creationId xmlns:a16="http://schemas.microsoft.com/office/drawing/2014/main" id="{3660CB5B-AE0C-4ED2-9D12-05715752867D}"/>
              </a:ext>
            </a:extLst>
          </p:cNvPr>
          <p:cNvSpPr/>
          <p:nvPr/>
        </p:nvSpPr>
        <p:spPr>
          <a:xfrm>
            <a:off x="6827494" y="406890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7D2F9B8-D7DE-4794-80B7-99B9A36C732F}"/>
              </a:ext>
            </a:extLst>
          </p:cNvPr>
          <p:cNvCxnSpPr>
            <a:cxnSpLocks/>
            <a:stCxn id="148" idx="5"/>
            <a:endCxn id="155" idx="1"/>
          </p:cNvCxnSpPr>
          <p:nvPr/>
        </p:nvCxnSpPr>
        <p:spPr>
          <a:xfrm>
            <a:off x="6794296" y="3819419"/>
            <a:ext cx="83135" cy="29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EC81702-B3FD-4A3F-8A1F-8E666892F58B}"/>
              </a:ext>
            </a:extLst>
          </p:cNvPr>
          <p:cNvSpPr/>
          <p:nvPr/>
        </p:nvSpPr>
        <p:spPr>
          <a:xfrm>
            <a:off x="6808262" y="447471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B40A5186-15C3-411C-88E5-38A785626890}"/>
              </a:ext>
            </a:extLst>
          </p:cNvPr>
          <p:cNvSpPr/>
          <p:nvPr/>
        </p:nvSpPr>
        <p:spPr>
          <a:xfrm>
            <a:off x="4956542" y="414158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FCD66EA-BE90-408B-BC31-1E0C00BE8CF2}"/>
              </a:ext>
            </a:extLst>
          </p:cNvPr>
          <p:cNvCxnSpPr>
            <a:cxnSpLocks/>
            <a:stCxn id="144" idx="3"/>
            <a:endCxn id="158" idx="7"/>
          </p:cNvCxnSpPr>
          <p:nvPr/>
        </p:nvCxnSpPr>
        <p:spPr>
          <a:xfrm flipH="1">
            <a:off x="5247599" y="3878080"/>
            <a:ext cx="178165" cy="313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A579C65-56E1-4AB8-9E4E-F89C34A712AA}"/>
              </a:ext>
            </a:extLst>
          </p:cNvPr>
          <p:cNvSpPr/>
          <p:nvPr/>
        </p:nvSpPr>
        <p:spPr>
          <a:xfrm>
            <a:off x="6055505" y="393437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B7728E4-38E7-4026-8CD9-117E04728B22}"/>
              </a:ext>
            </a:extLst>
          </p:cNvPr>
          <p:cNvSpPr/>
          <p:nvPr/>
        </p:nvSpPr>
        <p:spPr>
          <a:xfrm>
            <a:off x="4939301" y="456208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A8AF31C5-21A3-4125-89F6-ABC052405344}"/>
              </a:ext>
            </a:extLst>
          </p:cNvPr>
          <p:cNvSpPr/>
          <p:nvPr/>
        </p:nvSpPr>
        <p:spPr>
          <a:xfrm>
            <a:off x="7986237" y="40347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E36A214-B76F-4396-9F9B-27A9A3D6662D}"/>
              </a:ext>
            </a:extLst>
          </p:cNvPr>
          <p:cNvCxnSpPr>
            <a:cxnSpLocks/>
            <a:stCxn id="150" idx="5"/>
            <a:endCxn id="162" idx="1"/>
          </p:cNvCxnSpPr>
          <p:nvPr/>
        </p:nvCxnSpPr>
        <p:spPr>
          <a:xfrm>
            <a:off x="7732128" y="3706086"/>
            <a:ext cx="304046" cy="379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044E025-9842-47EB-B4D8-B3D4E603BB3E}"/>
              </a:ext>
            </a:extLst>
          </p:cNvPr>
          <p:cNvSpPr/>
          <p:nvPr/>
        </p:nvSpPr>
        <p:spPr>
          <a:xfrm>
            <a:off x="7312722" y="441289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5" name="Flowchart: Connector 164">
            <a:extLst>
              <a:ext uri="{FF2B5EF4-FFF2-40B4-BE49-F238E27FC236}">
                <a16:creationId xmlns:a16="http://schemas.microsoft.com/office/drawing/2014/main" id="{E04020E1-563E-4C9B-A3AA-80F4BD246E1D}"/>
              </a:ext>
            </a:extLst>
          </p:cNvPr>
          <p:cNvSpPr/>
          <p:nvPr/>
        </p:nvSpPr>
        <p:spPr>
          <a:xfrm>
            <a:off x="7263172" y="40347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86A13F6-54DA-41FB-8191-0A9F66166DCC}"/>
              </a:ext>
            </a:extLst>
          </p:cNvPr>
          <p:cNvCxnSpPr>
            <a:cxnSpLocks/>
            <a:stCxn id="150" idx="4"/>
            <a:endCxn id="165" idx="1"/>
          </p:cNvCxnSpPr>
          <p:nvPr/>
        </p:nvCxnSpPr>
        <p:spPr>
          <a:xfrm flipH="1">
            <a:off x="7313109" y="3756462"/>
            <a:ext cx="298459" cy="328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4419FC9-9094-4A79-B333-9E0C252612DA}"/>
              </a:ext>
            </a:extLst>
          </p:cNvPr>
          <p:cNvSpPr/>
          <p:nvPr/>
        </p:nvSpPr>
        <p:spPr>
          <a:xfrm>
            <a:off x="7376910" y="287356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69487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018D1-4D91-4017-9947-B5DE751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0" y="1532163"/>
            <a:ext cx="5114925" cy="542925"/>
          </a:xfrm>
          <a:prstGeom prst="rect">
            <a:avLst/>
          </a:prstGeom>
        </p:spPr>
      </p:pic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95F92EC6-C8C4-4E69-A29A-AD8263D36385}"/>
              </a:ext>
            </a:extLst>
          </p:cNvPr>
          <p:cNvSpPr/>
          <p:nvPr/>
        </p:nvSpPr>
        <p:spPr>
          <a:xfrm>
            <a:off x="2999691" y="321253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67F7406D-A956-4A43-B485-B6989698A4D2}"/>
              </a:ext>
            </a:extLst>
          </p:cNvPr>
          <p:cNvSpPr/>
          <p:nvPr/>
        </p:nvSpPr>
        <p:spPr>
          <a:xfrm>
            <a:off x="3886200" y="259080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57E1250-4C05-46DE-B1B1-966E9EDE57F7}"/>
              </a:ext>
            </a:extLst>
          </p:cNvPr>
          <p:cNvSpPr/>
          <p:nvPr/>
        </p:nvSpPr>
        <p:spPr>
          <a:xfrm>
            <a:off x="3127378" y="293930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2B06730-8194-4F3A-A9D0-5B268EBEF573}"/>
              </a:ext>
            </a:extLst>
          </p:cNvPr>
          <p:cNvCxnSpPr>
            <a:cxnSpLocks/>
            <a:stCxn id="137" idx="3"/>
            <a:endCxn id="136" idx="7"/>
          </p:cNvCxnSpPr>
          <p:nvPr/>
        </p:nvCxnSpPr>
        <p:spPr>
          <a:xfrm flipH="1">
            <a:off x="3290748" y="2884412"/>
            <a:ext cx="645389" cy="37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2ED51353-386A-4344-8AAD-B7F702161B46}"/>
              </a:ext>
            </a:extLst>
          </p:cNvPr>
          <p:cNvSpPr/>
          <p:nvPr/>
        </p:nvSpPr>
        <p:spPr>
          <a:xfrm>
            <a:off x="4235428" y="314364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07A5C61-CB4F-44FE-AC4F-E661EF110012}"/>
              </a:ext>
            </a:extLst>
          </p:cNvPr>
          <p:cNvCxnSpPr>
            <a:cxnSpLocks/>
            <a:stCxn id="137" idx="5"/>
            <a:endCxn id="140" idx="1"/>
          </p:cNvCxnSpPr>
          <p:nvPr/>
        </p:nvCxnSpPr>
        <p:spPr>
          <a:xfrm>
            <a:off x="4177257" y="2884412"/>
            <a:ext cx="108108" cy="309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23A018B-3568-4A23-B69A-EA1F84E892CC}"/>
              </a:ext>
            </a:extLst>
          </p:cNvPr>
          <p:cNvSpPr/>
          <p:nvPr/>
        </p:nvSpPr>
        <p:spPr>
          <a:xfrm>
            <a:off x="5031290" y="359791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AD4C706-71DF-4E5C-A8E3-2EAEDA4FF289}"/>
              </a:ext>
            </a:extLst>
          </p:cNvPr>
          <p:cNvSpPr/>
          <p:nvPr/>
        </p:nvSpPr>
        <p:spPr>
          <a:xfrm>
            <a:off x="2198483" y="381047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271F89F1-5585-405C-A33E-7E2E654329A1}"/>
              </a:ext>
            </a:extLst>
          </p:cNvPr>
          <p:cNvSpPr/>
          <p:nvPr/>
        </p:nvSpPr>
        <p:spPr>
          <a:xfrm>
            <a:off x="2594340" y="375698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5CC94E1-1548-4388-82AD-81DDA67C513C}"/>
              </a:ext>
            </a:extLst>
          </p:cNvPr>
          <p:cNvCxnSpPr>
            <a:cxnSpLocks/>
            <a:stCxn id="136" idx="3"/>
            <a:endCxn id="144" idx="7"/>
          </p:cNvCxnSpPr>
          <p:nvPr/>
        </p:nvCxnSpPr>
        <p:spPr>
          <a:xfrm flipH="1">
            <a:off x="2885397" y="3506149"/>
            <a:ext cx="164231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B098F4C-B85A-4CCC-BAFD-327269E8E401}"/>
              </a:ext>
            </a:extLst>
          </p:cNvPr>
          <p:cNvSpPr/>
          <p:nvPr/>
        </p:nvSpPr>
        <p:spPr>
          <a:xfrm>
            <a:off x="4254429" y="256926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9D31CBE-91CC-4ACC-87B9-8DBB54399243}"/>
              </a:ext>
            </a:extLst>
          </p:cNvPr>
          <p:cNvSpPr/>
          <p:nvPr/>
        </p:nvSpPr>
        <p:spPr>
          <a:xfrm>
            <a:off x="4112855" y="373782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60AA7A54-CE90-4FFB-844A-FC6CA7923A21}"/>
              </a:ext>
            </a:extLst>
          </p:cNvPr>
          <p:cNvSpPr/>
          <p:nvPr/>
        </p:nvSpPr>
        <p:spPr>
          <a:xfrm>
            <a:off x="3721752" y="369832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19892E9-B7AE-4750-9FFD-7875A8C0790B}"/>
              </a:ext>
            </a:extLst>
          </p:cNvPr>
          <p:cNvCxnSpPr>
            <a:cxnSpLocks/>
            <a:stCxn id="140" idx="3"/>
            <a:endCxn id="148" idx="7"/>
          </p:cNvCxnSpPr>
          <p:nvPr/>
        </p:nvCxnSpPr>
        <p:spPr>
          <a:xfrm flipH="1">
            <a:off x="4012809" y="3437260"/>
            <a:ext cx="272556" cy="311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4FD2965A-5DB0-4A97-860C-5917166C653C}"/>
              </a:ext>
            </a:extLst>
          </p:cNvPr>
          <p:cNvSpPr/>
          <p:nvPr/>
        </p:nvSpPr>
        <p:spPr>
          <a:xfrm>
            <a:off x="4659584" y="358499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06A20C9-0899-449D-97C0-E3C4F2BDFCE0}"/>
              </a:ext>
            </a:extLst>
          </p:cNvPr>
          <p:cNvCxnSpPr>
            <a:cxnSpLocks/>
            <a:stCxn id="140" idx="5"/>
            <a:endCxn id="150" idx="1"/>
          </p:cNvCxnSpPr>
          <p:nvPr/>
        </p:nvCxnSpPr>
        <p:spPr>
          <a:xfrm>
            <a:off x="4526485" y="3437260"/>
            <a:ext cx="183036" cy="19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F90EF0E-0AF0-4EC6-A60D-1272F02571C7}"/>
              </a:ext>
            </a:extLst>
          </p:cNvPr>
          <p:cNvSpPr/>
          <p:nvPr/>
        </p:nvSpPr>
        <p:spPr>
          <a:xfrm>
            <a:off x="5591655" y="415249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53" name="Flowchart: Connector 152">
            <a:extLst>
              <a:ext uri="{FF2B5EF4-FFF2-40B4-BE49-F238E27FC236}">
                <a16:creationId xmlns:a16="http://schemas.microsoft.com/office/drawing/2014/main" id="{EAA990C9-554A-4FCA-BAF5-CA26CD5E6901}"/>
              </a:ext>
            </a:extLst>
          </p:cNvPr>
          <p:cNvSpPr/>
          <p:nvPr/>
        </p:nvSpPr>
        <p:spPr>
          <a:xfrm>
            <a:off x="3261217" y="371848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3F6C30E-3721-4FC4-9A15-91BD2EC75131}"/>
              </a:ext>
            </a:extLst>
          </p:cNvPr>
          <p:cNvCxnSpPr>
            <a:cxnSpLocks/>
            <a:stCxn id="136" idx="5"/>
            <a:endCxn id="153" idx="0"/>
          </p:cNvCxnSpPr>
          <p:nvPr/>
        </p:nvCxnSpPr>
        <p:spPr>
          <a:xfrm>
            <a:off x="3290748" y="3506149"/>
            <a:ext cx="140966" cy="21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Flowchart: Connector 154">
            <a:extLst>
              <a:ext uri="{FF2B5EF4-FFF2-40B4-BE49-F238E27FC236}">
                <a16:creationId xmlns:a16="http://schemas.microsoft.com/office/drawing/2014/main" id="{3660CB5B-AE0C-4ED2-9D12-05715752867D}"/>
              </a:ext>
            </a:extLst>
          </p:cNvPr>
          <p:cNvSpPr/>
          <p:nvPr/>
        </p:nvSpPr>
        <p:spPr>
          <a:xfrm>
            <a:off x="4046007" y="424142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7D2F9B8-D7DE-4794-80B7-99B9A36C732F}"/>
              </a:ext>
            </a:extLst>
          </p:cNvPr>
          <p:cNvCxnSpPr>
            <a:cxnSpLocks/>
            <a:stCxn id="148" idx="5"/>
            <a:endCxn id="155" idx="1"/>
          </p:cNvCxnSpPr>
          <p:nvPr/>
        </p:nvCxnSpPr>
        <p:spPr>
          <a:xfrm>
            <a:off x="4012809" y="3991939"/>
            <a:ext cx="83135" cy="29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EC81702-B3FD-4A3F-8A1F-8E666892F58B}"/>
              </a:ext>
            </a:extLst>
          </p:cNvPr>
          <p:cNvSpPr/>
          <p:nvPr/>
        </p:nvSpPr>
        <p:spPr>
          <a:xfrm>
            <a:off x="4026775" y="464723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B40A5186-15C3-411C-88E5-38A785626890}"/>
              </a:ext>
            </a:extLst>
          </p:cNvPr>
          <p:cNvSpPr/>
          <p:nvPr/>
        </p:nvSpPr>
        <p:spPr>
          <a:xfrm>
            <a:off x="2175055" y="431410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FCD66EA-BE90-408B-BC31-1E0C00BE8CF2}"/>
              </a:ext>
            </a:extLst>
          </p:cNvPr>
          <p:cNvCxnSpPr>
            <a:cxnSpLocks/>
            <a:stCxn id="144" idx="3"/>
            <a:endCxn id="158" idx="7"/>
          </p:cNvCxnSpPr>
          <p:nvPr/>
        </p:nvCxnSpPr>
        <p:spPr>
          <a:xfrm flipH="1">
            <a:off x="2466112" y="4050600"/>
            <a:ext cx="178165" cy="313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A579C65-56E1-4AB8-9E4E-F89C34A712AA}"/>
              </a:ext>
            </a:extLst>
          </p:cNvPr>
          <p:cNvSpPr/>
          <p:nvPr/>
        </p:nvSpPr>
        <p:spPr>
          <a:xfrm>
            <a:off x="3274018" y="410689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B7728E4-38E7-4026-8CD9-117E04728B22}"/>
              </a:ext>
            </a:extLst>
          </p:cNvPr>
          <p:cNvSpPr/>
          <p:nvPr/>
        </p:nvSpPr>
        <p:spPr>
          <a:xfrm>
            <a:off x="2157814" y="473460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A8AF31C5-21A3-4125-89F6-ABC052405344}"/>
              </a:ext>
            </a:extLst>
          </p:cNvPr>
          <p:cNvSpPr/>
          <p:nvPr/>
        </p:nvSpPr>
        <p:spPr>
          <a:xfrm>
            <a:off x="5204750" y="420723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E36A214-B76F-4396-9F9B-27A9A3D6662D}"/>
              </a:ext>
            </a:extLst>
          </p:cNvPr>
          <p:cNvCxnSpPr>
            <a:cxnSpLocks/>
            <a:stCxn id="150" idx="5"/>
            <a:endCxn id="162" idx="1"/>
          </p:cNvCxnSpPr>
          <p:nvPr/>
        </p:nvCxnSpPr>
        <p:spPr>
          <a:xfrm>
            <a:off x="4950641" y="3878606"/>
            <a:ext cx="304046" cy="379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044E025-9842-47EB-B4D8-B3D4E603BB3E}"/>
              </a:ext>
            </a:extLst>
          </p:cNvPr>
          <p:cNvSpPr/>
          <p:nvPr/>
        </p:nvSpPr>
        <p:spPr>
          <a:xfrm>
            <a:off x="4531235" y="458541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5" name="Flowchart: Connector 164">
            <a:extLst>
              <a:ext uri="{FF2B5EF4-FFF2-40B4-BE49-F238E27FC236}">
                <a16:creationId xmlns:a16="http://schemas.microsoft.com/office/drawing/2014/main" id="{E04020E1-563E-4C9B-A3AA-80F4BD246E1D}"/>
              </a:ext>
            </a:extLst>
          </p:cNvPr>
          <p:cNvSpPr/>
          <p:nvPr/>
        </p:nvSpPr>
        <p:spPr>
          <a:xfrm>
            <a:off x="4481685" y="420723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86A13F6-54DA-41FB-8191-0A9F66166DCC}"/>
              </a:ext>
            </a:extLst>
          </p:cNvPr>
          <p:cNvCxnSpPr>
            <a:cxnSpLocks/>
            <a:stCxn id="150" idx="4"/>
            <a:endCxn id="165" idx="1"/>
          </p:cNvCxnSpPr>
          <p:nvPr/>
        </p:nvCxnSpPr>
        <p:spPr>
          <a:xfrm flipH="1">
            <a:off x="4531622" y="3928982"/>
            <a:ext cx="298459" cy="328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4419FC9-9094-4A79-B333-9E0C252612DA}"/>
              </a:ext>
            </a:extLst>
          </p:cNvPr>
          <p:cNvSpPr/>
          <p:nvPr/>
        </p:nvSpPr>
        <p:spPr>
          <a:xfrm>
            <a:off x="4595423" y="304608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05EEF90B-A1C4-4396-BE17-6428E8B73359}"/>
              </a:ext>
            </a:extLst>
          </p:cNvPr>
          <p:cNvSpPr/>
          <p:nvPr/>
        </p:nvSpPr>
        <p:spPr>
          <a:xfrm>
            <a:off x="5707998" y="479896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F39BA18-A111-449E-9A4D-73E3C513CC9C}"/>
              </a:ext>
            </a:extLst>
          </p:cNvPr>
          <p:cNvCxnSpPr>
            <a:cxnSpLocks/>
            <a:stCxn id="162" idx="5"/>
            <a:endCxn id="81" idx="1"/>
          </p:cNvCxnSpPr>
          <p:nvPr/>
        </p:nvCxnSpPr>
        <p:spPr>
          <a:xfrm>
            <a:off x="5495807" y="4500844"/>
            <a:ext cx="262128" cy="34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A3FE693-5EC8-E416-1B78-A5C5ABEF5BC7}"/>
              </a:ext>
            </a:extLst>
          </p:cNvPr>
          <p:cNvSpPr/>
          <p:nvPr/>
        </p:nvSpPr>
        <p:spPr>
          <a:xfrm>
            <a:off x="6090686" y="463578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70322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5" name="Rectangle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0EFA36-79AF-44EF-A6FF-43006EAF21A4}"/>
              </a:ext>
            </a:extLst>
          </p:cNvPr>
          <p:cNvSpPr txBox="1">
            <a:spLocks noChangeArrowheads="1"/>
          </p:cNvSpPr>
          <p:nvPr/>
        </p:nvSpPr>
        <p:spPr>
          <a:xfrm>
            <a:off x="253466" y="1428897"/>
            <a:ext cx="8280934" cy="49560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400" dirty="0"/>
              <a:t>Search the Node to be deleted in AVL Tree</a:t>
            </a: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dirty="0"/>
              <a:t>Just Delete the Node as we delete the Node in BST</a:t>
            </a: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dirty="0"/>
              <a:t>After deletion of the Node, check the Balance Factor of each Node.</a:t>
            </a: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dirty="0"/>
              <a:t>Rebalance the AVL Tree if the Tree in Unbalanced. Use AVL Rotations</a:t>
            </a: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1400" dirty="0"/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dirty="0"/>
              <a:t>On Deletion of Node X, Let A be the Closest Ancestor with Balance Factor +2 or -2</a:t>
            </a: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dirty="0"/>
              <a:t>Also let B be the Root Node of Sub-Tree of A</a:t>
            </a:r>
            <a:endParaRPr lang="en-GB" sz="1600" dirty="0"/>
          </a:p>
          <a:p>
            <a:pPr lvl="1"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If X is deleted from Right Sub-Tree of A, then B is the root of Left Sub-Tree of A</a:t>
            </a:r>
          </a:p>
          <a:p>
            <a:pPr lvl="1"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If X is deleted from Left Sub-Tree of A, then B is the root of Right Sub-Tree of A</a:t>
            </a:r>
          </a:p>
          <a:p>
            <a:pPr lvl="1"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1200" dirty="0"/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dirty="0"/>
              <a:t>Rotations to be Used</a:t>
            </a:r>
          </a:p>
          <a:p>
            <a:pPr lvl="1"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If Balance Factor of B is 0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R0 - If B is Root of Left Sub-Tree of A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L0 - If B is Root of Right Sub-Tree of A</a:t>
            </a:r>
          </a:p>
          <a:p>
            <a:pPr lvl="1"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If Balance Factor of B is 1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R1 - If B is Root of Left Sub-Tree of A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L1 - If B is Root of Right Sub-Tree of A</a:t>
            </a:r>
          </a:p>
          <a:p>
            <a:pPr lvl="1"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If Balance Factor of B is -1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R(-1) - If B is Root of Left Sub-Tree of A</a:t>
            </a:r>
          </a:p>
          <a:p>
            <a:pPr lvl="2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L(-1) - If B is Root of Right Sub-Tree of A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1200" dirty="0">
              <a:solidFill>
                <a:srgbClr val="00B050"/>
              </a:solidFill>
            </a:endParaRP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>
                <a:solidFill>
                  <a:srgbClr val="FF0000"/>
                </a:solidFill>
              </a:rPr>
              <a:t>Thumb Rule – </a:t>
            </a:r>
            <a:r>
              <a:rPr lang="en-US" sz="1200" dirty="0" err="1">
                <a:solidFill>
                  <a:srgbClr val="FF0000"/>
                </a:solidFill>
              </a:rPr>
              <a:t>InOrder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Travesal</a:t>
            </a:r>
            <a:r>
              <a:rPr lang="en-US" sz="1200" dirty="0">
                <a:solidFill>
                  <a:srgbClr val="FF0000"/>
                </a:solidFill>
              </a:rPr>
              <a:t> should be same after </a:t>
            </a:r>
            <a:r>
              <a:rPr lang="en-US" sz="1200" dirty="0" err="1">
                <a:solidFill>
                  <a:srgbClr val="FF0000"/>
                </a:solidFill>
              </a:rPr>
              <a:t>Rotaton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2267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R0, L0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2386597" y="337013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5"/>
            <a:endCxn id="32" idx="0"/>
          </p:cNvCxnSpPr>
          <p:nvPr/>
        </p:nvCxnSpPr>
        <p:spPr>
          <a:xfrm>
            <a:off x="2906923" y="3825421"/>
            <a:ext cx="569192" cy="532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966614" y="3825421"/>
            <a:ext cx="509257" cy="276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081136" y="4357793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1446288" y="402355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 flipH="1">
            <a:off x="1123440" y="4478838"/>
            <a:ext cx="412122" cy="421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19626" y="4900792"/>
            <a:ext cx="607628" cy="661808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5"/>
            <a:endCxn id="41" idx="0"/>
          </p:cNvCxnSpPr>
          <p:nvPr/>
        </p:nvCxnSpPr>
        <p:spPr>
          <a:xfrm>
            <a:off x="1966614" y="4478838"/>
            <a:ext cx="495976" cy="431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2157790" y="490987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152400" y="502267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808352" y="5012238"/>
            <a:ext cx="387200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4820251" cy="1106695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en-US" sz="1600" b="1" dirty="0"/>
              <a:t>R0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Balance Factor of B is 0, B is on Left Sub Tree of 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L0 rotation is similar when B is on Right Sub Tree of 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0000"/>
                </a:solidFill>
              </a:rPr>
              <a:t>Thumb Rule – </a:t>
            </a:r>
            <a:r>
              <a:rPr lang="en-US" sz="1300" dirty="0" err="1">
                <a:solidFill>
                  <a:srgbClr val="FF0000"/>
                </a:solidFill>
              </a:rPr>
              <a:t>InOrder</a:t>
            </a:r>
            <a:r>
              <a:rPr lang="en-US" sz="1300" dirty="0">
                <a:solidFill>
                  <a:srgbClr val="FF0000"/>
                </a:solidFill>
              </a:rPr>
              <a:t> </a:t>
            </a:r>
            <a:r>
              <a:rPr lang="en-US" sz="1300" dirty="0" err="1">
                <a:solidFill>
                  <a:srgbClr val="FF0000"/>
                </a:solidFill>
              </a:rPr>
              <a:t>Travesal</a:t>
            </a:r>
            <a:r>
              <a:rPr lang="en-US" sz="1300" dirty="0">
                <a:solidFill>
                  <a:srgbClr val="FF0000"/>
                </a:solidFill>
              </a:rPr>
              <a:t> should be same after </a:t>
            </a:r>
            <a:r>
              <a:rPr lang="en-US" sz="1300" dirty="0" err="1">
                <a:solidFill>
                  <a:srgbClr val="FF0000"/>
                </a:solidFill>
              </a:rPr>
              <a:t>Rotaton</a:t>
            </a:r>
            <a:r>
              <a:rPr lang="en-US" sz="1300" dirty="0">
                <a:solidFill>
                  <a:srgbClr val="FF0000"/>
                </a:solidFill>
              </a:rPr>
              <a:t> </a:t>
            </a:r>
          </a:p>
          <a:p>
            <a:pPr marL="0" indent="0"/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BA602BE-82B5-4E1E-8DF4-CD77409DE93D}"/>
              </a:ext>
            </a:extLst>
          </p:cNvPr>
          <p:cNvSpPr/>
          <p:nvPr/>
        </p:nvSpPr>
        <p:spPr>
          <a:xfrm>
            <a:off x="7577142" y="396354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0549FE-0C09-401C-8011-0FF978F360E9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8097468" y="4418829"/>
            <a:ext cx="186683" cy="23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DB77D6-0FE4-407D-BE04-901690DA2E5C}"/>
              </a:ext>
            </a:extLst>
          </p:cNvPr>
          <p:cNvCxnSpPr>
            <a:cxnSpLocks/>
            <a:stCxn id="46" idx="5"/>
            <a:endCxn id="42" idx="1"/>
          </p:cNvCxnSpPr>
          <p:nvPr/>
        </p:nvCxnSpPr>
        <p:spPr>
          <a:xfrm>
            <a:off x="6997326" y="3464375"/>
            <a:ext cx="669090" cy="57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5569023-B7B4-423D-A29B-9F9213E1584E}"/>
              </a:ext>
            </a:extLst>
          </p:cNvPr>
          <p:cNvSpPr/>
          <p:nvPr/>
        </p:nvSpPr>
        <p:spPr>
          <a:xfrm>
            <a:off x="7924800" y="4654853"/>
            <a:ext cx="718701" cy="768383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6B94936-BEF6-4316-A28F-C3F98AD09887}"/>
              </a:ext>
            </a:extLst>
          </p:cNvPr>
          <p:cNvSpPr/>
          <p:nvPr/>
        </p:nvSpPr>
        <p:spPr>
          <a:xfrm>
            <a:off x="6477000" y="300909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110239-9DA0-4C54-A720-8E5666E3E8EA}"/>
              </a:ext>
            </a:extLst>
          </p:cNvPr>
          <p:cNvCxnSpPr>
            <a:cxnSpLocks/>
            <a:stCxn id="46" idx="3"/>
            <a:endCxn id="51" idx="0"/>
          </p:cNvCxnSpPr>
          <p:nvPr/>
        </p:nvCxnSpPr>
        <p:spPr>
          <a:xfrm flipH="1">
            <a:off x="5939147" y="3464375"/>
            <a:ext cx="627127" cy="119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74B7EA-B0CA-49C1-8099-522BAAD500E7}"/>
              </a:ext>
            </a:extLst>
          </p:cNvPr>
          <p:cNvSpPr/>
          <p:nvPr/>
        </p:nvSpPr>
        <p:spPr>
          <a:xfrm>
            <a:off x="5635333" y="4654853"/>
            <a:ext cx="607628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B75909-D7F1-40C8-A1E5-0B8EEB9FC21A}"/>
              </a:ext>
            </a:extLst>
          </p:cNvPr>
          <p:cNvCxnSpPr>
            <a:cxnSpLocks/>
            <a:stCxn id="42" idx="3"/>
            <a:endCxn id="53" idx="0"/>
          </p:cNvCxnSpPr>
          <p:nvPr/>
        </p:nvCxnSpPr>
        <p:spPr>
          <a:xfrm flipH="1">
            <a:off x="7443231" y="4418829"/>
            <a:ext cx="223185" cy="35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D6F263D3-86DC-4FD6-AC98-1E0320A8F25F}"/>
              </a:ext>
            </a:extLst>
          </p:cNvPr>
          <p:cNvSpPr/>
          <p:nvPr/>
        </p:nvSpPr>
        <p:spPr>
          <a:xfrm>
            <a:off x="7138431" y="4770516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E1A4C-9779-4A13-ACF5-7C456B59D0E2}"/>
              </a:ext>
            </a:extLst>
          </p:cNvPr>
          <p:cNvSpPr/>
          <p:nvPr/>
        </p:nvSpPr>
        <p:spPr>
          <a:xfrm>
            <a:off x="5013657" y="490079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53F17-0365-4E64-B71F-A271E84F3185}"/>
              </a:ext>
            </a:extLst>
          </p:cNvPr>
          <p:cNvSpPr/>
          <p:nvPr/>
        </p:nvSpPr>
        <p:spPr>
          <a:xfrm>
            <a:off x="6582227" y="4887900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023553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3755896" y="4536841"/>
            <a:ext cx="56293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A87642-849B-44AD-B0C9-ED86CD314FCD}"/>
              </a:ext>
            </a:extLst>
          </p:cNvPr>
          <p:cNvSpPr/>
          <p:nvPr/>
        </p:nvSpPr>
        <p:spPr>
          <a:xfrm>
            <a:off x="8537908" y="4815643"/>
            <a:ext cx="48988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53861F-9459-41C9-BCC9-36CC4A8EE22B}"/>
              </a:ext>
            </a:extLst>
          </p:cNvPr>
          <p:cNvSpPr/>
          <p:nvPr/>
        </p:nvSpPr>
        <p:spPr>
          <a:xfrm>
            <a:off x="3032835" y="3219675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5D94DE-65BC-4E4B-90DD-6CEEF2452B12}"/>
              </a:ext>
            </a:extLst>
          </p:cNvPr>
          <p:cNvSpPr/>
          <p:nvPr/>
        </p:nvSpPr>
        <p:spPr>
          <a:xfrm>
            <a:off x="1219200" y="3676252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E0658A-A3F3-4D06-9604-0D61BF761FB1}"/>
              </a:ext>
            </a:extLst>
          </p:cNvPr>
          <p:cNvSpPr/>
          <p:nvPr/>
        </p:nvSpPr>
        <p:spPr>
          <a:xfrm>
            <a:off x="7059647" y="2822133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5160ED-F0DC-47D0-AB9A-F3B7706EF509}"/>
              </a:ext>
            </a:extLst>
          </p:cNvPr>
          <p:cNvSpPr/>
          <p:nvPr/>
        </p:nvSpPr>
        <p:spPr>
          <a:xfrm>
            <a:off x="8167845" y="367901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9705CC93-EAFB-47F5-BABE-FD45003EDA2E}"/>
              </a:ext>
            </a:extLst>
          </p:cNvPr>
          <p:cNvSpPr txBox="1">
            <a:spLocks/>
          </p:cNvSpPr>
          <p:nvPr/>
        </p:nvSpPr>
        <p:spPr>
          <a:xfrm>
            <a:off x="5155112" y="1742428"/>
            <a:ext cx="2592919" cy="8539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1600" dirty="0"/>
              <a:t>Left (A) &lt;- Right (B)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Right (B) &lt;- 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28007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R1, L1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2386597" y="337013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5"/>
            <a:endCxn id="32" idx="0"/>
          </p:cNvCxnSpPr>
          <p:nvPr/>
        </p:nvCxnSpPr>
        <p:spPr>
          <a:xfrm>
            <a:off x="2906923" y="3825421"/>
            <a:ext cx="569192" cy="532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966614" y="3825421"/>
            <a:ext cx="509257" cy="276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081136" y="4357793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1446288" y="402355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 flipH="1">
            <a:off x="1123440" y="4478838"/>
            <a:ext cx="412122" cy="421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19626" y="4900792"/>
            <a:ext cx="607628" cy="661808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5"/>
            <a:endCxn id="41" idx="0"/>
          </p:cNvCxnSpPr>
          <p:nvPr/>
        </p:nvCxnSpPr>
        <p:spPr>
          <a:xfrm>
            <a:off x="1966614" y="4478838"/>
            <a:ext cx="495976" cy="431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2157790" y="490987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152400" y="502267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618430" y="5012238"/>
            <a:ext cx="57712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4895005" cy="1106695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en-US" sz="1600" b="1" dirty="0"/>
              <a:t>R1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Balance Factor of B is 1, B is on Left Sub Tree of 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L1 rotation is similar when B is on Right Sub Tree of 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Thumb Rule – </a:t>
            </a:r>
            <a:r>
              <a:rPr lang="en-US" sz="1200" dirty="0" err="1">
                <a:solidFill>
                  <a:srgbClr val="FF0000"/>
                </a:solidFill>
              </a:rPr>
              <a:t>InOrder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Travesal</a:t>
            </a:r>
            <a:r>
              <a:rPr lang="en-US" sz="1200" dirty="0">
                <a:solidFill>
                  <a:srgbClr val="FF0000"/>
                </a:solidFill>
              </a:rPr>
              <a:t> should be same after </a:t>
            </a:r>
            <a:r>
              <a:rPr lang="en-US" sz="1200" dirty="0" err="1">
                <a:solidFill>
                  <a:srgbClr val="FF0000"/>
                </a:solidFill>
              </a:rPr>
              <a:t>Rotaton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/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BA602BE-82B5-4E1E-8DF4-CD77409DE93D}"/>
              </a:ext>
            </a:extLst>
          </p:cNvPr>
          <p:cNvSpPr/>
          <p:nvPr/>
        </p:nvSpPr>
        <p:spPr>
          <a:xfrm>
            <a:off x="7577142" y="396354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0549FE-0C09-401C-8011-0FF978F360E9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8097468" y="4418829"/>
            <a:ext cx="186683" cy="23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DB77D6-0FE4-407D-BE04-901690DA2E5C}"/>
              </a:ext>
            </a:extLst>
          </p:cNvPr>
          <p:cNvCxnSpPr>
            <a:cxnSpLocks/>
            <a:stCxn id="46" idx="5"/>
            <a:endCxn id="42" idx="1"/>
          </p:cNvCxnSpPr>
          <p:nvPr/>
        </p:nvCxnSpPr>
        <p:spPr>
          <a:xfrm>
            <a:off x="6997326" y="3464375"/>
            <a:ext cx="669090" cy="57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5569023-B7B4-423D-A29B-9F9213E1584E}"/>
              </a:ext>
            </a:extLst>
          </p:cNvPr>
          <p:cNvSpPr/>
          <p:nvPr/>
        </p:nvSpPr>
        <p:spPr>
          <a:xfrm>
            <a:off x="7924800" y="4654853"/>
            <a:ext cx="718701" cy="768383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6B94936-BEF6-4316-A28F-C3F98AD09887}"/>
              </a:ext>
            </a:extLst>
          </p:cNvPr>
          <p:cNvSpPr/>
          <p:nvPr/>
        </p:nvSpPr>
        <p:spPr>
          <a:xfrm>
            <a:off x="6477000" y="300909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110239-9DA0-4C54-A720-8E5666E3E8EA}"/>
              </a:ext>
            </a:extLst>
          </p:cNvPr>
          <p:cNvCxnSpPr>
            <a:cxnSpLocks/>
            <a:stCxn id="46" idx="3"/>
            <a:endCxn id="51" idx="0"/>
          </p:cNvCxnSpPr>
          <p:nvPr/>
        </p:nvCxnSpPr>
        <p:spPr>
          <a:xfrm flipH="1">
            <a:off x="5939147" y="3464375"/>
            <a:ext cx="627127" cy="119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74B7EA-B0CA-49C1-8099-522BAAD500E7}"/>
              </a:ext>
            </a:extLst>
          </p:cNvPr>
          <p:cNvSpPr/>
          <p:nvPr/>
        </p:nvSpPr>
        <p:spPr>
          <a:xfrm>
            <a:off x="5635333" y="4654853"/>
            <a:ext cx="607628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B75909-D7F1-40C8-A1E5-0B8EEB9FC21A}"/>
              </a:ext>
            </a:extLst>
          </p:cNvPr>
          <p:cNvCxnSpPr>
            <a:cxnSpLocks/>
            <a:stCxn id="42" idx="3"/>
            <a:endCxn id="53" idx="0"/>
          </p:cNvCxnSpPr>
          <p:nvPr/>
        </p:nvCxnSpPr>
        <p:spPr>
          <a:xfrm flipH="1">
            <a:off x="7443231" y="4418829"/>
            <a:ext cx="223185" cy="35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D6F263D3-86DC-4FD6-AC98-1E0320A8F25F}"/>
              </a:ext>
            </a:extLst>
          </p:cNvPr>
          <p:cNvSpPr/>
          <p:nvPr/>
        </p:nvSpPr>
        <p:spPr>
          <a:xfrm>
            <a:off x="7138431" y="4770516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E1A4C-9779-4A13-ACF5-7C456B59D0E2}"/>
              </a:ext>
            </a:extLst>
          </p:cNvPr>
          <p:cNvSpPr/>
          <p:nvPr/>
        </p:nvSpPr>
        <p:spPr>
          <a:xfrm>
            <a:off x="5013657" y="490079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53F17-0365-4E64-B71F-A271E84F3185}"/>
              </a:ext>
            </a:extLst>
          </p:cNvPr>
          <p:cNvSpPr/>
          <p:nvPr/>
        </p:nvSpPr>
        <p:spPr>
          <a:xfrm>
            <a:off x="6582227" y="4887900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023553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3755896" y="4536841"/>
            <a:ext cx="56293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A87642-849B-44AD-B0C9-ED86CD314FCD}"/>
              </a:ext>
            </a:extLst>
          </p:cNvPr>
          <p:cNvSpPr/>
          <p:nvPr/>
        </p:nvSpPr>
        <p:spPr>
          <a:xfrm>
            <a:off x="8537908" y="4815643"/>
            <a:ext cx="48988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53861F-9459-41C9-BCC9-36CC4A8EE22B}"/>
              </a:ext>
            </a:extLst>
          </p:cNvPr>
          <p:cNvSpPr/>
          <p:nvPr/>
        </p:nvSpPr>
        <p:spPr>
          <a:xfrm>
            <a:off x="3032835" y="3219675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5D94DE-65BC-4E4B-90DD-6CEEF2452B12}"/>
              </a:ext>
            </a:extLst>
          </p:cNvPr>
          <p:cNvSpPr/>
          <p:nvPr/>
        </p:nvSpPr>
        <p:spPr>
          <a:xfrm>
            <a:off x="1219200" y="3676252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E0658A-A3F3-4D06-9604-0D61BF761FB1}"/>
              </a:ext>
            </a:extLst>
          </p:cNvPr>
          <p:cNvSpPr/>
          <p:nvPr/>
        </p:nvSpPr>
        <p:spPr>
          <a:xfrm>
            <a:off x="7059647" y="2822133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5160ED-F0DC-47D0-AB9A-F3B7706EF509}"/>
              </a:ext>
            </a:extLst>
          </p:cNvPr>
          <p:cNvSpPr/>
          <p:nvPr/>
        </p:nvSpPr>
        <p:spPr>
          <a:xfrm>
            <a:off x="8167845" y="367901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9705CC93-EAFB-47F5-BABE-FD45003EDA2E}"/>
              </a:ext>
            </a:extLst>
          </p:cNvPr>
          <p:cNvSpPr txBox="1">
            <a:spLocks/>
          </p:cNvSpPr>
          <p:nvPr/>
        </p:nvSpPr>
        <p:spPr>
          <a:xfrm>
            <a:off x="5155112" y="1742428"/>
            <a:ext cx="2592919" cy="8539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1600" dirty="0"/>
              <a:t>Left (A) &lt;- Right (B)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Right (B) &lt;- 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81067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76247" y="399879"/>
            <a:ext cx="6248400" cy="56647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R(-1), L(-1)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716940" y="3333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6"/>
            <a:endCxn id="32" idx="0"/>
          </p:cNvCxnSpPr>
          <p:nvPr/>
        </p:nvCxnSpPr>
        <p:spPr>
          <a:xfrm>
            <a:off x="2326540" y="3599700"/>
            <a:ext cx="673361" cy="403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329536" y="3788285"/>
            <a:ext cx="476678" cy="437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2604922" y="4003660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809210" y="41473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43" idx="3"/>
            <a:endCxn id="39" idx="0"/>
          </p:cNvCxnSpPr>
          <p:nvPr/>
        </p:nvCxnSpPr>
        <p:spPr>
          <a:xfrm flipH="1">
            <a:off x="1197393" y="5307719"/>
            <a:ext cx="329012" cy="355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83830" y="5662793"/>
            <a:ext cx="627126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3"/>
            <a:endCxn id="41" idx="0"/>
          </p:cNvCxnSpPr>
          <p:nvPr/>
        </p:nvCxnSpPr>
        <p:spPr>
          <a:xfrm flipH="1">
            <a:off x="426358" y="4602598"/>
            <a:ext cx="472126" cy="433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21558" y="50357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418810" y="5894441"/>
            <a:ext cx="53864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584155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3283519" y="4225428"/>
            <a:ext cx="609600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0AE954-9046-48B7-9CA2-FBFA4055B85D}"/>
              </a:ext>
            </a:extLst>
          </p:cNvPr>
          <p:cNvSpPr/>
          <p:nvPr/>
        </p:nvSpPr>
        <p:spPr>
          <a:xfrm>
            <a:off x="1437131" y="485243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6496C4-50F5-41C4-830B-0BF0A61E247D}"/>
              </a:ext>
            </a:extLst>
          </p:cNvPr>
          <p:cNvCxnSpPr>
            <a:cxnSpLocks/>
            <a:stCxn id="43" idx="5"/>
            <a:endCxn id="49" idx="0"/>
          </p:cNvCxnSpPr>
          <p:nvPr/>
        </p:nvCxnSpPr>
        <p:spPr>
          <a:xfrm>
            <a:off x="1957457" y="5307719"/>
            <a:ext cx="473384" cy="39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E1FEBEA-E86E-4149-AF61-230BB24B6600}"/>
              </a:ext>
            </a:extLst>
          </p:cNvPr>
          <p:cNvSpPr/>
          <p:nvPr/>
        </p:nvSpPr>
        <p:spPr>
          <a:xfrm>
            <a:off x="2035862" y="5706394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A25BF8-9E0C-4C96-A7E9-A5C81A0C4287}"/>
              </a:ext>
            </a:extLst>
          </p:cNvPr>
          <p:cNvCxnSpPr>
            <a:cxnSpLocks/>
            <a:stCxn id="33" idx="5"/>
            <a:endCxn id="43" idx="1"/>
          </p:cNvCxnSpPr>
          <p:nvPr/>
        </p:nvCxnSpPr>
        <p:spPr>
          <a:xfrm>
            <a:off x="1329536" y="4602598"/>
            <a:ext cx="196869" cy="32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14FC540-16B6-4EF6-885B-83615DCF943F}"/>
              </a:ext>
            </a:extLst>
          </p:cNvPr>
          <p:cNvSpPr/>
          <p:nvPr/>
        </p:nvSpPr>
        <p:spPr>
          <a:xfrm>
            <a:off x="2667000" y="5894600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276A-4113-4A3A-A2AE-5D6843655781}"/>
              </a:ext>
            </a:extLst>
          </p:cNvPr>
          <p:cNvSpPr/>
          <p:nvPr/>
        </p:nvSpPr>
        <p:spPr>
          <a:xfrm>
            <a:off x="611339" y="5132600"/>
            <a:ext cx="43081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02FCE07-9C8C-4884-80A9-4D6D2F68313D}"/>
              </a:ext>
            </a:extLst>
          </p:cNvPr>
          <p:cNvSpPr/>
          <p:nvPr/>
        </p:nvSpPr>
        <p:spPr>
          <a:xfrm>
            <a:off x="7563891" y="396175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763C35E-3BCD-4542-A46F-CDAE1FE40D5E}"/>
              </a:ext>
            </a:extLst>
          </p:cNvPr>
          <p:cNvCxnSpPr>
            <a:cxnSpLocks/>
            <a:stCxn id="55" idx="5"/>
            <a:endCxn id="72" idx="0"/>
          </p:cNvCxnSpPr>
          <p:nvPr/>
        </p:nvCxnSpPr>
        <p:spPr>
          <a:xfrm>
            <a:off x="8084217" y="4417039"/>
            <a:ext cx="450222" cy="4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0EDD5F-04E4-43FD-B9C8-F35285237CDD}"/>
              </a:ext>
            </a:extLst>
          </p:cNvPr>
          <p:cNvCxnSpPr>
            <a:cxnSpLocks/>
            <a:stCxn id="80" idx="5"/>
            <a:endCxn id="55" idx="1"/>
          </p:cNvCxnSpPr>
          <p:nvPr/>
        </p:nvCxnSpPr>
        <p:spPr>
          <a:xfrm>
            <a:off x="7195112" y="3516725"/>
            <a:ext cx="458053" cy="52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DF9A5EB-3014-40BD-8E9A-6B95641E44DC}"/>
              </a:ext>
            </a:extLst>
          </p:cNvPr>
          <p:cNvSpPr/>
          <p:nvPr/>
        </p:nvSpPr>
        <p:spPr>
          <a:xfrm>
            <a:off x="8139460" y="4822076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B96B98F0-FF14-4DB3-ADCF-DFBBC523767B}"/>
              </a:ext>
            </a:extLst>
          </p:cNvPr>
          <p:cNvSpPr/>
          <p:nvPr/>
        </p:nvSpPr>
        <p:spPr>
          <a:xfrm>
            <a:off x="5743407" y="404247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21475B-7663-4FFB-BD97-F3C870803130}"/>
              </a:ext>
            </a:extLst>
          </p:cNvPr>
          <p:cNvCxnSpPr>
            <a:cxnSpLocks/>
            <a:stCxn id="73" idx="5"/>
            <a:endCxn id="75" idx="0"/>
          </p:cNvCxnSpPr>
          <p:nvPr/>
        </p:nvCxnSpPr>
        <p:spPr>
          <a:xfrm>
            <a:off x="6263733" y="4497756"/>
            <a:ext cx="255052" cy="26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77732AD-6DD1-4FBF-BF20-5A41E41D754E}"/>
              </a:ext>
            </a:extLst>
          </p:cNvPr>
          <p:cNvSpPr/>
          <p:nvPr/>
        </p:nvSpPr>
        <p:spPr>
          <a:xfrm>
            <a:off x="6205222" y="4762738"/>
            <a:ext cx="627126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05ECB-4837-4B52-A937-BFDB42BF9030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5547295" y="4497756"/>
            <a:ext cx="285386" cy="43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54B227DD-D867-473C-B36A-979FF9DCAB9C}"/>
              </a:ext>
            </a:extLst>
          </p:cNvPr>
          <p:cNvSpPr/>
          <p:nvPr/>
        </p:nvSpPr>
        <p:spPr>
          <a:xfrm>
            <a:off x="5242495" y="49303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C4E5AD0-031B-4411-AB77-329F27A7E766}"/>
              </a:ext>
            </a:extLst>
          </p:cNvPr>
          <p:cNvSpPr/>
          <p:nvPr/>
        </p:nvSpPr>
        <p:spPr>
          <a:xfrm>
            <a:off x="6704109" y="4929009"/>
            <a:ext cx="44119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85345D-7C68-4D16-B0CD-59F6D0954D6D}"/>
              </a:ext>
            </a:extLst>
          </p:cNvPr>
          <p:cNvSpPr/>
          <p:nvPr/>
        </p:nvSpPr>
        <p:spPr>
          <a:xfrm>
            <a:off x="8751429" y="4924971"/>
            <a:ext cx="49094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245D770-BAD3-45AD-8790-096ADF63494D}"/>
              </a:ext>
            </a:extLst>
          </p:cNvPr>
          <p:cNvSpPr/>
          <p:nvPr/>
        </p:nvSpPr>
        <p:spPr>
          <a:xfrm>
            <a:off x="6674786" y="30614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CE77DB-2C95-4D36-B4C8-8C074B1262FD}"/>
              </a:ext>
            </a:extLst>
          </p:cNvPr>
          <p:cNvCxnSpPr>
            <a:cxnSpLocks/>
            <a:stCxn id="55" idx="3"/>
            <a:endCxn id="82" idx="0"/>
          </p:cNvCxnSpPr>
          <p:nvPr/>
        </p:nvCxnSpPr>
        <p:spPr>
          <a:xfrm flipH="1">
            <a:off x="7431524" y="4417039"/>
            <a:ext cx="221641" cy="46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062E0188-C542-4A19-8386-A35E36E5F7F0}"/>
              </a:ext>
            </a:extLst>
          </p:cNvPr>
          <p:cNvSpPr/>
          <p:nvPr/>
        </p:nvSpPr>
        <p:spPr>
          <a:xfrm>
            <a:off x="7036545" y="4880583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2995CC-2A6C-4F22-87F0-EDBFF4139BBA}"/>
              </a:ext>
            </a:extLst>
          </p:cNvPr>
          <p:cNvCxnSpPr>
            <a:cxnSpLocks/>
            <a:endCxn id="73" idx="7"/>
          </p:cNvCxnSpPr>
          <p:nvPr/>
        </p:nvCxnSpPr>
        <p:spPr>
          <a:xfrm flipH="1">
            <a:off x="6263733" y="3513229"/>
            <a:ext cx="490756" cy="607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CE285A8-24F8-4663-937A-292DAA732460}"/>
              </a:ext>
            </a:extLst>
          </p:cNvPr>
          <p:cNvSpPr/>
          <p:nvPr/>
        </p:nvSpPr>
        <p:spPr>
          <a:xfrm>
            <a:off x="7635031" y="4994386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5FFCC3-2354-4DF1-92E5-FB42FB7DFE63}"/>
              </a:ext>
            </a:extLst>
          </p:cNvPr>
          <p:cNvSpPr/>
          <p:nvPr/>
        </p:nvSpPr>
        <p:spPr>
          <a:xfrm>
            <a:off x="5732276" y="5027200"/>
            <a:ext cx="43277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42193A59-17B9-48F4-96CB-5C8401555033}"/>
              </a:ext>
            </a:extLst>
          </p:cNvPr>
          <p:cNvSpPr txBox="1">
            <a:spLocks/>
          </p:cNvSpPr>
          <p:nvPr/>
        </p:nvSpPr>
        <p:spPr>
          <a:xfrm>
            <a:off x="5852095" y="1556458"/>
            <a:ext cx="3052776" cy="9149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000" dirty="0"/>
              <a:t>Right (B) &lt;- Left 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(A) &lt;- Right(C)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Left (C) &lt;- B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Right (C) &lt;- A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>
              <a:buFont typeface="Arial" pitchFamily="34" charset="0"/>
              <a:buChar char="•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dirty="0"/>
          </a:p>
          <a:p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6C4ED7-5891-4A2E-A421-17E547BFB72F}"/>
              </a:ext>
            </a:extLst>
          </p:cNvPr>
          <p:cNvSpPr/>
          <p:nvPr/>
        </p:nvSpPr>
        <p:spPr>
          <a:xfrm>
            <a:off x="2293012" y="3047994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193CC4B7-832A-4491-8350-7D38A69C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4820251" cy="1106695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en-US" sz="1600" b="1" dirty="0"/>
              <a:t>R(-1)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Balance Factor of B is -1, B is on Left Sub Tree of 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L(-1) rotation is similar when B is on Right Sub Tree of 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Thumb Rule – </a:t>
            </a:r>
            <a:r>
              <a:rPr lang="en-US" sz="1200" dirty="0" err="1">
                <a:solidFill>
                  <a:srgbClr val="FF0000"/>
                </a:solidFill>
              </a:rPr>
              <a:t>InOrder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Travesal</a:t>
            </a:r>
            <a:r>
              <a:rPr lang="en-US" sz="1200" dirty="0">
                <a:solidFill>
                  <a:srgbClr val="FF0000"/>
                </a:solidFill>
              </a:rPr>
              <a:t> should be same after </a:t>
            </a:r>
            <a:r>
              <a:rPr lang="en-US" sz="1200" dirty="0" err="1">
                <a:solidFill>
                  <a:srgbClr val="FF0000"/>
                </a:solidFill>
              </a:rPr>
              <a:t>Rotaton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/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EB06F6-06B0-42EC-9A32-1907D510D96C}"/>
              </a:ext>
            </a:extLst>
          </p:cNvPr>
          <p:cNvSpPr/>
          <p:nvPr/>
        </p:nvSpPr>
        <p:spPr>
          <a:xfrm>
            <a:off x="609600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3AD571-F7FB-4AFB-BAB4-038916C77E18}"/>
              </a:ext>
            </a:extLst>
          </p:cNvPr>
          <p:cNvSpPr/>
          <p:nvPr/>
        </p:nvSpPr>
        <p:spPr>
          <a:xfrm>
            <a:off x="1928224" y="4590654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4587F31-C2AD-46C0-8976-D6F06195BBDE}"/>
              </a:ext>
            </a:extLst>
          </p:cNvPr>
          <p:cNvSpPr/>
          <p:nvPr/>
        </p:nvSpPr>
        <p:spPr>
          <a:xfrm>
            <a:off x="5433424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20E924-1883-4C84-BD86-FF283A38AF01}"/>
              </a:ext>
            </a:extLst>
          </p:cNvPr>
          <p:cNvSpPr/>
          <p:nvPr/>
        </p:nvSpPr>
        <p:spPr>
          <a:xfrm>
            <a:off x="8176624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F65634-316A-4758-AFEE-C01E357FF529}"/>
              </a:ext>
            </a:extLst>
          </p:cNvPr>
          <p:cNvSpPr/>
          <p:nvPr/>
        </p:nvSpPr>
        <p:spPr>
          <a:xfrm>
            <a:off x="7315200" y="28956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7879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R0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2386597" y="337013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5"/>
            <a:endCxn id="32" idx="0"/>
          </p:cNvCxnSpPr>
          <p:nvPr/>
        </p:nvCxnSpPr>
        <p:spPr>
          <a:xfrm>
            <a:off x="2906923" y="3825421"/>
            <a:ext cx="569192" cy="532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966614" y="3825421"/>
            <a:ext cx="509257" cy="276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081136" y="4357793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1446288" y="402355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 flipH="1">
            <a:off x="1123440" y="4478838"/>
            <a:ext cx="412122" cy="421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19626" y="4900792"/>
            <a:ext cx="607628" cy="661808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5"/>
            <a:endCxn id="41" idx="0"/>
          </p:cNvCxnSpPr>
          <p:nvPr/>
        </p:nvCxnSpPr>
        <p:spPr>
          <a:xfrm>
            <a:off x="1966614" y="4478838"/>
            <a:ext cx="495976" cy="431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2157790" y="490987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152400" y="502267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808352" y="5012238"/>
            <a:ext cx="387200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5062949" cy="1331636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Case 1 - R0 Rotation</a:t>
            </a:r>
          </a:p>
          <a:p>
            <a:pPr marL="342900" lvl="1" indent="-342900">
              <a:lnSpc>
                <a:spcPct val="12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Balance Factor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A (2), B(0)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 –  is on Left Sub Tree of A </a:t>
            </a:r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BA602BE-82B5-4E1E-8DF4-CD77409DE93D}"/>
              </a:ext>
            </a:extLst>
          </p:cNvPr>
          <p:cNvSpPr/>
          <p:nvPr/>
        </p:nvSpPr>
        <p:spPr>
          <a:xfrm>
            <a:off x="7577142" y="396354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0549FE-0C09-401C-8011-0FF978F360E9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8097468" y="4418829"/>
            <a:ext cx="186683" cy="23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DB77D6-0FE4-407D-BE04-901690DA2E5C}"/>
              </a:ext>
            </a:extLst>
          </p:cNvPr>
          <p:cNvCxnSpPr>
            <a:cxnSpLocks/>
            <a:stCxn id="46" idx="5"/>
            <a:endCxn id="42" idx="1"/>
          </p:cNvCxnSpPr>
          <p:nvPr/>
        </p:nvCxnSpPr>
        <p:spPr>
          <a:xfrm>
            <a:off x="6997326" y="3464375"/>
            <a:ext cx="669090" cy="57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5569023-B7B4-423D-A29B-9F9213E1584E}"/>
              </a:ext>
            </a:extLst>
          </p:cNvPr>
          <p:cNvSpPr/>
          <p:nvPr/>
        </p:nvSpPr>
        <p:spPr>
          <a:xfrm>
            <a:off x="7924800" y="4654853"/>
            <a:ext cx="718701" cy="768383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6B94936-BEF6-4316-A28F-C3F98AD09887}"/>
              </a:ext>
            </a:extLst>
          </p:cNvPr>
          <p:cNvSpPr/>
          <p:nvPr/>
        </p:nvSpPr>
        <p:spPr>
          <a:xfrm>
            <a:off x="6477000" y="300909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110239-9DA0-4C54-A720-8E5666E3E8EA}"/>
              </a:ext>
            </a:extLst>
          </p:cNvPr>
          <p:cNvCxnSpPr>
            <a:cxnSpLocks/>
            <a:stCxn id="46" idx="3"/>
            <a:endCxn id="51" idx="0"/>
          </p:cNvCxnSpPr>
          <p:nvPr/>
        </p:nvCxnSpPr>
        <p:spPr>
          <a:xfrm flipH="1">
            <a:off x="5939147" y="3464375"/>
            <a:ext cx="627127" cy="119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74B7EA-B0CA-49C1-8099-522BAAD500E7}"/>
              </a:ext>
            </a:extLst>
          </p:cNvPr>
          <p:cNvSpPr/>
          <p:nvPr/>
        </p:nvSpPr>
        <p:spPr>
          <a:xfrm>
            <a:off x="5635333" y="4654853"/>
            <a:ext cx="607628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B75909-D7F1-40C8-A1E5-0B8EEB9FC21A}"/>
              </a:ext>
            </a:extLst>
          </p:cNvPr>
          <p:cNvCxnSpPr>
            <a:cxnSpLocks/>
            <a:stCxn id="42" idx="3"/>
            <a:endCxn id="53" idx="0"/>
          </p:cNvCxnSpPr>
          <p:nvPr/>
        </p:nvCxnSpPr>
        <p:spPr>
          <a:xfrm flipH="1">
            <a:off x="7443231" y="4418829"/>
            <a:ext cx="223185" cy="35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D6F263D3-86DC-4FD6-AC98-1E0320A8F25F}"/>
              </a:ext>
            </a:extLst>
          </p:cNvPr>
          <p:cNvSpPr/>
          <p:nvPr/>
        </p:nvSpPr>
        <p:spPr>
          <a:xfrm>
            <a:off x="7138431" y="4770516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E1A4C-9779-4A13-ACF5-7C456B59D0E2}"/>
              </a:ext>
            </a:extLst>
          </p:cNvPr>
          <p:cNvSpPr/>
          <p:nvPr/>
        </p:nvSpPr>
        <p:spPr>
          <a:xfrm>
            <a:off x="5013657" y="490079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53F17-0365-4E64-B71F-A271E84F3185}"/>
              </a:ext>
            </a:extLst>
          </p:cNvPr>
          <p:cNvSpPr/>
          <p:nvPr/>
        </p:nvSpPr>
        <p:spPr>
          <a:xfrm>
            <a:off x="6582227" y="4887900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023553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3755896" y="4536841"/>
            <a:ext cx="56293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A87642-849B-44AD-B0C9-ED86CD314FCD}"/>
              </a:ext>
            </a:extLst>
          </p:cNvPr>
          <p:cNvSpPr/>
          <p:nvPr/>
        </p:nvSpPr>
        <p:spPr>
          <a:xfrm>
            <a:off x="8537908" y="4815643"/>
            <a:ext cx="48988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53861F-9459-41C9-BCC9-36CC4A8EE22B}"/>
              </a:ext>
            </a:extLst>
          </p:cNvPr>
          <p:cNvSpPr/>
          <p:nvPr/>
        </p:nvSpPr>
        <p:spPr>
          <a:xfrm>
            <a:off x="3032835" y="3219675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5D94DE-65BC-4E4B-90DD-6CEEF2452B12}"/>
              </a:ext>
            </a:extLst>
          </p:cNvPr>
          <p:cNvSpPr/>
          <p:nvPr/>
        </p:nvSpPr>
        <p:spPr>
          <a:xfrm>
            <a:off x="1219200" y="3676252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E0658A-A3F3-4D06-9604-0D61BF761FB1}"/>
              </a:ext>
            </a:extLst>
          </p:cNvPr>
          <p:cNvSpPr/>
          <p:nvPr/>
        </p:nvSpPr>
        <p:spPr>
          <a:xfrm>
            <a:off x="7059647" y="2822133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5160ED-F0DC-47D0-AB9A-F3B7706EF509}"/>
              </a:ext>
            </a:extLst>
          </p:cNvPr>
          <p:cNvSpPr/>
          <p:nvPr/>
        </p:nvSpPr>
        <p:spPr>
          <a:xfrm>
            <a:off x="8167845" y="367901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0A79B-0462-4919-9642-B298A843DB9D}"/>
              </a:ext>
            </a:extLst>
          </p:cNvPr>
          <p:cNvSpPr/>
          <p:nvPr/>
        </p:nvSpPr>
        <p:spPr>
          <a:xfrm>
            <a:off x="218249" y="6159954"/>
            <a:ext cx="61825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Thumb Rule – </a:t>
            </a:r>
            <a:r>
              <a:rPr lang="en-US" sz="1600" dirty="0" err="1">
                <a:solidFill>
                  <a:srgbClr val="FF0000"/>
                </a:solidFill>
              </a:rPr>
              <a:t>InOrder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Travesal</a:t>
            </a:r>
            <a:r>
              <a:rPr lang="en-US" sz="1600" dirty="0">
                <a:solidFill>
                  <a:srgbClr val="FF0000"/>
                </a:solidFill>
              </a:rPr>
              <a:t> should be same after </a:t>
            </a:r>
            <a:r>
              <a:rPr lang="en-US" sz="1600" dirty="0" err="1">
                <a:solidFill>
                  <a:srgbClr val="FF0000"/>
                </a:solidFill>
              </a:rPr>
              <a:t>Rotaton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9856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L0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434792" y="352354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3"/>
            <a:endCxn id="32" idx="0"/>
          </p:cNvCxnSpPr>
          <p:nvPr/>
        </p:nvCxnSpPr>
        <p:spPr>
          <a:xfrm flipH="1">
            <a:off x="599226" y="3978828"/>
            <a:ext cx="924840" cy="803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5"/>
            <a:endCxn id="33" idx="1"/>
          </p:cNvCxnSpPr>
          <p:nvPr/>
        </p:nvCxnSpPr>
        <p:spPr>
          <a:xfrm>
            <a:off x="1955118" y="3978828"/>
            <a:ext cx="390158" cy="284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204247" y="4781865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2256002" y="418567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 flipH="1">
            <a:off x="2015594" y="4640957"/>
            <a:ext cx="329682" cy="412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1711780" y="5053192"/>
            <a:ext cx="607628" cy="661808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5"/>
            <a:endCxn id="41" idx="0"/>
          </p:cNvCxnSpPr>
          <p:nvPr/>
        </p:nvCxnSpPr>
        <p:spPr>
          <a:xfrm>
            <a:off x="2776328" y="4640957"/>
            <a:ext cx="411619" cy="398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2883147" y="50390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2226839" y="5123718"/>
            <a:ext cx="36452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3486836" y="5198569"/>
            <a:ext cx="387200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5443949" cy="1309585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Case 2 - L0 Rotation</a:t>
            </a:r>
          </a:p>
          <a:p>
            <a:pPr marL="342900" lvl="1" indent="-342900">
              <a:lnSpc>
                <a:spcPct val="12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Balance Factor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A (-2), B(0)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 –  is on Right Sub Tree of 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/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BA602BE-82B5-4E1E-8DF4-CD77409DE93D}"/>
              </a:ext>
            </a:extLst>
          </p:cNvPr>
          <p:cNvSpPr/>
          <p:nvPr/>
        </p:nvSpPr>
        <p:spPr>
          <a:xfrm>
            <a:off x="6910381" y="346975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0549FE-0C09-401C-8011-0FF978F360E9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7430707" y="3925040"/>
            <a:ext cx="853444" cy="97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DB77D6-0FE4-407D-BE04-901690DA2E5C}"/>
              </a:ext>
            </a:extLst>
          </p:cNvPr>
          <p:cNvCxnSpPr>
            <a:cxnSpLocks/>
            <a:stCxn id="42" idx="3"/>
            <a:endCxn id="46" idx="7"/>
          </p:cNvCxnSpPr>
          <p:nvPr/>
        </p:nvCxnSpPr>
        <p:spPr>
          <a:xfrm flipH="1">
            <a:off x="6751623" y="3925040"/>
            <a:ext cx="248032" cy="35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5569023-B7B4-423D-A29B-9F9213E1584E}"/>
              </a:ext>
            </a:extLst>
          </p:cNvPr>
          <p:cNvSpPr/>
          <p:nvPr/>
        </p:nvSpPr>
        <p:spPr>
          <a:xfrm>
            <a:off x="7924800" y="4899302"/>
            <a:ext cx="718701" cy="768383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</a:t>
            </a:r>
            <a:endParaRPr lang="en-US" sz="14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6B94936-BEF6-4316-A28F-C3F98AD09887}"/>
              </a:ext>
            </a:extLst>
          </p:cNvPr>
          <p:cNvSpPr/>
          <p:nvPr/>
        </p:nvSpPr>
        <p:spPr>
          <a:xfrm>
            <a:off x="6231297" y="419822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110239-9DA0-4C54-A720-8E5666E3E8EA}"/>
              </a:ext>
            </a:extLst>
          </p:cNvPr>
          <p:cNvCxnSpPr>
            <a:cxnSpLocks/>
            <a:stCxn id="46" idx="3"/>
            <a:endCxn id="51" idx="0"/>
          </p:cNvCxnSpPr>
          <p:nvPr/>
        </p:nvCxnSpPr>
        <p:spPr>
          <a:xfrm flipH="1">
            <a:off x="6105639" y="4653509"/>
            <a:ext cx="214932" cy="260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74B7EA-B0CA-49C1-8099-522BAAD500E7}"/>
              </a:ext>
            </a:extLst>
          </p:cNvPr>
          <p:cNvSpPr/>
          <p:nvPr/>
        </p:nvSpPr>
        <p:spPr>
          <a:xfrm>
            <a:off x="5724167" y="4913592"/>
            <a:ext cx="762944" cy="877608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B75909-D7F1-40C8-A1E5-0B8EEB9FC21A}"/>
              </a:ext>
            </a:extLst>
          </p:cNvPr>
          <p:cNvCxnSpPr>
            <a:cxnSpLocks/>
            <a:stCxn id="46" idx="5"/>
            <a:endCxn id="53" idx="0"/>
          </p:cNvCxnSpPr>
          <p:nvPr/>
        </p:nvCxnSpPr>
        <p:spPr>
          <a:xfrm>
            <a:off x="6751623" y="4653509"/>
            <a:ext cx="636349" cy="48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D6F263D3-86DC-4FD6-AC98-1E0320A8F25F}"/>
              </a:ext>
            </a:extLst>
          </p:cNvPr>
          <p:cNvSpPr/>
          <p:nvPr/>
        </p:nvSpPr>
        <p:spPr>
          <a:xfrm>
            <a:off x="7083172" y="513847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E1A4C-9779-4A13-ACF5-7C456B59D0E2}"/>
              </a:ext>
            </a:extLst>
          </p:cNvPr>
          <p:cNvSpPr/>
          <p:nvPr/>
        </p:nvSpPr>
        <p:spPr>
          <a:xfrm>
            <a:off x="5127586" y="5217868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53F17-0365-4E64-B71F-A271E84F3185}"/>
              </a:ext>
            </a:extLst>
          </p:cNvPr>
          <p:cNvSpPr/>
          <p:nvPr/>
        </p:nvSpPr>
        <p:spPr>
          <a:xfrm>
            <a:off x="6529846" y="5230180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180345" y="4315997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864644" y="4910163"/>
            <a:ext cx="56293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A87642-849B-44AD-B0C9-ED86CD314FCD}"/>
              </a:ext>
            </a:extLst>
          </p:cNvPr>
          <p:cNvSpPr/>
          <p:nvPr/>
        </p:nvSpPr>
        <p:spPr>
          <a:xfrm>
            <a:off x="8537908" y="5060092"/>
            <a:ext cx="48988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53861F-9459-41C9-BCC9-36CC4A8EE22B}"/>
              </a:ext>
            </a:extLst>
          </p:cNvPr>
          <p:cNvSpPr/>
          <p:nvPr/>
        </p:nvSpPr>
        <p:spPr>
          <a:xfrm>
            <a:off x="2033235" y="329798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5D94DE-65BC-4E4B-90DD-6CEEF2452B12}"/>
              </a:ext>
            </a:extLst>
          </p:cNvPr>
          <p:cNvSpPr/>
          <p:nvPr/>
        </p:nvSpPr>
        <p:spPr>
          <a:xfrm>
            <a:off x="2925092" y="4051979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E0658A-A3F3-4D06-9604-0D61BF761FB1}"/>
              </a:ext>
            </a:extLst>
          </p:cNvPr>
          <p:cNvSpPr/>
          <p:nvPr/>
        </p:nvSpPr>
        <p:spPr>
          <a:xfrm>
            <a:off x="7059647" y="3066582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5160ED-F0DC-47D0-AB9A-F3B7706EF509}"/>
              </a:ext>
            </a:extLst>
          </p:cNvPr>
          <p:cNvSpPr/>
          <p:nvPr/>
        </p:nvSpPr>
        <p:spPr>
          <a:xfrm>
            <a:off x="5855329" y="3957616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989B3EF-6F43-4CCC-88E8-791C6E9DAC06}"/>
              </a:ext>
            </a:extLst>
          </p:cNvPr>
          <p:cNvSpPr/>
          <p:nvPr/>
        </p:nvSpPr>
        <p:spPr>
          <a:xfrm>
            <a:off x="218249" y="6159954"/>
            <a:ext cx="61825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Thumb Rule – </a:t>
            </a:r>
            <a:r>
              <a:rPr lang="en-US" sz="1600" dirty="0" err="1">
                <a:solidFill>
                  <a:srgbClr val="FF0000"/>
                </a:solidFill>
              </a:rPr>
              <a:t>InOrder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Travesal</a:t>
            </a:r>
            <a:r>
              <a:rPr lang="en-US" sz="1600" dirty="0">
                <a:solidFill>
                  <a:srgbClr val="FF0000"/>
                </a:solidFill>
              </a:rPr>
              <a:t> should be same after </a:t>
            </a:r>
            <a:r>
              <a:rPr lang="en-US" sz="1600" dirty="0" err="1">
                <a:solidFill>
                  <a:srgbClr val="FF0000"/>
                </a:solidFill>
              </a:rPr>
              <a:t>Rotaton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3809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R1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2386597" y="337013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5"/>
            <a:endCxn id="32" idx="0"/>
          </p:cNvCxnSpPr>
          <p:nvPr/>
        </p:nvCxnSpPr>
        <p:spPr>
          <a:xfrm>
            <a:off x="2906923" y="3825421"/>
            <a:ext cx="569192" cy="532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966614" y="3825421"/>
            <a:ext cx="509257" cy="276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081136" y="4357793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1446288" y="402355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 flipH="1">
            <a:off x="1123440" y="4478838"/>
            <a:ext cx="412122" cy="421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19626" y="4900792"/>
            <a:ext cx="607628" cy="661808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5"/>
            <a:endCxn id="41" idx="0"/>
          </p:cNvCxnSpPr>
          <p:nvPr/>
        </p:nvCxnSpPr>
        <p:spPr>
          <a:xfrm>
            <a:off x="1966614" y="4478838"/>
            <a:ext cx="495976" cy="431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2157790" y="490987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152400" y="502267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618430" y="5012238"/>
            <a:ext cx="57712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4895005" cy="1106695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Case – 3 - </a:t>
            </a:r>
            <a:r>
              <a:rPr lang="en-US" sz="1500" b="1" dirty="0"/>
              <a:t>R1 Rotation</a:t>
            </a:r>
          </a:p>
          <a:p>
            <a:pPr marL="342900" lvl="1" indent="-342900">
              <a:lnSpc>
                <a:spcPct val="12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Balance Factor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A (2), B(1)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 –  is on Left Sub Tree of A </a:t>
            </a:r>
          </a:p>
          <a:p>
            <a:pPr marL="0" indent="0"/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BA602BE-82B5-4E1E-8DF4-CD77409DE93D}"/>
              </a:ext>
            </a:extLst>
          </p:cNvPr>
          <p:cNvSpPr/>
          <p:nvPr/>
        </p:nvSpPr>
        <p:spPr>
          <a:xfrm>
            <a:off x="7577142" y="396354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0549FE-0C09-401C-8011-0FF978F360E9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8097468" y="4418829"/>
            <a:ext cx="186683" cy="23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DB77D6-0FE4-407D-BE04-901690DA2E5C}"/>
              </a:ext>
            </a:extLst>
          </p:cNvPr>
          <p:cNvCxnSpPr>
            <a:cxnSpLocks/>
            <a:stCxn id="46" idx="5"/>
            <a:endCxn id="42" idx="1"/>
          </p:cNvCxnSpPr>
          <p:nvPr/>
        </p:nvCxnSpPr>
        <p:spPr>
          <a:xfrm>
            <a:off x="6997326" y="3464375"/>
            <a:ext cx="669090" cy="57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5569023-B7B4-423D-A29B-9F9213E1584E}"/>
              </a:ext>
            </a:extLst>
          </p:cNvPr>
          <p:cNvSpPr/>
          <p:nvPr/>
        </p:nvSpPr>
        <p:spPr>
          <a:xfrm>
            <a:off x="7924800" y="4654853"/>
            <a:ext cx="718701" cy="768383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6B94936-BEF6-4316-A28F-C3F98AD09887}"/>
              </a:ext>
            </a:extLst>
          </p:cNvPr>
          <p:cNvSpPr/>
          <p:nvPr/>
        </p:nvSpPr>
        <p:spPr>
          <a:xfrm>
            <a:off x="6477000" y="300909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110239-9DA0-4C54-A720-8E5666E3E8EA}"/>
              </a:ext>
            </a:extLst>
          </p:cNvPr>
          <p:cNvCxnSpPr>
            <a:cxnSpLocks/>
            <a:stCxn id="46" idx="3"/>
            <a:endCxn id="51" idx="0"/>
          </p:cNvCxnSpPr>
          <p:nvPr/>
        </p:nvCxnSpPr>
        <p:spPr>
          <a:xfrm flipH="1">
            <a:off x="5939147" y="3464375"/>
            <a:ext cx="627127" cy="119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74B7EA-B0CA-49C1-8099-522BAAD500E7}"/>
              </a:ext>
            </a:extLst>
          </p:cNvPr>
          <p:cNvSpPr/>
          <p:nvPr/>
        </p:nvSpPr>
        <p:spPr>
          <a:xfrm>
            <a:off x="5635333" y="4654853"/>
            <a:ext cx="607628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B75909-D7F1-40C8-A1E5-0B8EEB9FC21A}"/>
              </a:ext>
            </a:extLst>
          </p:cNvPr>
          <p:cNvCxnSpPr>
            <a:cxnSpLocks/>
            <a:stCxn id="42" idx="3"/>
            <a:endCxn id="53" idx="0"/>
          </p:cNvCxnSpPr>
          <p:nvPr/>
        </p:nvCxnSpPr>
        <p:spPr>
          <a:xfrm flipH="1">
            <a:off x="7443231" y="4418829"/>
            <a:ext cx="223185" cy="35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D6F263D3-86DC-4FD6-AC98-1E0320A8F25F}"/>
              </a:ext>
            </a:extLst>
          </p:cNvPr>
          <p:cNvSpPr/>
          <p:nvPr/>
        </p:nvSpPr>
        <p:spPr>
          <a:xfrm>
            <a:off x="7138431" y="4770516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E1A4C-9779-4A13-ACF5-7C456B59D0E2}"/>
              </a:ext>
            </a:extLst>
          </p:cNvPr>
          <p:cNvSpPr/>
          <p:nvPr/>
        </p:nvSpPr>
        <p:spPr>
          <a:xfrm>
            <a:off x="5013657" y="4900791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53F17-0365-4E64-B71F-A271E84F3185}"/>
              </a:ext>
            </a:extLst>
          </p:cNvPr>
          <p:cNvSpPr/>
          <p:nvPr/>
        </p:nvSpPr>
        <p:spPr>
          <a:xfrm>
            <a:off x="6582227" y="4887900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023553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3755896" y="4536841"/>
            <a:ext cx="56293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A87642-849B-44AD-B0C9-ED86CD314FCD}"/>
              </a:ext>
            </a:extLst>
          </p:cNvPr>
          <p:cNvSpPr/>
          <p:nvPr/>
        </p:nvSpPr>
        <p:spPr>
          <a:xfrm>
            <a:off x="8537908" y="4815643"/>
            <a:ext cx="48988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53861F-9459-41C9-BCC9-36CC4A8EE22B}"/>
              </a:ext>
            </a:extLst>
          </p:cNvPr>
          <p:cNvSpPr/>
          <p:nvPr/>
        </p:nvSpPr>
        <p:spPr>
          <a:xfrm>
            <a:off x="3032835" y="3219675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5D94DE-65BC-4E4B-90DD-6CEEF2452B12}"/>
              </a:ext>
            </a:extLst>
          </p:cNvPr>
          <p:cNvSpPr/>
          <p:nvPr/>
        </p:nvSpPr>
        <p:spPr>
          <a:xfrm>
            <a:off x="1219200" y="3676252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E0658A-A3F3-4D06-9604-0D61BF761FB1}"/>
              </a:ext>
            </a:extLst>
          </p:cNvPr>
          <p:cNvSpPr/>
          <p:nvPr/>
        </p:nvSpPr>
        <p:spPr>
          <a:xfrm>
            <a:off x="7059647" y="2822133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5160ED-F0DC-47D0-AB9A-F3B7706EF509}"/>
              </a:ext>
            </a:extLst>
          </p:cNvPr>
          <p:cNvSpPr/>
          <p:nvPr/>
        </p:nvSpPr>
        <p:spPr>
          <a:xfrm>
            <a:off x="8167845" y="3679018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95369F-3D58-4154-AABA-94A6B8204B9B}"/>
              </a:ext>
            </a:extLst>
          </p:cNvPr>
          <p:cNvSpPr/>
          <p:nvPr/>
        </p:nvSpPr>
        <p:spPr>
          <a:xfrm>
            <a:off x="218249" y="6159954"/>
            <a:ext cx="61825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Thumb Rule – </a:t>
            </a:r>
            <a:r>
              <a:rPr lang="en-US" sz="1600" dirty="0" err="1">
                <a:solidFill>
                  <a:srgbClr val="FF0000"/>
                </a:solidFill>
              </a:rPr>
              <a:t>InOrder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Travesal</a:t>
            </a:r>
            <a:r>
              <a:rPr lang="en-US" sz="1600" dirty="0">
                <a:solidFill>
                  <a:srgbClr val="FF0000"/>
                </a:solidFill>
              </a:rPr>
              <a:t> should be same after </a:t>
            </a:r>
            <a:r>
              <a:rPr lang="en-US" sz="1600" dirty="0" err="1">
                <a:solidFill>
                  <a:srgbClr val="FF0000"/>
                </a:solidFill>
              </a:rPr>
              <a:t>Rotaton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0358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76247" y="399879"/>
            <a:ext cx="6248400" cy="56647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L(1)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342396" y="295989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3"/>
            <a:endCxn id="32" idx="0"/>
          </p:cNvCxnSpPr>
          <p:nvPr/>
        </p:nvCxnSpPr>
        <p:spPr>
          <a:xfrm flipH="1">
            <a:off x="489606" y="3415175"/>
            <a:ext cx="942064" cy="964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5"/>
            <a:endCxn id="33" idx="1"/>
          </p:cNvCxnSpPr>
          <p:nvPr/>
        </p:nvCxnSpPr>
        <p:spPr>
          <a:xfrm>
            <a:off x="1862722" y="3415175"/>
            <a:ext cx="888332" cy="332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94627" y="4379707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2661780" y="366956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43" idx="3"/>
            <a:endCxn id="39" idx="0"/>
          </p:cNvCxnSpPr>
          <p:nvPr/>
        </p:nvCxnSpPr>
        <p:spPr>
          <a:xfrm flipH="1">
            <a:off x="1605243" y="4935153"/>
            <a:ext cx="384285" cy="166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1291680" y="5101163"/>
            <a:ext cx="627126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5"/>
            <a:endCxn id="41" idx="0"/>
          </p:cNvCxnSpPr>
          <p:nvPr/>
        </p:nvCxnSpPr>
        <p:spPr>
          <a:xfrm>
            <a:off x="3182106" y="4124854"/>
            <a:ext cx="531610" cy="504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3408916" y="4629465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584155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4877772" y="5022327"/>
            <a:ext cx="5038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0AE954-9046-48B7-9CA2-FBFA4055B85D}"/>
              </a:ext>
            </a:extLst>
          </p:cNvPr>
          <p:cNvSpPr/>
          <p:nvPr/>
        </p:nvSpPr>
        <p:spPr>
          <a:xfrm>
            <a:off x="1900254" y="447986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6496C4-50F5-41C4-830B-0BF0A61E247D}"/>
              </a:ext>
            </a:extLst>
          </p:cNvPr>
          <p:cNvCxnSpPr>
            <a:cxnSpLocks/>
            <a:stCxn id="43" idx="5"/>
            <a:endCxn id="49" idx="0"/>
          </p:cNvCxnSpPr>
          <p:nvPr/>
        </p:nvCxnSpPr>
        <p:spPr>
          <a:xfrm>
            <a:off x="2420580" y="4935153"/>
            <a:ext cx="461020" cy="246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E1FEBEA-E86E-4149-AF61-230BB24B6600}"/>
              </a:ext>
            </a:extLst>
          </p:cNvPr>
          <p:cNvSpPr/>
          <p:nvPr/>
        </p:nvSpPr>
        <p:spPr>
          <a:xfrm>
            <a:off x="2486621" y="5181505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A25BF8-9E0C-4C96-A7E9-A5C81A0C4287}"/>
              </a:ext>
            </a:extLst>
          </p:cNvPr>
          <p:cNvCxnSpPr>
            <a:cxnSpLocks/>
            <a:stCxn id="33" idx="3"/>
            <a:endCxn id="43" idx="7"/>
          </p:cNvCxnSpPr>
          <p:nvPr/>
        </p:nvCxnSpPr>
        <p:spPr>
          <a:xfrm flipH="1">
            <a:off x="2420580" y="4124854"/>
            <a:ext cx="330474" cy="433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14FC540-16B6-4EF6-885B-83615DCF943F}"/>
              </a:ext>
            </a:extLst>
          </p:cNvPr>
          <p:cNvSpPr/>
          <p:nvPr/>
        </p:nvSpPr>
        <p:spPr>
          <a:xfrm>
            <a:off x="3200400" y="5486400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276A-4113-4A3A-A2AE-5D6843655781}"/>
              </a:ext>
            </a:extLst>
          </p:cNvPr>
          <p:cNvSpPr/>
          <p:nvPr/>
        </p:nvSpPr>
        <p:spPr>
          <a:xfrm>
            <a:off x="745231" y="4560586"/>
            <a:ext cx="43081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02FCE07-9C8C-4884-80A9-4D6D2F68313D}"/>
              </a:ext>
            </a:extLst>
          </p:cNvPr>
          <p:cNvSpPr/>
          <p:nvPr/>
        </p:nvSpPr>
        <p:spPr>
          <a:xfrm>
            <a:off x="7563891" y="396175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763C35E-3BCD-4542-A46F-CDAE1FE40D5E}"/>
              </a:ext>
            </a:extLst>
          </p:cNvPr>
          <p:cNvCxnSpPr>
            <a:cxnSpLocks/>
            <a:stCxn id="55" idx="5"/>
            <a:endCxn id="72" idx="0"/>
          </p:cNvCxnSpPr>
          <p:nvPr/>
        </p:nvCxnSpPr>
        <p:spPr>
          <a:xfrm>
            <a:off x="8084217" y="4417039"/>
            <a:ext cx="450222" cy="4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0EDD5F-04E4-43FD-B9C8-F35285237CDD}"/>
              </a:ext>
            </a:extLst>
          </p:cNvPr>
          <p:cNvCxnSpPr>
            <a:cxnSpLocks/>
            <a:stCxn id="80" idx="5"/>
            <a:endCxn id="55" idx="1"/>
          </p:cNvCxnSpPr>
          <p:nvPr/>
        </p:nvCxnSpPr>
        <p:spPr>
          <a:xfrm>
            <a:off x="7195112" y="3516725"/>
            <a:ext cx="458053" cy="52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DF9A5EB-3014-40BD-8E9A-6B95641E44DC}"/>
              </a:ext>
            </a:extLst>
          </p:cNvPr>
          <p:cNvSpPr/>
          <p:nvPr/>
        </p:nvSpPr>
        <p:spPr>
          <a:xfrm>
            <a:off x="8139460" y="4822076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BL</a:t>
            </a:r>
            <a:endParaRPr lang="en-US" sz="14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B96B98F0-FF14-4DB3-ADCF-DFBBC523767B}"/>
              </a:ext>
            </a:extLst>
          </p:cNvPr>
          <p:cNvSpPr/>
          <p:nvPr/>
        </p:nvSpPr>
        <p:spPr>
          <a:xfrm>
            <a:off x="5743407" y="404247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21475B-7663-4FFB-BD97-F3C870803130}"/>
              </a:ext>
            </a:extLst>
          </p:cNvPr>
          <p:cNvCxnSpPr>
            <a:cxnSpLocks/>
            <a:stCxn id="73" idx="5"/>
            <a:endCxn id="75" idx="0"/>
          </p:cNvCxnSpPr>
          <p:nvPr/>
        </p:nvCxnSpPr>
        <p:spPr>
          <a:xfrm>
            <a:off x="6263733" y="4497756"/>
            <a:ext cx="255052" cy="26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77732AD-6DD1-4FBF-BF20-5A41E41D754E}"/>
              </a:ext>
            </a:extLst>
          </p:cNvPr>
          <p:cNvSpPr/>
          <p:nvPr/>
        </p:nvSpPr>
        <p:spPr>
          <a:xfrm>
            <a:off x="6205222" y="4762738"/>
            <a:ext cx="627126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05ECB-4837-4B52-A937-BFDB42BF9030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5547295" y="4497756"/>
            <a:ext cx="285386" cy="43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54B227DD-D867-473C-B36A-979FF9DCAB9C}"/>
              </a:ext>
            </a:extLst>
          </p:cNvPr>
          <p:cNvSpPr/>
          <p:nvPr/>
        </p:nvSpPr>
        <p:spPr>
          <a:xfrm>
            <a:off x="5242495" y="49303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AR</a:t>
            </a:r>
            <a:endParaRPr lang="en-US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C4E5AD0-031B-4411-AB77-329F27A7E766}"/>
              </a:ext>
            </a:extLst>
          </p:cNvPr>
          <p:cNvSpPr/>
          <p:nvPr/>
        </p:nvSpPr>
        <p:spPr>
          <a:xfrm>
            <a:off x="6704109" y="4929009"/>
            <a:ext cx="44119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85345D-7C68-4D16-B0CD-59F6D0954D6D}"/>
              </a:ext>
            </a:extLst>
          </p:cNvPr>
          <p:cNvSpPr/>
          <p:nvPr/>
        </p:nvSpPr>
        <p:spPr>
          <a:xfrm>
            <a:off x="8751429" y="4924971"/>
            <a:ext cx="49094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245D770-BAD3-45AD-8790-096ADF63494D}"/>
              </a:ext>
            </a:extLst>
          </p:cNvPr>
          <p:cNvSpPr/>
          <p:nvPr/>
        </p:nvSpPr>
        <p:spPr>
          <a:xfrm>
            <a:off x="6674786" y="30614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CE77DB-2C95-4D36-B4C8-8C074B1262FD}"/>
              </a:ext>
            </a:extLst>
          </p:cNvPr>
          <p:cNvCxnSpPr>
            <a:cxnSpLocks/>
            <a:stCxn id="55" idx="3"/>
            <a:endCxn id="82" idx="0"/>
          </p:cNvCxnSpPr>
          <p:nvPr/>
        </p:nvCxnSpPr>
        <p:spPr>
          <a:xfrm flipH="1">
            <a:off x="7431524" y="4417039"/>
            <a:ext cx="221641" cy="46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062E0188-C542-4A19-8386-A35E36E5F7F0}"/>
              </a:ext>
            </a:extLst>
          </p:cNvPr>
          <p:cNvSpPr/>
          <p:nvPr/>
        </p:nvSpPr>
        <p:spPr>
          <a:xfrm>
            <a:off x="7036545" y="4880583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2995CC-2A6C-4F22-87F0-EDBFF4139BBA}"/>
              </a:ext>
            </a:extLst>
          </p:cNvPr>
          <p:cNvCxnSpPr>
            <a:cxnSpLocks/>
            <a:endCxn id="73" idx="7"/>
          </p:cNvCxnSpPr>
          <p:nvPr/>
        </p:nvCxnSpPr>
        <p:spPr>
          <a:xfrm flipH="1">
            <a:off x="6263733" y="3513229"/>
            <a:ext cx="490756" cy="607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CE285A8-24F8-4663-937A-292DAA732460}"/>
              </a:ext>
            </a:extLst>
          </p:cNvPr>
          <p:cNvSpPr/>
          <p:nvPr/>
        </p:nvSpPr>
        <p:spPr>
          <a:xfrm>
            <a:off x="7635031" y="4994386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5FFCC3-2354-4DF1-92E5-FB42FB7DFE63}"/>
              </a:ext>
            </a:extLst>
          </p:cNvPr>
          <p:cNvSpPr/>
          <p:nvPr/>
        </p:nvSpPr>
        <p:spPr>
          <a:xfrm>
            <a:off x="5908756" y="5001665"/>
            <a:ext cx="43277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6C4ED7-5891-4A2E-A421-17E547BFB72F}"/>
              </a:ext>
            </a:extLst>
          </p:cNvPr>
          <p:cNvSpPr/>
          <p:nvPr/>
        </p:nvSpPr>
        <p:spPr>
          <a:xfrm>
            <a:off x="1989528" y="2862623"/>
            <a:ext cx="320656" cy="2502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193CC4B7-832A-4491-8350-7D38A69C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4820251" cy="1106695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Case 4 - L(1) Rotation</a:t>
            </a:r>
          </a:p>
          <a:p>
            <a:pPr marL="342900" lvl="1" indent="-342900">
              <a:lnSpc>
                <a:spcPct val="12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Balance Factor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A (-2), B(1)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 –  is on Left Sub Tree of A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EB06F6-06B0-42EC-9A32-1907D510D96C}"/>
              </a:ext>
            </a:extLst>
          </p:cNvPr>
          <p:cNvSpPr/>
          <p:nvPr/>
        </p:nvSpPr>
        <p:spPr>
          <a:xfrm>
            <a:off x="3307082" y="3657600"/>
            <a:ext cx="274318" cy="252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3AD571-F7FB-4AFB-BAB4-038916C77E18}"/>
              </a:ext>
            </a:extLst>
          </p:cNvPr>
          <p:cNvSpPr/>
          <p:nvPr/>
        </p:nvSpPr>
        <p:spPr>
          <a:xfrm>
            <a:off x="1611633" y="4337938"/>
            <a:ext cx="282231" cy="22271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4587F31-C2AD-46C0-8976-D6F06195BBDE}"/>
              </a:ext>
            </a:extLst>
          </p:cNvPr>
          <p:cNvSpPr/>
          <p:nvPr/>
        </p:nvSpPr>
        <p:spPr>
          <a:xfrm>
            <a:off x="5433424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20E924-1883-4C84-BD86-FF283A38AF01}"/>
              </a:ext>
            </a:extLst>
          </p:cNvPr>
          <p:cNvSpPr/>
          <p:nvPr/>
        </p:nvSpPr>
        <p:spPr>
          <a:xfrm>
            <a:off x="8176624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F65634-316A-4758-AFEE-C01E357FF529}"/>
              </a:ext>
            </a:extLst>
          </p:cNvPr>
          <p:cNvSpPr/>
          <p:nvPr/>
        </p:nvSpPr>
        <p:spPr>
          <a:xfrm>
            <a:off x="7315200" y="28956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4FC8695-E65A-4FE9-8D37-FD71E532C126}"/>
              </a:ext>
            </a:extLst>
          </p:cNvPr>
          <p:cNvSpPr/>
          <p:nvPr/>
        </p:nvSpPr>
        <p:spPr>
          <a:xfrm>
            <a:off x="1828800" y="5410200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16D6CC3-F594-49F7-9EF3-6D70B05C38C1}"/>
              </a:ext>
            </a:extLst>
          </p:cNvPr>
          <p:cNvSpPr/>
          <p:nvPr/>
        </p:nvSpPr>
        <p:spPr>
          <a:xfrm>
            <a:off x="3124200" y="4648200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7E4CB35-CDF4-4E57-91A1-307797C3F28B}"/>
              </a:ext>
            </a:extLst>
          </p:cNvPr>
          <p:cNvSpPr/>
          <p:nvPr/>
        </p:nvSpPr>
        <p:spPr>
          <a:xfrm>
            <a:off x="4604032" y="6185717"/>
            <a:ext cx="414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Thumb Rule – </a:t>
            </a:r>
            <a:r>
              <a:rPr lang="en-US" sz="1200" dirty="0" err="1">
                <a:solidFill>
                  <a:srgbClr val="FF0000"/>
                </a:solidFill>
              </a:rPr>
              <a:t>InOrder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Travesal</a:t>
            </a:r>
            <a:r>
              <a:rPr lang="en-US" sz="1200" dirty="0">
                <a:solidFill>
                  <a:srgbClr val="FF0000"/>
                </a:solidFill>
              </a:rPr>
              <a:t> should be same after </a:t>
            </a:r>
            <a:r>
              <a:rPr lang="en-US" sz="1200" dirty="0" err="1">
                <a:solidFill>
                  <a:srgbClr val="FF0000"/>
                </a:solidFill>
              </a:rPr>
              <a:t>Rotaton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35143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76247" y="399879"/>
            <a:ext cx="6248400" cy="56647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R(-1)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716940" y="3333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6"/>
            <a:endCxn id="32" idx="0"/>
          </p:cNvCxnSpPr>
          <p:nvPr/>
        </p:nvCxnSpPr>
        <p:spPr>
          <a:xfrm>
            <a:off x="2326540" y="3599700"/>
            <a:ext cx="673361" cy="403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3"/>
            <a:endCxn id="33" idx="7"/>
          </p:cNvCxnSpPr>
          <p:nvPr/>
        </p:nvCxnSpPr>
        <p:spPr>
          <a:xfrm flipH="1">
            <a:off x="1329536" y="3788285"/>
            <a:ext cx="476678" cy="437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2604922" y="4003660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809210" y="41473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43" idx="3"/>
            <a:endCxn id="39" idx="0"/>
          </p:cNvCxnSpPr>
          <p:nvPr/>
        </p:nvCxnSpPr>
        <p:spPr>
          <a:xfrm flipH="1">
            <a:off x="1197393" y="5307719"/>
            <a:ext cx="329012" cy="355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883830" y="5662793"/>
            <a:ext cx="627126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3"/>
            <a:endCxn id="41" idx="0"/>
          </p:cNvCxnSpPr>
          <p:nvPr/>
        </p:nvCxnSpPr>
        <p:spPr>
          <a:xfrm flipH="1">
            <a:off x="426358" y="4602598"/>
            <a:ext cx="472126" cy="433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21558" y="50357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1418810" y="5894441"/>
            <a:ext cx="53864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584155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48748-DC3D-4631-8C25-E877C106F1C0}"/>
              </a:ext>
            </a:extLst>
          </p:cNvPr>
          <p:cNvSpPr/>
          <p:nvPr/>
        </p:nvSpPr>
        <p:spPr>
          <a:xfrm>
            <a:off x="3283519" y="4225428"/>
            <a:ext cx="609600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0AE954-9046-48B7-9CA2-FBFA4055B85D}"/>
              </a:ext>
            </a:extLst>
          </p:cNvPr>
          <p:cNvSpPr/>
          <p:nvPr/>
        </p:nvSpPr>
        <p:spPr>
          <a:xfrm>
            <a:off x="1437131" y="485243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6496C4-50F5-41C4-830B-0BF0A61E247D}"/>
              </a:ext>
            </a:extLst>
          </p:cNvPr>
          <p:cNvCxnSpPr>
            <a:cxnSpLocks/>
            <a:stCxn id="43" idx="5"/>
            <a:endCxn id="49" idx="0"/>
          </p:cNvCxnSpPr>
          <p:nvPr/>
        </p:nvCxnSpPr>
        <p:spPr>
          <a:xfrm>
            <a:off x="1957457" y="5307719"/>
            <a:ext cx="473384" cy="39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E1FEBEA-E86E-4149-AF61-230BB24B6600}"/>
              </a:ext>
            </a:extLst>
          </p:cNvPr>
          <p:cNvSpPr/>
          <p:nvPr/>
        </p:nvSpPr>
        <p:spPr>
          <a:xfrm>
            <a:off x="2035862" y="5706394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6A25BF8-9E0C-4C96-A7E9-A5C81A0C4287}"/>
              </a:ext>
            </a:extLst>
          </p:cNvPr>
          <p:cNvCxnSpPr>
            <a:cxnSpLocks/>
            <a:stCxn id="33" idx="5"/>
            <a:endCxn id="43" idx="1"/>
          </p:cNvCxnSpPr>
          <p:nvPr/>
        </p:nvCxnSpPr>
        <p:spPr>
          <a:xfrm>
            <a:off x="1329536" y="4602598"/>
            <a:ext cx="196869" cy="32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14FC540-16B6-4EF6-885B-83615DCF943F}"/>
              </a:ext>
            </a:extLst>
          </p:cNvPr>
          <p:cNvSpPr/>
          <p:nvPr/>
        </p:nvSpPr>
        <p:spPr>
          <a:xfrm>
            <a:off x="2667000" y="5894600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276A-4113-4A3A-A2AE-5D6843655781}"/>
              </a:ext>
            </a:extLst>
          </p:cNvPr>
          <p:cNvSpPr/>
          <p:nvPr/>
        </p:nvSpPr>
        <p:spPr>
          <a:xfrm>
            <a:off x="611339" y="5132600"/>
            <a:ext cx="43081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C02FCE07-9C8C-4884-80A9-4D6D2F68313D}"/>
              </a:ext>
            </a:extLst>
          </p:cNvPr>
          <p:cNvSpPr/>
          <p:nvPr/>
        </p:nvSpPr>
        <p:spPr>
          <a:xfrm>
            <a:off x="7563891" y="396175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763C35E-3BCD-4542-A46F-CDAE1FE40D5E}"/>
              </a:ext>
            </a:extLst>
          </p:cNvPr>
          <p:cNvCxnSpPr>
            <a:cxnSpLocks/>
            <a:stCxn id="55" idx="5"/>
            <a:endCxn id="72" idx="0"/>
          </p:cNvCxnSpPr>
          <p:nvPr/>
        </p:nvCxnSpPr>
        <p:spPr>
          <a:xfrm>
            <a:off x="8084217" y="4417039"/>
            <a:ext cx="450222" cy="4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0EDD5F-04E4-43FD-B9C8-F35285237CDD}"/>
              </a:ext>
            </a:extLst>
          </p:cNvPr>
          <p:cNvCxnSpPr>
            <a:cxnSpLocks/>
            <a:stCxn id="80" idx="5"/>
            <a:endCxn id="55" idx="1"/>
          </p:cNvCxnSpPr>
          <p:nvPr/>
        </p:nvCxnSpPr>
        <p:spPr>
          <a:xfrm>
            <a:off x="7195112" y="3516725"/>
            <a:ext cx="458053" cy="523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5DF9A5EB-3014-40BD-8E9A-6B95641E44DC}"/>
              </a:ext>
            </a:extLst>
          </p:cNvPr>
          <p:cNvSpPr/>
          <p:nvPr/>
        </p:nvSpPr>
        <p:spPr>
          <a:xfrm>
            <a:off x="8139460" y="4822076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B96B98F0-FF14-4DB3-ADCF-DFBBC523767B}"/>
              </a:ext>
            </a:extLst>
          </p:cNvPr>
          <p:cNvSpPr/>
          <p:nvPr/>
        </p:nvSpPr>
        <p:spPr>
          <a:xfrm>
            <a:off x="5743407" y="404247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221475B-7663-4FFB-BD97-F3C870803130}"/>
              </a:ext>
            </a:extLst>
          </p:cNvPr>
          <p:cNvCxnSpPr>
            <a:cxnSpLocks/>
            <a:stCxn id="73" idx="5"/>
            <a:endCxn id="75" idx="0"/>
          </p:cNvCxnSpPr>
          <p:nvPr/>
        </p:nvCxnSpPr>
        <p:spPr>
          <a:xfrm>
            <a:off x="6263733" y="4497756"/>
            <a:ext cx="255052" cy="26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477732AD-6DD1-4FBF-BF20-5A41E41D754E}"/>
              </a:ext>
            </a:extLst>
          </p:cNvPr>
          <p:cNvSpPr/>
          <p:nvPr/>
        </p:nvSpPr>
        <p:spPr>
          <a:xfrm>
            <a:off x="6205222" y="4762738"/>
            <a:ext cx="627126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CL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05ECB-4837-4B52-A937-BFDB42BF9030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5547295" y="4497756"/>
            <a:ext cx="285386" cy="43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54B227DD-D867-473C-B36A-979FF9DCAB9C}"/>
              </a:ext>
            </a:extLst>
          </p:cNvPr>
          <p:cNvSpPr/>
          <p:nvPr/>
        </p:nvSpPr>
        <p:spPr>
          <a:xfrm>
            <a:off x="5242495" y="4930387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C4E5AD0-031B-4411-AB77-329F27A7E766}"/>
              </a:ext>
            </a:extLst>
          </p:cNvPr>
          <p:cNvSpPr/>
          <p:nvPr/>
        </p:nvSpPr>
        <p:spPr>
          <a:xfrm>
            <a:off x="6704109" y="4929009"/>
            <a:ext cx="44119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85345D-7C68-4D16-B0CD-59F6D0954D6D}"/>
              </a:ext>
            </a:extLst>
          </p:cNvPr>
          <p:cNvSpPr/>
          <p:nvPr/>
        </p:nvSpPr>
        <p:spPr>
          <a:xfrm>
            <a:off x="8751429" y="4924971"/>
            <a:ext cx="490946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D245D770-BAD3-45AD-8790-096ADF63494D}"/>
              </a:ext>
            </a:extLst>
          </p:cNvPr>
          <p:cNvSpPr/>
          <p:nvPr/>
        </p:nvSpPr>
        <p:spPr>
          <a:xfrm>
            <a:off x="6674786" y="30614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ECE77DB-2C95-4D36-B4C8-8C074B1262FD}"/>
              </a:ext>
            </a:extLst>
          </p:cNvPr>
          <p:cNvCxnSpPr>
            <a:cxnSpLocks/>
            <a:stCxn id="55" idx="3"/>
            <a:endCxn id="82" idx="0"/>
          </p:cNvCxnSpPr>
          <p:nvPr/>
        </p:nvCxnSpPr>
        <p:spPr>
          <a:xfrm flipH="1">
            <a:off x="7431524" y="4417039"/>
            <a:ext cx="221641" cy="46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062E0188-C542-4A19-8386-A35E36E5F7F0}"/>
              </a:ext>
            </a:extLst>
          </p:cNvPr>
          <p:cNvSpPr/>
          <p:nvPr/>
        </p:nvSpPr>
        <p:spPr>
          <a:xfrm>
            <a:off x="7036545" y="4880583"/>
            <a:ext cx="789957" cy="80320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</a:t>
            </a:r>
            <a:endParaRPr lang="en-US" sz="14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2995CC-2A6C-4F22-87F0-EDBFF4139BBA}"/>
              </a:ext>
            </a:extLst>
          </p:cNvPr>
          <p:cNvCxnSpPr>
            <a:cxnSpLocks/>
            <a:endCxn id="73" idx="7"/>
          </p:cNvCxnSpPr>
          <p:nvPr/>
        </p:nvCxnSpPr>
        <p:spPr>
          <a:xfrm flipH="1">
            <a:off x="6263733" y="3513229"/>
            <a:ext cx="490756" cy="607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CE285A8-24F8-4663-937A-292DAA732460}"/>
              </a:ext>
            </a:extLst>
          </p:cNvPr>
          <p:cNvSpPr/>
          <p:nvPr/>
        </p:nvSpPr>
        <p:spPr>
          <a:xfrm>
            <a:off x="7635031" y="4994386"/>
            <a:ext cx="430092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5FFCC3-2354-4DF1-92E5-FB42FB7DFE63}"/>
              </a:ext>
            </a:extLst>
          </p:cNvPr>
          <p:cNvSpPr/>
          <p:nvPr/>
        </p:nvSpPr>
        <p:spPr>
          <a:xfrm>
            <a:off x="5732276" y="5027200"/>
            <a:ext cx="432777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6C4ED7-5891-4A2E-A421-17E547BFB72F}"/>
              </a:ext>
            </a:extLst>
          </p:cNvPr>
          <p:cNvSpPr/>
          <p:nvPr/>
        </p:nvSpPr>
        <p:spPr>
          <a:xfrm>
            <a:off x="2293012" y="3047994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193CC4B7-832A-4491-8350-7D38A69C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4820251" cy="1106695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Case – 5 R(-1) Rotation</a:t>
            </a:r>
          </a:p>
          <a:p>
            <a:pPr marL="342900" lvl="1" indent="-342900">
              <a:lnSpc>
                <a:spcPct val="12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Balance Factor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A (2), B(-1)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 –  is on Left Sub Tree of 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/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EB06F6-06B0-42EC-9A32-1907D510D96C}"/>
              </a:ext>
            </a:extLst>
          </p:cNvPr>
          <p:cNvSpPr/>
          <p:nvPr/>
        </p:nvSpPr>
        <p:spPr>
          <a:xfrm>
            <a:off x="609600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3AD571-F7FB-4AFB-BAB4-038916C77E18}"/>
              </a:ext>
            </a:extLst>
          </p:cNvPr>
          <p:cNvSpPr/>
          <p:nvPr/>
        </p:nvSpPr>
        <p:spPr>
          <a:xfrm>
            <a:off x="1928224" y="4590654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4587F31-C2AD-46C0-8976-D6F06195BBDE}"/>
              </a:ext>
            </a:extLst>
          </p:cNvPr>
          <p:cNvSpPr/>
          <p:nvPr/>
        </p:nvSpPr>
        <p:spPr>
          <a:xfrm>
            <a:off x="5433424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20E924-1883-4C84-BD86-FF283A38AF01}"/>
              </a:ext>
            </a:extLst>
          </p:cNvPr>
          <p:cNvSpPr/>
          <p:nvPr/>
        </p:nvSpPr>
        <p:spPr>
          <a:xfrm>
            <a:off x="8176624" y="38100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F65634-316A-4758-AFEE-C01E357FF529}"/>
              </a:ext>
            </a:extLst>
          </p:cNvPr>
          <p:cNvSpPr/>
          <p:nvPr/>
        </p:nvSpPr>
        <p:spPr>
          <a:xfrm>
            <a:off x="7315200" y="2895600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2150DE-516E-4191-ADBB-46978656E619}"/>
              </a:ext>
            </a:extLst>
          </p:cNvPr>
          <p:cNvSpPr/>
          <p:nvPr/>
        </p:nvSpPr>
        <p:spPr>
          <a:xfrm>
            <a:off x="4604032" y="6185717"/>
            <a:ext cx="41415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Thumb Rule – </a:t>
            </a:r>
            <a:r>
              <a:rPr lang="en-US" sz="1200" dirty="0" err="1">
                <a:solidFill>
                  <a:srgbClr val="FF0000"/>
                </a:solidFill>
              </a:rPr>
              <a:t>InOrder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Travesal</a:t>
            </a:r>
            <a:r>
              <a:rPr lang="en-US" sz="1200" dirty="0">
                <a:solidFill>
                  <a:srgbClr val="FF0000"/>
                </a:solidFill>
              </a:rPr>
              <a:t> should be same after </a:t>
            </a:r>
            <a:r>
              <a:rPr lang="en-US" sz="1200" dirty="0" err="1">
                <a:solidFill>
                  <a:srgbClr val="FF0000"/>
                </a:solidFill>
              </a:rPr>
              <a:t>Rotaton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1103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– L(-1)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993BBC3-94F0-4743-B62D-2DC9F6A66CCE}"/>
              </a:ext>
            </a:extLst>
          </p:cNvPr>
          <p:cNvSpPr/>
          <p:nvPr/>
        </p:nvSpPr>
        <p:spPr>
          <a:xfrm>
            <a:off x="1996770" y="337013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972809-C0BB-42A7-BCD3-47BCC5E46D0A}"/>
              </a:ext>
            </a:extLst>
          </p:cNvPr>
          <p:cNvCxnSpPr>
            <a:cxnSpLocks/>
            <a:stCxn id="12" idx="3"/>
            <a:endCxn id="32" idx="0"/>
          </p:cNvCxnSpPr>
          <p:nvPr/>
        </p:nvCxnSpPr>
        <p:spPr>
          <a:xfrm flipH="1">
            <a:off x="747131" y="3825421"/>
            <a:ext cx="1338913" cy="902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9AF06-A016-47CB-B0B8-D651499011E7}"/>
              </a:ext>
            </a:extLst>
          </p:cNvPr>
          <p:cNvCxnSpPr>
            <a:cxnSpLocks/>
            <a:stCxn id="12" idx="5"/>
            <a:endCxn id="33" idx="0"/>
          </p:cNvCxnSpPr>
          <p:nvPr/>
        </p:nvCxnSpPr>
        <p:spPr>
          <a:xfrm>
            <a:off x="2517096" y="3825421"/>
            <a:ext cx="278388" cy="301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8774C30-065F-446A-BCB8-23A61C400778}"/>
              </a:ext>
            </a:extLst>
          </p:cNvPr>
          <p:cNvSpPr/>
          <p:nvPr/>
        </p:nvSpPr>
        <p:spPr>
          <a:xfrm>
            <a:off x="352152" y="4727846"/>
            <a:ext cx="789957" cy="803204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E5DE5D2-E2DD-45D5-852F-923E4269DDBD}"/>
              </a:ext>
            </a:extLst>
          </p:cNvPr>
          <p:cNvSpPr/>
          <p:nvPr/>
        </p:nvSpPr>
        <p:spPr>
          <a:xfrm>
            <a:off x="2490684" y="41273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476EC2-70D9-467E-9CD9-00AD0CC50347}"/>
              </a:ext>
            </a:extLst>
          </p:cNvPr>
          <p:cNvCxnSpPr>
            <a:cxnSpLocks/>
            <a:stCxn id="33" idx="5"/>
            <a:endCxn id="39" idx="0"/>
          </p:cNvCxnSpPr>
          <p:nvPr/>
        </p:nvCxnSpPr>
        <p:spPr>
          <a:xfrm>
            <a:off x="3011010" y="4582598"/>
            <a:ext cx="371715" cy="300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0403782F-6D9A-4202-8479-50C3884F985B}"/>
              </a:ext>
            </a:extLst>
          </p:cNvPr>
          <p:cNvSpPr/>
          <p:nvPr/>
        </p:nvSpPr>
        <p:spPr>
          <a:xfrm>
            <a:off x="3062255" y="4883452"/>
            <a:ext cx="640940" cy="647598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BB4421-6A7C-4A26-9158-54DA5040ECA0}"/>
              </a:ext>
            </a:extLst>
          </p:cNvPr>
          <p:cNvCxnSpPr>
            <a:cxnSpLocks/>
            <a:stCxn id="33" idx="3"/>
            <a:endCxn id="41" idx="0"/>
          </p:cNvCxnSpPr>
          <p:nvPr/>
        </p:nvCxnSpPr>
        <p:spPr>
          <a:xfrm flipH="1">
            <a:off x="2072763" y="4582598"/>
            <a:ext cx="507195" cy="327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5E9E5343-6D1B-4E3A-8185-9F8C9A5BF582}"/>
              </a:ext>
            </a:extLst>
          </p:cNvPr>
          <p:cNvSpPr/>
          <p:nvPr/>
        </p:nvSpPr>
        <p:spPr>
          <a:xfrm>
            <a:off x="1767963" y="4909879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BL</a:t>
            </a:r>
            <a:endParaRPr lang="en-US" sz="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D3605B-9000-4C28-BBC6-C1F386A20963}"/>
              </a:ext>
            </a:extLst>
          </p:cNvPr>
          <p:cNvSpPr/>
          <p:nvPr/>
        </p:nvSpPr>
        <p:spPr>
          <a:xfrm>
            <a:off x="3638299" y="5012238"/>
            <a:ext cx="42875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51FE0-CB1F-4985-ABD6-0EA1D48598E2}"/>
              </a:ext>
            </a:extLst>
          </p:cNvPr>
          <p:cNvSpPr/>
          <p:nvPr/>
        </p:nvSpPr>
        <p:spPr>
          <a:xfrm>
            <a:off x="0" y="4968045"/>
            <a:ext cx="448373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F25618-5BA6-40FE-AA40-B1F89D0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1" y="1371599"/>
            <a:ext cx="4895005" cy="1106695"/>
          </a:xfrm>
        </p:spPr>
        <p:txBody>
          <a:bodyPr>
            <a:normAutofit fontScale="92500" lnSpcReduction="20000"/>
          </a:bodyPr>
          <a:lstStyle/>
          <a:p>
            <a:pPr marL="0" indent="0"/>
            <a:r>
              <a:rPr lang="en-US" sz="1600" b="1" dirty="0"/>
              <a:t>Case – 6 L(-1) Rotation</a:t>
            </a:r>
          </a:p>
          <a:p>
            <a:pPr marL="342900" lvl="1" indent="-342900">
              <a:lnSpc>
                <a:spcPct val="12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Balance Factor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A (-2), B(-1)</a:t>
            </a:r>
          </a:p>
          <a:p>
            <a:pPr marL="742950" lvl="2" indent="-342900">
              <a:lnSpc>
                <a:spcPct val="120000"/>
              </a:lnSpc>
              <a:buClr>
                <a:srgbClr val="101141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200" dirty="0"/>
              <a:t>B –  is on Right Sub Tree of 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 is on Right Sub Tree of A </a:t>
            </a:r>
            <a:endParaRPr lang="en-US" sz="2000" dirty="0"/>
          </a:p>
          <a:p>
            <a:pPr>
              <a:buNone/>
            </a:pPr>
            <a:endParaRPr lang="en-US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BA602BE-82B5-4E1E-8DF4-CD77409DE93D}"/>
              </a:ext>
            </a:extLst>
          </p:cNvPr>
          <p:cNvSpPr/>
          <p:nvPr/>
        </p:nvSpPr>
        <p:spPr>
          <a:xfrm>
            <a:off x="6491395" y="378843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0549FE-0C09-401C-8011-0FF978F360E9}"/>
              </a:ext>
            </a:extLst>
          </p:cNvPr>
          <p:cNvCxnSpPr>
            <a:cxnSpLocks/>
            <a:stCxn id="42" idx="3"/>
            <a:endCxn id="45" idx="0"/>
          </p:cNvCxnSpPr>
          <p:nvPr/>
        </p:nvCxnSpPr>
        <p:spPr>
          <a:xfrm flipH="1">
            <a:off x="6208489" y="4243718"/>
            <a:ext cx="372180" cy="512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DB77D6-0FE4-407D-BE04-901690DA2E5C}"/>
              </a:ext>
            </a:extLst>
          </p:cNvPr>
          <p:cNvCxnSpPr>
            <a:cxnSpLocks/>
            <a:stCxn id="46" idx="3"/>
            <a:endCxn id="42" idx="7"/>
          </p:cNvCxnSpPr>
          <p:nvPr/>
        </p:nvCxnSpPr>
        <p:spPr>
          <a:xfrm flipH="1">
            <a:off x="7011721" y="3551333"/>
            <a:ext cx="316088" cy="315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5569023-B7B4-423D-A29B-9F9213E1584E}"/>
              </a:ext>
            </a:extLst>
          </p:cNvPr>
          <p:cNvSpPr/>
          <p:nvPr/>
        </p:nvSpPr>
        <p:spPr>
          <a:xfrm>
            <a:off x="5849138" y="4756192"/>
            <a:ext cx="718701" cy="768383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</a:t>
            </a:r>
            <a:endParaRPr lang="en-US" sz="1400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6B94936-BEF6-4316-A28F-C3F98AD09887}"/>
              </a:ext>
            </a:extLst>
          </p:cNvPr>
          <p:cNvSpPr/>
          <p:nvPr/>
        </p:nvSpPr>
        <p:spPr>
          <a:xfrm>
            <a:off x="7238535" y="309604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110239-9DA0-4C54-A720-8E5666E3E8EA}"/>
              </a:ext>
            </a:extLst>
          </p:cNvPr>
          <p:cNvCxnSpPr>
            <a:cxnSpLocks/>
            <a:stCxn id="42" idx="5"/>
            <a:endCxn id="51" idx="0"/>
          </p:cNvCxnSpPr>
          <p:nvPr/>
        </p:nvCxnSpPr>
        <p:spPr>
          <a:xfrm>
            <a:off x="7011721" y="4243718"/>
            <a:ext cx="139019" cy="377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74B7EA-B0CA-49C1-8099-522BAAD500E7}"/>
              </a:ext>
            </a:extLst>
          </p:cNvPr>
          <p:cNvSpPr/>
          <p:nvPr/>
        </p:nvSpPr>
        <p:spPr>
          <a:xfrm>
            <a:off x="6846926" y="4621710"/>
            <a:ext cx="607628" cy="890407"/>
          </a:xfrm>
          <a:prstGeom prst="triangl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BL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B75909-D7F1-40C8-A1E5-0B8EEB9FC21A}"/>
              </a:ext>
            </a:extLst>
          </p:cNvPr>
          <p:cNvCxnSpPr>
            <a:cxnSpLocks/>
            <a:stCxn id="46" idx="5"/>
            <a:endCxn id="53" idx="0"/>
          </p:cNvCxnSpPr>
          <p:nvPr/>
        </p:nvCxnSpPr>
        <p:spPr>
          <a:xfrm>
            <a:off x="7758861" y="3551333"/>
            <a:ext cx="761299" cy="1343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D6F263D3-86DC-4FD6-AC98-1E0320A8F25F}"/>
              </a:ext>
            </a:extLst>
          </p:cNvPr>
          <p:cNvSpPr/>
          <p:nvPr/>
        </p:nvSpPr>
        <p:spPr>
          <a:xfrm>
            <a:off x="8215360" y="4894591"/>
            <a:ext cx="609600" cy="6527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</a:t>
            </a:r>
            <a:endParaRPr lang="en-US" sz="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E1A4C-9779-4A13-ACF5-7C456B59D0E2}"/>
              </a:ext>
            </a:extLst>
          </p:cNvPr>
          <p:cNvSpPr/>
          <p:nvPr/>
        </p:nvSpPr>
        <p:spPr>
          <a:xfrm>
            <a:off x="8705595" y="4974688"/>
            <a:ext cx="360773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53F17-0365-4E64-B71F-A271E84F3185}"/>
              </a:ext>
            </a:extLst>
          </p:cNvPr>
          <p:cNvSpPr/>
          <p:nvPr/>
        </p:nvSpPr>
        <p:spPr>
          <a:xfrm>
            <a:off x="5276632" y="4960135"/>
            <a:ext cx="656308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810AA191-2E2F-4E4A-AB6F-1A256113A2C4}"/>
              </a:ext>
            </a:extLst>
          </p:cNvPr>
          <p:cNvSpPr/>
          <p:nvPr/>
        </p:nvSpPr>
        <p:spPr>
          <a:xfrm>
            <a:off x="4343400" y="4023553"/>
            <a:ext cx="595503" cy="243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0BB17D-CC72-4B2C-AFA3-4BB2AFD7DD6E}"/>
              </a:ext>
            </a:extLst>
          </p:cNvPr>
          <p:cNvSpPr/>
          <p:nvPr/>
        </p:nvSpPr>
        <p:spPr>
          <a:xfrm>
            <a:off x="2329691" y="5012238"/>
            <a:ext cx="40925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A87642-849B-44AD-B0C9-ED86CD314FCD}"/>
              </a:ext>
            </a:extLst>
          </p:cNvPr>
          <p:cNvSpPr/>
          <p:nvPr/>
        </p:nvSpPr>
        <p:spPr>
          <a:xfrm>
            <a:off x="7396934" y="4861267"/>
            <a:ext cx="451201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h-1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53861F-9459-41C9-BCC9-36CC4A8EE22B}"/>
              </a:ext>
            </a:extLst>
          </p:cNvPr>
          <p:cNvSpPr/>
          <p:nvPr/>
        </p:nvSpPr>
        <p:spPr>
          <a:xfrm>
            <a:off x="2643008" y="3219675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5D94DE-65BC-4E4B-90DD-6CEEF2452B12}"/>
              </a:ext>
            </a:extLst>
          </p:cNvPr>
          <p:cNvSpPr/>
          <p:nvPr/>
        </p:nvSpPr>
        <p:spPr>
          <a:xfrm>
            <a:off x="3062255" y="3898586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E0658A-A3F3-4D06-9604-0D61BF761FB1}"/>
              </a:ext>
            </a:extLst>
          </p:cNvPr>
          <p:cNvSpPr/>
          <p:nvPr/>
        </p:nvSpPr>
        <p:spPr>
          <a:xfrm>
            <a:off x="7059647" y="2822133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5160ED-F0DC-47D0-AB9A-F3B7706EF509}"/>
              </a:ext>
            </a:extLst>
          </p:cNvPr>
          <p:cNvSpPr/>
          <p:nvPr/>
        </p:nvSpPr>
        <p:spPr>
          <a:xfrm>
            <a:off x="6121876" y="3580402"/>
            <a:ext cx="357776" cy="2861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CB55A90-1E41-41C8-BD39-7A225CE43929}"/>
              </a:ext>
            </a:extLst>
          </p:cNvPr>
          <p:cNvSpPr/>
          <p:nvPr/>
        </p:nvSpPr>
        <p:spPr>
          <a:xfrm>
            <a:off x="218249" y="6159954"/>
            <a:ext cx="61825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Thumb Rule – </a:t>
            </a:r>
            <a:r>
              <a:rPr lang="en-US" sz="1600" dirty="0" err="1">
                <a:solidFill>
                  <a:srgbClr val="FF0000"/>
                </a:solidFill>
              </a:rPr>
              <a:t>InOrder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Travesal</a:t>
            </a:r>
            <a:r>
              <a:rPr lang="en-US" sz="1600" dirty="0">
                <a:solidFill>
                  <a:srgbClr val="FF0000"/>
                </a:solidFill>
              </a:rPr>
              <a:t> should be same after </a:t>
            </a:r>
            <a:r>
              <a:rPr lang="en-US" sz="1600" dirty="0" err="1">
                <a:solidFill>
                  <a:srgbClr val="FF0000"/>
                </a:solidFill>
              </a:rPr>
              <a:t>Rotaton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64075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95F92EC6-C8C4-4E69-A29A-AD8263D36385}"/>
              </a:ext>
            </a:extLst>
          </p:cNvPr>
          <p:cNvSpPr/>
          <p:nvPr/>
        </p:nvSpPr>
        <p:spPr>
          <a:xfrm>
            <a:off x="1210630" y="224347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67F7406D-A956-4A43-B485-B6989698A4D2}"/>
              </a:ext>
            </a:extLst>
          </p:cNvPr>
          <p:cNvSpPr/>
          <p:nvPr/>
        </p:nvSpPr>
        <p:spPr>
          <a:xfrm>
            <a:off x="2097139" y="16217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57E1250-4C05-46DE-B1B1-966E9EDE57F7}"/>
              </a:ext>
            </a:extLst>
          </p:cNvPr>
          <p:cNvSpPr/>
          <p:nvPr/>
        </p:nvSpPr>
        <p:spPr>
          <a:xfrm>
            <a:off x="1338317" y="197024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2B06730-8194-4F3A-A9D0-5B268EBEF573}"/>
              </a:ext>
            </a:extLst>
          </p:cNvPr>
          <p:cNvCxnSpPr>
            <a:cxnSpLocks/>
            <a:stCxn id="137" idx="3"/>
            <a:endCxn id="136" idx="7"/>
          </p:cNvCxnSpPr>
          <p:nvPr/>
        </p:nvCxnSpPr>
        <p:spPr>
          <a:xfrm flipH="1">
            <a:off x="1501687" y="1915346"/>
            <a:ext cx="645389" cy="37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2ED51353-386A-4344-8AAD-B7F702161B46}"/>
              </a:ext>
            </a:extLst>
          </p:cNvPr>
          <p:cNvSpPr/>
          <p:nvPr/>
        </p:nvSpPr>
        <p:spPr>
          <a:xfrm>
            <a:off x="2597940" y="214719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07A5C61-CB4F-44FE-AC4F-E661EF110012}"/>
              </a:ext>
            </a:extLst>
          </p:cNvPr>
          <p:cNvCxnSpPr>
            <a:cxnSpLocks/>
            <a:stCxn id="137" idx="5"/>
            <a:endCxn id="140" idx="1"/>
          </p:cNvCxnSpPr>
          <p:nvPr/>
        </p:nvCxnSpPr>
        <p:spPr>
          <a:xfrm>
            <a:off x="2388196" y="1915346"/>
            <a:ext cx="259681" cy="28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23A018B-3568-4A23-B69A-EA1F84E892CC}"/>
              </a:ext>
            </a:extLst>
          </p:cNvPr>
          <p:cNvSpPr/>
          <p:nvPr/>
        </p:nvSpPr>
        <p:spPr>
          <a:xfrm>
            <a:off x="3337776" y="245847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AD4C706-71DF-4E5C-A8E3-2EAEDA4FF289}"/>
              </a:ext>
            </a:extLst>
          </p:cNvPr>
          <p:cNvSpPr/>
          <p:nvPr/>
        </p:nvSpPr>
        <p:spPr>
          <a:xfrm>
            <a:off x="409422" y="284141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271F89F1-5585-405C-A33E-7E2E654329A1}"/>
              </a:ext>
            </a:extLst>
          </p:cNvPr>
          <p:cNvSpPr/>
          <p:nvPr/>
        </p:nvSpPr>
        <p:spPr>
          <a:xfrm>
            <a:off x="805279" y="278792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5CC94E1-1548-4388-82AD-81DDA67C513C}"/>
              </a:ext>
            </a:extLst>
          </p:cNvPr>
          <p:cNvCxnSpPr>
            <a:cxnSpLocks/>
            <a:stCxn id="136" idx="3"/>
            <a:endCxn id="144" idx="7"/>
          </p:cNvCxnSpPr>
          <p:nvPr/>
        </p:nvCxnSpPr>
        <p:spPr>
          <a:xfrm flipH="1">
            <a:off x="1096336" y="2537083"/>
            <a:ext cx="164231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B098F4C-B85A-4CCC-BAFD-327269E8E401}"/>
              </a:ext>
            </a:extLst>
          </p:cNvPr>
          <p:cNvSpPr/>
          <p:nvPr/>
        </p:nvSpPr>
        <p:spPr>
          <a:xfrm>
            <a:off x="2465368" y="16002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9D31CBE-91CC-4ACC-87B9-8DBB54399243}"/>
              </a:ext>
            </a:extLst>
          </p:cNvPr>
          <p:cNvSpPr/>
          <p:nvPr/>
        </p:nvSpPr>
        <p:spPr>
          <a:xfrm>
            <a:off x="2323794" y="276875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60AA7A54-CE90-4FFB-844A-FC6CA7923A21}"/>
              </a:ext>
            </a:extLst>
          </p:cNvPr>
          <p:cNvSpPr/>
          <p:nvPr/>
        </p:nvSpPr>
        <p:spPr>
          <a:xfrm>
            <a:off x="1932691" y="272926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19892E9-B7AE-4750-9FFD-7875A8C0790B}"/>
              </a:ext>
            </a:extLst>
          </p:cNvPr>
          <p:cNvCxnSpPr>
            <a:cxnSpLocks/>
            <a:stCxn id="140" idx="3"/>
            <a:endCxn id="148" idx="7"/>
          </p:cNvCxnSpPr>
          <p:nvPr/>
        </p:nvCxnSpPr>
        <p:spPr>
          <a:xfrm flipH="1">
            <a:off x="2223748" y="2440809"/>
            <a:ext cx="424129" cy="33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4FD2965A-5DB0-4A97-860C-5917166C653C}"/>
              </a:ext>
            </a:extLst>
          </p:cNvPr>
          <p:cNvSpPr/>
          <p:nvPr/>
        </p:nvSpPr>
        <p:spPr>
          <a:xfrm>
            <a:off x="2985014" y="259676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06A20C9-0899-449D-97C0-E3C4F2BDFCE0}"/>
              </a:ext>
            </a:extLst>
          </p:cNvPr>
          <p:cNvCxnSpPr>
            <a:cxnSpLocks/>
            <a:stCxn id="140" idx="5"/>
            <a:endCxn id="150" idx="1"/>
          </p:cNvCxnSpPr>
          <p:nvPr/>
        </p:nvCxnSpPr>
        <p:spPr>
          <a:xfrm>
            <a:off x="2888997" y="2440809"/>
            <a:ext cx="145954" cy="20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F90EF0E-0AF0-4EC6-A60D-1272F02571C7}"/>
              </a:ext>
            </a:extLst>
          </p:cNvPr>
          <p:cNvSpPr/>
          <p:nvPr/>
        </p:nvSpPr>
        <p:spPr>
          <a:xfrm>
            <a:off x="3802594" y="318343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53" name="Flowchart: Connector 152">
            <a:extLst>
              <a:ext uri="{FF2B5EF4-FFF2-40B4-BE49-F238E27FC236}">
                <a16:creationId xmlns:a16="http://schemas.microsoft.com/office/drawing/2014/main" id="{EAA990C9-554A-4FCA-BAF5-CA26CD5E6901}"/>
              </a:ext>
            </a:extLst>
          </p:cNvPr>
          <p:cNvSpPr/>
          <p:nvPr/>
        </p:nvSpPr>
        <p:spPr>
          <a:xfrm>
            <a:off x="1472156" y="274941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3F6C30E-3721-4FC4-9A15-91BD2EC75131}"/>
              </a:ext>
            </a:extLst>
          </p:cNvPr>
          <p:cNvCxnSpPr>
            <a:cxnSpLocks/>
            <a:stCxn id="136" idx="5"/>
            <a:endCxn id="153" idx="0"/>
          </p:cNvCxnSpPr>
          <p:nvPr/>
        </p:nvCxnSpPr>
        <p:spPr>
          <a:xfrm>
            <a:off x="1501687" y="2537083"/>
            <a:ext cx="140966" cy="21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Flowchart: Connector 154">
            <a:extLst>
              <a:ext uri="{FF2B5EF4-FFF2-40B4-BE49-F238E27FC236}">
                <a16:creationId xmlns:a16="http://schemas.microsoft.com/office/drawing/2014/main" id="{3660CB5B-AE0C-4ED2-9D12-05715752867D}"/>
              </a:ext>
            </a:extLst>
          </p:cNvPr>
          <p:cNvSpPr/>
          <p:nvPr/>
        </p:nvSpPr>
        <p:spPr>
          <a:xfrm>
            <a:off x="2294871" y="32381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7D2F9B8-D7DE-4794-80B7-99B9A36C732F}"/>
              </a:ext>
            </a:extLst>
          </p:cNvPr>
          <p:cNvCxnSpPr>
            <a:cxnSpLocks/>
            <a:stCxn id="148" idx="5"/>
            <a:endCxn id="155" idx="1"/>
          </p:cNvCxnSpPr>
          <p:nvPr/>
        </p:nvCxnSpPr>
        <p:spPr>
          <a:xfrm>
            <a:off x="2223748" y="3022873"/>
            <a:ext cx="121060" cy="265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EC81702-B3FD-4A3F-8A1F-8E666892F58B}"/>
              </a:ext>
            </a:extLst>
          </p:cNvPr>
          <p:cNvSpPr/>
          <p:nvPr/>
        </p:nvSpPr>
        <p:spPr>
          <a:xfrm>
            <a:off x="2237714" y="367816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B40A5186-15C3-411C-88E5-38A785626890}"/>
              </a:ext>
            </a:extLst>
          </p:cNvPr>
          <p:cNvSpPr/>
          <p:nvPr/>
        </p:nvSpPr>
        <p:spPr>
          <a:xfrm>
            <a:off x="385994" y="33450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FCD66EA-BE90-408B-BC31-1E0C00BE8CF2}"/>
              </a:ext>
            </a:extLst>
          </p:cNvPr>
          <p:cNvCxnSpPr>
            <a:cxnSpLocks/>
            <a:stCxn id="144" idx="3"/>
            <a:endCxn id="158" idx="7"/>
          </p:cNvCxnSpPr>
          <p:nvPr/>
        </p:nvCxnSpPr>
        <p:spPr>
          <a:xfrm flipH="1">
            <a:off x="677051" y="3081534"/>
            <a:ext cx="178165" cy="313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A579C65-56E1-4AB8-9E4E-F89C34A712AA}"/>
              </a:ext>
            </a:extLst>
          </p:cNvPr>
          <p:cNvSpPr/>
          <p:nvPr/>
        </p:nvSpPr>
        <p:spPr>
          <a:xfrm>
            <a:off x="1484957" y="313782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B7728E4-38E7-4026-8CD9-117E04728B22}"/>
              </a:ext>
            </a:extLst>
          </p:cNvPr>
          <p:cNvSpPr/>
          <p:nvPr/>
        </p:nvSpPr>
        <p:spPr>
          <a:xfrm>
            <a:off x="0" y="337293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A8AF31C5-21A3-4125-89F6-ABC052405344}"/>
              </a:ext>
            </a:extLst>
          </p:cNvPr>
          <p:cNvSpPr/>
          <p:nvPr/>
        </p:nvSpPr>
        <p:spPr>
          <a:xfrm>
            <a:off x="3415689" y="32381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E36A214-B76F-4396-9F9B-27A9A3D6662D}"/>
              </a:ext>
            </a:extLst>
          </p:cNvPr>
          <p:cNvCxnSpPr>
            <a:cxnSpLocks/>
            <a:stCxn id="150" idx="5"/>
            <a:endCxn id="162" idx="1"/>
          </p:cNvCxnSpPr>
          <p:nvPr/>
        </p:nvCxnSpPr>
        <p:spPr>
          <a:xfrm>
            <a:off x="3276071" y="2890376"/>
            <a:ext cx="189555" cy="39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044E025-9842-47EB-B4D8-B3D4E603BB3E}"/>
              </a:ext>
            </a:extLst>
          </p:cNvPr>
          <p:cNvSpPr/>
          <p:nvPr/>
        </p:nvSpPr>
        <p:spPr>
          <a:xfrm>
            <a:off x="2742174" y="361634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5" name="Flowchart: Connector 164">
            <a:extLst>
              <a:ext uri="{FF2B5EF4-FFF2-40B4-BE49-F238E27FC236}">
                <a16:creationId xmlns:a16="http://schemas.microsoft.com/office/drawing/2014/main" id="{E04020E1-563E-4C9B-A3AA-80F4BD246E1D}"/>
              </a:ext>
            </a:extLst>
          </p:cNvPr>
          <p:cNvSpPr/>
          <p:nvPr/>
        </p:nvSpPr>
        <p:spPr>
          <a:xfrm>
            <a:off x="2692624" y="32381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86A13F6-54DA-41FB-8191-0A9F66166DCC}"/>
              </a:ext>
            </a:extLst>
          </p:cNvPr>
          <p:cNvCxnSpPr>
            <a:cxnSpLocks/>
            <a:stCxn id="150" idx="3"/>
            <a:endCxn id="165" idx="0"/>
          </p:cNvCxnSpPr>
          <p:nvPr/>
        </p:nvCxnSpPr>
        <p:spPr>
          <a:xfrm flipH="1">
            <a:off x="2863121" y="2890376"/>
            <a:ext cx="171830" cy="34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4419FC9-9094-4A79-B333-9E0C252612DA}"/>
              </a:ext>
            </a:extLst>
          </p:cNvPr>
          <p:cNvSpPr/>
          <p:nvPr/>
        </p:nvSpPr>
        <p:spPr>
          <a:xfrm>
            <a:off x="2972132" y="19870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05EEF90B-A1C4-4396-BE17-6428E8B73359}"/>
              </a:ext>
            </a:extLst>
          </p:cNvPr>
          <p:cNvSpPr/>
          <p:nvPr/>
        </p:nvSpPr>
        <p:spPr>
          <a:xfrm>
            <a:off x="3802594" y="381068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F39BA18-A111-449E-9A4D-73E3C513CC9C}"/>
              </a:ext>
            </a:extLst>
          </p:cNvPr>
          <p:cNvCxnSpPr>
            <a:cxnSpLocks/>
            <a:stCxn id="162" idx="5"/>
            <a:endCxn id="81" idx="1"/>
          </p:cNvCxnSpPr>
          <p:nvPr/>
        </p:nvCxnSpPr>
        <p:spPr>
          <a:xfrm>
            <a:off x="3706746" y="3531778"/>
            <a:ext cx="145785" cy="329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F955B2F-D366-491A-9B16-E498A0A35ABC}"/>
              </a:ext>
            </a:extLst>
          </p:cNvPr>
          <p:cNvSpPr/>
          <p:nvPr/>
        </p:nvSpPr>
        <p:spPr>
          <a:xfrm>
            <a:off x="4183870" y="370390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38363E0-7EF1-4F7A-A42F-1B6871EF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301" y="1485320"/>
            <a:ext cx="3987299" cy="4382079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Delete –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Case – 1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Find Predecessor – D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Delete D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Replace E by D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en-US" sz="1600" dirty="0"/>
              <a:t>Case – 2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Find Successor of E – (F)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Delete F</a:t>
            </a:r>
          </a:p>
          <a:p>
            <a:pPr marL="1085850" lvl="2"/>
            <a:r>
              <a:rPr lang="en-US" sz="1100" dirty="0"/>
              <a:t>Find Successor of F – (G)</a:t>
            </a:r>
          </a:p>
          <a:p>
            <a:pPr marL="1085850" lvl="2"/>
            <a:r>
              <a:rPr lang="en-US" sz="1100" dirty="0"/>
              <a:t>Delete G</a:t>
            </a:r>
          </a:p>
          <a:p>
            <a:pPr marL="1085850" lvl="2"/>
            <a:r>
              <a:rPr lang="en-US" sz="1100" dirty="0"/>
              <a:t>Replace F by G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Replace E by F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1800" dirty="0"/>
              <a:t>Re-Balance Tree</a:t>
            </a:r>
          </a:p>
        </p:txBody>
      </p:sp>
    </p:spTree>
    <p:extLst>
      <p:ext uri="{BB962C8B-B14F-4D97-AF65-F5344CB8AC3E}">
        <p14:creationId xmlns:p14="http://schemas.microsoft.com/office/powerpoint/2010/main" val="1246514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95F92EC6-C8C4-4E69-A29A-AD8263D36385}"/>
              </a:ext>
            </a:extLst>
          </p:cNvPr>
          <p:cNvSpPr/>
          <p:nvPr/>
        </p:nvSpPr>
        <p:spPr>
          <a:xfrm>
            <a:off x="1210630" y="193867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67F7406D-A956-4A43-B485-B6989698A4D2}"/>
              </a:ext>
            </a:extLst>
          </p:cNvPr>
          <p:cNvSpPr/>
          <p:nvPr/>
        </p:nvSpPr>
        <p:spPr>
          <a:xfrm>
            <a:off x="2097139" y="13169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57E1250-4C05-46DE-B1B1-966E9EDE57F7}"/>
              </a:ext>
            </a:extLst>
          </p:cNvPr>
          <p:cNvSpPr/>
          <p:nvPr/>
        </p:nvSpPr>
        <p:spPr>
          <a:xfrm>
            <a:off x="854772" y="1726932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2B06730-8194-4F3A-A9D0-5B268EBEF573}"/>
              </a:ext>
            </a:extLst>
          </p:cNvPr>
          <p:cNvCxnSpPr>
            <a:cxnSpLocks/>
            <a:stCxn id="137" idx="3"/>
            <a:endCxn id="136" idx="7"/>
          </p:cNvCxnSpPr>
          <p:nvPr/>
        </p:nvCxnSpPr>
        <p:spPr>
          <a:xfrm flipH="1">
            <a:off x="1501687" y="1610546"/>
            <a:ext cx="645389" cy="37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2ED51353-386A-4344-8AAD-B7F702161B46}"/>
              </a:ext>
            </a:extLst>
          </p:cNvPr>
          <p:cNvSpPr/>
          <p:nvPr/>
        </p:nvSpPr>
        <p:spPr>
          <a:xfrm>
            <a:off x="2597940" y="184239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07A5C61-CB4F-44FE-AC4F-E661EF110012}"/>
              </a:ext>
            </a:extLst>
          </p:cNvPr>
          <p:cNvCxnSpPr>
            <a:cxnSpLocks/>
            <a:stCxn id="137" idx="5"/>
            <a:endCxn id="140" idx="1"/>
          </p:cNvCxnSpPr>
          <p:nvPr/>
        </p:nvCxnSpPr>
        <p:spPr>
          <a:xfrm>
            <a:off x="2388196" y="1610546"/>
            <a:ext cx="259681" cy="28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23A018B-3568-4A23-B69A-EA1F84E892CC}"/>
              </a:ext>
            </a:extLst>
          </p:cNvPr>
          <p:cNvSpPr/>
          <p:nvPr/>
        </p:nvSpPr>
        <p:spPr>
          <a:xfrm>
            <a:off x="3337776" y="215367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AD4C706-71DF-4E5C-A8E3-2EAEDA4FF289}"/>
              </a:ext>
            </a:extLst>
          </p:cNvPr>
          <p:cNvSpPr/>
          <p:nvPr/>
        </p:nvSpPr>
        <p:spPr>
          <a:xfrm>
            <a:off x="409422" y="2536610"/>
            <a:ext cx="340994" cy="2135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271F89F1-5585-405C-A33E-7E2E654329A1}"/>
              </a:ext>
            </a:extLst>
          </p:cNvPr>
          <p:cNvSpPr/>
          <p:nvPr/>
        </p:nvSpPr>
        <p:spPr>
          <a:xfrm>
            <a:off x="805279" y="248312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5CC94E1-1548-4388-82AD-81DDA67C513C}"/>
              </a:ext>
            </a:extLst>
          </p:cNvPr>
          <p:cNvCxnSpPr>
            <a:cxnSpLocks/>
            <a:stCxn id="136" idx="3"/>
            <a:endCxn id="144" idx="7"/>
          </p:cNvCxnSpPr>
          <p:nvPr/>
        </p:nvCxnSpPr>
        <p:spPr>
          <a:xfrm flipH="1">
            <a:off x="1096336" y="2232283"/>
            <a:ext cx="164231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B098F4C-B85A-4CCC-BAFD-327269E8E401}"/>
              </a:ext>
            </a:extLst>
          </p:cNvPr>
          <p:cNvSpPr/>
          <p:nvPr/>
        </p:nvSpPr>
        <p:spPr>
          <a:xfrm>
            <a:off x="2465368" y="12954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9D31CBE-91CC-4ACC-87B9-8DBB54399243}"/>
              </a:ext>
            </a:extLst>
          </p:cNvPr>
          <p:cNvSpPr/>
          <p:nvPr/>
        </p:nvSpPr>
        <p:spPr>
          <a:xfrm>
            <a:off x="2323794" y="246395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60AA7A54-CE90-4FFB-844A-FC6CA7923A21}"/>
              </a:ext>
            </a:extLst>
          </p:cNvPr>
          <p:cNvSpPr/>
          <p:nvPr/>
        </p:nvSpPr>
        <p:spPr>
          <a:xfrm>
            <a:off x="1932691" y="242446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19892E9-B7AE-4750-9FFD-7875A8C0790B}"/>
              </a:ext>
            </a:extLst>
          </p:cNvPr>
          <p:cNvCxnSpPr>
            <a:cxnSpLocks/>
            <a:stCxn id="140" idx="3"/>
            <a:endCxn id="148" idx="7"/>
          </p:cNvCxnSpPr>
          <p:nvPr/>
        </p:nvCxnSpPr>
        <p:spPr>
          <a:xfrm flipH="1">
            <a:off x="2223748" y="2136009"/>
            <a:ext cx="424129" cy="33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4FD2965A-5DB0-4A97-860C-5917166C653C}"/>
              </a:ext>
            </a:extLst>
          </p:cNvPr>
          <p:cNvSpPr/>
          <p:nvPr/>
        </p:nvSpPr>
        <p:spPr>
          <a:xfrm>
            <a:off x="2985014" y="229196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06A20C9-0899-449D-97C0-E3C4F2BDFCE0}"/>
              </a:ext>
            </a:extLst>
          </p:cNvPr>
          <p:cNvCxnSpPr>
            <a:cxnSpLocks/>
            <a:stCxn id="140" idx="5"/>
            <a:endCxn id="150" idx="1"/>
          </p:cNvCxnSpPr>
          <p:nvPr/>
        </p:nvCxnSpPr>
        <p:spPr>
          <a:xfrm>
            <a:off x="2888997" y="2136009"/>
            <a:ext cx="145954" cy="20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F90EF0E-0AF0-4EC6-A60D-1272F02571C7}"/>
              </a:ext>
            </a:extLst>
          </p:cNvPr>
          <p:cNvSpPr/>
          <p:nvPr/>
        </p:nvSpPr>
        <p:spPr>
          <a:xfrm>
            <a:off x="3802594" y="287863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55" name="Flowchart: Connector 154">
            <a:extLst>
              <a:ext uri="{FF2B5EF4-FFF2-40B4-BE49-F238E27FC236}">
                <a16:creationId xmlns:a16="http://schemas.microsoft.com/office/drawing/2014/main" id="{3660CB5B-AE0C-4ED2-9D12-05715752867D}"/>
              </a:ext>
            </a:extLst>
          </p:cNvPr>
          <p:cNvSpPr/>
          <p:nvPr/>
        </p:nvSpPr>
        <p:spPr>
          <a:xfrm>
            <a:off x="2294871" y="29333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7D2F9B8-D7DE-4794-80B7-99B9A36C732F}"/>
              </a:ext>
            </a:extLst>
          </p:cNvPr>
          <p:cNvCxnSpPr>
            <a:cxnSpLocks/>
            <a:stCxn id="148" idx="5"/>
            <a:endCxn id="155" idx="1"/>
          </p:cNvCxnSpPr>
          <p:nvPr/>
        </p:nvCxnSpPr>
        <p:spPr>
          <a:xfrm>
            <a:off x="2223748" y="2718073"/>
            <a:ext cx="121060" cy="265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EC81702-B3FD-4A3F-8A1F-8E666892F58B}"/>
              </a:ext>
            </a:extLst>
          </p:cNvPr>
          <p:cNvSpPr/>
          <p:nvPr/>
        </p:nvSpPr>
        <p:spPr>
          <a:xfrm>
            <a:off x="2237714" y="337336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B40A5186-15C3-411C-88E5-38A785626890}"/>
              </a:ext>
            </a:extLst>
          </p:cNvPr>
          <p:cNvSpPr/>
          <p:nvPr/>
        </p:nvSpPr>
        <p:spPr>
          <a:xfrm>
            <a:off x="385994" y="30402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FCD66EA-BE90-408B-BC31-1E0C00BE8CF2}"/>
              </a:ext>
            </a:extLst>
          </p:cNvPr>
          <p:cNvCxnSpPr>
            <a:cxnSpLocks/>
            <a:stCxn id="144" idx="3"/>
            <a:endCxn id="158" idx="7"/>
          </p:cNvCxnSpPr>
          <p:nvPr/>
        </p:nvCxnSpPr>
        <p:spPr>
          <a:xfrm flipH="1">
            <a:off x="677051" y="2776734"/>
            <a:ext cx="178165" cy="313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A579C65-56E1-4AB8-9E4E-F89C34A712AA}"/>
              </a:ext>
            </a:extLst>
          </p:cNvPr>
          <p:cNvSpPr/>
          <p:nvPr/>
        </p:nvSpPr>
        <p:spPr>
          <a:xfrm>
            <a:off x="1484957" y="283302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B7728E4-38E7-4026-8CD9-117E04728B22}"/>
              </a:ext>
            </a:extLst>
          </p:cNvPr>
          <p:cNvSpPr/>
          <p:nvPr/>
        </p:nvSpPr>
        <p:spPr>
          <a:xfrm>
            <a:off x="0" y="306813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A8AF31C5-21A3-4125-89F6-ABC052405344}"/>
              </a:ext>
            </a:extLst>
          </p:cNvPr>
          <p:cNvSpPr/>
          <p:nvPr/>
        </p:nvSpPr>
        <p:spPr>
          <a:xfrm>
            <a:off x="3415689" y="29333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E36A214-B76F-4396-9F9B-27A9A3D6662D}"/>
              </a:ext>
            </a:extLst>
          </p:cNvPr>
          <p:cNvCxnSpPr>
            <a:cxnSpLocks/>
            <a:stCxn id="150" idx="5"/>
            <a:endCxn id="162" idx="1"/>
          </p:cNvCxnSpPr>
          <p:nvPr/>
        </p:nvCxnSpPr>
        <p:spPr>
          <a:xfrm>
            <a:off x="3276071" y="2585576"/>
            <a:ext cx="189555" cy="39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044E025-9842-47EB-B4D8-B3D4E603BB3E}"/>
              </a:ext>
            </a:extLst>
          </p:cNvPr>
          <p:cNvSpPr/>
          <p:nvPr/>
        </p:nvSpPr>
        <p:spPr>
          <a:xfrm>
            <a:off x="2742174" y="331154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5" name="Flowchart: Connector 164">
            <a:extLst>
              <a:ext uri="{FF2B5EF4-FFF2-40B4-BE49-F238E27FC236}">
                <a16:creationId xmlns:a16="http://schemas.microsoft.com/office/drawing/2014/main" id="{E04020E1-563E-4C9B-A3AA-80F4BD246E1D}"/>
              </a:ext>
            </a:extLst>
          </p:cNvPr>
          <p:cNvSpPr/>
          <p:nvPr/>
        </p:nvSpPr>
        <p:spPr>
          <a:xfrm>
            <a:off x="2692624" y="29333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86A13F6-54DA-41FB-8191-0A9F66166DCC}"/>
              </a:ext>
            </a:extLst>
          </p:cNvPr>
          <p:cNvCxnSpPr>
            <a:cxnSpLocks/>
            <a:stCxn id="150" idx="3"/>
            <a:endCxn id="165" idx="0"/>
          </p:cNvCxnSpPr>
          <p:nvPr/>
        </p:nvCxnSpPr>
        <p:spPr>
          <a:xfrm flipH="1">
            <a:off x="2863121" y="2585576"/>
            <a:ext cx="171830" cy="34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4419FC9-9094-4A79-B333-9E0C252612DA}"/>
              </a:ext>
            </a:extLst>
          </p:cNvPr>
          <p:cNvSpPr/>
          <p:nvPr/>
        </p:nvSpPr>
        <p:spPr>
          <a:xfrm>
            <a:off x="2972132" y="16822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05EEF90B-A1C4-4396-BE17-6428E8B73359}"/>
              </a:ext>
            </a:extLst>
          </p:cNvPr>
          <p:cNvSpPr/>
          <p:nvPr/>
        </p:nvSpPr>
        <p:spPr>
          <a:xfrm>
            <a:off x="3802594" y="350588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F39BA18-A111-449E-9A4D-73E3C513CC9C}"/>
              </a:ext>
            </a:extLst>
          </p:cNvPr>
          <p:cNvCxnSpPr>
            <a:cxnSpLocks/>
            <a:stCxn id="162" idx="5"/>
            <a:endCxn id="81" idx="1"/>
          </p:cNvCxnSpPr>
          <p:nvPr/>
        </p:nvCxnSpPr>
        <p:spPr>
          <a:xfrm>
            <a:off x="3706746" y="3226978"/>
            <a:ext cx="145785" cy="329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F955B2F-D366-491A-9B16-E498A0A35ABC}"/>
              </a:ext>
            </a:extLst>
          </p:cNvPr>
          <p:cNvSpPr/>
          <p:nvPr/>
        </p:nvSpPr>
        <p:spPr>
          <a:xfrm>
            <a:off x="4183870" y="339910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38363E0-7EF1-4F7A-A42F-1B6871EF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301" y="1485320"/>
            <a:ext cx="3987299" cy="4382079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Delete –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00FF00"/>
                </a:highlight>
              </a:rPr>
              <a:t>Case – 1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Find Predecessor – D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Delete D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Replace E by 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1800" dirty="0"/>
              <a:t>Re-Balance Tree</a:t>
            </a: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945DF1E9-16FB-4BBC-925F-8932E40B350A}"/>
              </a:ext>
            </a:extLst>
          </p:cNvPr>
          <p:cNvSpPr/>
          <p:nvPr/>
        </p:nvSpPr>
        <p:spPr>
          <a:xfrm>
            <a:off x="1530104" y="520343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C5CED702-B85E-4079-BC0B-960C749AFE81}"/>
              </a:ext>
            </a:extLst>
          </p:cNvPr>
          <p:cNvSpPr/>
          <p:nvPr/>
        </p:nvSpPr>
        <p:spPr>
          <a:xfrm>
            <a:off x="2249539" y="394406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616FBA0-A60A-44F5-9D1F-6D21417AD2DF}"/>
              </a:ext>
            </a:extLst>
          </p:cNvPr>
          <p:cNvCxnSpPr>
            <a:cxnSpLocks/>
            <a:stCxn id="41" idx="3"/>
            <a:endCxn id="50" idx="7"/>
          </p:cNvCxnSpPr>
          <p:nvPr/>
        </p:nvCxnSpPr>
        <p:spPr>
          <a:xfrm flipH="1">
            <a:off x="1487065" y="4237673"/>
            <a:ext cx="812411" cy="42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7A9AD1FF-EE10-4B0A-843C-3D8BDC01F71C}"/>
              </a:ext>
            </a:extLst>
          </p:cNvPr>
          <p:cNvSpPr/>
          <p:nvPr/>
        </p:nvSpPr>
        <p:spPr>
          <a:xfrm>
            <a:off x="2750340" y="446952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2CAF9C-E181-4E96-A09D-54D0CAAD41C5}"/>
              </a:ext>
            </a:extLst>
          </p:cNvPr>
          <p:cNvCxnSpPr>
            <a:cxnSpLocks/>
            <a:stCxn id="41" idx="5"/>
            <a:endCxn id="44" idx="1"/>
          </p:cNvCxnSpPr>
          <p:nvPr/>
        </p:nvCxnSpPr>
        <p:spPr>
          <a:xfrm>
            <a:off x="2540596" y="4237673"/>
            <a:ext cx="259681" cy="28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C99068B-1D75-4D3D-BB36-C5063410CA96}"/>
              </a:ext>
            </a:extLst>
          </p:cNvPr>
          <p:cNvSpPr/>
          <p:nvPr/>
        </p:nvSpPr>
        <p:spPr>
          <a:xfrm>
            <a:off x="3490176" y="478080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FF57C3-F91D-4F48-BFB5-88A5DD428A3F}"/>
              </a:ext>
            </a:extLst>
          </p:cNvPr>
          <p:cNvSpPr/>
          <p:nvPr/>
        </p:nvSpPr>
        <p:spPr>
          <a:xfrm>
            <a:off x="815493" y="4489761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F424E4E3-FBFA-4E08-8F6D-C918FCB07E97}"/>
              </a:ext>
            </a:extLst>
          </p:cNvPr>
          <p:cNvSpPr/>
          <p:nvPr/>
        </p:nvSpPr>
        <p:spPr>
          <a:xfrm>
            <a:off x="1196008" y="460881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2C34F5-8CA6-480A-8327-E9A650783CBD}"/>
              </a:ext>
            </a:extLst>
          </p:cNvPr>
          <p:cNvCxnSpPr>
            <a:cxnSpLocks/>
            <a:stCxn id="50" idx="5"/>
            <a:endCxn id="40" idx="1"/>
          </p:cNvCxnSpPr>
          <p:nvPr/>
        </p:nvCxnSpPr>
        <p:spPr>
          <a:xfrm>
            <a:off x="1487065" y="4902423"/>
            <a:ext cx="92976" cy="351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36AAD6C-BFAA-4D2D-B5C3-7C8441D7BB22}"/>
              </a:ext>
            </a:extLst>
          </p:cNvPr>
          <p:cNvSpPr/>
          <p:nvPr/>
        </p:nvSpPr>
        <p:spPr>
          <a:xfrm>
            <a:off x="2617768" y="3922527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0EE8BAF-B155-4073-B6B9-097E5301FC6C}"/>
              </a:ext>
            </a:extLst>
          </p:cNvPr>
          <p:cNvSpPr/>
          <p:nvPr/>
        </p:nvSpPr>
        <p:spPr>
          <a:xfrm>
            <a:off x="2476194" y="509108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78BACF1-A935-4D6A-8BEF-914259E99F45}"/>
              </a:ext>
            </a:extLst>
          </p:cNvPr>
          <p:cNvSpPr/>
          <p:nvPr/>
        </p:nvSpPr>
        <p:spPr>
          <a:xfrm>
            <a:off x="2085091" y="505158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46C0B78-6F60-443B-9F09-E0A1FBFEB2C7}"/>
              </a:ext>
            </a:extLst>
          </p:cNvPr>
          <p:cNvCxnSpPr>
            <a:cxnSpLocks/>
            <a:stCxn id="44" idx="3"/>
            <a:endCxn id="54" idx="7"/>
          </p:cNvCxnSpPr>
          <p:nvPr/>
        </p:nvCxnSpPr>
        <p:spPr>
          <a:xfrm flipH="1">
            <a:off x="2376148" y="4763136"/>
            <a:ext cx="424129" cy="33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8AEB4833-5D09-4A9D-997C-2875BABA33F1}"/>
              </a:ext>
            </a:extLst>
          </p:cNvPr>
          <p:cNvSpPr/>
          <p:nvPr/>
        </p:nvSpPr>
        <p:spPr>
          <a:xfrm>
            <a:off x="3137414" y="491909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859ABE9-6209-4F48-AC75-A836A2BD4174}"/>
              </a:ext>
            </a:extLst>
          </p:cNvPr>
          <p:cNvCxnSpPr>
            <a:cxnSpLocks/>
            <a:stCxn id="44" idx="5"/>
            <a:endCxn id="56" idx="1"/>
          </p:cNvCxnSpPr>
          <p:nvPr/>
        </p:nvCxnSpPr>
        <p:spPr>
          <a:xfrm>
            <a:off x="3041397" y="4763136"/>
            <a:ext cx="145954" cy="20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1DB9725-D9B3-401E-82AE-AF17912E048A}"/>
              </a:ext>
            </a:extLst>
          </p:cNvPr>
          <p:cNvSpPr/>
          <p:nvPr/>
        </p:nvSpPr>
        <p:spPr>
          <a:xfrm>
            <a:off x="3954994" y="550575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5852F399-43B4-4A33-AA32-EBCFC35929A0}"/>
              </a:ext>
            </a:extLst>
          </p:cNvPr>
          <p:cNvSpPr/>
          <p:nvPr/>
        </p:nvSpPr>
        <p:spPr>
          <a:xfrm>
            <a:off x="2447271" y="556049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72C7B8B-CA33-4FD5-994E-14FE708C90D9}"/>
              </a:ext>
            </a:extLst>
          </p:cNvPr>
          <p:cNvCxnSpPr>
            <a:cxnSpLocks/>
            <a:stCxn id="54" idx="5"/>
            <a:endCxn id="59" idx="1"/>
          </p:cNvCxnSpPr>
          <p:nvPr/>
        </p:nvCxnSpPr>
        <p:spPr>
          <a:xfrm>
            <a:off x="2376148" y="5345200"/>
            <a:ext cx="121060" cy="265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C31F07B-474C-4223-8388-C881EDB3DB96}"/>
              </a:ext>
            </a:extLst>
          </p:cNvPr>
          <p:cNvSpPr/>
          <p:nvPr/>
        </p:nvSpPr>
        <p:spPr>
          <a:xfrm>
            <a:off x="2390114" y="600049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4E2A8949-7A28-43D7-A5C6-067B0DE69315}"/>
              </a:ext>
            </a:extLst>
          </p:cNvPr>
          <p:cNvSpPr/>
          <p:nvPr/>
        </p:nvSpPr>
        <p:spPr>
          <a:xfrm>
            <a:off x="811660" y="5263079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DC92506-27FB-4A02-84B6-3A5672BD1EE0}"/>
              </a:ext>
            </a:extLst>
          </p:cNvPr>
          <p:cNvCxnSpPr>
            <a:cxnSpLocks/>
            <a:stCxn id="50" idx="3"/>
            <a:endCxn id="62" idx="7"/>
          </p:cNvCxnSpPr>
          <p:nvPr/>
        </p:nvCxnSpPr>
        <p:spPr>
          <a:xfrm flipH="1">
            <a:off x="1102717" y="4902423"/>
            <a:ext cx="143228" cy="411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E1D08C70-D646-4B15-AF30-25B20C882742}"/>
              </a:ext>
            </a:extLst>
          </p:cNvPr>
          <p:cNvSpPr/>
          <p:nvPr/>
        </p:nvSpPr>
        <p:spPr>
          <a:xfrm>
            <a:off x="1575558" y="554452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014C1FE-1AD2-4D91-B762-5AD3F9A5C51B}"/>
              </a:ext>
            </a:extLst>
          </p:cNvPr>
          <p:cNvSpPr/>
          <p:nvPr/>
        </p:nvSpPr>
        <p:spPr>
          <a:xfrm>
            <a:off x="415566" y="543774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0E908521-F362-491B-BC7B-0DD77CDECED6}"/>
              </a:ext>
            </a:extLst>
          </p:cNvPr>
          <p:cNvSpPr/>
          <p:nvPr/>
        </p:nvSpPr>
        <p:spPr>
          <a:xfrm>
            <a:off x="3568089" y="556049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C76797C-A9C9-4959-BCE7-DA2D76E608CD}"/>
              </a:ext>
            </a:extLst>
          </p:cNvPr>
          <p:cNvCxnSpPr>
            <a:cxnSpLocks/>
            <a:stCxn id="56" idx="5"/>
            <a:endCxn id="66" idx="1"/>
          </p:cNvCxnSpPr>
          <p:nvPr/>
        </p:nvCxnSpPr>
        <p:spPr>
          <a:xfrm>
            <a:off x="3428471" y="5212703"/>
            <a:ext cx="189555" cy="39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408002AF-88B7-4DC2-83B7-997FE3512991}"/>
              </a:ext>
            </a:extLst>
          </p:cNvPr>
          <p:cNvSpPr/>
          <p:nvPr/>
        </p:nvSpPr>
        <p:spPr>
          <a:xfrm>
            <a:off x="2894574" y="593867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30DC734B-C63F-4E74-BAC0-02987BFB1A64}"/>
              </a:ext>
            </a:extLst>
          </p:cNvPr>
          <p:cNvSpPr/>
          <p:nvPr/>
        </p:nvSpPr>
        <p:spPr>
          <a:xfrm>
            <a:off x="2845024" y="556049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C83F001-8823-4DFD-B730-B6B2B90F94B3}"/>
              </a:ext>
            </a:extLst>
          </p:cNvPr>
          <p:cNvCxnSpPr>
            <a:cxnSpLocks/>
            <a:stCxn id="56" idx="3"/>
            <a:endCxn id="69" idx="0"/>
          </p:cNvCxnSpPr>
          <p:nvPr/>
        </p:nvCxnSpPr>
        <p:spPr>
          <a:xfrm flipH="1">
            <a:off x="3015521" y="5212703"/>
            <a:ext cx="171830" cy="34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A3526F3F-DF03-475B-9B0E-E48D334DCD5F}"/>
              </a:ext>
            </a:extLst>
          </p:cNvPr>
          <p:cNvSpPr/>
          <p:nvPr/>
        </p:nvSpPr>
        <p:spPr>
          <a:xfrm>
            <a:off x="3124532" y="4309327"/>
            <a:ext cx="340994" cy="21355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5FE9E898-B964-40DF-B51A-D4D91EADDF58}"/>
              </a:ext>
            </a:extLst>
          </p:cNvPr>
          <p:cNvSpPr/>
          <p:nvPr/>
        </p:nvSpPr>
        <p:spPr>
          <a:xfrm>
            <a:off x="3954994" y="61330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BBED42-7A83-40F5-93FD-C2FD3B7EB02F}"/>
              </a:ext>
            </a:extLst>
          </p:cNvPr>
          <p:cNvCxnSpPr>
            <a:cxnSpLocks/>
            <a:stCxn id="66" idx="5"/>
            <a:endCxn id="72" idx="1"/>
          </p:cNvCxnSpPr>
          <p:nvPr/>
        </p:nvCxnSpPr>
        <p:spPr>
          <a:xfrm>
            <a:off x="3859146" y="5854105"/>
            <a:ext cx="145785" cy="329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1E31F8B-6F68-4168-9D77-59BFC3E833AD}"/>
              </a:ext>
            </a:extLst>
          </p:cNvPr>
          <p:cNvSpPr/>
          <p:nvPr/>
        </p:nvSpPr>
        <p:spPr>
          <a:xfrm>
            <a:off x="4336270" y="602623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99882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38363E0-7EF1-4F7A-A42F-1B6871EF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301" y="1485320"/>
            <a:ext cx="3987299" cy="4382079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Delete –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00FF00"/>
                </a:highlight>
              </a:rPr>
              <a:t>Case – 1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Find Predecessor – D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Delete D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Replace E by 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1800" dirty="0"/>
              <a:t>Re-Balance Tree</a:t>
            </a: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945DF1E9-16FB-4BBC-925F-8932E40B350A}"/>
              </a:ext>
            </a:extLst>
          </p:cNvPr>
          <p:cNvSpPr/>
          <p:nvPr/>
        </p:nvSpPr>
        <p:spPr>
          <a:xfrm>
            <a:off x="1512148" y="261281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C5CED702-B85E-4079-BC0B-960C749AFE81}"/>
              </a:ext>
            </a:extLst>
          </p:cNvPr>
          <p:cNvSpPr/>
          <p:nvPr/>
        </p:nvSpPr>
        <p:spPr>
          <a:xfrm>
            <a:off x="2249539" y="13931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616FBA0-A60A-44F5-9D1F-6D21417AD2DF}"/>
              </a:ext>
            </a:extLst>
          </p:cNvPr>
          <p:cNvCxnSpPr>
            <a:cxnSpLocks/>
            <a:stCxn id="41" idx="3"/>
            <a:endCxn id="50" idx="7"/>
          </p:cNvCxnSpPr>
          <p:nvPr/>
        </p:nvCxnSpPr>
        <p:spPr>
          <a:xfrm flipH="1">
            <a:off x="1487065" y="1686746"/>
            <a:ext cx="812411" cy="42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7A9AD1FF-EE10-4B0A-843C-3D8BDC01F71C}"/>
              </a:ext>
            </a:extLst>
          </p:cNvPr>
          <p:cNvSpPr/>
          <p:nvPr/>
        </p:nvSpPr>
        <p:spPr>
          <a:xfrm>
            <a:off x="2750340" y="191859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2CAF9C-E181-4E96-A09D-54D0CAAD41C5}"/>
              </a:ext>
            </a:extLst>
          </p:cNvPr>
          <p:cNvCxnSpPr>
            <a:cxnSpLocks/>
            <a:stCxn id="41" idx="5"/>
            <a:endCxn id="44" idx="1"/>
          </p:cNvCxnSpPr>
          <p:nvPr/>
        </p:nvCxnSpPr>
        <p:spPr>
          <a:xfrm>
            <a:off x="2540596" y="1686746"/>
            <a:ext cx="259681" cy="28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C99068B-1D75-4D3D-BB36-C5063410CA96}"/>
              </a:ext>
            </a:extLst>
          </p:cNvPr>
          <p:cNvSpPr/>
          <p:nvPr/>
        </p:nvSpPr>
        <p:spPr>
          <a:xfrm>
            <a:off x="3490176" y="222987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FF57C3-F91D-4F48-BFB5-88A5DD428A3F}"/>
              </a:ext>
            </a:extLst>
          </p:cNvPr>
          <p:cNvSpPr/>
          <p:nvPr/>
        </p:nvSpPr>
        <p:spPr>
          <a:xfrm>
            <a:off x="815493" y="193883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F424E4E3-FBFA-4E08-8F6D-C918FCB07E97}"/>
              </a:ext>
            </a:extLst>
          </p:cNvPr>
          <p:cNvSpPr/>
          <p:nvPr/>
        </p:nvSpPr>
        <p:spPr>
          <a:xfrm>
            <a:off x="1196008" y="205788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2C34F5-8CA6-480A-8327-E9A650783CBD}"/>
              </a:ext>
            </a:extLst>
          </p:cNvPr>
          <p:cNvCxnSpPr>
            <a:cxnSpLocks/>
            <a:stCxn id="40" idx="3"/>
            <a:endCxn id="50" idx="7"/>
          </p:cNvCxnSpPr>
          <p:nvPr/>
        </p:nvCxnSpPr>
        <p:spPr>
          <a:xfrm flipH="1" flipV="1">
            <a:off x="1487065" y="2108260"/>
            <a:ext cx="75020" cy="798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36AAD6C-BFAA-4D2D-B5C3-7C8441D7BB22}"/>
              </a:ext>
            </a:extLst>
          </p:cNvPr>
          <p:cNvSpPr/>
          <p:nvPr/>
        </p:nvSpPr>
        <p:spPr>
          <a:xfrm>
            <a:off x="2617768" y="1371600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0EE8BAF-B155-4073-B6B9-097E5301FC6C}"/>
              </a:ext>
            </a:extLst>
          </p:cNvPr>
          <p:cNvSpPr/>
          <p:nvPr/>
        </p:nvSpPr>
        <p:spPr>
          <a:xfrm>
            <a:off x="2476194" y="254015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78BACF1-A935-4D6A-8BEF-914259E99F45}"/>
              </a:ext>
            </a:extLst>
          </p:cNvPr>
          <p:cNvSpPr/>
          <p:nvPr/>
        </p:nvSpPr>
        <p:spPr>
          <a:xfrm>
            <a:off x="2085091" y="250066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46C0B78-6F60-443B-9F09-E0A1FBFEB2C7}"/>
              </a:ext>
            </a:extLst>
          </p:cNvPr>
          <p:cNvCxnSpPr>
            <a:cxnSpLocks/>
            <a:stCxn id="44" idx="3"/>
            <a:endCxn id="54" idx="7"/>
          </p:cNvCxnSpPr>
          <p:nvPr/>
        </p:nvCxnSpPr>
        <p:spPr>
          <a:xfrm flipH="1">
            <a:off x="2376148" y="2212209"/>
            <a:ext cx="424129" cy="33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8AEB4833-5D09-4A9D-997C-2875BABA33F1}"/>
              </a:ext>
            </a:extLst>
          </p:cNvPr>
          <p:cNvSpPr/>
          <p:nvPr/>
        </p:nvSpPr>
        <p:spPr>
          <a:xfrm>
            <a:off x="3137414" y="236816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859ABE9-6209-4F48-AC75-A836A2BD4174}"/>
              </a:ext>
            </a:extLst>
          </p:cNvPr>
          <p:cNvCxnSpPr>
            <a:cxnSpLocks/>
            <a:stCxn id="44" idx="5"/>
            <a:endCxn id="56" idx="1"/>
          </p:cNvCxnSpPr>
          <p:nvPr/>
        </p:nvCxnSpPr>
        <p:spPr>
          <a:xfrm>
            <a:off x="3041397" y="2212209"/>
            <a:ext cx="145954" cy="20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1DB9725-D9B3-401E-82AE-AF17912E048A}"/>
              </a:ext>
            </a:extLst>
          </p:cNvPr>
          <p:cNvSpPr/>
          <p:nvPr/>
        </p:nvSpPr>
        <p:spPr>
          <a:xfrm>
            <a:off x="3954994" y="295483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5852F399-43B4-4A33-AA32-EBCFC35929A0}"/>
              </a:ext>
            </a:extLst>
          </p:cNvPr>
          <p:cNvSpPr/>
          <p:nvPr/>
        </p:nvSpPr>
        <p:spPr>
          <a:xfrm>
            <a:off x="2447271" y="30095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72C7B8B-CA33-4FD5-994E-14FE708C90D9}"/>
              </a:ext>
            </a:extLst>
          </p:cNvPr>
          <p:cNvCxnSpPr>
            <a:cxnSpLocks/>
            <a:stCxn id="54" idx="5"/>
            <a:endCxn id="59" idx="1"/>
          </p:cNvCxnSpPr>
          <p:nvPr/>
        </p:nvCxnSpPr>
        <p:spPr>
          <a:xfrm>
            <a:off x="2376148" y="2794273"/>
            <a:ext cx="121060" cy="265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C31F07B-474C-4223-8388-C881EDB3DB96}"/>
              </a:ext>
            </a:extLst>
          </p:cNvPr>
          <p:cNvSpPr/>
          <p:nvPr/>
        </p:nvSpPr>
        <p:spPr>
          <a:xfrm>
            <a:off x="2390114" y="344956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4E2A8949-7A28-43D7-A5C6-067B0DE69315}"/>
              </a:ext>
            </a:extLst>
          </p:cNvPr>
          <p:cNvSpPr/>
          <p:nvPr/>
        </p:nvSpPr>
        <p:spPr>
          <a:xfrm>
            <a:off x="811660" y="271215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DC92506-27FB-4A02-84B6-3A5672BD1EE0}"/>
              </a:ext>
            </a:extLst>
          </p:cNvPr>
          <p:cNvCxnSpPr>
            <a:cxnSpLocks/>
            <a:stCxn id="50" idx="3"/>
            <a:endCxn id="62" idx="7"/>
          </p:cNvCxnSpPr>
          <p:nvPr/>
        </p:nvCxnSpPr>
        <p:spPr>
          <a:xfrm flipH="1">
            <a:off x="1102717" y="2351496"/>
            <a:ext cx="143228" cy="411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E1D08C70-D646-4B15-AF30-25B20C882742}"/>
              </a:ext>
            </a:extLst>
          </p:cNvPr>
          <p:cNvSpPr/>
          <p:nvPr/>
        </p:nvSpPr>
        <p:spPr>
          <a:xfrm>
            <a:off x="1575558" y="299359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014C1FE-1AD2-4D91-B762-5AD3F9A5C51B}"/>
              </a:ext>
            </a:extLst>
          </p:cNvPr>
          <p:cNvSpPr/>
          <p:nvPr/>
        </p:nvSpPr>
        <p:spPr>
          <a:xfrm>
            <a:off x="415566" y="288681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0E908521-F362-491B-BC7B-0DD77CDECED6}"/>
              </a:ext>
            </a:extLst>
          </p:cNvPr>
          <p:cNvSpPr/>
          <p:nvPr/>
        </p:nvSpPr>
        <p:spPr>
          <a:xfrm>
            <a:off x="3568089" y="30095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C76797C-A9C9-4959-BCE7-DA2D76E608CD}"/>
              </a:ext>
            </a:extLst>
          </p:cNvPr>
          <p:cNvCxnSpPr>
            <a:cxnSpLocks/>
            <a:stCxn id="56" idx="5"/>
            <a:endCxn id="66" idx="1"/>
          </p:cNvCxnSpPr>
          <p:nvPr/>
        </p:nvCxnSpPr>
        <p:spPr>
          <a:xfrm>
            <a:off x="3428471" y="2661776"/>
            <a:ext cx="189555" cy="39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408002AF-88B7-4DC2-83B7-997FE3512991}"/>
              </a:ext>
            </a:extLst>
          </p:cNvPr>
          <p:cNvSpPr/>
          <p:nvPr/>
        </p:nvSpPr>
        <p:spPr>
          <a:xfrm>
            <a:off x="2894574" y="338774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30DC734B-C63F-4E74-BAC0-02987BFB1A64}"/>
              </a:ext>
            </a:extLst>
          </p:cNvPr>
          <p:cNvSpPr/>
          <p:nvPr/>
        </p:nvSpPr>
        <p:spPr>
          <a:xfrm>
            <a:off x="2845024" y="30095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C83F001-8823-4DFD-B730-B6B2B90F94B3}"/>
              </a:ext>
            </a:extLst>
          </p:cNvPr>
          <p:cNvCxnSpPr>
            <a:cxnSpLocks/>
            <a:stCxn id="56" idx="3"/>
            <a:endCxn id="69" idx="0"/>
          </p:cNvCxnSpPr>
          <p:nvPr/>
        </p:nvCxnSpPr>
        <p:spPr>
          <a:xfrm flipH="1">
            <a:off x="3015521" y="2661776"/>
            <a:ext cx="171830" cy="34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A3526F3F-DF03-475B-9B0E-E48D334DCD5F}"/>
              </a:ext>
            </a:extLst>
          </p:cNvPr>
          <p:cNvSpPr/>
          <p:nvPr/>
        </p:nvSpPr>
        <p:spPr>
          <a:xfrm>
            <a:off x="3124532" y="1758400"/>
            <a:ext cx="340994" cy="21355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5FE9E898-B964-40DF-B51A-D4D91EADDF58}"/>
              </a:ext>
            </a:extLst>
          </p:cNvPr>
          <p:cNvSpPr/>
          <p:nvPr/>
        </p:nvSpPr>
        <p:spPr>
          <a:xfrm>
            <a:off x="3954994" y="358208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BBED42-7A83-40F5-93FD-C2FD3B7EB02F}"/>
              </a:ext>
            </a:extLst>
          </p:cNvPr>
          <p:cNvCxnSpPr>
            <a:cxnSpLocks/>
            <a:stCxn id="66" idx="5"/>
            <a:endCxn id="72" idx="1"/>
          </p:cNvCxnSpPr>
          <p:nvPr/>
        </p:nvCxnSpPr>
        <p:spPr>
          <a:xfrm>
            <a:off x="3859146" y="3303178"/>
            <a:ext cx="145785" cy="329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1E31F8B-6F68-4168-9D77-59BFC3E833AD}"/>
              </a:ext>
            </a:extLst>
          </p:cNvPr>
          <p:cNvSpPr/>
          <p:nvPr/>
        </p:nvSpPr>
        <p:spPr>
          <a:xfrm>
            <a:off x="4336270" y="347530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BACA1A64-C9C9-41CF-86B1-937B702126F8}"/>
              </a:ext>
            </a:extLst>
          </p:cNvPr>
          <p:cNvSpPr/>
          <p:nvPr/>
        </p:nvSpPr>
        <p:spPr>
          <a:xfrm>
            <a:off x="1172782" y="5577859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89AAD00F-8D32-4544-B69E-1DF83DC6C23D}"/>
              </a:ext>
            </a:extLst>
          </p:cNvPr>
          <p:cNvSpPr/>
          <p:nvPr/>
        </p:nvSpPr>
        <p:spPr>
          <a:xfrm>
            <a:off x="1449028" y="436473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B5DF3AD-760C-47E4-8814-F0B91C159E42}"/>
              </a:ext>
            </a:extLst>
          </p:cNvPr>
          <p:cNvCxnSpPr>
            <a:cxnSpLocks/>
            <a:stCxn id="76" idx="3"/>
            <a:endCxn id="84" idx="7"/>
          </p:cNvCxnSpPr>
          <p:nvPr/>
        </p:nvCxnSpPr>
        <p:spPr>
          <a:xfrm flipH="1">
            <a:off x="1147699" y="4658344"/>
            <a:ext cx="351266" cy="414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690D83F5-B266-4892-9FB1-8B9A9C2A8496}"/>
              </a:ext>
            </a:extLst>
          </p:cNvPr>
          <p:cNvSpPr/>
          <p:nvPr/>
        </p:nvSpPr>
        <p:spPr>
          <a:xfrm>
            <a:off x="2347331" y="386277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3684FAA-5D24-4A63-8F47-2FCA55B54E55}"/>
              </a:ext>
            </a:extLst>
          </p:cNvPr>
          <p:cNvCxnSpPr>
            <a:cxnSpLocks/>
            <a:stCxn id="78" idx="3"/>
            <a:endCxn id="76" idx="7"/>
          </p:cNvCxnSpPr>
          <p:nvPr/>
        </p:nvCxnSpPr>
        <p:spPr>
          <a:xfrm flipH="1">
            <a:off x="1740085" y="4156385"/>
            <a:ext cx="657183" cy="25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7D185BE-24CD-40D2-9C33-CA86753BC3D6}"/>
              </a:ext>
            </a:extLst>
          </p:cNvPr>
          <p:cNvSpPr/>
          <p:nvPr/>
        </p:nvSpPr>
        <p:spPr>
          <a:xfrm>
            <a:off x="3462410" y="4416674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167403D-7C86-4159-A923-D4B030645151}"/>
              </a:ext>
            </a:extLst>
          </p:cNvPr>
          <p:cNvSpPr/>
          <p:nvPr/>
        </p:nvSpPr>
        <p:spPr>
          <a:xfrm>
            <a:off x="476127" y="490388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0DAE7949-A96F-47DF-9E27-BB804BF7059F}"/>
              </a:ext>
            </a:extLst>
          </p:cNvPr>
          <p:cNvSpPr/>
          <p:nvPr/>
        </p:nvSpPr>
        <p:spPr>
          <a:xfrm>
            <a:off x="856642" y="502293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4B4459-5ED6-4A67-B125-2250BCD8AE9E}"/>
              </a:ext>
            </a:extLst>
          </p:cNvPr>
          <p:cNvCxnSpPr>
            <a:cxnSpLocks/>
            <a:stCxn id="75" idx="3"/>
            <a:endCxn id="84" idx="7"/>
          </p:cNvCxnSpPr>
          <p:nvPr/>
        </p:nvCxnSpPr>
        <p:spPr>
          <a:xfrm flipH="1" flipV="1">
            <a:off x="1147699" y="5073309"/>
            <a:ext cx="75020" cy="798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35ABFF2D-0533-4EA7-82C1-300233D6895D}"/>
              </a:ext>
            </a:extLst>
          </p:cNvPr>
          <p:cNvSpPr/>
          <p:nvPr/>
        </p:nvSpPr>
        <p:spPr>
          <a:xfrm>
            <a:off x="2271749" y="482636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4E28D9BF-B923-48D6-AAF9-C61668DA3CAD}"/>
              </a:ext>
            </a:extLst>
          </p:cNvPr>
          <p:cNvSpPr/>
          <p:nvPr/>
        </p:nvSpPr>
        <p:spPr>
          <a:xfrm>
            <a:off x="1898179" y="498954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FF3154C-C796-4DBB-905F-880C760A2299}"/>
              </a:ext>
            </a:extLst>
          </p:cNvPr>
          <p:cNvCxnSpPr>
            <a:cxnSpLocks/>
            <a:stCxn id="76" idx="5"/>
            <a:endCxn id="88" idx="1"/>
          </p:cNvCxnSpPr>
          <p:nvPr/>
        </p:nvCxnSpPr>
        <p:spPr>
          <a:xfrm>
            <a:off x="1740085" y="4658344"/>
            <a:ext cx="208031" cy="381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0C50F0B6-A66B-4857-97E2-F25E8F64D568}"/>
              </a:ext>
            </a:extLst>
          </p:cNvPr>
          <p:cNvSpPr/>
          <p:nvPr/>
        </p:nvSpPr>
        <p:spPr>
          <a:xfrm>
            <a:off x="3065071" y="431883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06498B4-A60C-46BD-9BD2-8F04F65B4F67}"/>
              </a:ext>
            </a:extLst>
          </p:cNvPr>
          <p:cNvCxnSpPr>
            <a:cxnSpLocks/>
            <a:stCxn id="78" idx="5"/>
            <a:endCxn id="90" idx="1"/>
          </p:cNvCxnSpPr>
          <p:nvPr/>
        </p:nvCxnSpPr>
        <p:spPr>
          <a:xfrm>
            <a:off x="2638388" y="4156385"/>
            <a:ext cx="476620" cy="212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7E70407A-28C7-4B48-A06A-AAF346382627}"/>
              </a:ext>
            </a:extLst>
          </p:cNvPr>
          <p:cNvSpPr/>
          <p:nvPr/>
        </p:nvSpPr>
        <p:spPr>
          <a:xfrm>
            <a:off x="4001437" y="481771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148C8A6A-7FB4-48A6-A154-C0C9EC96E118}"/>
              </a:ext>
            </a:extLst>
          </p:cNvPr>
          <p:cNvSpPr/>
          <p:nvPr/>
        </p:nvSpPr>
        <p:spPr>
          <a:xfrm>
            <a:off x="2241058" y="5577859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E500FDD-3515-437C-96B8-D0DCDECF7A0E}"/>
              </a:ext>
            </a:extLst>
          </p:cNvPr>
          <p:cNvCxnSpPr>
            <a:cxnSpLocks/>
            <a:stCxn id="88" idx="5"/>
            <a:endCxn id="93" idx="1"/>
          </p:cNvCxnSpPr>
          <p:nvPr/>
        </p:nvCxnSpPr>
        <p:spPr>
          <a:xfrm>
            <a:off x="2189236" y="5283153"/>
            <a:ext cx="101759" cy="345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D37AA8E1-628E-4677-B2B5-886374E651D8}"/>
              </a:ext>
            </a:extLst>
          </p:cNvPr>
          <p:cNvSpPr/>
          <p:nvPr/>
        </p:nvSpPr>
        <p:spPr>
          <a:xfrm>
            <a:off x="2247639" y="598114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2D4A08BC-6B8A-44A6-8F88-B6BC4A855450}"/>
              </a:ext>
            </a:extLst>
          </p:cNvPr>
          <p:cNvSpPr/>
          <p:nvPr/>
        </p:nvSpPr>
        <p:spPr>
          <a:xfrm>
            <a:off x="472294" y="567720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A47A2DB-908C-4D21-A89E-90D2E87B66ED}"/>
              </a:ext>
            </a:extLst>
          </p:cNvPr>
          <p:cNvCxnSpPr>
            <a:cxnSpLocks/>
            <a:stCxn id="84" idx="3"/>
            <a:endCxn id="96" idx="7"/>
          </p:cNvCxnSpPr>
          <p:nvPr/>
        </p:nvCxnSpPr>
        <p:spPr>
          <a:xfrm flipH="1">
            <a:off x="763351" y="5316545"/>
            <a:ext cx="143228" cy="411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484CF5AA-78C2-4DA9-BCD0-3A6D4039803B}"/>
              </a:ext>
            </a:extLst>
          </p:cNvPr>
          <p:cNvSpPr/>
          <p:nvPr/>
        </p:nvSpPr>
        <p:spPr>
          <a:xfrm>
            <a:off x="1236192" y="595864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839258B-51E4-4B8B-BA8B-31AA2CD52854}"/>
              </a:ext>
            </a:extLst>
          </p:cNvPr>
          <p:cNvSpPr/>
          <p:nvPr/>
        </p:nvSpPr>
        <p:spPr>
          <a:xfrm>
            <a:off x="472294" y="6086656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EE27A2E3-1467-4B50-8A13-CD888A73F534}"/>
              </a:ext>
            </a:extLst>
          </p:cNvPr>
          <p:cNvSpPr/>
          <p:nvPr/>
        </p:nvSpPr>
        <p:spPr>
          <a:xfrm>
            <a:off x="3588045" y="485986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8E03D01-DB06-48AD-8356-9660DE5E8FCB}"/>
              </a:ext>
            </a:extLst>
          </p:cNvPr>
          <p:cNvCxnSpPr>
            <a:cxnSpLocks/>
            <a:stCxn id="90" idx="5"/>
            <a:endCxn id="100" idx="1"/>
          </p:cNvCxnSpPr>
          <p:nvPr/>
        </p:nvCxnSpPr>
        <p:spPr>
          <a:xfrm>
            <a:off x="3356128" y="4612442"/>
            <a:ext cx="281854" cy="297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12594C4-917A-4AB2-BB25-0338F1B3580B}"/>
              </a:ext>
            </a:extLst>
          </p:cNvPr>
          <p:cNvSpPr/>
          <p:nvPr/>
        </p:nvSpPr>
        <p:spPr>
          <a:xfrm>
            <a:off x="2780094" y="5260143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C25747F5-7986-4B47-BC61-5CB02D713994}"/>
              </a:ext>
            </a:extLst>
          </p:cNvPr>
          <p:cNvSpPr/>
          <p:nvPr/>
        </p:nvSpPr>
        <p:spPr>
          <a:xfrm>
            <a:off x="2706414" y="48386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4DE6186-F341-427D-AC9F-DAA2DCED7FAB}"/>
              </a:ext>
            </a:extLst>
          </p:cNvPr>
          <p:cNvCxnSpPr>
            <a:cxnSpLocks/>
            <a:stCxn id="90" idx="3"/>
            <a:endCxn id="103" idx="7"/>
          </p:cNvCxnSpPr>
          <p:nvPr/>
        </p:nvCxnSpPr>
        <p:spPr>
          <a:xfrm flipH="1">
            <a:off x="2997471" y="4612442"/>
            <a:ext cx="117537" cy="276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718FF6F7-E656-4748-82B9-A5F961018904}"/>
              </a:ext>
            </a:extLst>
          </p:cNvPr>
          <p:cNvSpPr/>
          <p:nvPr/>
        </p:nvSpPr>
        <p:spPr>
          <a:xfrm>
            <a:off x="4073753" y="5527149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3D6E2C6-385D-4217-9922-5955160E185C}"/>
              </a:ext>
            </a:extLst>
          </p:cNvPr>
          <p:cNvCxnSpPr>
            <a:cxnSpLocks/>
            <a:stCxn id="100" idx="5"/>
            <a:endCxn id="106" idx="1"/>
          </p:cNvCxnSpPr>
          <p:nvPr/>
        </p:nvCxnSpPr>
        <p:spPr>
          <a:xfrm>
            <a:off x="3879102" y="5153474"/>
            <a:ext cx="244588" cy="424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CB8BC46-46AF-42EC-92AA-6B101425063A}"/>
              </a:ext>
            </a:extLst>
          </p:cNvPr>
          <p:cNvSpPr/>
          <p:nvPr/>
        </p:nvSpPr>
        <p:spPr>
          <a:xfrm>
            <a:off x="4051531" y="604051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4178C82-8916-4E49-95DE-B29B314472BF}"/>
              </a:ext>
            </a:extLst>
          </p:cNvPr>
          <p:cNvSpPr/>
          <p:nvPr/>
        </p:nvSpPr>
        <p:spPr>
          <a:xfrm>
            <a:off x="1106806" y="42672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DDC8362-4695-4107-872B-80DAEBC7B46F}"/>
              </a:ext>
            </a:extLst>
          </p:cNvPr>
          <p:cNvSpPr/>
          <p:nvPr/>
        </p:nvSpPr>
        <p:spPr>
          <a:xfrm>
            <a:off x="2743200" y="39624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8235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95F92EC6-C8C4-4E69-A29A-AD8263D36385}"/>
              </a:ext>
            </a:extLst>
          </p:cNvPr>
          <p:cNvSpPr/>
          <p:nvPr/>
        </p:nvSpPr>
        <p:spPr>
          <a:xfrm>
            <a:off x="1210630" y="201487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7" name="Flowchart: Connector 136">
            <a:extLst>
              <a:ext uri="{FF2B5EF4-FFF2-40B4-BE49-F238E27FC236}">
                <a16:creationId xmlns:a16="http://schemas.microsoft.com/office/drawing/2014/main" id="{67F7406D-A956-4A43-B485-B6989698A4D2}"/>
              </a:ext>
            </a:extLst>
          </p:cNvPr>
          <p:cNvSpPr/>
          <p:nvPr/>
        </p:nvSpPr>
        <p:spPr>
          <a:xfrm>
            <a:off x="2097139" y="13931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57E1250-4C05-46DE-B1B1-966E9EDE57F7}"/>
              </a:ext>
            </a:extLst>
          </p:cNvPr>
          <p:cNvSpPr/>
          <p:nvPr/>
        </p:nvSpPr>
        <p:spPr>
          <a:xfrm>
            <a:off x="1338317" y="174164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2B06730-8194-4F3A-A9D0-5B268EBEF573}"/>
              </a:ext>
            </a:extLst>
          </p:cNvPr>
          <p:cNvCxnSpPr>
            <a:cxnSpLocks/>
            <a:stCxn id="137" idx="3"/>
            <a:endCxn id="136" idx="7"/>
          </p:cNvCxnSpPr>
          <p:nvPr/>
        </p:nvCxnSpPr>
        <p:spPr>
          <a:xfrm flipH="1">
            <a:off x="1501687" y="1686746"/>
            <a:ext cx="645389" cy="37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2ED51353-386A-4344-8AAD-B7F702161B46}"/>
              </a:ext>
            </a:extLst>
          </p:cNvPr>
          <p:cNvSpPr/>
          <p:nvPr/>
        </p:nvSpPr>
        <p:spPr>
          <a:xfrm>
            <a:off x="2597940" y="191859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07A5C61-CB4F-44FE-AC4F-E661EF110012}"/>
              </a:ext>
            </a:extLst>
          </p:cNvPr>
          <p:cNvCxnSpPr>
            <a:cxnSpLocks/>
            <a:stCxn id="137" idx="5"/>
            <a:endCxn id="140" idx="1"/>
          </p:cNvCxnSpPr>
          <p:nvPr/>
        </p:nvCxnSpPr>
        <p:spPr>
          <a:xfrm>
            <a:off x="2388196" y="1686746"/>
            <a:ext cx="259681" cy="28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23A018B-3568-4A23-B69A-EA1F84E892CC}"/>
              </a:ext>
            </a:extLst>
          </p:cNvPr>
          <p:cNvSpPr/>
          <p:nvPr/>
        </p:nvSpPr>
        <p:spPr>
          <a:xfrm>
            <a:off x="3337776" y="2229878"/>
            <a:ext cx="340994" cy="2135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AD4C706-71DF-4E5C-A8E3-2EAEDA4FF289}"/>
              </a:ext>
            </a:extLst>
          </p:cNvPr>
          <p:cNvSpPr/>
          <p:nvPr/>
        </p:nvSpPr>
        <p:spPr>
          <a:xfrm>
            <a:off x="409422" y="261281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271F89F1-5585-405C-A33E-7E2E654329A1}"/>
              </a:ext>
            </a:extLst>
          </p:cNvPr>
          <p:cNvSpPr/>
          <p:nvPr/>
        </p:nvSpPr>
        <p:spPr>
          <a:xfrm>
            <a:off x="805279" y="255932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5CC94E1-1548-4388-82AD-81DDA67C513C}"/>
              </a:ext>
            </a:extLst>
          </p:cNvPr>
          <p:cNvCxnSpPr>
            <a:cxnSpLocks/>
            <a:stCxn id="136" idx="3"/>
            <a:endCxn id="144" idx="7"/>
          </p:cNvCxnSpPr>
          <p:nvPr/>
        </p:nvCxnSpPr>
        <p:spPr>
          <a:xfrm flipH="1">
            <a:off x="1096336" y="2308483"/>
            <a:ext cx="164231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B098F4C-B85A-4CCC-BAFD-327269E8E401}"/>
              </a:ext>
            </a:extLst>
          </p:cNvPr>
          <p:cNvSpPr/>
          <p:nvPr/>
        </p:nvSpPr>
        <p:spPr>
          <a:xfrm>
            <a:off x="2465368" y="13716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9D31CBE-91CC-4ACC-87B9-8DBB54399243}"/>
              </a:ext>
            </a:extLst>
          </p:cNvPr>
          <p:cNvSpPr/>
          <p:nvPr/>
        </p:nvSpPr>
        <p:spPr>
          <a:xfrm>
            <a:off x="2179817" y="282425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60AA7A54-CE90-4FFB-844A-FC6CA7923A21}"/>
              </a:ext>
            </a:extLst>
          </p:cNvPr>
          <p:cNvSpPr/>
          <p:nvPr/>
        </p:nvSpPr>
        <p:spPr>
          <a:xfrm>
            <a:off x="2136386" y="2466500"/>
            <a:ext cx="340994" cy="315023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19892E9-B7AE-4750-9FFD-7875A8C0790B}"/>
              </a:ext>
            </a:extLst>
          </p:cNvPr>
          <p:cNvCxnSpPr>
            <a:cxnSpLocks/>
            <a:stCxn id="140" idx="3"/>
            <a:endCxn id="148" idx="7"/>
          </p:cNvCxnSpPr>
          <p:nvPr/>
        </p:nvCxnSpPr>
        <p:spPr>
          <a:xfrm flipH="1">
            <a:off x="2427443" y="2212209"/>
            <a:ext cx="220434" cy="300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lowchart: Connector 149">
            <a:extLst>
              <a:ext uri="{FF2B5EF4-FFF2-40B4-BE49-F238E27FC236}">
                <a16:creationId xmlns:a16="http://schemas.microsoft.com/office/drawing/2014/main" id="{4FD2965A-5DB0-4A97-860C-5917166C653C}"/>
              </a:ext>
            </a:extLst>
          </p:cNvPr>
          <p:cNvSpPr/>
          <p:nvPr/>
        </p:nvSpPr>
        <p:spPr>
          <a:xfrm>
            <a:off x="2985014" y="236816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06A20C9-0899-449D-97C0-E3C4F2BDFCE0}"/>
              </a:ext>
            </a:extLst>
          </p:cNvPr>
          <p:cNvCxnSpPr>
            <a:cxnSpLocks/>
            <a:stCxn id="140" idx="5"/>
            <a:endCxn id="150" idx="1"/>
          </p:cNvCxnSpPr>
          <p:nvPr/>
        </p:nvCxnSpPr>
        <p:spPr>
          <a:xfrm>
            <a:off x="2888997" y="2212209"/>
            <a:ext cx="145954" cy="20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F90EF0E-0AF0-4EC6-A60D-1272F02571C7}"/>
              </a:ext>
            </a:extLst>
          </p:cNvPr>
          <p:cNvSpPr/>
          <p:nvPr/>
        </p:nvSpPr>
        <p:spPr>
          <a:xfrm>
            <a:off x="3802594" y="295483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153" name="Flowchart: Connector 152">
            <a:extLst>
              <a:ext uri="{FF2B5EF4-FFF2-40B4-BE49-F238E27FC236}">
                <a16:creationId xmlns:a16="http://schemas.microsoft.com/office/drawing/2014/main" id="{EAA990C9-554A-4FCA-BAF5-CA26CD5E6901}"/>
              </a:ext>
            </a:extLst>
          </p:cNvPr>
          <p:cNvSpPr/>
          <p:nvPr/>
        </p:nvSpPr>
        <p:spPr>
          <a:xfrm>
            <a:off x="1472156" y="252081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3F6C30E-3721-4FC4-9A15-91BD2EC75131}"/>
              </a:ext>
            </a:extLst>
          </p:cNvPr>
          <p:cNvCxnSpPr>
            <a:cxnSpLocks/>
            <a:stCxn id="136" idx="5"/>
            <a:endCxn id="153" idx="0"/>
          </p:cNvCxnSpPr>
          <p:nvPr/>
        </p:nvCxnSpPr>
        <p:spPr>
          <a:xfrm>
            <a:off x="1501687" y="2308483"/>
            <a:ext cx="140966" cy="21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Flowchart: Connector 157">
            <a:extLst>
              <a:ext uri="{FF2B5EF4-FFF2-40B4-BE49-F238E27FC236}">
                <a16:creationId xmlns:a16="http://schemas.microsoft.com/office/drawing/2014/main" id="{B40A5186-15C3-411C-88E5-38A785626890}"/>
              </a:ext>
            </a:extLst>
          </p:cNvPr>
          <p:cNvSpPr/>
          <p:nvPr/>
        </p:nvSpPr>
        <p:spPr>
          <a:xfrm>
            <a:off x="385994" y="31164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FCD66EA-BE90-408B-BC31-1E0C00BE8CF2}"/>
              </a:ext>
            </a:extLst>
          </p:cNvPr>
          <p:cNvCxnSpPr>
            <a:cxnSpLocks/>
            <a:stCxn id="144" idx="3"/>
            <a:endCxn id="158" idx="7"/>
          </p:cNvCxnSpPr>
          <p:nvPr/>
        </p:nvCxnSpPr>
        <p:spPr>
          <a:xfrm flipH="1">
            <a:off x="677051" y="2852934"/>
            <a:ext cx="178165" cy="313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A579C65-56E1-4AB8-9E4E-F89C34A712AA}"/>
              </a:ext>
            </a:extLst>
          </p:cNvPr>
          <p:cNvSpPr/>
          <p:nvPr/>
        </p:nvSpPr>
        <p:spPr>
          <a:xfrm>
            <a:off x="1484957" y="290922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B7728E4-38E7-4026-8CD9-117E04728B22}"/>
              </a:ext>
            </a:extLst>
          </p:cNvPr>
          <p:cNvSpPr/>
          <p:nvPr/>
        </p:nvSpPr>
        <p:spPr>
          <a:xfrm>
            <a:off x="0" y="314433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A8AF31C5-21A3-4125-89F6-ABC052405344}"/>
              </a:ext>
            </a:extLst>
          </p:cNvPr>
          <p:cNvSpPr/>
          <p:nvPr/>
        </p:nvSpPr>
        <p:spPr>
          <a:xfrm>
            <a:off x="3415689" y="30095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E36A214-B76F-4396-9F9B-27A9A3D6662D}"/>
              </a:ext>
            </a:extLst>
          </p:cNvPr>
          <p:cNvCxnSpPr>
            <a:cxnSpLocks/>
            <a:stCxn id="150" idx="5"/>
            <a:endCxn id="162" idx="1"/>
          </p:cNvCxnSpPr>
          <p:nvPr/>
        </p:nvCxnSpPr>
        <p:spPr>
          <a:xfrm>
            <a:off x="3276071" y="2661776"/>
            <a:ext cx="189555" cy="39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044E025-9842-47EB-B4D8-B3D4E603BB3E}"/>
              </a:ext>
            </a:extLst>
          </p:cNvPr>
          <p:cNvSpPr/>
          <p:nvPr/>
        </p:nvSpPr>
        <p:spPr>
          <a:xfrm>
            <a:off x="2742174" y="338774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5" name="Flowchart: Connector 164">
            <a:extLst>
              <a:ext uri="{FF2B5EF4-FFF2-40B4-BE49-F238E27FC236}">
                <a16:creationId xmlns:a16="http://schemas.microsoft.com/office/drawing/2014/main" id="{E04020E1-563E-4C9B-A3AA-80F4BD246E1D}"/>
              </a:ext>
            </a:extLst>
          </p:cNvPr>
          <p:cNvSpPr/>
          <p:nvPr/>
        </p:nvSpPr>
        <p:spPr>
          <a:xfrm>
            <a:off x="2692624" y="30095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86A13F6-54DA-41FB-8191-0A9F66166DCC}"/>
              </a:ext>
            </a:extLst>
          </p:cNvPr>
          <p:cNvCxnSpPr>
            <a:cxnSpLocks/>
            <a:stCxn id="150" idx="3"/>
            <a:endCxn id="165" idx="0"/>
          </p:cNvCxnSpPr>
          <p:nvPr/>
        </p:nvCxnSpPr>
        <p:spPr>
          <a:xfrm flipH="1">
            <a:off x="2863121" y="2661776"/>
            <a:ext cx="171830" cy="34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4419FC9-9094-4A79-B333-9E0C252612DA}"/>
              </a:ext>
            </a:extLst>
          </p:cNvPr>
          <p:cNvSpPr/>
          <p:nvPr/>
        </p:nvSpPr>
        <p:spPr>
          <a:xfrm>
            <a:off x="2972132" y="1758400"/>
            <a:ext cx="340994" cy="213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05EEF90B-A1C4-4396-BE17-6428E8B73359}"/>
              </a:ext>
            </a:extLst>
          </p:cNvPr>
          <p:cNvSpPr/>
          <p:nvPr/>
        </p:nvSpPr>
        <p:spPr>
          <a:xfrm>
            <a:off x="3802594" y="358208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F39BA18-A111-449E-9A4D-73E3C513CC9C}"/>
              </a:ext>
            </a:extLst>
          </p:cNvPr>
          <p:cNvCxnSpPr>
            <a:cxnSpLocks/>
            <a:stCxn id="162" idx="5"/>
            <a:endCxn id="81" idx="1"/>
          </p:cNvCxnSpPr>
          <p:nvPr/>
        </p:nvCxnSpPr>
        <p:spPr>
          <a:xfrm>
            <a:off x="3706746" y="3303178"/>
            <a:ext cx="145785" cy="329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F955B2F-D366-491A-9B16-E498A0A35ABC}"/>
              </a:ext>
            </a:extLst>
          </p:cNvPr>
          <p:cNvSpPr/>
          <p:nvPr/>
        </p:nvSpPr>
        <p:spPr>
          <a:xfrm>
            <a:off x="4183870" y="347530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38363E0-7EF1-4F7A-A42F-1B6871EF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7994" y="1485320"/>
            <a:ext cx="3173606" cy="4382079"/>
          </a:xfrm>
        </p:spPr>
        <p:txBody>
          <a:bodyPr>
            <a:normAutofit/>
          </a:bodyPr>
          <a:lstStyle/>
          <a:p>
            <a:pPr marL="0" indent="0"/>
            <a:r>
              <a:rPr lang="en-US" sz="1600" b="1" dirty="0"/>
              <a:t>Delete – E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00FF00"/>
                </a:highlight>
              </a:rPr>
              <a:t>Case – 2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Find Successor of E– (F)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Delete F</a:t>
            </a:r>
          </a:p>
          <a:p>
            <a:pPr marL="1085850" lvl="2"/>
            <a:r>
              <a:rPr lang="en-US" sz="1100" dirty="0"/>
              <a:t>Find Successor of F – (G)</a:t>
            </a:r>
          </a:p>
          <a:p>
            <a:pPr marL="1085850" lvl="2"/>
            <a:r>
              <a:rPr lang="en-US" sz="1100" dirty="0"/>
              <a:t>Delete G</a:t>
            </a:r>
          </a:p>
          <a:p>
            <a:pPr marL="1085850" lvl="2"/>
            <a:r>
              <a:rPr lang="en-US" sz="1100" dirty="0"/>
              <a:t>Replace F by G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050" dirty="0"/>
              <a:t>Replace E by F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1800" dirty="0"/>
              <a:t>Re-Balance Tree</a:t>
            </a: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3078BCB-1001-40C8-B84C-A9EA9E87E779}"/>
              </a:ext>
            </a:extLst>
          </p:cNvPr>
          <p:cNvSpPr/>
          <p:nvPr/>
        </p:nvSpPr>
        <p:spPr>
          <a:xfrm>
            <a:off x="1363030" y="452947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2447B87E-7B0B-4B10-A4B9-B39A4CA23ABE}"/>
              </a:ext>
            </a:extLst>
          </p:cNvPr>
          <p:cNvSpPr/>
          <p:nvPr/>
        </p:nvSpPr>
        <p:spPr>
          <a:xfrm>
            <a:off x="2249539" y="39077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710F5B-1291-4C7E-B9AD-FB59FB74AE94}"/>
              </a:ext>
            </a:extLst>
          </p:cNvPr>
          <p:cNvSpPr/>
          <p:nvPr/>
        </p:nvSpPr>
        <p:spPr>
          <a:xfrm>
            <a:off x="1490717" y="425624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52667C7-8CA6-4263-BBD9-D461474AD5CE}"/>
              </a:ext>
            </a:extLst>
          </p:cNvPr>
          <p:cNvCxnSpPr>
            <a:cxnSpLocks/>
            <a:stCxn id="41" idx="3"/>
            <a:endCxn id="40" idx="7"/>
          </p:cNvCxnSpPr>
          <p:nvPr/>
        </p:nvCxnSpPr>
        <p:spPr>
          <a:xfrm flipH="1">
            <a:off x="1654087" y="4201346"/>
            <a:ext cx="645389" cy="37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439FA41C-57B8-4627-BFA7-558F9C98E0CA}"/>
              </a:ext>
            </a:extLst>
          </p:cNvPr>
          <p:cNvSpPr/>
          <p:nvPr/>
        </p:nvSpPr>
        <p:spPr>
          <a:xfrm>
            <a:off x="2750340" y="443319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9FD2C8C-8CE5-4312-B766-E5F460E9B0D0}"/>
              </a:ext>
            </a:extLst>
          </p:cNvPr>
          <p:cNvCxnSpPr>
            <a:cxnSpLocks/>
            <a:stCxn id="41" idx="5"/>
            <a:endCxn id="44" idx="1"/>
          </p:cNvCxnSpPr>
          <p:nvPr/>
        </p:nvCxnSpPr>
        <p:spPr>
          <a:xfrm>
            <a:off x="2540596" y="4201346"/>
            <a:ext cx="259681" cy="28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111ED3D-6354-423D-BA54-EAD9D823BE3C}"/>
              </a:ext>
            </a:extLst>
          </p:cNvPr>
          <p:cNvSpPr/>
          <p:nvPr/>
        </p:nvSpPr>
        <p:spPr>
          <a:xfrm>
            <a:off x="3490176" y="4744478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C69D0B-EEF2-49F7-A79E-365C7855F859}"/>
              </a:ext>
            </a:extLst>
          </p:cNvPr>
          <p:cNvSpPr/>
          <p:nvPr/>
        </p:nvSpPr>
        <p:spPr>
          <a:xfrm>
            <a:off x="561822" y="512741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EA8D98AB-5509-4F7F-B55F-5BE4061BA921}"/>
              </a:ext>
            </a:extLst>
          </p:cNvPr>
          <p:cNvSpPr/>
          <p:nvPr/>
        </p:nvSpPr>
        <p:spPr>
          <a:xfrm>
            <a:off x="957679" y="507392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88452B-8AFC-40B2-9E38-2FB58575A87F}"/>
              </a:ext>
            </a:extLst>
          </p:cNvPr>
          <p:cNvCxnSpPr>
            <a:cxnSpLocks/>
            <a:stCxn id="40" idx="3"/>
            <a:endCxn id="50" idx="7"/>
          </p:cNvCxnSpPr>
          <p:nvPr/>
        </p:nvCxnSpPr>
        <p:spPr>
          <a:xfrm flipH="1">
            <a:off x="1248736" y="4823083"/>
            <a:ext cx="164231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AB968C45-24E8-423E-8234-CC7535A700CB}"/>
              </a:ext>
            </a:extLst>
          </p:cNvPr>
          <p:cNvSpPr/>
          <p:nvPr/>
        </p:nvSpPr>
        <p:spPr>
          <a:xfrm>
            <a:off x="2617768" y="38862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680E1B-3F0B-4DD2-8BA7-2CDE90A32D0D}"/>
              </a:ext>
            </a:extLst>
          </p:cNvPr>
          <p:cNvSpPr/>
          <p:nvPr/>
        </p:nvSpPr>
        <p:spPr>
          <a:xfrm>
            <a:off x="2156749" y="4769805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EA5693CB-EB62-4DD9-AB91-8C62CCEA1F8B}"/>
              </a:ext>
            </a:extLst>
          </p:cNvPr>
          <p:cNvSpPr/>
          <p:nvPr/>
        </p:nvSpPr>
        <p:spPr>
          <a:xfrm>
            <a:off x="2427443" y="498749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D3F6F6F-23C7-4BD5-B076-80FAD63E8F4E}"/>
              </a:ext>
            </a:extLst>
          </p:cNvPr>
          <p:cNvCxnSpPr>
            <a:cxnSpLocks/>
            <a:stCxn id="44" idx="3"/>
            <a:endCxn id="54" idx="7"/>
          </p:cNvCxnSpPr>
          <p:nvPr/>
        </p:nvCxnSpPr>
        <p:spPr>
          <a:xfrm flipH="1">
            <a:off x="2718500" y="4726809"/>
            <a:ext cx="81777" cy="311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E7808E5E-CAFA-4C5A-8B49-5E01C57E5D59}"/>
              </a:ext>
            </a:extLst>
          </p:cNvPr>
          <p:cNvSpPr/>
          <p:nvPr/>
        </p:nvSpPr>
        <p:spPr>
          <a:xfrm>
            <a:off x="3137414" y="488276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EF46646-EB2F-4877-A5CE-95A76F7B7A72}"/>
              </a:ext>
            </a:extLst>
          </p:cNvPr>
          <p:cNvCxnSpPr>
            <a:cxnSpLocks/>
            <a:stCxn id="44" idx="5"/>
            <a:endCxn id="56" idx="1"/>
          </p:cNvCxnSpPr>
          <p:nvPr/>
        </p:nvCxnSpPr>
        <p:spPr>
          <a:xfrm>
            <a:off x="3041397" y="4726809"/>
            <a:ext cx="145954" cy="20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33017AC8-D4B3-4321-BF98-0B22B3B68C7F}"/>
              </a:ext>
            </a:extLst>
          </p:cNvPr>
          <p:cNvSpPr/>
          <p:nvPr/>
        </p:nvSpPr>
        <p:spPr>
          <a:xfrm>
            <a:off x="3954994" y="5469432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112A0AD9-3E10-477F-B081-A2771AF86B62}"/>
              </a:ext>
            </a:extLst>
          </p:cNvPr>
          <p:cNvSpPr/>
          <p:nvPr/>
        </p:nvSpPr>
        <p:spPr>
          <a:xfrm>
            <a:off x="1624556" y="503541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A7D075-3175-46D2-9B5B-16172FB08EDA}"/>
              </a:ext>
            </a:extLst>
          </p:cNvPr>
          <p:cNvCxnSpPr>
            <a:cxnSpLocks/>
            <a:stCxn id="40" idx="5"/>
            <a:endCxn id="59" idx="0"/>
          </p:cNvCxnSpPr>
          <p:nvPr/>
        </p:nvCxnSpPr>
        <p:spPr>
          <a:xfrm>
            <a:off x="1654087" y="4823083"/>
            <a:ext cx="140966" cy="21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DC5CA5C3-D8FD-4F27-A9CC-1B685109F137}"/>
              </a:ext>
            </a:extLst>
          </p:cNvPr>
          <p:cNvSpPr/>
          <p:nvPr/>
        </p:nvSpPr>
        <p:spPr>
          <a:xfrm>
            <a:off x="538394" y="563103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99D822E-E6DD-4B79-9CBA-712A1931604C}"/>
              </a:ext>
            </a:extLst>
          </p:cNvPr>
          <p:cNvCxnSpPr>
            <a:cxnSpLocks/>
            <a:stCxn id="50" idx="3"/>
            <a:endCxn id="61" idx="7"/>
          </p:cNvCxnSpPr>
          <p:nvPr/>
        </p:nvCxnSpPr>
        <p:spPr>
          <a:xfrm flipH="1">
            <a:off x="829451" y="5367534"/>
            <a:ext cx="178165" cy="313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F9C5705-DFD6-445A-9F87-41BA1BF88475}"/>
              </a:ext>
            </a:extLst>
          </p:cNvPr>
          <p:cNvSpPr/>
          <p:nvPr/>
        </p:nvSpPr>
        <p:spPr>
          <a:xfrm>
            <a:off x="1637357" y="542382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B5F166-DB30-4694-8089-5858D4638AA5}"/>
              </a:ext>
            </a:extLst>
          </p:cNvPr>
          <p:cNvSpPr/>
          <p:nvPr/>
        </p:nvSpPr>
        <p:spPr>
          <a:xfrm>
            <a:off x="152400" y="5658939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F45D2440-FF84-44B3-B1D2-800C5E7F2708}"/>
              </a:ext>
            </a:extLst>
          </p:cNvPr>
          <p:cNvSpPr/>
          <p:nvPr/>
        </p:nvSpPr>
        <p:spPr>
          <a:xfrm>
            <a:off x="3568089" y="55241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3572625-CD55-4C6B-8DFE-FAB291BE57DD}"/>
              </a:ext>
            </a:extLst>
          </p:cNvPr>
          <p:cNvCxnSpPr>
            <a:cxnSpLocks/>
            <a:stCxn id="56" idx="5"/>
            <a:endCxn id="65" idx="1"/>
          </p:cNvCxnSpPr>
          <p:nvPr/>
        </p:nvCxnSpPr>
        <p:spPr>
          <a:xfrm>
            <a:off x="3428471" y="5176376"/>
            <a:ext cx="189555" cy="398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351F50F-F38D-49A5-9603-B8C9E2608368}"/>
              </a:ext>
            </a:extLst>
          </p:cNvPr>
          <p:cNvSpPr/>
          <p:nvPr/>
        </p:nvSpPr>
        <p:spPr>
          <a:xfrm>
            <a:off x="2894574" y="5902347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7EA69029-2EDB-46EA-A360-EDBFDE227019}"/>
              </a:ext>
            </a:extLst>
          </p:cNvPr>
          <p:cNvSpPr/>
          <p:nvPr/>
        </p:nvSpPr>
        <p:spPr>
          <a:xfrm>
            <a:off x="2845024" y="552416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AE913F1-786B-44C3-9102-294DE70B8946}"/>
              </a:ext>
            </a:extLst>
          </p:cNvPr>
          <p:cNvCxnSpPr>
            <a:cxnSpLocks/>
            <a:stCxn id="54" idx="5"/>
            <a:endCxn id="68" idx="0"/>
          </p:cNvCxnSpPr>
          <p:nvPr/>
        </p:nvCxnSpPr>
        <p:spPr>
          <a:xfrm>
            <a:off x="2718500" y="5281110"/>
            <a:ext cx="297021" cy="243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0D5122A8-5D01-408B-ABCD-7F31B6DD93F1}"/>
              </a:ext>
            </a:extLst>
          </p:cNvPr>
          <p:cNvSpPr/>
          <p:nvPr/>
        </p:nvSpPr>
        <p:spPr>
          <a:xfrm>
            <a:off x="3124532" y="42730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5094C14C-1291-4493-A6FA-AC05FA67B24D}"/>
              </a:ext>
            </a:extLst>
          </p:cNvPr>
          <p:cNvSpPr/>
          <p:nvPr/>
        </p:nvSpPr>
        <p:spPr>
          <a:xfrm>
            <a:off x="2036189" y="557454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292548F-5AA7-4244-8D15-143AC6253797}"/>
              </a:ext>
            </a:extLst>
          </p:cNvPr>
          <p:cNvCxnSpPr>
            <a:cxnSpLocks/>
            <a:stCxn id="54" idx="3"/>
            <a:endCxn id="75" idx="7"/>
          </p:cNvCxnSpPr>
          <p:nvPr/>
        </p:nvCxnSpPr>
        <p:spPr>
          <a:xfrm flipH="1">
            <a:off x="2327246" y="5281110"/>
            <a:ext cx="150134" cy="343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86DED61E-6CB1-4D22-A7CD-47A26F96DD1E}"/>
              </a:ext>
            </a:extLst>
          </p:cNvPr>
          <p:cNvSpPr/>
          <p:nvPr/>
        </p:nvSpPr>
        <p:spPr>
          <a:xfrm>
            <a:off x="2057400" y="5943600"/>
            <a:ext cx="340994" cy="2135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531331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Height of Binary tree –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6A9B68-4457-4DA2-A963-C6E1087137B2}"/>
              </a:ext>
            </a:extLst>
          </p:cNvPr>
          <p:cNvSpPr/>
          <p:nvPr/>
        </p:nvSpPr>
        <p:spPr>
          <a:xfrm>
            <a:off x="297426" y="1447802"/>
            <a:ext cx="8458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Height of Complete Binary Tree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 dirty="0"/>
              <a:t>Max nodes in a complete tree of height h = 2</a:t>
            </a:r>
            <a:r>
              <a:rPr lang="en-US" sz="1400" baseline="30000" dirty="0"/>
              <a:t>h+1</a:t>
            </a:r>
            <a:r>
              <a:rPr lang="en-US" sz="1400" dirty="0"/>
              <a:t>−1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 dirty="0"/>
              <a:t>Max nodes in a complete tree of height h-1 = 2</a:t>
            </a:r>
            <a:r>
              <a:rPr lang="en-US" sz="1400" baseline="30000" dirty="0"/>
              <a:t>h</a:t>
            </a:r>
            <a:r>
              <a:rPr lang="en-US" sz="1400" dirty="0"/>
              <a:t>−1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 dirty="0"/>
              <a:t>Min number of nodes in a complete tree of height h = 2</a:t>
            </a:r>
            <a:r>
              <a:rPr lang="en-US" sz="1400" baseline="30000" dirty="0"/>
              <a:t>h</a:t>
            </a:r>
            <a:r>
              <a:rPr lang="en-US" sz="1400" dirty="0"/>
              <a:t>−1+1 = 2</a:t>
            </a:r>
            <a:r>
              <a:rPr lang="en-US" sz="1400" baseline="30000" dirty="0"/>
              <a:t>h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 dirty="0"/>
              <a:t>This implies that for a Tree of height h, n is between and min and max nodes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/>
              <a:t>2</a:t>
            </a:r>
            <a:r>
              <a:rPr lang="en-US" sz="1400" baseline="30000" dirty="0"/>
              <a:t>h</a:t>
            </a:r>
            <a:r>
              <a:rPr lang="en-US" sz="1400" dirty="0"/>
              <a:t> &lt;=  n  &lt;= 2</a:t>
            </a:r>
            <a:r>
              <a:rPr lang="en-US" sz="1400" baseline="30000" dirty="0"/>
              <a:t>(h+1)</a:t>
            </a:r>
            <a:r>
              <a:rPr lang="en-US" sz="1400" dirty="0"/>
              <a:t> - 1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/>
              <a:t>2</a:t>
            </a:r>
            <a:r>
              <a:rPr lang="en-US" sz="1400" baseline="30000" dirty="0"/>
              <a:t>h</a:t>
            </a:r>
            <a:r>
              <a:rPr lang="en-US" sz="1400" dirty="0"/>
              <a:t>&lt;=n&lt;2</a:t>
            </a:r>
            <a:r>
              <a:rPr lang="en-US" sz="1400" baseline="30000" dirty="0"/>
              <a:t>(h+1)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/>
              <a:t>h&lt;=lg(n)&lt;h+1 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 dirty="0"/>
              <a:t>Since h is an integer, it follows that h = floor(lg(n))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 dirty="0"/>
              <a:t>O(h) means O(floor(log(n)) means O(log 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EEEF4-D8D4-44EE-B5B8-7F0D78186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287" y="3534420"/>
            <a:ext cx="4395788" cy="280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989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Height of AVL tree –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9C20D76-B084-4E3C-BB65-20708EE4D13F}"/>
              </a:ext>
            </a:extLst>
          </p:cNvPr>
          <p:cNvSpPr/>
          <p:nvPr/>
        </p:nvSpPr>
        <p:spPr>
          <a:xfrm>
            <a:off x="2161944" y="209325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FF29617-59F9-4F3E-904F-48E273888247}"/>
              </a:ext>
            </a:extLst>
          </p:cNvPr>
          <p:cNvSpPr/>
          <p:nvPr/>
        </p:nvSpPr>
        <p:spPr>
          <a:xfrm>
            <a:off x="4038600" y="152400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96DBB9-EFE8-404C-A170-DAD4E3009301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>
          <a:xfrm flipH="1">
            <a:off x="2453001" y="1817612"/>
            <a:ext cx="1635536" cy="32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5E6C48D-96FA-444F-8CB8-9F61D4697FD8}"/>
              </a:ext>
            </a:extLst>
          </p:cNvPr>
          <p:cNvSpPr/>
          <p:nvPr/>
        </p:nvSpPr>
        <p:spPr>
          <a:xfrm>
            <a:off x="6545783" y="208772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CF5EDB-1079-4689-A4E6-47F47FB8B4F1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4329657" y="1817612"/>
            <a:ext cx="2266063" cy="32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26897D8-7E0B-4F17-9FC3-E5EF685308BD}"/>
              </a:ext>
            </a:extLst>
          </p:cNvPr>
          <p:cNvSpPr/>
          <p:nvPr/>
        </p:nvSpPr>
        <p:spPr>
          <a:xfrm>
            <a:off x="1021576" y="256210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4490AC-4FD1-45CA-B702-0031F97FDBE1}"/>
              </a:ext>
            </a:extLst>
          </p:cNvPr>
          <p:cNvCxnSpPr>
            <a:cxnSpLocks/>
            <a:stCxn id="7" idx="3"/>
            <a:endCxn id="15" idx="7"/>
          </p:cNvCxnSpPr>
          <p:nvPr/>
        </p:nvCxnSpPr>
        <p:spPr>
          <a:xfrm flipH="1">
            <a:off x="1312633" y="2386869"/>
            <a:ext cx="899248" cy="22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3D9B0D88-3046-4BDF-B382-C2069B9B741E}"/>
              </a:ext>
            </a:extLst>
          </p:cNvPr>
          <p:cNvSpPr/>
          <p:nvPr/>
        </p:nvSpPr>
        <p:spPr>
          <a:xfrm>
            <a:off x="5440258" y="267807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07CC9C-2387-4191-A2F6-7BE5E19B71EB}"/>
              </a:ext>
            </a:extLst>
          </p:cNvPr>
          <p:cNvCxnSpPr>
            <a:cxnSpLocks/>
            <a:stCxn id="11" idx="3"/>
            <a:endCxn id="19" idx="7"/>
          </p:cNvCxnSpPr>
          <p:nvPr/>
        </p:nvCxnSpPr>
        <p:spPr>
          <a:xfrm flipH="1">
            <a:off x="5731315" y="2381339"/>
            <a:ext cx="864405" cy="347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3CBEF0E5-A777-4726-9BBE-F0FD827AD147}"/>
              </a:ext>
            </a:extLst>
          </p:cNvPr>
          <p:cNvSpPr/>
          <p:nvPr/>
        </p:nvSpPr>
        <p:spPr>
          <a:xfrm>
            <a:off x="7667707" y="256326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F26326-D65C-49B1-8F65-0CAF1E918840}"/>
              </a:ext>
            </a:extLst>
          </p:cNvPr>
          <p:cNvCxnSpPr>
            <a:cxnSpLocks/>
            <a:stCxn id="11" idx="5"/>
            <a:endCxn id="21" idx="1"/>
          </p:cNvCxnSpPr>
          <p:nvPr/>
        </p:nvCxnSpPr>
        <p:spPr>
          <a:xfrm>
            <a:off x="6836840" y="2381339"/>
            <a:ext cx="880804" cy="23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FA508DD-9676-4B66-A864-874381915054}"/>
              </a:ext>
            </a:extLst>
          </p:cNvPr>
          <p:cNvSpPr/>
          <p:nvPr/>
        </p:nvSpPr>
        <p:spPr>
          <a:xfrm>
            <a:off x="3186212" y="259131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26F54B-D90A-4574-88F3-5CF5AA851063}"/>
              </a:ext>
            </a:extLst>
          </p:cNvPr>
          <p:cNvCxnSpPr>
            <a:cxnSpLocks/>
            <a:stCxn id="7" idx="5"/>
            <a:endCxn id="24" idx="0"/>
          </p:cNvCxnSpPr>
          <p:nvPr/>
        </p:nvCxnSpPr>
        <p:spPr>
          <a:xfrm>
            <a:off x="2453001" y="2386869"/>
            <a:ext cx="903708" cy="20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165575D8-C909-4CD6-BB37-BB1F44DA936C}"/>
              </a:ext>
            </a:extLst>
          </p:cNvPr>
          <p:cNvSpPr/>
          <p:nvPr/>
        </p:nvSpPr>
        <p:spPr>
          <a:xfrm>
            <a:off x="6033643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23F364-220F-46BB-9E1B-901A28F81C46}"/>
              </a:ext>
            </a:extLst>
          </p:cNvPr>
          <p:cNvCxnSpPr>
            <a:cxnSpLocks/>
            <a:stCxn id="19" idx="5"/>
            <a:endCxn id="26" idx="1"/>
          </p:cNvCxnSpPr>
          <p:nvPr/>
        </p:nvCxnSpPr>
        <p:spPr>
          <a:xfrm>
            <a:off x="5731315" y="2971687"/>
            <a:ext cx="352265" cy="35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C16DB99-81BF-42E1-A33E-BE7963678B39}"/>
              </a:ext>
            </a:extLst>
          </p:cNvPr>
          <p:cNvSpPr/>
          <p:nvPr/>
        </p:nvSpPr>
        <p:spPr>
          <a:xfrm>
            <a:off x="457063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983AD0-76AD-484B-8241-0AC5A760687C}"/>
              </a:ext>
            </a:extLst>
          </p:cNvPr>
          <p:cNvCxnSpPr>
            <a:cxnSpLocks/>
            <a:stCxn id="15" idx="3"/>
            <a:endCxn id="29" idx="7"/>
          </p:cNvCxnSpPr>
          <p:nvPr/>
        </p:nvCxnSpPr>
        <p:spPr>
          <a:xfrm flipH="1">
            <a:off x="748120" y="2855713"/>
            <a:ext cx="323393" cy="46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EF42B57-B39F-4C4D-838E-C4659C984103}"/>
              </a:ext>
            </a:extLst>
          </p:cNvPr>
          <p:cNvSpPr/>
          <p:nvPr/>
        </p:nvSpPr>
        <p:spPr>
          <a:xfrm>
            <a:off x="8275432" y="331943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55AF51-65AE-4C76-ACDA-AC7D7572ACAC}"/>
              </a:ext>
            </a:extLst>
          </p:cNvPr>
          <p:cNvCxnSpPr>
            <a:cxnSpLocks/>
            <a:stCxn id="21" idx="5"/>
            <a:endCxn id="33" idx="1"/>
          </p:cNvCxnSpPr>
          <p:nvPr/>
        </p:nvCxnSpPr>
        <p:spPr>
          <a:xfrm>
            <a:off x="7958764" y="2856875"/>
            <a:ext cx="366605" cy="512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F2DC1ADE-5B78-4B42-B5AD-83A4EF6A3C75}"/>
              </a:ext>
            </a:extLst>
          </p:cNvPr>
          <p:cNvSpPr/>
          <p:nvPr/>
        </p:nvSpPr>
        <p:spPr>
          <a:xfrm>
            <a:off x="7179506" y="3282046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82DEF7E-88DD-4E26-9690-B5F812965CFF}"/>
              </a:ext>
            </a:extLst>
          </p:cNvPr>
          <p:cNvCxnSpPr>
            <a:cxnSpLocks/>
            <a:stCxn id="21" idx="3"/>
            <a:endCxn id="36" idx="7"/>
          </p:cNvCxnSpPr>
          <p:nvPr/>
        </p:nvCxnSpPr>
        <p:spPr>
          <a:xfrm flipH="1">
            <a:off x="7470563" y="2856875"/>
            <a:ext cx="247081" cy="475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86D8D270-16EC-4071-B34A-128BBE701CE8}"/>
              </a:ext>
            </a:extLst>
          </p:cNvPr>
          <p:cNvSpPr/>
          <p:nvPr/>
        </p:nvSpPr>
        <p:spPr>
          <a:xfrm>
            <a:off x="5758873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DC9EAE3C-2184-4945-8265-DB75C9AE63F6}"/>
              </a:ext>
            </a:extLst>
          </p:cNvPr>
          <p:cNvSpPr/>
          <p:nvPr/>
        </p:nvSpPr>
        <p:spPr>
          <a:xfrm>
            <a:off x="6883787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43278F5D-82BD-4CEF-887F-00DCCFC56308}"/>
              </a:ext>
            </a:extLst>
          </p:cNvPr>
          <p:cNvSpPr/>
          <p:nvPr/>
        </p:nvSpPr>
        <p:spPr>
          <a:xfrm>
            <a:off x="7446244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4B5186E5-B452-446A-87FB-E530DC8E8B1B}"/>
              </a:ext>
            </a:extLst>
          </p:cNvPr>
          <p:cNvSpPr/>
          <p:nvPr/>
        </p:nvSpPr>
        <p:spPr>
          <a:xfrm>
            <a:off x="8571165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EC240CEB-44BC-48B5-9345-0BF4976C8E64}"/>
              </a:ext>
            </a:extLst>
          </p:cNvPr>
          <p:cNvSpPr/>
          <p:nvPr/>
        </p:nvSpPr>
        <p:spPr>
          <a:xfrm>
            <a:off x="8008701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D724C53-05D7-451F-9326-E807FA0BBA00}"/>
              </a:ext>
            </a:extLst>
          </p:cNvPr>
          <p:cNvCxnSpPr>
            <a:cxnSpLocks/>
            <a:stCxn id="33" idx="5"/>
            <a:endCxn id="66" idx="1"/>
          </p:cNvCxnSpPr>
          <p:nvPr/>
        </p:nvCxnSpPr>
        <p:spPr>
          <a:xfrm>
            <a:off x="8566489" y="3613050"/>
            <a:ext cx="54613" cy="512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5D37988-3903-4DAA-A0E6-AF5874BF5E18}"/>
              </a:ext>
            </a:extLst>
          </p:cNvPr>
          <p:cNvCxnSpPr>
            <a:cxnSpLocks/>
            <a:stCxn id="33" idx="3"/>
            <a:endCxn id="67" idx="7"/>
          </p:cNvCxnSpPr>
          <p:nvPr/>
        </p:nvCxnSpPr>
        <p:spPr>
          <a:xfrm flipH="1">
            <a:off x="8299758" y="3613050"/>
            <a:ext cx="25611" cy="512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EE8B953-3911-46DC-8F9F-1B2AD2829367}"/>
              </a:ext>
            </a:extLst>
          </p:cNvPr>
          <p:cNvCxnSpPr>
            <a:cxnSpLocks/>
            <a:stCxn id="36" idx="5"/>
            <a:endCxn id="65" idx="1"/>
          </p:cNvCxnSpPr>
          <p:nvPr/>
        </p:nvCxnSpPr>
        <p:spPr>
          <a:xfrm>
            <a:off x="7470563" y="3575658"/>
            <a:ext cx="25618" cy="550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2FCF228-E23D-4C35-BF12-2C85E33A31CA}"/>
              </a:ext>
            </a:extLst>
          </p:cNvPr>
          <p:cNvCxnSpPr>
            <a:cxnSpLocks/>
            <a:stCxn id="36" idx="3"/>
            <a:endCxn id="64" idx="7"/>
          </p:cNvCxnSpPr>
          <p:nvPr/>
        </p:nvCxnSpPr>
        <p:spPr>
          <a:xfrm flipH="1">
            <a:off x="7174844" y="3575658"/>
            <a:ext cx="54599" cy="550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B103CEE9-16F8-4C03-8504-B798357E794B}"/>
              </a:ext>
            </a:extLst>
          </p:cNvPr>
          <p:cNvSpPr/>
          <p:nvPr/>
        </p:nvSpPr>
        <p:spPr>
          <a:xfrm>
            <a:off x="1259217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7CC81D39-3C8C-43DD-960F-980491B476D4}"/>
              </a:ext>
            </a:extLst>
          </p:cNvPr>
          <p:cNvSpPr/>
          <p:nvPr/>
        </p:nvSpPr>
        <p:spPr>
          <a:xfrm>
            <a:off x="696760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886DD50D-B0A4-4BF0-A8E3-CFF42EDB3515}"/>
              </a:ext>
            </a:extLst>
          </p:cNvPr>
          <p:cNvSpPr/>
          <p:nvPr/>
        </p:nvSpPr>
        <p:spPr>
          <a:xfrm>
            <a:off x="134303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68220AD9-451D-4686-9D2A-2CD0AB581449}"/>
              </a:ext>
            </a:extLst>
          </p:cNvPr>
          <p:cNvSpPr/>
          <p:nvPr/>
        </p:nvSpPr>
        <p:spPr>
          <a:xfrm>
            <a:off x="1564218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9446FC4C-E5B1-45A4-8EE9-EF3780A0B80A}"/>
              </a:ext>
            </a:extLst>
          </p:cNvPr>
          <p:cNvSpPr/>
          <p:nvPr/>
        </p:nvSpPr>
        <p:spPr>
          <a:xfrm>
            <a:off x="3778528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6A5A5789-E4DE-4F58-B4C7-1F0FB56BB45E}"/>
              </a:ext>
            </a:extLst>
          </p:cNvPr>
          <p:cNvSpPr/>
          <p:nvPr/>
        </p:nvSpPr>
        <p:spPr>
          <a:xfrm>
            <a:off x="1821674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219695E-7F90-47BF-A12C-4C63F1E7BF6F}"/>
              </a:ext>
            </a:extLst>
          </p:cNvPr>
          <p:cNvCxnSpPr>
            <a:cxnSpLocks/>
            <a:stCxn id="29" idx="3"/>
            <a:endCxn id="106" idx="6"/>
          </p:cNvCxnSpPr>
          <p:nvPr/>
        </p:nvCxnSpPr>
        <p:spPr>
          <a:xfrm flipH="1">
            <a:off x="475297" y="3566866"/>
            <a:ext cx="31703" cy="680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FBA66BB-7C82-4D92-977C-66A08935784C}"/>
              </a:ext>
            </a:extLst>
          </p:cNvPr>
          <p:cNvCxnSpPr>
            <a:cxnSpLocks/>
            <a:stCxn id="29" idx="5"/>
            <a:endCxn id="105" idx="1"/>
          </p:cNvCxnSpPr>
          <p:nvPr/>
        </p:nvCxnSpPr>
        <p:spPr>
          <a:xfrm flipH="1">
            <a:off x="746697" y="3566866"/>
            <a:ext cx="1423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EC13DE8-D74C-4572-8EF5-B0B8DDA12CF1}"/>
              </a:ext>
            </a:extLst>
          </p:cNvPr>
          <p:cNvCxnSpPr>
            <a:cxnSpLocks/>
            <a:stCxn id="107" idx="3"/>
            <a:endCxn id="104" idx="7"/>
          </p:cNvCxnSpPr>
          <p:nvPr/>
        </p:nvCxnSpPr>
        <p:spPr>
          <a:xfrm flipH="1">
            <a:off x="1550274" y="3566866"/>
            <a:ext cx="63881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A7BAA04-9D4E-4DA9-8295-6A813D2DEE6C}"/>
              </a:ext>
            </a:extLst>
          </p:cNvPr>
          <p:cNvCxnSpPr>
            <a:cxnSpLocks/>
            <a:stCxn id="15" idx="5"/>
            <a:endCxn id="107" idx="1"/>
          </p:cNvCxnSpPr>
          <p:nvPr/>
        </p:nvCxnSpPr>
        <p:spPr>
          <a:xfrm>
            <a:off x="1312633" y="2855713"/>
            <a:ext cx="301522" cy="46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EFE7A2D-85B8-4660-AA69-010C7501E706}"/>
              </a:ext>
            </a:extLst>
          </p:cNvPr>
          <p:cNvCxnSpPr>
            <a:cxnSpLocks/>
            <a:stCxn id="26" idx="3"/>
            <a:endCxn id="63" idx="7"/>
          </p:cNvCxnSpPr>
          <p:nvPr/>
        </p:nvCxnSpPr>
        <p:spPr>
          <a:xfrm flipH="1">
            <a:off x="6049930" y="3566866"/>
            <a:ext cx="33650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F8A46376-6E93-48B5-A2FF-2B9BDECAB805}"/>
              </a:ext>
            </a:extLst>
          </p:cNvPr>
          <p:cNvSpPr/>
          <p:nvPr/>
        </p:nvSpPr>
        <p:spPr>
          <a:xfrm>
            <a:off x="4071502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003023DF-4E73-441E-A47C-A0EB71BCBDA4}"/>
              </a:ext>
            </a:extLst>
          </p:cNvPr>
          <p:cNvSpPr/>
          <p:nvPr/>
        </p:nvSpPr>
        <p:spPr>
          <a:xfrm>
            <a:off x="6321330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Flowchart: Connector 142">
            <a:extLst>
              <a:ext uri="{FF2B5EF4-FFF2-40B4-BE49-F238E27FC236}">
                <a16:creationId xmlns:a16="http://schemas.microsoft.com/office/drawing/2014/main" id="{932CA765-82F5-45BC-834D-13709F67883A}"/>
              </a:ext>
            </a:extLst>
          </p:cNvPr>
          <p:cNvSpPr/>
          <p:nvPr/>
        </p:nvSpPr>
        <p:spPr>
          <a:xfrm>
            <a:off x="3509045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D5C0FCFD-295A-4773-ABE3-2CF40E7C584B}"/>
              </a:ext>
            </a:extLst>
          </p:cNvPr>
          <p:cNvSpPr/>
          <p:nvPr/>
        </p:nvSpPr>
        <p:spPr>
          <a:xfrm>
            <a:off x="2946588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0A34EA9E-BA97-471D-9BEC-35597A968A58}"/>
              </a:ext>
            </a:extLst>
          </p:cNvPr>
          <p:cNvCxnSpPr>
            <a:cxnSpLocks/>
            <a:stCxn id="24" idx="5"/>
            <a:endCxn id="108" idx="1"/>
          </p:cNvCxnSpPr>
          <p:nvPr/>
        </p:nvCxnSpPr>
        <p:spPr>
          <a:xfrm>
            <a:off x="3477269" y="2884926"/>
            <a:ext cx="351196" cy="438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49B1825B-C463-4325-8D87-99E43CA8CDD7}"/>
              </a:ext>
            </a:extLst>
          </p:cNvPr>
          <p:cNvCxnSpPr>
            <a:cxnSpLocks/>
            <a:stCxn id="24" idx="3"/>
            <a:endCxn id="187" idx="7"/>
          </p:cNvCxnSpPr>
          <p:nvPr/>
        </p:nvCxnSpPr>
        <p:spPr>
          <a:xfrm flipH="1">
            <a:off x="2962430" y="2884926"/>
            <a:ext cx="273719" cy="438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Flowchart: Connector 186">
            <a:extLst>
              <a:ext uri="{FF2B5EF4-FFF2-40B4-BE49-F238E27FC236}">
                <a16:creationId xmlns:a16="http://schemas.microsoft.com/office/drawing/2014/main" id="{9D24741D-FCE3-46CA-8402-B70584901BB0}"/>
              </a:ext>
            </a:extLst>
          </p:cNvPr>
          <p:cNvSpPr/>
          <p:nvPr/>
        </p:nvSpPr>
        <p:spPr>
          <a:xfrm>
            <a:off x="2671373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B96FE2B-EB62-4EBA-9CF2-F04A3D96F896}"/>
              </a:ext>
            </a:extLst>
          </p:cNvPr>
          <p:cNvCxnSpPr>
            <a:cxnSpLocks/>
            <a:stCxn id="107" idx="5"/>
            <a:endCxn id="109" idx="1"/>
          </p:cNvCxnSpPr>
          <p:nvPr/>
        </p:nvCxnSpPr>
        <p:spPr>
          <a:xfrm>
            <a:off x="1855275" y="3566866"/>
            <a:ext cx="16336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Flowchart: Connector 203">
            <a:extLst>
              <a:ext uri="{FF2B5EF4-FFF2-40B4-BE49-F238E27FC236}">
                <a16:creationId xmlns:a16="http://schemas.microsoft.com/office/drawing/2014/main" id="{7B57DDFD-5D65-4116-AE6A-D4CD9B37534C}"/>
              </a:ext>
            </a:extLst>
          </p:cNvPr>
          <p:cNvSpPr/>
          <p:nvPr/>
        </p:nvSpPr>
        <p:spPr>
          <a:xfrm>
            <a:off x="2384131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40AD40F9-0C7E-4218-B1C9-708DADD80D25}"/>
              </a:ext>
            </a:extLst>
          </p:cNvPr>
          <p:cNvCxnSpPr>
            <a:cxnSpLocks/>
            <a:stCxn id="187" idx="3"/>
            <a:endCxn id="204" idx="7"/>
          </p:cNvCxnSpPr>
          <p:nvPr/>
        </p:nvCxnSpPr>
        <p:spPr>
          <a:xfrm flipH="1">
            <a:off x="2675188" y="3566866"/>
            <a:ext cx="46122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F117E3BC-BC6C-4B71-A5B5-42D9930BC743}"/>
              </a:ext>
            </a:extLst>
          </p:cNvPr>
          <p:cNvCxnSpPr>
            <a:cxnSpLocks/>
            <a:stCxn id="187" idx="5"/>
            <a:endCxn id="144" idx="1"/>
          </p:cNvCxnSpPr>
          <p:nvPr/>
        </p:nvCxnSpPr>
        <p:spPr>
          <a:xfrm>
            <a:off x="2962430" y="3566866"/>
            <a:ext cx="34095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E28B64D7-F127-4721-94A8-3C365421F708}"/>
              </a:ext>
            </a:extLst>
          </p:cNvPr>
          <p:cNvCxnSpPr>
            <a:cxnSpLocks/>
            <a:stCxn id="108" idx="3"/>
            <a:endCxn id="143" idx="7"/>
          </p:cNvCxnSpPr>
          <p:nvPr/>
        </p:nvCxnSpPr>
        <p:spPr>
          <a:xfrm flipH="1">
            <a:off x="3800102" y="3566866"/>
            <a:ext cx="28363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8746B3CA-3F07-4C65-8B3E-94C303DC408A}"/>
              </a:ext>
            </a:extLst>
          </p:cNvPr>
          <p:cNvCxnSpPr>
            <a:cxnSpLocks/>
            <a:stCxn id="108" idx="5"/>
            <a:endCxn id="141" idx="1"/>
          </p:cNvCxnSpPr>
          <p:nvPr/>
        </p:nvCxnSpPr>
        <p:spPr>
          <a:xfrm>
            <a:off x="4069585" y="3566866"/>
            <a:ext cx="51854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78E5D44-784E-41D6-81AB-138523DE9DCC}"/>
              </a:ext>
            </a:extLst>
          </p:cNvPr>
          <p:cNvCxnSpPr>
            <a:cxnSpLocks/>
            <a:stCxn id="26" idx="5"/>
            <a:endCxn id="142" idx="1"/>
          </p:cNvCxnSpPr>
          <p:nvPr/>
        </p:nvCxnSpPr>
        <p:spPr>
          <a:xfrm>
            <a:off x="6324700" y="3566866"/>
            <a:ext cx="46567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Flowchart: Connector 254">
            <a:extLst>
              <a:ext uri="{FF2B5EF4-FFF2-40B4-BE49-F238E27FC236}">
                <a16:creationId xmlns:a16="http://schemas.microsoft.com/office/drawing/2014/main" id="{6D7EE850-82D6-4DB3-8D36-04AC171CAD1A}"/>
              </a:ext>
            </a:extLst>
          </p:cNvPr>
          <p:cNvSpPr/>
          <p:nvPr/>
        </p:nvSpPr>
        <p:spPr>
          <a:xfrm>
            <a:off x="5196416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" name="Flowchart: Connector 255">
            <a:extLst>
              <a:ext uri="{FF2B5EF4-FFF2-40B4-BE49-F238E27FC236}">
                <a16:creationId xmlns:a16="http://schemas.microsoft.com/office/drawing/2014/main" id="{E3C962C2-29DB-407F-8498-5A612430D09B}"/>
              </a:ext>
            </a:extLst>
          </p:cNvPr>
          <p:cNvSpPr/>
          <p:nvPr/>
        </p:nvSpPr>
        <p:spPr>
          <a:xfrm>
            <a:off x="4633959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Flowchart: Connector 271">
            <a:extLst>
              <a:ext uri="{FF2B5EF4-FFF2-40B4-BE49-F238E27FC236}">
                <a16:creationId xmlns:a16="http://schemas.microsoft.com/office/drawing/2014/main" id="{B0668088-EE34-44BD-8E35-FC283DA3DB51}"/>
              </a:ext>
            </a:extLst>
          </p:cNvPr>
          <p:cNvSpPr/>
          <p:nvPr/>
        </p:nvSpPr>
        <p:spPr>
          <a:xfrm>
            <a:off x="4919770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7F0B18A6-C903-40FC-87C6-E06AC8DEB1B0}"/>
              </a:ext>
            </a:extLst>
          </p:cNvPr>
          <p:cNvCxnSpPr>
            <a:cxnSpLocks/>
            <a:stCxn id="19" idx="3"/>
            <a:endCxn id="272" idx="7"/>
          </p:cNvCxnSpPr>
          <p:nvPr/>
        </p:nvCxnSpPr>
        <p:spPr>
          <a:xfrm flipH="1">
            <a:off x="5210827" y="2971687"/>
            <a:ext cx="279368" cy="35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CFED5946-B540-46A6-A72A-28AD7D79CB57}"/>
              </a:ext>
            </a:extLst>
          </p:cNvPr>
          <p:cNvCxnSpPr>
            <a:cxnSpLocks/>
            <a:stCxn id="272" idx="5"/>
            <a:endCxn id="255" idx="1"/>
          </p:cNvCxnSpPr>
          <p:nvPr/>
        </p:nvCxnSpPr>
        <p:spPr>
          <a:xfrm>
            <a:off x="5210827" y="3566866"/>
            <a:ext cx="35526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3B1F6FAE-CD69-43E1-954F-A93B624B4228}"/>
              </a:ext>
            </a:extLst>
          </p:cNvPr>
          <p:cNvCxnSpPr>
            <a:cxnSpLocks/>
            <a:stCxn id="272" idx="3"/>
            <a:endCxn id="256" idx="7"/>
          </p:cNvCxnSpPr>
          <p:nvPr/>
        </p:nvCxnSpPr>
        <p:spPr>
          <a:xfrm flipH="1">
            <a:off x="4925016" y="3566866"/>
            <a:ext cx="44691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ED6DA29B-F83B-47BC-9082-5E540F04D673}"/>
              </a:ext>
            </a:extLst>
          </p:cNvPr>
          <p:cNvSpPr/>
          <p:nvPr/>
        </p:nvSpPr>
        <p:spPr>
          <a:xfrm>
            <a:off x="404859" y="5318633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Height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Nodes (n) = 31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2</a:t>
            </a:r>
            <a:r>
              <a:rPr lang="en-US" sz="1200" baseline="30000" dirty="0"/>
              <a:t>h+1</a:t>
            </a:r>
            <a:r>
              <a:rPr lang="en-US" sz="1200" dirty="0"/>
              <a:t>−1</a:t>
            </a:r>
          </a:p>
        </p:txBody>
      </p:sp>
    </p:spTree>
    <p:extLst>
      <p:ext uri="{BB962C8B-B14F-4D97-AF65-F5344CB8AC3E}">
        <p14:creationId xmlns:p14="http://schemas.microsoft.com/office/powerpoint/2010/main" val="9132113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Height of AVL tree –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9C20D76-B084-4E3C-BB65-20708EE4D13F}"/>
              </a:ext>
            </a:extLst>
          </p:cNvPr>
          <p:cNvSpPr/>
          <p:nvPr/>
        </p:nvSpPr>
        <p:spPr>
          <a:xfrm>
            <a:off x="2161944" y="209325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FF29617-59F9-4F3E-904F-48E273888247}"/>
              </a:ext>
            </a:extLst>
          </p:cNvPr>
          <p:cNvSpPr/>
          <p:nvPr/>
        </p:nvSpPr>
        <p:spPr>
          <a:xfrm>
            <a:off x="4038600" y="1524000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96DBB9-EFE8-404C-A170-DAD4E3009301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>
          <a:xfrm flipH="1">
            <a:off x="2453001" y="1817612"/>
            <a:ext cx="1635536" cy="32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5E6C48D-96FA-444F-8CB8-9F61D4697FD8}"/>
              </a:ext>
            </a:extLst>
          </p:cNvPr>
          <p:cNvSpPr/>
          <p:nvPr/>
        </p:nvSpPr>
        <p:spPr>
          <a:xfrm>
            <a:off x="6545783" y="2087727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CF5EDB-1079-4689-A4E6-47F47FB8B4F1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4329657" y="1817612"/>
            <a:ext cx="2266063" cy="32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26897D8-7E0B-4F17-9FC3-E5EF685308BD}"/>
              </a:ext>
            </a:extLst>
          </p:cNvPr>
          <p:cNvSpPr/>
          <p:nvPr/>
        </p:nvSpPr>
        <p:spPr>
          <a:xfrm>
            <a:off x="1021576" y="2562101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4490AC-4FD1-45CA-B702-0031F97FDBE1}"/>
              </a:ext>
            </a:extLst>
          </p:cNvPr>
          <p:cNvCxnSpPr>
            <a:cxnSpLocks/>
            <a:stCxn id="7" idx="3"/>
            <a:endCxn id="15" idx="7"/>
          </p:cNvCxnSpPr>
          <p:nvPr/>
        </p:nvCxnSpPr>
        <p:spPr>
          <a:xfrm flipH="1">
            <a:off x="1312633" y="2386869"/>
            <a:ext cx="899248" cy="22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3D9B0D88-3046-4BDF-B382-C2069B9B741E}"/>
              </a:ext>
            </a:extLst>
          </p:cNvPr>
          <p:cNvSpPr/>
          <p:nvPr/>
        </p:nvSpPr>
        <p:spPr>
          <a:xfrm>
            <a:off x="5440258" y="2678075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07CC9C-2387-4191-A2F6-7BE5E19B71EB}"/>
              </a:ext>
            </a:extLst>
          </p:cNvPr>
          <p:cNvCxnSpPr>
            <a:cxnSpLocks/>
            <a:stCxn id="11" idx="3"/>
            <a:endCxn id="19" idx="7"/>
          </p:cNvCxnSpPr>
          <p:nvPr/>
        </p:nvCxnSpPr>
        <p:spPr>
          <a:xfrm flipH="1">
            <a:off x="5731315" y="2381339"/>
            <a:ext cx="864405" cy="347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3CBEF0E5-A777-4726-9BBE-F0FD827AD147}"/>
              </a:ext>
            </a:extLst>
          </p:cNvPr>
          <p:cNvSpPr/>
          <p:nvPr/>
        </p:nvSpPr>
        <p:spPr>
          <a:xfrm>
            <a:off x="7667707" y="2563263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F26326-D65C-49B1-8F65-0CAF1E918840}"/>
              </a:ext>
            </a:extLst>
          </p:cNvPr>
          <p:cNvCxnSpPr>
            <a:cxnSpLocks/>
            <a:stCxn id="11" idx="5"/>
            <a:endCxn id="21" idx="1"/>
          </p:cNvCxnSpPr>
          <p:nvPr/>
        </p:nvCxnSpPr>
        <p:spPr>
          <a:xfrm>
            <a:off x="6836840" y="2381339"/>
            <a:ext cx="880804" cy="23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FA508DD-9676-4B66-A864-874381915054}"/>
              </a:ext>
            </a:extLst>
          </p:cNvPr>
          <p:cNvSpPr/>
          <p:nvPr/>
        </p:nvSpPr>
        <p:spPr>
          <a:xfrm>
            <a:off x="3186212" y="259131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26F54B-D90A-4574-88F3-5CF5AA851063}"/>
              </a:ext>
            </a:extLst>
          </p:cNvPr>
          <p:cNvCxnSpPr>
            <a:cxnSpLocks/>
            <a:stCxn id="7" idx="5"/>
            <a:endCxn id="24" idx="0"/>
          </p:cNvCxnSpPr>
          <p:nvPr/>
        </p:nvCxnSpPr>
        <p:spPr>
          <a:xfrm>
            <a:off x="2453001" y="2386869"/>
            <a:ext cx="903708" cy="20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165575D8-C909-4CD6-BB37-BB1F44DA936C}"/>
              </a:ext>
            </a:extLst>
          </p:cNvPr>
          <p:cNvSpPr/>
          <p:nvPr/>
        </p:nvSpPr>
        <p:spPr>
          <a:xfrm>
            <a:off x="6033643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23F364-220F-46BB-9E1B-901A28F81C46}"/>
              </a:ext>
            </a:extLst>
          </p:cNvPr>
          <p:cNvCxnSpPr>
            <a:cxnSpLocks/>
            <a:stCxn id="19" idx="5"/>
            <a:endCxn id="26" idx="1"/>
          </p:cNvCxnSpPr>
          <p:nvPr/>
        </p:nvCxnSpPr>
        <p:spPr>
          <a:xfrm>
            <a:off x="5731315" y="2971687"/>
            <a:ext cx="352265" cy="35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C16DB99-81BF-42E1-A33E-BE7963678B39}"/>
              </a:ext>
            </a:extLst>
          </p:cNvPr>
          <p:cNvSpPr/>
          <p:nvPr/>
        </p:nvSpPr>
        <p:spPr>
          <a:xfrm>
            <a:off x="457063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983AD0-76AD-484B-8241-0AC5A760687C}"/>
              </a:ext>
            </a:extLst>
          </p:cNvPr>
          <p:cNvCxnSpPr>
            <a:cxnSpLocks/>
            <a:stCxn id="15" idx="3"/>
            <a:endCxn id="29" idx="7"/>
          </p:cNvCxnSpPr>
          <p:nvPr/>
        </p:nvCxnSpPr>
        <p:spPr>
          <a:xfrm flipH="1">
            <a:off x="748120" y="2855713"/>
            <a:ext cx="323393" cy="46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EF42B57-B39F-4C4D-838E-C4659C984103}"/>
              </a:ext>
            </a:extLst>
          </p:cNvPr>
          <p:cNvSpPr/>
          <p:nvPr/>
        </p:nvSpPr>
        <p:spPr>
          <a:xfrm>
            <a:off x="8275432" y="3319438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55AF51-65AE-4C76-ACDA-AC7D7572ACAC}"/>
              </a:ext>
            </a:extLst>
          </p:cNvPr>
          <p:cNvCxnSpPr>
            <a:cxnSpLocks/>
            <a:stCxn id="21" idx="5"/>
            <a:endCxn id="33" idx="1"/>
          </p:cNvCxnSpPr>
          <p:nvPr/>
        </p:nvCxnSpPr>
        <p:spPr>
          <a:xfrm>
            <a:off x="7958764" y="2856875"/>
            <a:ext cx="366605" cy="512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F2DC1ADE-5B78-4B42-B5AD-83A4EF6A3C75}"/>
              </a:ext>
            </a:extLst>
          </p:cNvPr>
          <p:cNvSpPr/>
          <p:nvPr/>
        </p:nvSpPr>
        <p:spPr>
          <a:xfrm>
            <a:off x="7179506" y="3282046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82DEF7E-88DD-4E26-9690-B5F812965CFF}"/>
              </a:ext>
            </a:extLst>
          </p:cNvPr>
          <p:cNvCxnSpPr>
            <a:cxnSpLocks/>
            <a:stCxn id="21" idx="3"/>
            <a:endCxn id="36" idx="7"/>
          </p:cNvCxnSpPr>
          <p:nvPr/>
        </p:nvCxnSpPr>
        <p:spPr>
          <a:xfrm flipH="1">
            <a:off x="7470563" y="2856875"/>
            <a:ext cx="247081" cy="475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86D8D270-16EC-4071-B34A-128BBE701CE8}"/>
              </a:ext>
            </a:extLst>
          </p:cNvPr>
          <p:cNvSpPr/>
          <p:nvPr/>
        </p:nvSpPr>
        <p:spPr>
          <a:xfrm>
            <a:off x="5758873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DC9EAE3C-2184-4945-8265-DB75C9AE63F6}"/>
              </a:ext>
            </a:extLst>
          </p:cNvPr>
          <p:cNvSpPr/>
          <p:nvPr/>
        </p:nvSpPr>
        <p:spPr>
          <a:xfrm>
            <a:off x="6883787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43278F5D-82BD-4CEF-887F-00DCCFC56308}"/>
              </a:ext>
            </a:extLst>
          </p:cNvPr>
          <p:cNvSpPr/>
          <p:nvPr/>
        </p:nvSpPr>
        <p:spPr>
          <a:xfrm>
            <a:off x="7446244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4B5186E5-B452-446A-87FB-E530DC8E8B1B}"/>
              </a:ext>
            </a:extLst>
          </p:cNvPr>
          <p:cNvSpPr/>
          <p:nvPr/>
        </p:nvSpPr>
        <p:spPr>
          <a:xfrm>
            <a:off x="8571165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EC240CEB-44BC-48B5-9345-0BF4976C8E64}"/>
              </a:ext>
            </a:extLst>
          </p:cNvPr>
          <p:cNvSpPr/>
          <p:nvPr/>
        </p:nvSpPr>
        <p:spPr>
          <a:xfrm>
            <a:off x="8008701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D724C53-05D7-451F-9326-E807FA0BBA00}"/>
              </a:ext>
            </a:extLst>
          </p:cNvPr>
          <p:cNvCxnSpPr>
            <a:cxnSpLocks/>
            <a:stCxn id="33" idx="5"/>
            <a:endCxn id="66" idx="1"/>
          </p:cNvCxnSpPr>
          <p:nvPr/>
        </p:nvCxnSpPr>
        <p:spPr>
          <a:xfrm>
            <a:off x="8566489" y="3613050"/>
            <a:ext cx="54613" cy="512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5D37988-3903-4DAA-A0E6-AF5874BF5E18}"/>
              </a:ext>
            </a:extLst>
          </p:cNvPr>
          <p:cNvCxnSpPr>
            <a:cxnSpLocks/>
            <a:stCxn id="33" idx="3"/>
            <a:endCxn id="67" idx="7"/>
          </p:cNvCxnSpPr>
          <p:nvPr/>
        </p:nvCxnSpPr>
        <p:spPr>
          <a:xfrm flipH="1">
            <a:off x="8299758" y="3613050"/>
            <a:ext cx="25611" cy="512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EE8B953-3911-46DC-8F9F-1B2AD2829367}"/>
              </a:ext>
            </a:extLst>
          </p:cNvPr>
          <p:cNvCxnSpPr>
            <a:cxnSpLocks/>
            <a:stCxn id="36" idx="5"/>
            <a:endCxn id="65" idx="1"/>
          </p:cNvCxnSpPr>
          <p:nvPr/>
        </p:nvCxnSpPr>
        <p:spPr>
          <a:xfrm>
            <a:off x="7470563" y="3575658"/>
            <a:ext cx="25618" cy="550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2FCF228-E23D-4C35-BF12-2C85E33A31CA}"/>
              </a:ext>
            </a:extLst>
          </p:cNvPr>
          <p:cNvCxnSpPr>
            <a:cxnSpLocks/>
            <a:stCxn id="36" idx="3"/>
            <a:endCxn id="64" idx="7"/>
          </p:cNvCxnSpPr>
          <p:nvPr/>
        </p:nvCxnSpPr>
        <p:spPr>
          <a:xfrm flipH="1">
            <a:off x="7174844" y="3575658"/>
            <a:ext cx="54599" cy="550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B103CEE9-16F8-4C03-8504-B798357E794B}"/>
              </a:ext>
            </a:extLst>
          </p:cNvPr>
          <p:cNvSpPr/>
          <p:nvPr/>
        </p:nvSpPr>
        <p:spPr>
          <a:xfrm>
            <a:off x="1259217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7CC81D39-3C8C-43DD-960F-980491B476D4}"/>
              </a:ext>
            </a:extLst>
          </p:cNvPr>
          <p:cNvSpPr/>
          <p:nvPr/>
        </p:nvSpPr>
        <p:spPr>
          <a:xfrm>
            <a:off x="696760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886DD50D-B0A4-4BF0-A8E3-CFF42EDB3515}"/>
              </a:ext>
            </a:extLst>
          </p:cNvPr>
          <p:cNvSpPr/>
          <p:nvPr/>
        </p:nvSpPr>
        <p:spPr>
          <a:xfrm>
            <a:off x="134303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68220AD9-451D-4686-9D2A-2CD0AB581449}"/>
              </a:ext>
            </a:extLst>
          </p:cNvPr>
          <p:cNvSpPr/>
          <p:nvPr/>
        </p:nvSpPr>
        <p:spPr>
          <a:xfrm>
            <a:off x="1564218" y="3273254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9446FC4C-E5B1-45A4-8EE9-EF3780A0B80A}"/>
              </a:ext>
            </a:extLst>
          </p:cNvPr>
          <p:cNvSpPr/>
          <p:nvPr/>
        </p:nvSpPr>
        <p:spPr>
          <a:xfrm>
            <a:off x="3778528" y="3273254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6A5A5789-E4DE-4F58-B4C7-1F0FB56BB45E}"/>
              </a:ext>
            </a:extLst>
          </p:cNvPr>
          <p:cNvSpPr/>
          <p:nvPr/>
        </p:nvSpPr>
        <p:spPr>
          <a:xfrm>
            <a:off x="1821674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219695E-7F90-47BF-A12C-4C63F1E7BF6F}"/>
              </a:ext>
            </a:extLst>
          </p:cNvPr>
          <p:cNvCxnSpPr>
            <a:cxnSpLocks/>
            <a:stCxn id="29" idx="3"/>
            <a:endCxn id="106" idx="6"/>
          </p:cNvCxnSpPr>
          <p:nvPr/>
        </p:nvCxnSpPr>
        <p:spPr>
          <a:xfrm flipH="1">
            <a:off x="475297" y="3566866"/>
            <a:ext cx="31703" cy="680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FBA66BB-7C82-4D92-977C-66A08935784C}"/>
              </a:ext>
            </a:extLst>
          </p:cNvPr>
          <p:cNvCxnSpPr>
            <a:cxnSpLocks/>
            <a:stCxn id="29" idx="5"/>
            <a:endCxn id="105" idx="1"/>
          </p:cNvCxnSpPr>
          <p:nvPr/>
        </p:nvCxnSpPr>
        <p:spPr>
          <a:xfrm flipH="1">
            <a:off x="746697" y="3566866"/>
            <a:ext cx="1423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EC13DE8-D74C-4572-8EF5-B0B8DDA12CF1}"/>
              </a:ext>
            </a:extLst>
          </p:cNvPr>
          <p:cNvCxnSpPr>
            <a:cxnSpLocks/>
            <a:stCxn id="107" idx="3"/>
            <a:endCxn id="104" idx="7"/>
          </p:cNvCxnSpPr>
          <p:nvPr/>
        </p:nvCxnSpPr>
        <p:spPr>
          <a:xfrm flipH="1">
            <a:off x="1550274" y="3566866"/>
            <a:ext cx="63881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A7BAA04-9D4E-4DA9-8295-6A813D2DEE6C}"/>
              </a:ext>
            </a:extLst>
          </p:cNvPr>
          <p:cNvCxnSpPr>
            <a:cxnSpLocks/>
            <a:stCxn id="15" idx="5"/>
            <a:endCxn id="107" idx="1"/>
          </p:cNvCxnSpPr>
          <p:nvPr/>
        </p:nvCxnSpPr>
        <p:spPr>
          <a:xfrm>
            <a:off x="1312633" y="2855713"/>
            <a:ext cx="301522" cy="46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EFE7A2D-85B8-4660-AA69-010C7501E706}"/>
              </a:ext>
            </a:extLst>
          </p:cNvPr>
          <p:cNvCxnSpPr>
            <a:cxnSpLocks/>
            <a:stCxn id="26" idx="3"/>
            <a:endCxn id="63" idx="7"/>
          </p:cNvCxnSpPr>
          <p:nvPr/>
        </p:nvCxnSpPr>
        <p:spPr>
          <a:xfrm flipH="1">
            <a:off x="6049930" y="3566866"/>
            <a:ext cx="33650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F8A46376-6E93-48B5-A2FF-2B9BDECAB805}"/>
              </a:ext>
            </a:extLst>
          </p:cNvPr>
          <p:cNvSpPr/>
          <p:nvPr/>
        </p:nvSpPr>
        <p:spPr>
          <a:xfrm>
            <a:off x="4071502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003023DF-4E73-441E-A47C-A0EB71BCBDA4}"/>
              </a:ext>
            </a:extLst>
          </p:cNvPr>
          <p:cNvSpPr/>
          <p:nvPr/>
        </p:nvSpPr>
        <p:spPr>
          <a:xfrm>
            <a:off x="6321330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Flowchart: Connector 142">
            <a:extLst>
              <a:ext uri="{FF2B5EF4-FFF2-40B4-BE49-F238E27FC236}">
                <a16:creationId xmlns:a16="http://schemas.microsoft.com/office/drawing/2014/main" id="{932CA765-82F5-45BC-834D-13709F67883A}"/>
              </a:ext>
            </a:extLst>
          </p:cNvPr>
          <p:cNvSpPr/>
          <p:nvPr/>
        </p:nvSpPr>
        <p:spPr>
          <a:xfrm>
            <a:off x="3509045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D5C0FCFD-295A-4773-ABE3-2CF40E7C584B}"/>
              </a:ext>
            </a:extLst>
          </p:cNvPr>
          <p:cNvSpPr/>
          <p:nvPr/>
        </p:nvSpPr>
        <p:spPr>
          <a:xfrm>
            <a:off x="2946588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0A34EA9E-BA97-471D-9BEC-35597A968A58}"/>
              </a:ext>
            </a:extLst>
          </p:cNvPr>
          <p:cNvCxnSpPr>
            <a:cxnSpLocks/>
            <a:stCxn id="24" idx="5"/>
            <a:endCxn id="108" idx="1"/>
          </p:cNvCxnSpPr>
          <p:nvPr/>
        </p:nvCxnSpPr>
        <p:spPr>
          <a:xfrm>
            <a:off x="3477269" y="2884926"/>
            <a:ext cx="351196" cy="438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49B1825B-C463-4325-8D87-99E43CA8CDD7}"/>
              </a:ext>
            </a:extLst>
          </p:cNvPr>
          <p:cNvCxnSpPr>
            <a:cxnSpLocks/>
            <a:stCxn id="24" idx="3"/>
            <a:endCxn id="187" idx="7"/>
          </p:cNvCxnSpPr>
          <p:nvPr/>
        </p:nvCxnSpPr>
        <p:spPr>
          <a:xfrm flipH="1">
            <a:off x="2962430" y="2884926"/>
            <a:ext cx="273719" cy="438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Flowchart: Connector 186">
            <a:extLst>
              <a:ext uri="{FF2B5EF4-FFF2-40B4-BE49-F238E27FC236}">
                <a16:creationId xmlns:a16="http://schemas.microsoft.com/office/drawing/2014/main" id="{9D24741D-FCE3-46CA-8402-B70584901BB0}"/>
              </a:ext>
            </a:extLst>
          </p:cNvPr>
          <p:cNvSpPr/>
          <p:nvPr/>
        </p:nvSpPr>
        <p:spPr>
          <a:xfrm>
            <a:off x="2671373" y="3273254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B96FE2B-EB62-4EBA-9CF2-F04A3D96F896}"/>
              </a:ext>
            </a:extLst>
          </p:cNvPr>
          <p:cNvCxnSpPr>
            <a:cxnSpLocks/>
            <a:stCxn id="107" idx="5"/>
            <a:endCxn id="109" idx="1"/>
          </p:cNvCxnSpPr>
          <p:nvPr/>
        </p:nvCxnSpPr>
        <p:spPr>
          <a:xfrm>
            <a:off x="1855275" y="3566866"/>
            <a:ext cx="16336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Flowchart: Connector 203">
            <a:extLst>
              <a:ext uri="{FF2B5EF4-FFF2-40B4-BE49-F238E27FC236}">
                <a16:creationId xmlns:a16="http://schemas.microsoft.com/office/drawing/2014/main" id="{7B57DDFD-5D65-4116-AE6A-D4CD9B37534C}"/>
              </a:ext>
            </a:extLst>
          </p:cNvPr>
          <p:cNvSpPr/>
          <p:nvPr/>
        </p:nvSpPr>
        <p:spPr>
          <a:xfrm>
            <a:off x="2384131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40AD40F9-0C7E-4218-B1C9-708DADD80D25}"/>
              </a:ext>
            </a:extLst>
          </p:cNvPr>
          <p:cNvCxnSpPr>
            <a:cxnSpLocks/>
            <a:stCxn id="187" idx="3"/>
            <a:endCxn id="204" idx="7"/>
          </p:cNvCxnSpPr>
          <p:nvPr/>
        </p:nvCxnSpPr>
        <p:spPr>
          <a:xfrm flipH="1">
            <a:off x="2675188" y="3566866"/>
            <a:ext cx="46122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F117E3BC-BC6C-4B71-A5B5-42D9930BC743}"/>
              </a:ext>
            </a:extLst>
          </p:cNvPr>
          <p:cNvCxnSpPr>
            <a:cxnSpLocks/>
            <a:stCxn id="187" idx="5"/>
            <a:endCxn id="144" idx="1"/>
          </p:cNvCxnSpPr>
          <p:nvPr/>
        </p:nvCxnSpPr>
        <p:spPr>
          <a:xfrm>
            <a:off x="2962430" y="3566866"/>
            <a:ext cx="34095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E28B64D7-F127-4721-94A8-3C365421F708}"/>
              </a:ext>
            </a:extLst>
          </p:cNvPr>
          <p:cNvCxnSpPr>
            <a:cxnSpLocks/>
            <a:stCxn id="108" idx="3"/>
            <a:endCxn id="143" idx="7"/>
          </p:cNvCxnSpPr>
          <p:nvPr/>
        </p:nvCxnSpPr>
        <p:spPr>
          <a:xfrm flipH="1">
            <a:off x="3800102" y="3566866"/>
            <a:ext cx="28363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8746B3CA-3F07-4C65-8B3E-94C303DC408A}"/>
              </a:ext>
            </a:extLst>
          </p:cNvPr>
          <p:cNvCxnSpPr>
            <a:cxnSpLocks/>
            <a:stCxn id="108" idx="5"/>
            <a:endCxn id="141" idx="1"/>
          </p:cNvCxnSpPr>
          <p:nvPr/>
        </p:nvCxnSpPr>
        <p:spPr>
          <a:xfrm>
            <a:off x="4069585" y="3566866"/>
            <a:ext cx="51854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78E5D44-784E-41D6-81AB-138523DE9DCC}"/>
              </a:ext>
            </a:extLst>
          </p:cNvPr>
          <p:cNvCxnSpPr>
            <a:cxnSpLocks/>
            <a:stCxn id="26" idx="5"/>
            <a:endCxn id="142" idx="1"/>
          </p:cNvCxnSpPr>
          <p:nvPr/>
        </p:nvCxnSpPr>
        <p:spPr>
          <a:xfrm>
            <a:off x="6324700" y="3566866"/>
            <a:ext cx="46567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Flowchart: Connector 254">
            <a:extLst>
              <a:ext uri="{FF2B5EF4-FFF2-40B4-BE49-F238E27FC236}">
                <a16:creationId xmlns:a16="http://schemas.microsoft.com/office/drawing/2014/main" id="{6D7EE850-82D6-4DB3-8D36-04AC171CAD1A}"/>
              </a:ext>
            </a:extLst>
          </p:cNvPr>
          <p:cNvSpPr/>
          <p:nvPr/>
        </p:nvSpPr>
        <p:spPr>
          <a:xfrm>
            <a:off x="5196416" y="4075612"/>
            <a:ext cx="340994" cy="3439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" name="Flowchart: Connector 255">
            <a:extLst>
              <a:ext uri="{FF2B5EF4-FFF2-40B4-BE49-F238E27FC236}">
                <a16:creationId xmlns:a16="http://schemas.microsoft.com/office/drawing/2014/main" id="{E3C962C2-29DB-407F-8498-5A612430D09B}"/>
              </a:ext>
            </a:extLst>
          </p:cNvPr>
          <p:cNvSpPr/>
          <p:nvPr/>
        </p:nvSpPr>
        <p:spPr>
          <a:xfrm>
            <a:off x="4633959" y="4075612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Flowchart: Connector 271">
            <a:extLst>
              <a:ext uri="{FF2B5EF4-FFF2-40B4-BE49-F238E27FC236}">
                <a16:creationId xmlns:a16="http://schemas.microsoft.com/office/drawing/2014/main" id="{B0668088-EE34-44BD-8E35-FC283DA3DB51}"/>
              </a:ext>
            </a:extLst>
          </p:cNvPr>
          <p:cNvSpPr/>
          <p:nvPr/>
        </p:nvSpPr>
        <p:spPr>
          <a:xfrm>
            <a:off x="4919770" y="3273254"/>
            <a:ext cx="340994" cy="34398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7F0B18A6-C903-40FC-87C6-E06AC8DEB1B0}"/>
              </a:ext>
            </a:extLst>
          </p:cNvPr>
          <p:cNvCxnSpPr>
            <a:cxnSpLocks/>
            <a:stCxn id="19" idx="3"/>
            <a:endCxn id="272" idx="7"/>
          </p:cNvCxnSpPr>
          <p:nvPr/>
        </p:nvCxnSpPr>
        <p:spPr>
          <a:xfrm flipH="1">
            <a:off x="5210827" y="2971687"/>
            <a:ext cx="279368" cy="35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CFED5946-B540-46A6-A72A-28AD7D79CB57}"/>
              </a:ext>
            </a:extLst>
          </p:cNvPr>
          <p:cNvCxnSpPr>
            <a:cxnSpLocks/>
            <a:stCxn id="272" idx="5"/>
            <a:endCxn id="255" idx="1"/>
          </p:cNvCxnSpPr>
          <p:nvPr/>
        </p:nvCxnSpPr>
        <p:spPr>
          <a:xfrm>
            <a:off x="5210827" y="3566866"/>
            <a:ext cx="35526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3B1F6FAE-CD69-43E1-954F-A93B624B4228}"/>
              </a:ext>
            </a:extLst>
          </p:cNvPr>
          <p:cNvCxnSpPr>
            <a:cxnSpLocks/>
            <a:stCxn id="272" idx="3"/>
            <a:endCxn id="256" idx="7"/>
          </p:cNvCxnSpPr>
          <p:nvPr/>
        </p:nvCxnSpPr>
        <p:spPr>
          <a:xfrm flipH="1">
            <a:off x="4925016" y="3566866"/>
            <a:ext cx="44691" cy="55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25A66075-F2B1-4C6D-9BB0-683DE50EB72C}"/>
              </a:ext>
            </a:extLst>
          </p:cNvPr>
          <p:cNvSpPr/>
          <p:nvPr/>
        </p:nvSpPr>
        <p:spPr>
          <a:xfrm>
            <a:off x="260812" y="4755371"/>
            <a:ext cx="8458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Height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Nodes (n)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Inference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An AVL tree of height h can have nodes ranging from n1 (Min) To n2 (Max)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Conversely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b="1" dirty="0"/>
              <a:t>Given n nodes we can construct an AVL tree with a height ranging from  h1 (Min) to h2(Max)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4CF1E6F-8F9F-4CEE-A961-6795FE8AEA69}"/>
              </a:ext>
            </a:extLst>
          </p:cNvPr>
          <p:cNvSpPr/>
          <p:nvPr/>
        </p:nvSpPr>
        <p:spPr>
          <a:xfrm>
            <a:off x="166006" y="3029276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F1824CA-9142-47E0-930A-B520AB996376}"/>
              </a:ext>
            </a:extLst>
          </p:cNvPr>
          <p:cNvSpPr/>
          <p:nvPr/>
        </p:nvSpPr>
        <p:spPr>
          <a:xfrm>
            <a:off x="4419600" y="3787159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D3A590C-C76F-478A-B1DF-10C3AB95E7DB}"/>
              </a:ext>
            </a:extLst>
          </p:cNvPr>
          <p:cNvSpPr/>
          <p:nvPr/>
        </p:nvSpPr>
        <p:spPr>
          <a:xfrm>
            <a:off x="6400800" y="3048000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D010E42-5F78-4B44-95B1-16D4C54204B5}"/>
              </a:ext>
            </a:extLst>
          </p:cNvPr>
          <p:cNvSpPr/>
          <p:nvPr/>
        </p:nvSpPr>
        <p:spPr>
          <a:xfrm>
            <a:off x="8646827" y="3124200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D73956D-D064-4304-8FF5-EA1B1984D511}"/>
              </a:ext>
            </a:extLst>
          </p:cNvPr>
          <p:cNvSpPr/>
          <p:nvPr/>
        </p:nvSpPr>
        <p:spPr>
          <a:xfrm>
            <a:off x="798227" y="2362200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ED7E8D8-2914-43FC-B511-147F510E2149}"/>
              </a:ext>
            </a:extLst>
          </p:cNvPr>
          <p:cNvSpPr/>
          <p:nvPr/>
        </p:nvSpPr>
        <p:spPr>
          <a:xfrm>
            <a:off x="4608227" y="3025159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4B09E9B-F2D9-4DFC-ADB7-37A86B5A4137}"/>
              </a:ext>
            </a:extLst>
          </p:cNvPr>
          <p:cNvSpPr/>
          <p:nvPr/>
        </p:nvSpPr>
        <p:spPr>
          <a:xfrm>
            <a:off x="3581400" y="2438400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A8B1A3F-3E56-4261-A7DE-947676E0AE0D}"/>
              </a:ext>
            </a:extLst>
          </p:cNvPr>
          <p:cNvSpPr/>
          <p:nvPr/>
        </p:nvSpPr>
        <p:spPr>
          <a:xfrm>
            <a:off x="1905000" y="1828800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8BCB1AB-502E-4BDD-8750-A381344E2A64}"/>
              </a:ext>
            </a:extLst>
          </p:cNvPr>
          <p:cNvSpPr/>
          <p:nvPr/>
        </p:nvSpPr>
        <p:spPr>
          <a:xfrm>
            <a:off x="5105400" y="2491759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FFE3D27-431F-4A65-8260-8901E4F3530D}"/>
              </a:ext>
            </a:extLst>
          </p:cNvPr>
          <p:cNvSpPr/>
          <p:nvPr/>
        </p:nvSpPr>
        <p:spPr>
          <a:xfrm>
            <a:off x="6934200" y="1882159"/>
            <a:ext cx="268573" cy="251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3A75B94-CD18-4E6C-B6CC-C1D7C448932C}"/>
              </a:ext>
            </a:extLst>
          </p:cNvPr>
          <p:cNvSpPr/>
          <p:nvPr/>
        </p:nvSpPr>
        <p:spPr>
          <a:xfrm>
            <a:off x="8037227" y="2415559"/>
            <a:ext cx="308546" cy="2323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A26C1D-33E7-4D06-9AEB-2DB5585BA614}"/>
              </a:ext>
            </a:extLst>
          </p:cNvPr>
          <p:cNvSpPr/>
          <p:nvPr/>
        </p:nvSpPr>
        <p:spPr>
          <a:xfrm>
            <a:off x="3621407" y="1408613"/>
            <a:ext cx="340993" cy="3439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3397025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 err="1"/>
              <a:t>Runing</a:t>
            </a:r>
            <a:r>
              <a:rPr lang="en-US" sz="3200" dirty="0"/>
              <a:t> times Of an AVL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E67181E-332F-4A86-A1F1-88AA75CB9908}"/>
              </a:ext>
            </a:extLst>
          </p:cNvPr>
          <p:cNvSpPr txBox="1">
            <a:spLocks/>
          </p:cNvSpPr>
          <p:nvPr/>
        </p:nvSpPr>
        <p:spPr>
          <a:xfrm>
            <a:off x="685800" y="1529006"/>
            <a:ext cx="6629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9000"/>
              </a:lnSpc>
              <a:spcBef>
                <a:spcPts val="500"/>
              </a:spcBef>
              <a:buSzPct val="176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 dirty="0"/>
          </a:p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9DE8A63-499B-44AD-B552-51334B408023}"/>
              </a:ext>
            </a:extLst>
          </p:cNvPr>
          <p:cNvSpPr txBox="1">
            <a:spLocks noChangeArrowheads="1"/>
          </p:cNvSpPr>
          <p:nvPr/>
        </p:nvSpPr>
        <p:spPr>
          <a:xfrm>
            <a:off x="250918" y="1510345"/>
            <a:ext cx="7118149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/>
              <a:t>A Single restructure is O(1)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400" dirty="0"/>
              <a:t>Using a linked-Structure binary Tree</a:t>
            </a:r>
          </a:p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600" dirty="0"/>
          </a:p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/>
              <a:t>Find is O(log n)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400" dirty="0"/>
              <a:t>Height of Tree is O(log n), no restructure needed</a:t>
            </a:r>
          </a:p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600" dirty="0"/>
          </a:p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/>
              <a:t>Insert is O(log n)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400" dirty="0"/>
              <a:t>Initial find is O(log n)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400" dirty="0"/>
              <a:t>Restructure is up the tree, maintain heights is O(log n)</a:t>
            </a:r>
          </a:p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600" dirty="0"/>
          </a:p>
          <a:p>
            <a:pPr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/>
              <a:t>Remove is O(log n)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400" dirty="0"/>
              <a:t>Initial find is O(log n)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400" dirty="0"/>
              <a:t>Restructure is up the tree, maintain heights is O(log n)</a:t>
            </a:r>
          </a:p>
          <a:p>
            <a:pPr lvl="1">
              <a:lnSpc>
                <a:spcPct val="79000"/>
              </a:lnSpc>
              <a:spcBef>
                <a:spcPts val="500"/>
              </a:spcBef>
              <a:buSzPct val="147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77630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881C70-DB1E-41D3-B37C-0CBE05CDE5EB}"/>
</file>

<file path=customXml/itemProps2.xml><?xml version="1.0" encoding="utf-8"?>
<ds:datastoreItem xmlns:ds="http://schemas.openxmlformats.org/officeDocument/2006/customXml" ds:itemID="{306A229B-35FF-4FAA-A126-9315D4BF1A48}"/>
</file>

<file path=customXml/itemProps3.xml><?xml version="1.0" encoding="utf-8"?>
<ds:datastoreItem xmlns:ds="http://schemas.openxmlformats.org/officeDocument/2006/customXml" ds:itemID="{29F35B50-C12B-4176-8DFB-9BE1FC3237F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9709</TotalTime>
  <Words>3438</Words>
  <Application>Microsoft Office PowerPoint</Application>
  <PresentationFormat>On-screen Show (4:3)</PresentationFormat>
  <Paragraphs>1301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Tahoma</vt:lpstr>
      <vt:lpstr>Times New Roman</vt:lpstr>
      <vt:lpstr>Wingdings</vt:lpstr>
      <vt:lpstr>Office Theme</vt:lpstr>
      <vt:lpstr>Data Structures and Algorithms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Harish Aggarwal</cp:lastModifiedBy>
  <cp:revision>724</cp:revision>
  <dcterms:created xsi:type="dcterms:W3CDTF">2011-09-14T09:42:05Z</dcterms:created>
  <dcterms:modified xsi:type="dcterms:W3CDTF">2025-09-20T09:38:29Z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