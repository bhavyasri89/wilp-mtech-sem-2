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3.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ink/ink1.xml" ContentType="application/inkml+xml"/>
  <Override PartName="/ppt/ink/ink2.xml" ContentType="application/inkml+xml"/>
  <Override PartName="/ppt/theme/theme5.xml" ContentType="application/vnd.openxmlformats-officedocument.theme+xml"/>
  <Override PartName="/ppt/ink/ink3.xml" ContentType="application/inkml+xml"/>
  <Override PartName="/ppt/ink/ink4.xml" ContentType="application/inkml+xml"/>
  <Override PartName="/ppt/ink/ink5.xml" ContentType="application/inkml+xml"/>
  <Override PartName="/ppt/ink/ink6.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46.xml" ContentType="application/vnd.openxmlformats-officedocument.presentationml.tags+xml"/>
  <Override PartName="/ppt/tags/tag4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48.xml" ContentType="application/vnd.openxmlformats-officedocument.presentationml.tags+xml"/>
  <Override PartName="/ppt/tags/tag51.xml" ContentType="application/vnd.openxmlformats-officedocument.presentationml.tags+xml"/>
  <Override PartName="/ppt/tags/tag53.xml" ContentType="application/vnd.openxmlformats-officedocument.presentationml.tags+xml"/>
  <Override PartName="/ppt/tags/tag49.xml" ContentType="application/vnd.openxmlformats-officedocument.presentationml.tags+xml"/>
  <Override PartName="/ppt/tags/tag57.xml" ContentType="application/vnd.openxmlformats-officedocument.presentationml.tags+xml"/>
  <Override PartName="/ppt/tags/tag33.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1.xml" ContentType="application/vnd.openxmlformats-officedocument.presentationml.tags+xml"/>
  <Override PartName="/ppt/tags/tag54.xml" ContentType="application/vnd.openxmlformats-officedocument.presentationml.tags+xml"/>
  <Override PartName="/ppt/tags/tag21.xml" ContentType="application/vnd.openxmlformats-officedocument.presentationml.tags+xml"/>
  <Override PartName="/ppt/tags/tag5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56.xml" ContentType="application/vnd.openxmlformats-officedocument.presentationml.tags+xml"/>
  <Override PartName="/ppt/tags/tag50.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58.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52.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 id="2147483691" r:id="rId3"/>
    <p:sldMasterId id="2147483713" r:id="rId4"/>
    <p:sldMasterId id="2147483729" r:id="rId5"/>
    <p:sldMasterId id="2147483740" r:id="rId6"/>
  </p:sldMasterIdLst>
  <p:notesMasterIdLst>
    <p:notesMasterId r:id="rId82"/>
  </p:notesMasterIdLst>
  <p:sldIdLst>
    <p:sldId id="524" r:id="rId7"/>
    <p:sldId id="641" r:id="rId8"/>
    <p:sldId id="642" r:id="rId9"/>
    <p:sldId id="643" r:id="rId10"/>
    <p:sldId id="644" r:id="rId11"/>
    <p:sldId id="645" r:id="rId12"/>
    <p:sldId id="647" r:id="rId13"/>
    <p:sldId id="724" r:id="rId14"/>
    <p:sldId id="734" r:id="rId15"/>
    <p:sldId id="646" r:id="rId16"/>
    <p:sldId id="649" r:id="rId17"/>
    <p:sldId id="688" r:id="rId18"/>
    <p:sldId id="653" r:id="rId19"/>
    <p:sldId id="654" r:id="rId20"/>
    <p:sldId id="723" r:id="rId21"/>
    <p:sldId id="695" r:id="rId22"/>
    <p:sldId id="696" r:id="rId23"/>
    <p:sldId id="698" r:id="rId24"/>
    <p:sldId id="700" r:id="rId25"/>
    <p:sldId id="663" r:id="rId26"/>
    <p:sldId id="660" r:id="rId27"/>
    <p:sldId id="664" r:id="rId28"/>
    <p:sldId id="715" r:id="rId29"/>
    <p:sldId id="702" r:id="rId30"/>
    <p:sldId id="657" r:id="rId31"/>
    <p:sldId id="678" r:id="rId32"/>
    <p:sldId id="679" r:id="rId33"/>
    <p:sldId id="680" r:id="rId34"/>
    <p:sldId id="670" r:id="rId35"/>
    <p:sldId id="639" r:id="rId36"/>
    <p:sldId id="671" r:id="rId37"/>
    <p:sldId id="672" r:id="rId38"/>
    <p:sldId id="673" r:id="rId39"/>
    <p:sldId id="674" r:id="rId40"/>
    <p:sldId id="675" r:id="rId41"/>
    <p:sldId id="676" r:id="rId42"/>
    <p:sldId id="677" r:id="rId43"/>
    <p:sldId id="706" r:id="rId44"/>
    <p:sldId id="704" r:id="rId45"/>
    <p:sldId id="705" r:id="rId46"/>
    <p:sldId id="707" r:id="rId47"/>
    <p:sldId id="708" r:id="rId48"/>
    <p:sldId id="709" r:id="rId49"/>
    <p:sldId id="710" r:id="rId50"/>
    <p:sldId id="711" r:id="rId51"/>
    <p:sldId id="712" r:id="rId52"/>
    <p:sldId id="629" r:id="rId53"/>
    <p:sldId id="713" r:id="rId54"/>
    <p:sldId id="725" r:id="rId55"/>
    <p:sldId id="726" r:id="rId56"/>
    <p:sldId id="727" r:id="rId57"/>
    <p:sldId id="728" r:id="rId58"/>
    <p:sldId id="729" r:id="rId59"/>
    <p:sldId id="714" r:id="rId60"/>
    <p:sldId id="730" r:id="rId61"/>
    <p:sldId id="732" r:id="rId62"/>
    <p:sldId id="731" r:id="rId63"/>
    <p:sldId id="733" r:id="rId64"/>
    <p:sldId id="716" r:id="rId65"/>
    <p:sldId id="717" r:id="rId66"/>
    <p:sldId id="718" r:id="rId67"/>
    <p:sldId id="719" r:id="rId68"/>
    <p:sldId id="721" r:id="rId69"/>
    <p:sldId id="722" r:id="rId70"/>
    <p:sldId id="634" r:id="rId71"/>
    <p:sldId id="633" r:id="rId72"/>
    <p:sldId id="632" r:id="rId73"/>
    <p:sldId id="631" r:id="rId74"/>
    <p:sldId id="628" r:id="rId75"/>
    <p:sldId id="627" r:id="rId76"/>
    <p:sldId id="689" r:id="rId77"/>
    <p:sldId id="690" r:id="rId78"/>
    <p:sldId id="691" r:id="rId79"/>
    <p:sldId id="694" r:id="rId80"/>
    <p:sldId id="693" r:id="rId81"/>
  </p:sldIdLst>
  <p:sldSz cx="9144000" cy="6858000" type="screen4x3"/>
  <p:notesSz cx="7053263" cy="9309100"/>
  <p:defaultTextStyle>
    <a:defPPr>
      <a:defRPr lang="en-US"/>
    </a:defPPr>
    <a:lvl1pPr marL="0" algn="l" defTabSz="914012" rtl="0" eaLnBrk="1" latinLnBrk="0" hangingPunct="1">
      <a:defRPr sz="1800" kern="1200">
        <a:solidFill>
          <a:schemeClr val="tx1"/>
        </a:solidFill>
        <a:latin typeface="+mn-lt"/>
        <a:ea typeface="+mn-ea"/>
        <a:cs typeface="+mn-cs"/>
      </a:defRPr>
    </a:lvl1pPr>
    <a:lvl2pPr marL="457008" algn="l" defTabSz="914012" rtl="0" eaLnBrk="1" latinLnBrk="0" hangingPunct="1">
      <a:defRPr sz="1800" kern="1200">
        <a:solidFill>
          <a:schemeClr val="tx1"/>
        </a:solidFill>
        <a:latin typeface="+mn-lt"/>
        <a:ea typeface="+mn-ea"/>
        <a:cs typeface="+mn-cs"/>
      </a:defRPr>
    </a:lvl2pPr>
    <a:lvl3pPr marL="914012" algn="l" defTabSz="914012" rtl="0" eaLnBrk="1" latinLnBrk="0" hangingPunct="1">
      <a:defRPr sz="1800" kern="1200">
        <a:solidFill>
          <a:schemeClr val="tx1"/>
        </a:solidFill>
        <a:latin typeface="+mn-lt"/>
        <a:ea typeface="+mn-ea"/>
        <a:cs typeface="+mn-cs"/>
      </a:defRPr>
    </a:lvl3pPr>
    <a:lvl4pPr marL="1371020" algn="l" defTabSz="914012" rtl="0" eaLnBrk="1" latinLnBrk="0" hangingPunct="1">
      <a:defRPr sz="1800" kern="1200">
        <a:solidFill>
          <a:schemeClr val="tx1"/>
        </a:solidFill>
        <a:latin typeface="+mn-lt"/>
        <a:ea typeface="+mn-ea"/>
        <a:cs typeface="+mn-cs"/>
      </a:defRPr>
    </a:lvl4pPr>
    <a:lvl5pPr marL="1828025" algn="l" defTabSz="914012" rtl="0" eaLnBrk="1" latinLnBrk="0" hangingPunct="1">
      <a:defRPr sz="1800" kern="1200">
        <a:solidFill>
          <a:schemeClr val="tx1"/>
        </a:solidFill>
        <a:latin typeface="+mn-lt"/>
        <a:ea typeface="+mn-ea"/>
        <a:cs typeface="+mn-cs"/>
      </a:defRPr>
    </a:lvl5pPr>
    <a:lvl6pPr marL="2285032" algn="l" defTabSz="914012" rtl="0" eaLnBrk="1" latinLnBrk="0" hangingPunct="1">
      <a:defRPr sz="1800" kern="1200">
        <a:solidFill>
          <a:schemeClr val="tx1"/>
        </a:solidFill>
        <a:latin typeface="+mn-lt"/>
        <a:ea typeface="+mn-ea"/>
        <a:cs typeface="+mn-cs"/>
      </a:defRPr>
    </a:lvl6pPr>
    <a:lvl7pPr marL="2742037" algn="l" defTabSz="914012" rtl="0" eaLnBrk="1" latinLnBrk="0" hangingPunct="1">
      <a:defRPr sz="1800" kern="1200">
        <a:solidFill>
          <a:schemeClr val="tx1"/>
        </a:solidFill>
        <a:latin typeface="+mn-lt"/>
        <a:ea typeface="+mn-ea"/>
        <a:cs typeface="+mn-cs"/>
      </a:defRPr>
    </a:lvl7pPr>
    <a:lvl8pPr marL="3199044" algn="l" defTabSz="914012" rtl="0" eaLnBrk="1" latinLnBrk="0" hangingPunct="1">
      <a:defRPr sz="1800" kern="1200">
        <a:solidFill>
          <a:schemeClr val="tx1"/>
        </a:solidFill>
        <a:latin typeface="+mn-lt"/>
        <a:ea typeface="+mn-ea"/>
        <a:cs typeface="+mn-cs"/>
      </a:defRPr>
    </a:lvl8pPr>
    <a:lvl9pPr marL="3656050" algn="l" defTabSz="91401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900"/>
    <a:srgbClr val="FF8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3794" autoAdjust="0"/>
  </p:normalViewPr>
  <p:slideViewPr>
    <p:cSldViewPr snapToObjects="1">
      <p:cViewPr varScale="1">
        <p:scale>
          <a:sx n="64" d="100"/>
          <a:sy n="64" d="100"/>
        </p:scale>
        <p:origin x="878" y="67"/>
      </p:cViewPr>
      <p:guideLst>
        <p:guide orient="horz" pos="2160"/>
        <p:guide pos="2881"/>
      </p:guideLst>
    </p:cSldViewPr>
  </p:slideViewPr>
  <p:outlineViewPr>
    <p:cViewPr>
      <p:scale>
        <a:sx n="33" d="100"/>
        <a:sy n="33" d="100"/>
      </p:scale>
      <p:origin x="0" y="-1217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viewProps" Target="viewProps.xml"/><Relationship Id="rId89" Type="http://schemas.openxmlformats.org/officeDocument/2006/relationships/customXml" Target="../customXml/item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presProps" Target="presProps.xml"/><Relationship Id="rId88"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customXml" Target="../customXml/item1.xml"/><Relationship Id="rId61" Type="http://schemas.openxmlformats.org/officeDocument/2006/relationships/slide" Target="slides/slide55.xml"/><Relationship Id="rId82" Type="http://schemas.openxmlformats.org/officeDocument/2006/relationships/notesMaster" Target="notesMasters/notesMaster1.xml"/><Relationship Id="rId19"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3-08T11:57:45.300"/>
    </inkml:context>
    <inkml:brush xml:id="br0">
      <inkml:brushProperty name="width" value="0.05292" units="cm"/>
      <inkml:brushProperty name="height" value="0.05292" units="cm"/>
      <inkml:brushProperty name="color" value="#FF0000"/>
    </inkml:brush>
  </inkml:definitions>
  <inkml:trace contextRef="#ctx0" brushRef="#br0">16082 9532 466 0,'0'0'79'0,"0"0"-56"16,0 0-1-16,0 0-5 15,0 0-11-15,0 0-6 16,0 0-48-16,-6 17-44 0,12-2 35 15,6-8-101-15</inkml:trace>
  <inkml:trace contextRef="#ctx0" brushRef="#br0" timeOffset="5089.22">13634 10557 113 0,'0'0'59'16,"0"0"21"-16,0 0-2 16,0 0-14-16,0 0-13 15,0 0-3-15,0 0 1 16,-13 0-4-16,13 0 3 16,0 0-6-16,0 0-15 15,0 0-2-15,-2 0-4 16,2 0-4-16,0 0 0 15,0 0-5-15,0 0 0 16,0 0 2-16,0 0 2 16,0 0 1-16,0 0 5 15,0 0-2-15,0 0-7 0,0-4-5 16,14-15-4-16,39-16-2 16,25-9-2-16,12-6-40 15,-11 5-194-15</inkml:trace>
  <inkml:trace contextRef="#ctx0" brushRef="#br0" timeOffset="9663.89">13550 11506 80 0,'0'0'57'0,"0"0"-6"16,0 0 12-16,0 0-2 16,0 0-3-16,0 0-15 15,0 0 3-15,0 0 1 16,0 0-12-16,0 0-21 15,0 0-10-15,0 0-3 16,0 0-1-16,0 0-1 16,0 0-34-16,0 0-53 15,21-2-39-15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3-08T11:58:08.535"/>
    </inkml:context>
    <inkml:brush xml:id="br0">
      <inkml:brushProperty name="width" value="0.05292" units="cm"/>
      <inkml:brushProperty name="height" value="0.05292" units="cm"/>
      <inkml:brushProperty name="color" value="#FF0000"/>
    </inkml:brush>
  </inkml:definitions>
  <inkml:trace contextRef="#ctx0" brushRef="#br0">15122 14691 377 0,'0'0'71'16,"0"0"-61"-16,0 0-8 16,0 0-2-16,0 0-5 15,0 0-46-15,0 0 3 0,0 0-27 16,33 26-61-16</inkml:trace>
  <inkml:trace contextRef="#ctx0" brushRef="#br0" timeOffset="1887.73">21680 8078 282 0,'0'0'54'16,"0"0"-39"-16,0 0-7 0,0 0-2 15,0 0-6-15,0 0-12 16,0 0-70-16,0 0-29 15,0 5 63-15</inkml:trace>
  <inkml:trace contextRef="#ctx0" brushRef="#br0" timeOffset="2051.28">21680 8078 396 0,'0'19'89'0,"0"-19"-78"0,0 0-11 16,0 7-55-1,5 4-147-15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05T08:30:43.886"/>
    </inkml:context>
    <inkml:brush xml:id="br0">
      <inkml:brushProperty name="width" value="0.05292" units="cm"/>
      <inkml:brushProperty name="height" value="0.05292" units="cm"/>
      <inkml:brushProperty name="color" value="#7030A0"/>
    </inkml:brush>
  </inkml:definitions>
  <inkml:trace contextRef="#ctx0" brushRef="#br0">2978 6275 49 0,'0'0'4'0,"0"0"166"0,0 0-150 15,0 0 37-15,0 0-15 16,0 0-9-16,-10-55 8 16,10 47 21-1,0 2-42-15,-2 3-2 16,2 0 17-16,-2 3-9 15,2 0 6-15,0 0-25 16,0 0-6-16,0 0-1 16,0 0 0-16,-2 0-1 15,-1 0 0-15,-1 3 1 16,-2 8 1-16,-2 4 0 0,-1 6-1 16,-1 1 1-16,2 4 2 15,0 4-1-15,1 0 0 16,-1 3-2-16,-2 1 3 15,0 0-3-15,3 0 0 16,0 5-1-16,1 2 1 16,3 1 0-1,1 0 0-15,-1-4-2 16,3 0 1-16,-2-4 1 16,0 2 3-16,-2 5-3 15,-1-3 1-15,-2-2 1 0,-2-1 0 16,3-10-2-16,2-1 3 15,-1-6-3-15,3-4 0 16,0-2 0-16,2-4 0 0,-4-3 0 16,4-4 0-1,0-1 0-15,0 0 2 16,0 0 0-16,0 0 4 16,0 0 26-16,0 0 3 15,0 0-9-15,0 0-14 16,0 0-6-16,0 0-6 0,13 0 0 0,4-3 0 15,-3-4 0 1,-1 5 0-16,-6 2-1 16,2 0 1-16,-2 0-1 15,3 0 1-15,0 0 0 16,-2 0-1-16,3 0 2 16,1 0-1-16,1 0 0 15,3 0 0-15,-3 0 0 16,5 0 1-16,1 0-1 0,4 0 0 15,0 0 0 1,3 0-1-16,3 0 1 16,2 0 0-16,3 0 1 0,-1 2-1 15,0-2 0-15,3 0 0 16,-3 0 0-16,-2 0 0 0,1 0 2 16,-7 0-1-16,-7-8 3 15,-5 3-4 1,-7 0 3-16,-4 1 0 15,2-2 32-15,0 0-9 16,-4-2-15-16,2 0-6 16,0 0 0-16,0-2-2 15,-1-5-3-15,3 1 1 16,-4-5-1-16,0 1 0 16,0-3 0-16,0 6 1 15,0 0-1-15,0 2 0 16,0 3 2-16,0 0 0 0,-5 3-1 15,1 4-1-15,-6-4-3 16,0 6 0 0,-1-3-4-16,-4-1 4 0,5 3 2 15,-1 2 0-15,0 0-2 0,0 0-2 16,-6 0 4-16,0 7-1 16,-3 12-2-16,2 4 2 15,1 5 1-15,-2-2-4 16,8 0 2-16,1 0 1 0,4-6 1 15,4-2 0-15,2-3 0 16,0-2-2-16,0 1-1 16,10 2 1-16,9 0 3 15,8 0-1-15,6-2-1 16,8-4 2-16,8-5-3 16,3-5-3-1,12 0-29-15,7-2-50 16,3-19-65-16,-3-7-112 15</inkml:trace>
  <inkml:trace contextRef="#ctx0" brushRef="#br0" timeOffset="316.96">4002 6377 267 0,'0'0'143'16,"0"0"-21"-16,0 0-66 16,0 0-56-1,0 0-14-15,0 0 12 16,-4 55 2-16,2-16 8 0,-2 5-6 16,4 0-1-16,0 1-1 15,0 4 3-15,0 3-3 16,0 4 0-16,0 7 0 15,0-1 2-15,0-4-2 16,0-3 5-16,0-8-4 16,0-7-1-16,0-6-1 15,0-4-34-15,-3-12-104 0,-11-11-169 32</inkml:trace>
  <inkml:trace contextRef="#ctx0" brushRef="#br0" timeOffset="511.6">3782 7020 402 0,'0'0'83'15,"0"0"60"-15,0 0-77 0,0 0-29 16,0 0-15 0,0 0-13-16,-13-14-9 15,28 4-8-15,25-2 8 0,20-8-1 16,22-10-8-16,29-6-79 15,19-8-50-15,16-12-112 16</inkml:trace>
  <inkml:trace contextRef="#ctx0" brushRef="#br0" timeOffset="3515.2">6635 6423 435 0,'0'0'159'16,"0"0"-59"-16,0 0-55 15,0 0-39-15,0 0-6 16,0 0-8-16,-4 26 8 16,-3 13 1-16,-1 12 0 15,3 9 0-15,-2 4 1 16,1 4-2-1,3 1-1-15,3-1 1 16,0-6-2-16,0-2 2 16,0-4-2-16,3-2 2 0,-1-4 1 15,0-5-1 1,-2-16 0-16,0-8 0 0,0-10 3 16,0-9 0-16,0 1 2 15,0-3 13-15,0 0 52 16,-7 0-7-16,-2-12-56 0,5-13-2 15,4-7-5-15,0-1-1 16,0-6-1-16,18-1 1 16,6 5 0-16,3 1-3 15,2 9 2-15,-3 6 1 16,-1 12 1 0,0 5-2-16,-4 2 0 15,2 0-1-15,-6 26-2 16,-2 8 1-16,-6 8 3 15,-5 8 0-15,-4 3 1 16,0-4-4-16,-13 2 0 16,-14-9 0-16,-2-12 0 15,2-12 2-15,3-8 2 0,1-8 4 16,6-2 0-16,1 0-1 16,5 0 2-16,7 0-3 15,4-5 0-15,0-4 3 16,0-3-5-16,26-2-7 0,16-3 6 15,13 2-1-15,5 3 1 16,10 1 1-16,-1 2-1 16,10 1 1-16,5-5-3 0,4 2 3 15,-6-3 0-15,-4-4-2 16,-16-2-1-16,-13-3-4 16,-17 0-1-16,-15-2 6 15,-15 1 2-15,-2 2 3 16,-13 4 3-1,-25 7 1-15,-11 8-7 16,-11 3-5-16,-7 10 5 16,9 14 0-16,9 2 0 15,12 1-1-15,16 3-2 16,8 6-5-16,13 4 3 0,0 0 2 16,24-2-7-16,39-6 7 15,30-10-11-15,39-12-16 16,28-10-4-16,20-2-123 15,-3-31-170-15</inkml:trace>
  <inkml:trace contextRef="#ctx0" brushRef="#br0" timeOffset="3782.73">8737 6486 715 0,'0'0'137'16,"0"0"-87"-16,0 0-35 15,0 0-15-15,0 0-9 0,0 0 2 16,-43 79 7-16,36-20 1 16,1 8-1-16,4 1 0 15,2 5 0-15,0-5 0 16,0-8 0-16,0-2-2 0,0-6-5 15,0-4-34-15,5-5-35 16,4-14-57-16,-5-20-147 16</inkml:trace>
  <inkml:trace contextRef="#ctx0" brushRef="#br0" timeOffset="3983.36">8390 7040 319 0,'0'0'408'0,"0"0"-340"16,0 0-25-16,0 0-18 16,0 0-8-16,0 0-14 15,114-56-2-15,-10 22 4 16,21-7-2-16,6 7-3 16,-1 1-11-16,-19-6-211 15,-26 0-270-15</inkml:trace>
  <inkml:trace contextRef="#ctx0" brushRef="#br0" timeOffset="4616.84">9175 6513 750 0,'0'0'37'0,"0"0"-36"0,0 0-1 15,0 0 0 1,0 0-7-16,0 0-2 0,-5 48 5 15,5-2 4-15,0 12 1 16,0 6-1-16,0-4 2 16,0 0-1-16,0-7 2 15,0-5-2-15,0-6-1 0,0-9 1 16,0-4-1-16,0-11-1 16,0-6 1-16,0-6-3 15,0-4 1-15,0-2-9 16,13 0 11-16,10-15 9 15,4-12 1-15,0-1-6 16,-6 5 1-16,-5 3 7 0,-5 6 27 16,-3 7-33-16,-2 2 10 15,-6 5-8-15,4 0-8 16,5 0-5-16,4 0 1 16,5 0-2-16,2 12 3 0,0 13-4 15,-4 1 5 1,1 3 2-1,6-2 0-15,1 0 0 16,5-6 1-16,7-2-1 16,2-12 1-16,5-4 0 15,5-3 1-15,8-8 4 16,0-20-4-16,0-11 2 0,0-7-1 16,-14 0-1-16,-7 0 0 15,-17 5 3-15,-13 7 2 0,-5 9 13 16,0 6 10-16,-23 7-7 15,-15 9-16-15,-11 3-7 16,-4 0 0-16,4 13 0 16,13 9-2-16,12 4 2 15,11 6-5-15,7 3 2 16,6 7-4 0,21 0 2-16,34 4-29 15,35 0-44-15,28-7-80 16,20-9-71-16</inkml:trace>
  <inkml:trace contextRef="#ctx0" brushRef="#br0" timeOffset="6164.07">11200 6742 230 0,'0'0'154'0,"0"0"-59"0,0 0 30 16,0 0-11-16,0 0-77 15,0 0 18-15,-31-57-37 16,31 56-2-16,0-1-10 0,0-1-6 16,10-3-3-16,17 3 0 15,14 0 1-15,13 3 0 16,2 0-2-16,1 17 2 16,-3 14 1-16,-7 10-3 15,-9 6 1-15,-9 2-1 16,-9 1 2-1,-11 1 2-15,-3-4 0 16,-6-7 0-16,0-3 0 16,0-10 0-16,0-3 1 15,0-2-1-15,0-6 0 16,-2-5 0-16,0-6 0 16,0 0 0-16,2-5 0 15,0 0 6-15,0 0 0 0,8-21 9 16,26-21 15-16,15-18-30 15,7-8 0-15,-8 0 0 0,-4 3 1 16,-13 7 0 0,-14 12 1-16,-10 12 0 0,-5 14 3 15,-2 12 26-15,0 8 15 32,0 0-37-32,0 0-9 0,0 0-6 15,0 24-2-15,-6 11 7 16,-1 7 1-16,7-3 0 15,0-1 0-15,0 1-1 16,2-3 1-16,9 0 0 16,-1-4-2-16,2 0 1 15,0-5 1-15,-1-8-2 0,-3-5 1 16,4-4-4-16,-3-6 3 16,2-4-3-1,2 0 3-15,8 0 2 0,8-21 2 16,4-13-1-16,1-4-1 15,-1-5-4-15,-2-4-1 0,-9 8 3 16,-6-2 2-16,-5 9 0 31,-4 5 0-31,-5 0 2 0,0 9 0 0,0 6-1 32,-2 5 5-32,0 4-3 0,0 3-2 0,0 0 0 0,0 0-1 15,0 0-5-15,0 0 2 31,0 19-5-31,-4 13 8 0,-8 4 1 16,4-4-1-16,2-4-1 16,5-3 1-16,1 0 0 15,0-4 0-15,0-2-1 16,0-3 1-16,7-5-3 16,-1-8-4-16,2-1-2 15,-2-2-8-15,7-2 17 0,7-26 3 16,2-10-3-16,1-3 1 15,-7 6-1-15,-8 9 0 16,-6 6 2-16,-2 8 0 16,0 8 9-16,0 2 5 15,0 2-9-15,0 0-7 16,0 0-10 0,0 4-37-16,0 10 33 15,0 0-30-15,0 4 29 16,5 4-23-16,4 2 18 15,4 2-44-15,3 0-71 16,-3-5-45-16,-4-4-140 0</inkml:trace>
  <inkml:trace contextRef="#ctx0" brushRef="#br0" timeOffset="7119.09">12603 6695 362 0,'0'0'80'16,"0"0"23"0,0 0-49-16,0 0-19 15,0 0-26-15,0 0-4 16,115-30 6-16,-99 59-10 15,-3 8 6-15,-3 3 8 0,-7 1-9 16,-3-1-1-16,0-2 1 16,0 0-4-16,0-2-2 15,-1-4 2-15,-5-6-2 0,0-6 4 16,2-10-4-16,4-5-1 16,0-3 1-16,0-2 2 15,0 0 5-15,6-19 47 16,17-13-35-16,4-9-19 15,2 1 3-15,-4-1 1 16,-5 7 5 0,-7 2-1-16,-4 12 26 15,-5 6-12-15,-4 3 9 0,0 7-21 16,0 3 9-16,0 1-18 16,0 0-1-16,0 8-10 15,0 21 9-15,0 8 1 16,0 2 3-16,0-1 0 15,5-6-3-15,2-6-2 16,8-6 2-16,0-8 0 16,-1-5-1-16,2-5 0 15,-1-2 1-15,10-4 0 16,5-28 7-16,8-12-6 16,1-10 0-16,-8-3-1 0,0-2 1 15,-9 4-1-15,-8 11 0 0,-5 12 2 16,-7 17 2-16,-2 8-1 15,0 7-3-15,0 0-1 16,0 2-11-16,0 28-1 16,0 15 13-16,0 6 0 15,0 2 0-15,4-5-19 16,19-4-11 0,5-4-14-16,8-6-9 15,7-4-10-15,3-10-49 16,4-12-116-16</inkml:trace>
  <inkml:trace contextRef="#ctx0" brushRef="#br0" timeOffset="8068.24">13733 6128 621 0,'0'0'56'31,"0"0"-24"-31,0 0-32 0,0 0-3 16,0 0 3-16,-62 147 0 16,62-84 1-16,2 6 0 15,19 3 1-15,4-2-2 16,0 2 0-16,-3-2 1 16,1-5 2-16,-8-9-3 15,-4-8 1-15,1-13-1 16,-8-12 0-16,-1-11 1 15,-3-6 0-15,0-6 1 0,0 0 13 16,0-18 68-16,0-14-74 16,0-12-4-16,0-2-2 15,3-5-2-15,18 8 0 16,6 4 6-16,2 12-5 16,0 12-2-16,-8 13 0 0,0 2-3 15,-5 12-5-15,-5 24 2 0,-9 14 2 31,-2 7 4-31,-2 3 2 16,-27-2 0 0,-13-2-1-16,-8-10-1 0,-4-8 0 0,6-11-2 0,7-14 0 15,14-7 2-15,10-6 0 16,11 0 4 0,2 0 0-16,4 0 0 15,0 0 1-15,25-16-5 16,18-1-2-16,13-4 2 15,4-1-1-15,3-1 1 16,-3 0 1-16,-2-5 1 16,-5 2-2-16,-10-2 0 15,-12 3 3-15,-16 4-2 0,-8 3 21 16,-7 1 34-16,0 2-19 16,-3 4-19-16,-12 5-7 15,-1 6-11-15,-2 0 0 0,0 17-6 16,1 15 5-1,1 7 1-15,7 7-4 0,9-5 3 16,0 2 1 0,0-2 0-1,19-4-1-15,11-4 1 0,11-6 0 16,3-5 2-16,2-11-2 0,-3-7 1 16,-6-4-1-16,0-8 2 31,-6-21 5-31,2-14-4 0,-1-6-1 0,-7 0-1 15,-8 1 1-15,-5 8-2 16,-10 10 1-16,-2 12 2 16,0 7-2-16,0 10 1 15,0 1-2-15,0 0-7 16,0 0-4-16,0 21-1 16,0 12 10-16,0 1 2 15,0 0 0 1,0-5-1-16,12 3-1 15,2-5 0-15,2 1-5 16,0-2-13-16,5 0 1 16,6 1-11-16,9-4-22 0,9-4-10 15,11-7-72-15,8-12-113 16</inkml:trace>
  <inkml:trace contextRef="#ctx0" brushRef="#br0" timeOffset="8854.45">15420 6796 526 0,'0'0'148'16,"0"0"28"-16,0 0-140 15,0 0-33-15,0 0-3 0,0 0-7 16,-31 11 6-16,26 22 1 16,3 1 0-16,2-2-1 15,0-2 0-15,12-4 1 16,3 0 0-16,1-6 0 15,-7-6-1-15,0-4-2 0,-7-8-10 32,0-2-2-32,0 0 15 15,-1-18 0-15,5-19-2 0,-3-4-16 16,-3 1 18-16,0 5 2 16,0 12 19-16,0 8-2 15,0 7 4-15,0 6 17 16,0 2-31-16,0 0-9 15,0 0-6-15,2 0-9 0,20 19 14 16,6-1 1-16,12-5-1 16,7-8 1-16,5-5 0 15,2-5 0-15,-6-23 2 16,-8-11 2-16,-8-14-1 16,-17-13-1-16,-5-9 2 15,-10-6-2 1,0-1-1-16,-8 4 2 15,-7 7-2-15,-1 15 9 16,3 14 13-16,5 16 9 16,2 14-11-16,4 8-10 15,2 4-11-15,0 0-3 16,0 28-17-16,0 28 11 0,2 22 8 16,6 17 0-16,-2 13 1 15,-4 11 0-15,3 9 0 0,-5-2-2 16,4-5 2-16,-2-14 0 15,3-8 0-15,0-9 0 16,-1-16 0-16,0-18-3 16,5-18 6-16,-2-20-6 15,-2-9 3-15,-3-8 0 0,0-1 6 16,13-10-1-16,9-30 0 16,4-20-5-16,3-14 0 15,-13 4-1-15,-11 6-14 16,-7 11 12-16,0 16 1 15,-5 14 1-15,-6 10-1 16,4 6 2 0,3 7 2-16,4 0-1 15,0 0-1-15,0 0-8 16,0 0-19-16,22 7-51 16,27 0 71-16,25-7-69 15,15 0-256-15</inkml:trace>
  <inkml:trace contextRef="#ctx0" brushRef="#br0" timeOffset="9423.48">17636 6599 595 0,'0'0'147'0,"0"0"-53"16,0 0-79-16,0 0-15 0,0 0-1 15,0 0-1-15,0 0 2 16,-47 121 2-16,41-62-2 16,2 4-2-16,4-1 2 15,0-2 2-15,0-6-2 16,0-2 0-16,0-4 1 15,0-2-1-15,-8-7-1 0,2-6-30 16,-1-12-80-16,5-17-105 16,2-4-75-16</inkml:trace>
  <inkml:trace contextRef="#ctx0" brushRef="#br0" timeOffset="9577.15">17548 6604 563 0,'0'0'148'16,"0"0"-62"-16,0 0-50 16,0 0-36-16,0 0-20 15,0 0-41-15,19 13 6 16,-7 41-143-16,-10 10 31 16</inkml:trace>
  <inkml:trace contextRef="#ctx0" brushRef="#br0" timeOffset="9740.12">17297 7235 385 0,'0'0'49'0,"0"0"91"16,0 0 3-1,0 0-71 1,0 0-44-16,0 0-28 16,87 0 7-16,7 0-5 0,17-11-4 15,12 2-55-15,13-6-269 16</inkml:trace>
  <inkml:trace contextRef="#ctx0" brushRef="#br0" timeOffset="21365.26">4745 6742 218 0,'0'0'53'0,"0"0"0"0,0 0-5 15,0 0-3-15,0 0-6 0,0 0 5 16,0 0 17-16,0 0-22 16,0 0-3-16,0 0 8 15,0 0-16-15,0 0-6 16,0 0-14-16,0 0-2 0,0 0-6 16,0 0 1-16,0 0-1 31,0 0-4-31,0 0 3 0,0 0-1 15,0 0 1-15,0 0 0 16,0 0 2-16,0 0 1 16,4 5 0-16,1 2-2 15,3-2 1-15,2 3-1 16,1 0 2-16,0 3-2 16,4-4 2-16,1 2-1 15,4-1-1-15,3-1 0 0,4 1 3 16,2 3 2-16,2-3-4 15,-2 0 1-15,-4 0 0 16,0-3-1-16,-4 4 0 16,-3-3-1-16,-3 2 0 15,3-1-1-15,-2 2 2 0,0-4-2 16,1 0-19-16,3-5-80 31,1 0-71-31,-4-14-144 0</inkml:trace>
  <inkml:trace contextRef="#ctx0" brushRef="#br0" timeOffset="21815.95">5323 6523 255 0,'0'0'166'0,"0"0"-48"0,0 0-40 16,0 0-32-16,0 0-24 16,0 0-13-16,-5-3-9 15,5 3 1-15,0 0-2 16,0 0 0-16,-2 0-2 16,-5 7 1-16,-4 15 2 15,-2 7 7 1,-3 8-6-16,1 13 2 15,-4 6 4-15,1 7-2 16,1 0-4-16,1-1 3 16,3-1-3-16,-1 3 1 15,3 6 0-15,3 4-2 16,-4 5 0-16,1 6 1 16,-4-2 0-16,5-6 0 0,-3-9-1 15,2-16 3-15,4-14-3 16,1-15 2-16,3-10-2 0,3-6 0 15,0-7 0 1,0 0 1-16,0 0 2 0,0-5-3 16,27-31-25-1,6-20-467-15</inkml:trace>
  <inkml:trace contextRef="#ctx0" brushRef="#br0" timeOffset="24350.3">17612 6703 25 0,'0'0'50'16,"0"0"-9"-16,0 0 50 15,0 0-19-15,0 0-59 16,0 0 15-16,-18-33 41 16,16 33-23-16,2 0-8 0,-3 0-8 15,3 0 7-15,-2 0 5 16,2 0-6-16,-2 0 3 15,2 0-11-15,0 0-16 16,-2 0-5-16,2 0-4 0,0 0-3 16,0 0-1-16,0 0-3 31,-4 1 2-31,-8 25-9 0,-7 17 11 16,-10 6-71-16,-6-2-177 15</inkml:trace>
  <inkml:trace contextRef="#ctx0" brushRef="#br0" timeOffset="28629.44">5592 8811 195 0,'0'0'129'0,"0"0"-66"0,0 0-14 15,0 0-37-15,0 0 0 16,0 0 2-16,0 0-8 0,-7 0 32 16,4 0 33-16,2 0-16 15,-2 0-13-15,1 0-2 16,2 0-11-16,0 0-21 16,0 0-6-16,0 0-4 15,0 0-1-15,0 0-42 16,0 0-118-16,0 0-153 0</inkml:trace>
  <inkml:trace contextRef="#ctx0" brushRef="#br0" timeOffset="29989.06">5800 8504 64 0,'0'0'4'0,"0"0"248"15,0 0-146-15,0 0-43 16,0 0 2-16,0 0 32 15,0-5-23-15,-3 5-34 16,3 0-11-16,-2 0-18 16,2 0-7 1062,-5 0-4-1078,-2 17-6 0,-1 13 5 0,-4 10 0 0,2 5 1 0,3-1-1 0,1 3-1 0,3 1 2 0,3-2-2 0,0 1-1 0,0-3 2 0,0-7-30 0,0-3-81 0,0-15-37 0,5-13-14 0,-5-6-95 0</inkml:trace>
  <inkml:trace contextRef="#ctx0" brushRef="#br0" timeOffset="30034.84">5711 8392 275 0,'0'0'90'0,"0"0"24"0,0 0-16 0,0 0-59 0,0 0 12 0,0 0-51 0,12-109-2 0,8 109-6 0,5 0-89 0,-1 0-3 0,1 18-58 0,-4 1-58 0</inkml:trace>
  <inkml:trace contextRef="#ctx0" brushRef="#br0" timeOffset="30035.84">6083 8410 66 0,'0'0'64'0,"0"0"-41"0,0 0-17 0,0 0-6 0,0 0 0 0,0 0-2 0,29-3-10 0</inkml:trace>
  <inkml:trace contextRef="#ctx0" brushRef="#br0" timeOffset="31648.21">6087 8729 13 0,'0'0'50'0,"0"0"36"0,0 0-32 16,0 0 25-16,0 0-28 15,0 0-20-15,-13-65-1 16,13 62-8-16,0 1 5 0,0 0-11 16,2 2-14-1,9-3 2-15,5 3 1 0,1 0-5 16,4 0-1-16,3 7-1 15,-2 14-5-15,-2 9 7 16,-2 5 0-16,-4 3 8 0,-6-2-7 16,-4 0-1-16,2-7 3 15,-6-6 4-15,0-5-7 16,0-8 4-16,0-3-1 16,0-4 4-16,0-3 2 15,0 0 10 1,0 0 23-16,0 0 23 15,0 0-5-15,0-8-24 16,0-18-36-16,11-6-2 16,4-2 2-16,5-2 0 15,0 0-3-15,-2 4 2 16,0 0 1-16,-2 3-1 0,-1 10 0 16,-4 3 0-16,-7 7-2 15,2 7 2-15,-6 2 0 16,0 0-7-16,0 9-12 15,0 17 20-15,0 8 8 16,0 5-8-16,0 4 3 0,0-2-3 16,0-2-3-16,0-3 2 15,0-4 1-15,0-6 0 16,4-4 0 0,4-3 0-16,3-6-2 15,3-4 2-15,3-8-8 16,6-1 8-16,2 0 0 15,-2-19 6-15,10-14 1 16,-7-5-5-16,-1-4 4 16,1-4-2-16,-6 4 0 15,-1 2-1-15,-9 6 4 0,-3 8 1 16,-5 3 33-16,-2 12-25 16,0 4 19-16,0 6 0 15,0 1-6-15,0 0-25 16,0 0-4-16,0 0-8 15,-2 18-11-15,-7 13 13 16,3 8 5-16,2-1-4 0,4-2 4 16,0-1 0-16,23-4-2 15,7-3-4-15,10-3 1 16,4-4 5-16,-1-3 2 0,-3-2-3 31,-11-2 2-31,-10-2-19 16,-5-1-11-16,-14 4-70 15,-2 3-1-15,-33 3 31 16,-8-7-141-16</inkml:trace>
  <inkml:trace contextRef="#ctx0" brushRef="#br0" timeOffset="31930.66">7293 8351 301 0,'0'0'246'0,"0"0"-199"16,0 0-45-16,0 0-2 15,0 0 0-15,-18 141-2 32,18-90 2-32,0 4-2 15,0 1 2-15,0 5 3 16,0 3-3-16,0 2-1 0,0 4 1 15,0 3 2-15,0-8-2 16,0-12-6-16,0-19-136 16,0-20 6-16,4-14-96 15</inkml:trace>
  <inkml:trace contextRef="#ctx0" brushRef="#br0" timeOffset="32064.21">7202 8851 370 0,'0'0'33'0,"0"0"124"16,0 0-136-16,0 0-21 0,0 0-1 16,0 0-14-16,149-95-39 15,-96 90-100-15</inkml:trace>
  <inkml:trace contextRef="#ctx0" brushRef="#br0" timeOffset="33249.3">7509 8911 389 0,'0'0'188'0,"0"0"-110"15,0 0 27-15,0 0-53 16,0 0-35 0,0 0-15-16,-6-96 0 0,27 60-2 0,0-3 1 15,-7-1 0-15,-3 6-1 16,-9 8 2-16,-2 8-2 15,0 13 3-15,0 3 1 16,0 2-4-16,0 0-1 16,0 0-11-16,-2 2-17 15,-12 28-4-15,-6 12 33 16,0 4 0 0,7-8 0-16,8-9-2 15,5-8-4-15,0-7 2 16,18-6 2-16,11-4-1 15,13-4-3-15,5 0 5 16,2-2 1-16,-4-8 0 0,-12 4 1 16,-8 3-1-16,-12 3-2 15,-6 0 0-15,-7 9 1 16,0 11 1-16,0 4 8 16,-2 2-1-16,-11-1-7 15,8-6 1-15,0-3-1 0,5-4 0 16,0-1-2-16,0-8 0 15,0-1-2-15,13-2-3 16,12 0 7-16,7-16 3 16,8-10-2-16,2-6-1 0,-4 0 0 15,-5 0 0-15,-6 0 2 16,-6 4 0-16,-7 4 1 16,-5 7 0-16,-4-3-2 15,-5 8 7-15,0 7 12 16,0 1 15-1,0 4 28-15,0 0-40 16,0 0-16-16,0 0-7 16,0 0-6-16,0 16 1 15,-2 9 5-15,-3 4 0 16,5 0-1-16,0-6 1 16,0-3 0-16,0-5-1 15,0-4-2-15,9-3 0 0,0-4-1 16,4-4-2-16,5 0 4 15,5-2-1-15,10-24 3 16,5-10 0-16,9-13-5 0,-1-2-6 16,-3-4-14-16,-7 7 14 15,-12 14 11-15,-11 12 0 32,-11 16 3-32,-2 4 12 0,0 2-6 15,0 0-9-15,0 0-4 16,0 2-4-16,0 16 5 15,0 6 3-15,0 3 1 16,0-5-1-16,0-1-1 16,14-4 1-16,2-5-1 15,6-2-2-15,5-6-2 0,4-3 4 16,0-1-1-16,5 0-4 16,-1-7 3-16,3-13 2 15,0-7-3-15,0-3 1 16,2 0 3-16,-7 0 0 15,-6 9 1-15,-9 7-1 16,-11 7 0-16,-5 7-1 0,-2 0 1 16,0 0 0-16,0 0-4 15,0 0-4-15,0 0 7 16,0 0 1-16,0 0 1 0,0 4 1 16,0-4-1-16,0 0 3 15,-11 5 10-15,-7-4 10 16,-11 10 15-1,-6 2-35 1,-3 13-4-16,-3 9 0 0,7 7-5 16,4 4 3-16,10-2 0 15,10-5-2-15,10 4-1 16,0-7 1-16,20-2 3 16,25-8-7-16,23-16 5 15,23-10 2-15,20-2 0 0,11-36-58 16,-8-10-130-16,-18-8-304 15</inkml:trace>
  <inkml:trace contextRef="#ctx0" brushRef="#br0" timeOffset="33531.8">9437 8177 707 0,'0'0'64'0,"0"0"-64"0,0 0-4 16,0 0 1-16,0 0 3 16,0 138 3-16,2-58 1 15,3 7-4-15,0 5 1 0,1 2 0 16,3-6-1-16,3-4 0 16,-2-13 2-16,3-13-2 15,-1-17 0-15,-3-17-4 16,-5-15-74-16,-4-9-62 15,0 0 103-15,-17-11-146 16,-6-18-77-16</inkml:trace>
  <inkml:trace contextRef="#ctx0" brushRef="#br0" timeOffset="33781.17">9391 8883 94 0,'0'0'198'16,"0"0"-44"-16,0 0-4 16,0 0-30-16,0 0-27 15,0 0-54-15,-64-46-39 16,64 46-4-16,16 0-12 15,18 0 14-15,15 0 2 16,11 0 2-16,5 0-2 0,-3-4-1 16,-7-1 0-16,-10 0-4 15,-6 1 3-15,-12 4 2 16,-6 0-5-16,-2 0 5 16,-6 6-2-16,-2 14 2 15,-6 9-9-15,-5 6 0 0,0 5 7 16,0 1-60-16,-14-6-32 15,-1-9-100-15,-4-12-150 16</inkml:trace>
  <inkml:trace contextRef="#ctx0" brushRef="#br0" timeOffset="33918.94">9909 8603 486 0,'0'0'209'0,"0"0"-171"16,0 0-38-16,0 0-120 16,0 0 67-16,0 0-148 15</inkml:trace>
  <inkml:trace contextRef="#ctx0" brushRef="#br0" timeOffset="34999.25">10265 8835 685 0,'0'0'60'0,"0"0"14"15,0 0-49-15,0 0-22 16,0 0-3-16,0 0-2 16,-60-2-12-16,45 29 14 15,-2 10-1-15,6-2-2 16,-1 0 3-1,6 1 0-15,4-1-1 16,2-5 0-16,0-4-5 16,0-5 1-16,20-8-12 15,2-10-9-15,3-3 22 16,2 0 2-16,0-27 2 0,-6-12 6 16,0-7-1-16,-13-6-1 15,-6 0 2-15,-2 9 0 16,-2 2 2-16,-17 11 19 0,-6 11 12 15,3 7-28-15,-1 9 2 16,-1 3-13-16,8 3-1 16,-4 21-5-16,3 10 4 15,5 5-2-15,5 3 2 16,5-2-1 0,2-4-4-16,0-6-2 15,13-9-8-15,10-6 0 16,5-9 5-16,6-6 0 0,-1 0 12 15,6-4 0-15,-6-20 0 16,-4-6 0-16,0-5 2 0,0-6-1 16,0 1 0-1,3 2 0-15,-3 7-1 16,0 6 1-16,-6 6-1 16,0 7 0-16,-5 7 0 0,-3 5 0 15,-3 0-4 1,-1 5-2-16,-3 19 3 0,-1 9 1 15,-5 3 0-15,-2-1 2 16,0 2 0-16,0-5 2 0,0-6-2 16,0-5 0-16,0-6 0 15,0-5 0-15,0-5 0 16,0-3 0-16,0-2 2 31,0 0 3-31,0 0 5 16,10-19 34-16,7-13-8 15,8-10-36-15,4-2 0 0,-7 10 3 16,3 4-3-16,-8 8 0 16,-5 10 0-16,-6 7 1 15,-3 5 0-15,-3 0-1 16,0 0-5-16,0 0 0 16,4 0-6-16,4 7 6 15,3 13 4-15,1 2 1 0,-3 2 0 16,5 2 0-16,-1-1 0 15,5 1 0-15,-1-6 1 0,6-3-2 16,-3-5 1 0,-3-6 0-16,4-3 0 0,-1-3 1 15,-4 0 0-15,10-10 5 16,-3-15 0 0,3-10-2-16,0-2 0 15,-1-3-2-15,0-4-1 16,-1 6-1-16,-5 4 0 15,-6 12 5-15,-7 10 22 16,-4 10 22-16,-2 2-28 16,0 0-21-16,0 0-2 15,10 0-9-15,3 5-4 0,9 18 11 16,7 9 2-16,0 7-1 16,0 8-41-16,3-1-1 15,-8-9-78-15,-2-16-302 16</inkml:trace>
  <inkml:trace contextRef="#ctx0" brushRef="#br0" timeOffset="35136.89">11823 8624 6 0,'0'0'863'0,"0"0"-844"16,0 0-19-16,0 0-75 15,0 0-368-15</inkml:trace>
  <inkml:trace contextRef="#ctx0" brushRef="#br0" timeOffset="36785.04">1327 10822 164 0,'0'0'230'15,"0"0"-215"-15,0 0 28 16,0 0 25-16,0 0-2 15,0 0-27-15,-8 8-13 0,8-8-15 16,0 0-11-16,0 0 0 16,0 2-3-16,0-2 3 15,0 0-2-15,0 2-4 16,0 0-3-16,16 1 9 16,10 0 15-16,3-1-7 0,2 2-4 15,2-1-1-15,2 2 0 16,-2-1-3-16,-2 1 0 0,-4 7-1 15,-8 1-81-15,-12 6-112 16,-7 2-34-16</inkml:trace>
  <inkml:trace contextRef="#ctx0" brushRef="#br0" timeOffset="37022.66">1344 11180 267 0,'0'0'267'16,"0"0"-245"-16,0 0-6 16,0 0-13-16,0 0-3 0,0 0-13 15,-3 5-4-15,10 3 17 16,15 2 1-16,3-4-1 16,11-1 0-16,6-5 1 15,9 0 6-15,9 0 1 16,7-14-7-16,2-6-1 0,-2-1-39 15,-9-3-183-15</inkml:trace>
  <inkml:trace contextRef="#ctx0" brushRef="#br0" timeOffset="37401.91">1657 10698 566 0,'0'0'48'15,"0"0"-11"-15,0 0-24 16,0 0-13-16,0 0-6 16,0 0-1-16,-6 3-6 15,8 8 9 1,13 5 2-16,6-2 2 15,6 0-2-15,8 0 0 16,12-2 2-16,11 2 1 16,4-5 9-16,3 2-8 15,-9-1 1-15,-10 3-3 0,-10-1-1 0,-11 5 1 16,-14 5 2 0,-11 10 3-16,-9 18 4 0,-47 17 12 15,-24 9 1-15,-14 2 1 16,-1-2-16-16,12-2-7 15,13 1-7-15,22-17-29 16,17-24-409-16</inkml:trace>
  <inkml:trace contextRef="#ctx0" brushRef="#br0" timeOffset="94479.02">4212 10483 184 0,'0'0'26'0,"0"0"5"0,0 0 30 16,0 0-35-16,0 0 1 0,0 0 20 15,0 0-3-15,-11-22 1 16,9 18-23-16,0 0 1 16,-2 2 49-16,4 2-31 15,-4 0-4-15,1 0-8 16,3 0-12-16,0 0-10 15,0 0-6 1,0 0-1-16,0 0-2 16,0 0-2-16,0 0 3 15,0 0-1-15,0 0 0 16,0 0 0-16,0 0 1 16,0 0 0-16,0 6 1 15,0 8 2-15,0 3 1 0,-1-2-6 16,1 1 5-16,0 2-2 0,0-2 0 15,0 2 0 1,0 5-3-16,0-2 3 16,0 4 1-16,0 1-1 15,0 0 2-15,0 0-4 0,0 3 2 16,0-6 0-16,0 0 0 16,0 0 0-1,0-3 0-15,0 0 2 16,0-2-2-16,0 0 0 15,0-1 0-15,0-1 0 16,0-1 0-16,0 2 1 16,0-2-1-16,0 3 0 15,0 0-1-15,-2 3-2 16,2-3 1-16,0-4-72 0,0-2-45 16,0-7-4-16,6-5-53 15</inkml:trace>
  <inkml:trace contextRef="#ctx0" brushRef="#br0" timeOffset="95111.89">4538 10689 506 0,'0'0'112'16,"0"0"-63"-16,0 0 7 15,0 0-31-15,0 0-6 16,0 0-11-16,-5-5-5 0,-3 5-3 16,-6 2 0-16,-7 12 0 15,2 4 0-15,-1-1 2 16,-1 2-2-16,2-1-2 16,-2 3 2-16,1-7 1 15,3 3-1-15,3-7 1 16,2-2-1-16,2-2-1 0,6-6 1 15,-2 3-1-15,2-3-2 16,2 0 1-16,-2 0 1 16,0 0-3-16,-2 0-7 15,3 0 6-15,-2 0-2 16,3-3 4-16,-1 3 3 0,1-2 3 31,2 2-3-31,0 0 0 16,0 0 2-16,0 0-1 0,0 0 0 15,0 0-1 1,0 0 0-16,0-2 3 0,0 2-3 16,0 0-2-16,0 0 0 15,0 0 2-15,0 0-1 16,0 0-1-16,0 0-1 0,0 0-5 16,0 0-1-16,0 0 3 15,0 0 6-15,7 10 0 16,7 0 0-16,-4 4-2 15,6 0 2-15,0 4 0 16,2 0-1-16,-1 2 1 16,0 0 1-1,4-2-1-15,-2 0 0 16,2 1 0-16,4-3 0 16,2 0-1-16,6-2-1 15,2-8-136-15,-3-6-132 0</inkml:trace>
  <inkml:trace contextRef="#ctx0" brushRef="#br0" timeOffset="96743.32">5294 10703 288 0,'0'0'95'16,"0"0"8"-16,0 0 7 16,0 0-31-16,0 0-28 15,0 0-29-15,0 0-12 16,0 0-1-16,0 0-3 16,0 0-4-16,0 0-2 15,-3 0-2-15,-3 7-6 0,-6 15 8 16,-3 6 2-16,3 2-1 15,1-1-2-15,3 3 2 16,-2-1-1-16,2-1 0 0,-1 2 0 16,-1 0 0-16,0-2 0 15,3 1-1-15,-2-4-3 16,4-6-57 0,1-1-11-16,-1-3 14 15,-1 0-45-15,-5-3-21 0,0-6-96 16</inkml:trace>
  <inkml:trace contextRef="#ctx0" brushRef="#br0" timeOffset="97037.92">5050 10828 281 0,'0'0'294'0,"0"0"-245"0,0 0 16 16,0 0-50-16,0 0-15 16,0 0-7-16,-8-6-1 15,8 6 0-15,0 12 8 16,0 5 3-16,0-3-3 0,13 6 0 16,3-1 1-16,10 3-1 15,10 0-3-15,11 2 3 16,14-3-3-16,12 1 3 15,7 2-2-15,2-2-86 16,-6-5-7-16,-9-8-252 16</inkml:trace>
  <inkml:trace contextRef="#ctx0" brushRef="#br0" timeOffset="97786.12">5943 10798 689 0,'0'0'21'0,"0"0"-15"0,0 0-6 16,0 0 0-16,0 0-2 15,0 0-4-15,-100 12-15 16,83-8 8-16,0-2 13 16,0-2 6-1,4 0-1-15,2 0-1 16,4 0 4-16,3 0 5 15,0 0 9-15,1 0-1 16,1 0-10-16,2 0-3 0,0-2 9 16,0 2-2-1,0 0-15-15,0 0-6 0,2 0-6 16,16 0 5-16,9 0 7 16,1 2-1-16,4 12 0 0,-4 4 1 15,0-1 0-15,-8 6 0 16,-3 1 0-16,-7 4 2 15,-8 4 0-15,-2 4 0 16,-2 0 0-16,-21-4 2 16,-6 2-4-1,-4-9 4-15,0-3-1 16,-1-4 2-16,5-2-5 16,2-4 1-16,5-1 0 15,7-8-1-15,1-3 0 16,5 0 5-16,2 0-5 0,3 0 1 15,1 0-1-15,3-12-18 16,0-2 5-16,0 3 3 16,0-1 5-16,6 1 4 15,11 2-5-15,5 4 3 16,5 4 0-16,4 1 1 16,7 0-1-16,4 0 0 0,8 3 2 15,-1 5 1 1,-1-2 0-16,2-2 0 15,-3-4-60 1,1 0-31-16,-2 0-60 0,-4-12-55 16</inkml:trace>
  <inkml:trace contextRef="#ctx0" brushRef="#br0" timeOffset="98295.24">6339 10229 502 0,'0'0'73'15,"0"0"37"-15,0 0-85 16,0 0 9-16,0 0 26 15,0 0-47-15,-64-77 8 0,63 77-16 16,-5 0-3-16,-7 0-2 16,-7 14-1-16,-3 14-6 15,-6 7 6-15,2 4-1 16,-5 9-2-16,6 1 3 16,6 4 1-16,2-4 0 15,12 3 0-15,6 0-2 0,0 1 2 16,0-8-2-16,10-4 1 15,13-11-1-15,4-6 2 16,2-8-3-16,2-8 1 16,2-3-2-16,-6-5 4 15,-2 0 1-15,-9-3 4 16,-7-7 4-16,-3-3 18 16,-6 0 25-16,0-1-3 15,0-4-37-15,-20 4 3 16,-7 2-15-1,-4 8-12-15,-7 4-28 0,-2 9-43 16,2 25-62-16,6-2-58 16,15-6-105-16</inkml:trace>
  <inkml:trace contextRef="#ctx0" brushRef="#br0" timeOffset="98778.92">6905 10971 66 0,'0'0'132'0,"0"0"4"0,0 0-10 16,0 0-17-16,0 0 14 15,0 0-54-15,0-31 9 16,0 31-19-16,-2 0-18 15,0 0-17-15,0 0-13 16,-1 0-7-16,1 0-4 0,-1 0-3 16,-3 3-3-16,-7 22-5 15,-8 10 10-15,-5 6 0 16,1 2-18-16,5-5-1 16,0-2 1-16,1-3-16 0,0-1 15 15,1-5-46 1,5-5-2-1,5-8-82-15,1-10 12 16,7-4-29-16,0-18-38 0</inkml:trace>
  <inkml:trace contextRef="#ctx0" brushRef="#br0" timeOffset="98990.14">6708 11004 611 0,'0'0'107'0,"0"0"-80"15,0 0-25-15,0 0-2 16,0 0-3-16,0 0-9 16,17 19 11-1,9 9 1-15,10 2 0 0,4-1-1 16,9 4 1 0,9-3-4-16,9-2-58 15,10-3-78-15,11-11-10 16,1-14-81-16</inkml:trace>
  <inkml:trace contextRef="#ctx0" brushRef="#br0" timeOffset="99623.18">7621 10824 321 0,'0'0'131'0,"0"0"-61"16,0 0-11-16,0 0-36 15,0 0-21-15,0 0 0 16,-62 0-1-16,52 0-1 16,-1 0 1-16,3 0 9 15,0 0 21-15,2 0 21 16,0 0-14-1,5 0 5-15,-3 0-18 16,2 0-13-16,2 0 4 16,0-2-13-16,0-1 3 0,0 3-6 15,0 0-3-15,0 0-6 16,0 0-6-16,19 0 10 16,8 11 4-16,2 10-1 15,-2 6 1-15,-2 7 1 0,-5 0 0 16,-5 5 1-16,-8-1-1 15,-7 0 1-15,0-3 0 32,-9-6-1-32,-16-3 1 15,-4-4 1-15,-6-2 1 0,1-6-2 16,-1-2 3-16,0-8-2 16,5-1 1-16,6-3-3 15,6 0 4-15,7 0-2 16,4 0-2-16,5 0 2 15,2 0-2-15,0 0-4 16,0 0 0-16,0 0-1 16,11 0-11-16,16-3 6 15,10-3 10-15,10 0 0 0,3 4 0 16,7 0 0-16,3 2 0 16,-4 0 0-16,-2 0-1 0,-6 0-25 15,-5 0-66-15,-3-4-55 16,-7-10-58-16</inkml:trace>
  <inkml:trace contextRef="#ctx0" brushRef="#br0" timeOffset="100062.92">7973 10345 658 0,'0'0'42'0,"0"0"19"0,0 0-43 16,0 0 30-16,0 0-10 15,0 0-25-15,-38-56-13 16,32 56-1-16,-8 0-3 16,-6 25 4-16,-7 10-8 15,-2 11 8-15,-2 3 3 0,4 9-3 16,7-3-2-16,5 2 2 0,3-3 0 15,8-1 0-15,4-7-1 32,0-8-2-32,2-3 2 15,17-10 0-15,9-4 0 16,-1-5-5-16,2-9 3 0,-3-4 3 16,-4-3 1-16,-5 0 0 15,-11 0 6-15,-6 0 3 16,0-8 45-16,0-10 5 15,0-4-60-15,0 4 2 0,-9 8-2 0,-13 10-46 16,-12 0-48 0,-1 27-186-16,2 2-20 15</inkml:trace>
  <inkml:trace contextRef="#ctx0" brushRef="#br0" timeOffset="100928.03">8450 11078 78 0,'0'0'17'16,"0"0"41"-16,0 0 36 15,0 0-22-15,0 0 0 16,0 0 6-16,-9 0 1 15,6 0-24-15,3 0-15 16,0 0 1 0,-2 0-15-16,2 0-11 15,0 3-3-15,0-3-4 16,0 0 1-16,0 0-6 16,0 0 0-16,0 0 1 0,0 0 1 15,0 0 4-15,0 0-3 16,0 0-5-16,0 0 0 15,0 0-1-15,0 0-8 0,14 0 7 16,24 0 1-16,11 0 6 16,7-10-4-16,4-4 1 15,-3 0 1-15,6-2-2 16,-5 2 0-16,-7 0 4 16,-11 4-2-16,-11 4 1 15,-11 2-4-15,-9 1 0 0,-7 3 0 16,-2 0 1-16,0 0-1 15,0 0-1-15,2 0-12 16,-2 0-154-16,0 7-181 16,-8 3 137-1</inkml:trace>
  <inkml:trace contextRef="#ctx0" brushRef="#br0" timeOffset="101547.88">8724 10900 338 0,'0'0'94'0,"0"0"10"0,0 0 2 16,0 0-18-16,0 0-29 15,0 0-18-15,-14-1-11 16,14 1-10-16,-2 0-2 16,2 0-3-16,-2 0-7 0,2 0-2 15,0 0-6-15,0 0-2 16,0 7 1-16,0 22-2 15,0 8 3-15,0 14 0 16,0 7 0-16,0 9-2 16,0 11-35-16,4 0-58 0,-2-17-180 15</inkml:trace>
  <inkml:trace contextRef="#ctx0" brushRef="#br0" timeOffset="110059.82">10720 10749 573 0,'0'0'195'15,"0"0"-168"-15,0 0 5 16,0 0-7-16,0 0-4 16,0 0-6-16,0 0-15 15,0 0 0-15,0 0-4 16,-14 19-1-16,-4 11 5 16,-4 8 0-16,-2 3 0 15,5-1 1-15,2-2-1 16,1-3 0-16,3 0 0 0,-1-5-1 15,2 0 0-15,0-2-4 16,0-2-18-16,-1 0-38 16,-1-4-58-16,4-8-35 15,1-14-80-15</inkml:trace>
  <inkml:trace contextRef="#ctx0" brushRef="#br0" timeOffset="110317.04">10416 10888 714 0,'0'0'64'0,"0"0"-48"0,0 0-14 16,0 0-2-16,0 0-2 15,0 0-5-15,-5 11-1 16,5 12 8-16,10 5 0 15,10 3-1-15,12 1 0 16,14-1 0-16,18 0-4 0,19-1-12 31,15-4-60-31,2-6-163 0,-4-12 71 16</inkml:trace>
  <inkml:trace contextRef="#ctx0" brushRef="#br0" timeOffset="111033.2">11390 10894 641 0,'0'0'19'0,"0"0"1"0,0 0-4 0,0 0-4 15,0 0-12-15,0 0-4 16,-62-2-1-16,40 2-5 16,-3-2 10-16,2 0 4 15,6-4-4-15,-3 2 0 16,7-2 4-16,1-1 1 0,0 2-4 31,9 1 11-31,1 2 18 0,2-1 6 16,0 3-17-16,0 0-13 15,0 0-6-15,0-5-3 16,4 1-2-16,16 1 2 16,4 3 1-16,5 0 2 15,-2 0-6-15,0 12 5 16,0 8 1-16,-3 8-2 0,-4 3 2 16,-2 6 3-16,-7 0-1 15,-7 0 0 1,-4-2-2-16,0 2 0 15,-2-5 2-15,-20 3-2 16,-7-6 1-16,-2-3 1 16,-2-4 0-16,1-7 1 15,-2-3-1-15,-1-4-1 0,-1 1 3 16,0 0 0-16,4-5 0 16,7-4-2-16,1 0-2 0,10 0 4 15,6 0-2-15,2 0 1 16,4-7-3-16,2-4-2 15,0-8-2 1,0-3-5-16,23-2 3 0,1 4 3 16,0 2 3-16,1 5-1 15,-3 6 0-15,1 2-5 16,4 5 6-16,2 0-8 16,2 0 2-16,4 7 5 15,-1 9 1-15,0 0 0 16,3 3 0-16,1-2-19 0,7-5-53 15,2-6-27-15,-3-6-99 16,-1 0-160-16</inkml:trace>
  <inkml:trace contextRef="#ctx0" brushRef="#br0" timeOffset="111619.2">11762 10162 349 0,'0'0'46'0,"0"0"34"0,0 0-13 16,0 0 1-16,0 0-9 15,0 0-40-15,-60-20-18 16,42 28-1-16,-6 17 3 15,-3 5-3-15,-2 8 4 16,0 6-1-16,2 0-1 16,3 2 3-16,3 2 0 15,8-4-2-15,7 0-3 16,4-2 0-16,2-3 0 0,0-2-2 16,0-2 2-16,2-3 0 15,13-4-1-15,5-7 0 16,3-4 0-16,4-3 1 0,-1-6-12 15,3-4 12-15,2-4 5 16,-2 0 2-16,-4-8 3 16,-8-10 7-16,-3-2 35 15,-12-2 10-15,-2 1-26 16,0 2-5-16,-13 5-6 16,-25 10-25-1,-22 4-13-15,-20 25-61 16,-10 16-75-16,8-4-163 15</inkml:trace>
  <inkml:trace contextRef="#ctx0" brushRef="#br0" timeOffset="126981.97">9596 10730 111 0,'0'0'42'0,"0"0"174"0,0 0-109 0,0 0-18 16,0 0-17-16,0 0-7 15,-2-2-14-15,2 2-12 16,-3 0-11-16,3 0-9 16,0 0-6-16,0 0-9 15,0 0-1 1,0 0-3-16,0 0 2 16,0 0-2-16,0 0 0 15,0 0-2-15,0 0-4 16,0 2 6-16,16 8 0 15,4 4 0-15,0 2 0 16,4 2 1-16,3 1-1 16,0 4 0-16,4 3-1 15,2-2 1-15,1 2 0 0,1-4 0 16,-1 0 0-16,-1-1-2 16,1-3-10-16,-3-1-65 15,-7-5-93-15,-1-7-95 16</inkml:trace>
  <inkml:trace contextRef="#ctx0" brushRef="#br0" timeOffset="127452.24">10075 10735 376 0,'0'0'61'0,"0"0"17"15,0 0 3-15,0 0-3 16,0 0 2-16,0 0-29 16,-7-17-28-16,7 17-9 15,0 0-14-15,-2 0 0 16,2 0-8-16,-2 10 8 16,-3 11 0-16,1 14 1 15,-5 3 0-15,0 4-1 0,-4 4 4 16,-2 4-4-1,3 5 3-15,-4 5-2 0,-1 4 6 16,-1 2-6-16,-5 1-1 16,1 0 0-16,0-2 1 15,-1-1-1-15,8-9 1 16,1-9-1-16,6-9 0 16,1-8 0-16,0-12 0 15,2-7 1-15,3-4 0 16,-2-3-1-16,2-3 5 15,-1 0 22-15,3 0 2 16,0 0-6-16,0 0-5 16,0 0-8-16,0-17-10 15,0-9-67-15,0-6-61 0,0-2-379 16</inkml:trace>
  <inkml:trace contextRef="#ctx0" brushRef="#br0" timeOffset="128523.08">12623 11096 359 0,'0'0'117'0,"0"0"-5"16,0 0 7-16,0 0-42 15,0 0-23-15,0 0-12 16,-18 0-26 0,18 0-5-16,-2 0-9 15,2 0 1-15,0 0 0 16,0 0-2-16,0 0-1 0,0 0 0 15,0 0-1-15,0 0-2 16,16 0-1-16,25 0 4 16,17-7 2-16,14-6-2 15,4-2 0-15,6-3-1 0,8-4 1 16,-1 4 0-16,-9 1 2 16,-17 6-2-16,-23 4-2 15,-20 6-7-15,-11 1-87 16,-9 0-85-16,0 0-47 15,-34 4 110-15</inkml:trace>
  <inkml:trace contextRef="#ctx0" brushRef="#br0" timeOffset="128823.9">13053 10822 708 0,'0'0'22'0,"0"0"31"0,0 0-2 16,0 0-26-16,0 0-18 16,0 0-7-16,-7-3 0 15,7 3-5-15,0 0-2 16,0 7 5-16,0 13 2 15,0 6 3-15,0 4-3 16,0 7 0-16,0 3-1 16,-2 6 1-16,-1 12-2 15,-3 7-4-15,-2 6-109 16,-4-9-158-16,1-18-167 16</inkml:trace>
  <inkml:trace contextRef="#ctx0" brushRef="#br0" timeOffset="132309.18">14210 10689 280 0,'0'0'102'0,"0"0"-34"0,0 0 20 0,0 0-27 15,0 0-4-15,0 0-10 16,0 0-13-16,-2-12-13 16,-1 12-11-16,3 0 5 15,-2 0-2-15,0 0-7 16,0 0-6-16,2 0 0 16,0 0 0-16,0 0-1 0,0 0 1 15,0 0-1-15,-3 7 1 16,1 12 0-16,-4 8 2 15,-1 3 1-15,-2 3-3 0,0-2 3 16,1 3-3-16,-2-2 0 16,3-1 0-16,1-4 0 15,4 4 0 1,-2 1 1 0,-3 4-1-16,-3 0 1 15,4 0-2-15,-3-2 1 16,5-7 0-16,2-6 0 0,2-5 0 15,-3-4 0-15,3-2 0 16,0-6-1-16,0-1 1 16,0-3 0-16,0 0 1 0,0 0-1 15,0 0 2-15,0 0-1 16,0 0 5-16,0 0-3 16,0 0 0-16,0 0-3 15,0 0-3-15,14 0 3 16,6 0 0-16,2 0 1 15,7 0 2 1,4 0-3-16,6 0 1 0,3-3 0 0,2-1-1 31,-1-2 0-31,-8 2 0 16,-6 1 1-16,-11 0 0 0,-9 1-1 0,-5 0 0 16,-4 2 0-16,0-2 6 15,0 2 13 1,0 0 7-16,0 0-8 15,0 0-13-15,0 0-2 0,0 0-3 16,1 0-3 0,9 0-71-16,0 0-300 0,0 0-6 15</inkml:trace>
  <inkml:trace contextRef="#ctx0" brushRef="#br0" timeOffset="136224.2">15320 10902 479 0,'0'0'120'16,"0"0"-44"-16,0 0 2 16,0 0-26-16,0 0-13 15,0 0-13-15,0 0-10 16,0 0-5-16,0 0-5 0,0 0-3 16,0 0-3-1,0 0 0-15,0 0 0 0,0 0-1 16,0 0-3-16,9 0 1 15,11 0 3-15,9 0 2 16,3 0 1-16,7 0-3 0,0 0 2 16,-2 0-2-16,-6 0-6 31,-4 2-60-31,-4 15-55 0,-14 2-78 0,-9 1-43 16</inkml:trace>
  <inkml:trace contextRef="#ctx0" brushRef="#br0" timeOffset="136402.9">15326 11240 472 0,'0'0'73'0,"0"0"-31"16,0 0 21 0,0 0 5-16,0 0-38 15,0 0-30-15,10 0-3 16,26-5 3-16,15-7 5 0,9 0-5 15,7 1-20 1,-2-2-176-16,-5-6-197 0</inkml:trace>
  <inkml:trace contextRef="#ctx0" brushRef="#br0" timeOffset="137273.61">16846 10793 505 0,'0'0'72'0,"0"0"-31"0,0 0 29 16,0 0-20-16,0 0-23 15,0 0-15-15,0-3-9 16,0 3 2-16,-2 0 1 16,-13 0 0-16,-8 0-6 15,-3-2 0-15,4 2 3 16,0-2-3-1,1-2 1-15,-1 0 1 16,5 0-2-16,1-2 0 16,7-1 1-16,2 4 4 15,3-3-4-15,4 3 2 16,0 1-3-16,0-5 1 16,0-1-2-16,4-2 1 15,14 0-2-15,4 1 1 0,7 2-3 16,-2 3 3-16,2 4 1 15,-4 0-3-15,2 0 2 16,-4 4 0-16,-1 10-3 0,-3 6 2 16,-4 2 0-16,-5 2 2 15,-4 0 1-15,-3 2-1 16,-3 2 0 0,0 6 0-16,0 3 3 15,-9 0-3-15,-11 4 0 16,-4-3 0-16,-6 2 2 15,-3-2-2-15,-7-2 0 16,-8-2 0-16,-2-4 0 0,-2-9 0 16,1-1 0-16,1-5 3 15,6-6-3-15,7-6 5 16,5-1-3-16,7-2 0 16,5 0-1-16,7 0 6 15,5-4 13-15,2-16-20 0,6-10 0 16,6-8-11-16,22-6-10 15,3 4 15-15,-2 8 4 16,0 10 4-16,-4 6-2 16,-3 8 1-16,1 2-1 15,4 6 0-15,-2 0-3 16,8 0 3-16,2 0-2 0,1 14 2 16,1 2-1-16,5 0-2 15,6-1 3-15,7-2-38 16,10-6-47-1,4-2-90-15,-5-5-63 16</inkml:trace>
  <inkml:trace contextRef="#ctx0" brushRef="#br0" timeOffset="137874.64">17043 10004 263 0,'0'0'206'0,"0"0"-67"0,0 0-41 15,0 0-49-15,0 0-24 16,0 0-13-1,0-7-10-15,0 7-2 16,0 7-3-16,0 17 3 0,-2 12 2 16,0 4-1-16,0 5 0 15,0 4-1-15,0 6 0 16,-5 6-1-16,6-1 1 16,-1 3-3-16,0-3-42 15,2-6-87-15,0-11-36 0,0-18-83 16</inkml:trace>
  <inkml:trace contextRef="#ctx0" brushRef="#br0" timeOffset="138475.92">17494 10086 333 0,'0'0'59'16,"0"0"-15"-16,0 0 36 0,0 0 22 16,0 0-32-16,0 0-28 15,0-17-16-15,0 17-4 16,-5 0-5-16,-4 0-12 15,-6 0-4-15,-3 0 0 16,-5 0-1-16,-2 9 0 0,6 5 1 16,1-2 0-16,3 1 0 31,1 2-1-31,-1 2 0 16,2 5 0-16,-1 1 0 15,3 7 0-15,-2 2 0 0,4 3 0 16,6 0-1-16,1 2 1 15,2-1-2-15,0 0 1 16,0-4-2-16,2-4 2 16,9-1 0-16,1-6 0 15,1-3-1-15,1-4 0 16,-1-2 0-16,-3-2-1 0,0-6 1 16,-1 1 1-16,-5-5 2 15,3 0 0-15,6 0 1 0,-2 0 5 16,5-2 10-16,-1-12 1 15,-1-3 3-15,-5 4 0 16,-5-4 0-16,-4 3 7 16,0 0 4-16,0 2-22 15,-11 2-10-15,-32 10-14 16,-28 6-91 0,-24 22-173-16,-13 2-168 15</inkml:trace>
  <inkml:trace contextRef="#ctx0" brushRef="#br0" timeOffset="182484.84">10612 8675 0 0,'0'0'1'16,"0"0"-1"-16,0 0 0 0,0 0-1 16</inkml:trace>
  <inkml:trace contextRef="#ctx0" brushRef="#br0" timeOffset="185975.13">3379 12280 135 0,'0'0'1'0,"0"0"-1"0,0 0 11 16,0 0 229-16,0 0-157 15,0 0-32-15,0 0-5 16,-12 6-14-16,12-6-3 0,0 0-7 16,0 0-10-16,0 2-9 15,-2-2-3-15,2 0 0 16,0 2 0-16,0-2 0 16,0 0 0-16,-2 3-1 15,2-3 1-15,0 0 0 0,0 0 2 31,0 0 1-31,0 0-2 0,0 0 0 16,0 0-2-16,0 0 1 0,0 0-1 16,0 0 2-16,2 5 0 31,12-1 1-31,0-1-1 0,7 0 3 0,-1-1-2 16,4 0 6-16,2-2-3 15,4 0 1-15,6 0-2 16,2 0 2-16,2 0-4 15,0 0-2 1,-1-7 0-16,-4 2 1 0,-4 1 3 16,-8 1-4-16,-2 3-1 15,-7 0-5-15,-5 0-40 16,-7 12-76 0,-2 13-5-16,-4 5 11 15,-23-2-122-15</inkml:trace>
  <inkml:trace contextRef="#ctx0" brushRef="#br0" timeOffset="186206.45">3599 12541 39 0,'0'0'310'0,"0"0"-253"16,0 0-7-16,0 0 23 16,0 0-1-16,0 0-29 15,-5 0-25-15,5 0-16 16,7 0-1-16,14-3 0 15,0-2 0-15,6-2-1 16,6 2 0-16,6 0-2 0,4 0 1 16,10-3 1-16,1-1-36 15,-1 0-68-15,4-8-67 16,-9-3-72-16</inkml:trace>
  <inkml:trace contextRef="#ctx0" brushRef="#br0" timeOffset="186722.57">4063 12064 400 0,'0'0'134'16,"0"0"-23"-16,0 0-47 16,0 0-31-16,0 0-11 15,0 0-11-15,-18-3-10 16,18 3-1-16,0 0-1 16,0 0-3-16,0 0 0 15,0 0-1-15,0 0 3 16,0 12-1-16,5 11 2 15,10-4 1-15,1 6 0 16,1 1 0-16,1-1 0 16,-4 6 0-16,-1 7 0 15,-4 2 2-15,-9 8 2 0,0 8-1 16,-7 2-1-16,-20 5 4 16,-8-1-2-16,-5-2 2 15,-3-2 2-15,3-10-3 0,3-5-1 16,6-11-2-1,6-9 1-15,9-9 0 0,7-7-3 16,7-3 2-16,2-4 0 0,0 0 7 16,0 0 9-16,0 0-13 15,0 0-5-15,0 0-8 16,18 2-111-16,8-2-132 16</inkml:trace>
  <inkml:trace contextRef="#ctx0" brushRef="#br0" timeOffset="190713.43">6110 12390 541 0,'0'0'100'0,"0"0"31"15,0 0-48-15,0 0-31 16,0 0-22-16,0 0-10 16,0 0-15-16,-23-4-3 15,23 4-2 1,0 0 0-16,0 0-3 16,0 0 2-16,0 0-1 15,0 0 1-15,0 0-3 16,0 0 1-16,2 0 1 15,16 12 2-15,2 6 1 16,2 0-1-16,5 1 0 0,0 3 0 16,4-3 0-16,5 3-1 15,-3 3-22-15,7-5-30 16,-1 0-48-16,0-5-64 16,-3-12-122-16</inkml:trace>
  <inkml:trace contextRef="#ctx0" brushRef="#br0" timeOffset="191037.86">6564 12383 606 0,'0'0'140'0,"0"0"-72"0,0 0-31 15,0 0-27-15,0 0-10 16,0 0-5-16,-39 15 0 15,27 19 5-15,-3 5 0 16,1-4 0-16,3 4-1 16,-3 0 1-16,1 4 1 15,-1 5-1-15,-3 0 0 16,1 4-1-16,1 1 1 0,-1-5 0 16,3-1 1-1,-3 6 0-15,0-3-2 16,3-1 0-16,0 2-24 15,0-6-54-15,10-9 6 16,3-9-109-16,0-14 4 16,0-13-96-16</inkml:trace>
  <inkml:trace contextRef="#ctx0" brushRef="#br0" timeOffset="191390.1">7440 12680 746 0,'0'0'54'0,"0"0"26"0,0 0-27 31,0 0-18-31,0 0-12 16,0 0-13-16,-24 0-9 16,24 0-1-16,0 0-4 0,0 0 3 15,0 0-4-15,0 0 2 16,8 0-3-16,21 0 5 16,11 0 1-16,12 0 0 15,6 0-4-15,-2 0-64 16,-8 5-50-16,-15 15-105 0,-19 6-115 15</inkml:trace>
  <inkml:trace contextRef="#ctx0" brushRef="#br0" timeOffset="191571.99">7605 13032 747 0,'0'0'113'0,"0"0"-64"0,0 0-4 15,0 0-28-15,0 0-17 16,0 0 0-16,58-24-5 16,19-2 0-16,24-2 4 15,13 4-62-15,2-1-117 16,0-2-139-16</inkml:trace>
  <inkml:trace contextRef="#ctx0" brushRef="#br0" timeOffset="193475.18">10473 12254 321 0,'0'0'165'16,"0"0"-104"-16,0 0-20 0,0 0-8 16,0 0-5-1,0 0-15-15,-4 0-12 0,4 0-1 16,0 0 2-16,0 0-2 16,-2 0 6-1,2 0-2-15,-7 0-1 16,-2 0 4-16,-4 4-5 15,0 2-1-15,2-3 1 16,2-3 3-16,4 3 6 16,1-3 5-16,2 0 1 15,-1 0-12-15,2 0-1 16,-2 0 3-16,3 0 0 0,0 0 4 16,0 0-4-16,0 0-3 15,0 0 0-15,0 0-4 16,0-6-7-16,11-2 5 15,7-1 1-15,2 6-1 16,-2 1-3-16,-1 2 2 16,-1 0-2-16,-3 14 5 0,3 10-3 15,-7 6 3-15,1 4 4 16,-8 0 1-16,-2 2-3 0,0-4-2 16,-10 1 2-16,-16-1 4 15,-4-2-2-15,-3-2-2 31,-4-1 0-31,7-10-1 16,1-3 4-16,7-7-2 0,3-2-2 0,7-5 3 16,3 0-3-16,5 0 2 15,4 0 5-15,0-12-5 16,0-14-3-16,10-9-14 16,13 2-4-16,4 1 17 15,-7 7-2-15,0 7 3 16,0 3-2-16,0 4 2 15,0 5-1-15,0 2-4 16,1 4 4-16,0 0-2 16,6 0-1-16,-1 10-7 15,2 4-45-15,-1 2-9 16,-1-2-39-16,4-1-15 16,-7-8-21-1</inkml:trace>
  <inkml:trace contextRef="#ctx0" brushRef="#br0" timeOffset="193764.86">10957 11812 655 0,'0'0'176'0,"0"0"-170"0,0 0-6 16,0 0 0-16,0 0-3 16,0 0-9-16,-8 4-1 0,8 27 13 0,0 9 0 15,0 3 1-15,-3 3-1 16,-1 5 0-16,-2 2 0 16,3-4-32-16,3-1 10 15,0-4-79-15,0-9-27 0,13-11-28 16,12-18-37-1</inkml:trace>
  <inkml:trace contextRef="#ctx0" brushRef="#br0" timeOffset="194138.37">11308 11839 606 0,'0'0'116'0,"0"0"-28"0,0 0-25 0,0 0-40 15,0 0-20-15,0 0-3 16,-34-16-5-16,18 40-5 16,-5 12 10-16,-4 4 2 15,2 2-2-15,5 1 0 16,3-3 0-16,2 8 2 16,4-3-2-1,4-2 0-15,5-5-2 16,0-6 2-16,2-6-3 15,17-6-1-15,2-6-1 0,4-6-3 16,-3-4-2 0,3-4 6-16,-8 0 3 0,-1 0 1 15,-3-10 3-15,-7-8 7 16,-6-1-2-16,0-2-2 0,-11 7-6 16,-29 14-25-1,-20 3-80-15,-10 34-94 0,2 7 20 16,18-4-122-16</inkml:trace>
  <inkml:trace contextRef="#ctx0" brushRef="#br0" timeOffset="194593.31">12034 12480 853 0,'0'0'36'16,"0"0"-19"-16,0 0 10 15,0 0-18-15,0 0-8 0,0 0-1 16,-20-9-2 0,20 9-4-16,0 0-4 15,0 0 0-15,0 0 2 16,0 0 4-16,0 0 2 0,10 0 2 0,5 0 1 15,3 0 0-15,-1 0 2 16,-3 0-3-16,-7 0 0 16,-5 0 0-16,-2 0 0 15,0 0 0-15,0 0-3 16,0 0-3-16,-13 4-3 16,-26 10 2-1,-11 1 3-15,-8-3 4 16,8-3 0-16,13-8 1 15,12-1 2-15,12 0 0 16,5 0 4-16,8 0 5 16,0 0-12-16,0 0-5 15,29 0-14-15,39-8-3 16,38-20 20-16,26-9-74 0,4-7-305 16</inkml:trace>
  <inkml:trace contextRef="#ctx0" brushRef="#br0" timeOffset="195178.06">12969 12117 609 0,'0'0'101'0,"0"0"-65"0,0 0 24 16,0 0-6-16,0 0-16 16,0 0-17-16,0 0-13 15,0 0-7-15,0 5-1 16,0 9-6-16,6 12 6 0,3 10 0 16,3 10 4-16,-7 6-4 15,0 3 0-15,-3 0 0 16,1-1 0-16,-3 1-1 15,0-1-24-15,0-8-1 16,0-2-43-16,0-12-40 0,0-11-62 31,8-21-67-31</inkml:trace>
  <inkml:trace contextRef="#ctx0" brushRef="#br0" timeOffset="195477.17">13361 12300 424 0,'0'0'416'0,"0"0"-399"0,0 0-17 16,0 0-2-16,0 0 1 15,0 0-1-15,-89 42-3 16,56-21 4-16,6-4-1 16,2-5 1-16,5 0 1 15,0 0 0-15,8-6 0 16,6-2-1-16,4-1 1 0,2-3-3 15,0 0-6-15,0 0-3 16,0 1-6 0,2 3-1-16,18 5 17 0,11 3 1 15,11 1 1 1,8 6 0-16,3 0 0 0,4 5-11 16,4 3-94-1,3-1-103-15,3-6 8 16</inkml:trace>
  <inkml:trace contextRef="#ctx0" brushRef="#br0" timeOffset="196463.99">14112 12250 714 0,'0'0'30'0,"0"0"-30"16,0 0 0-16,0 0 0 0,0 0 0 16,0 0-5-16,0 0 5 15,-40 89 1-15,23-57-1 16,3-6 2-1,1-2-2-15,-1 1 0 16,-1 0 2-16,-4 3-2 16,-1-2-2-16,-5 1 2 15,2 0-19-15,0-1-40 0,0-6-36 16,8-8-96-16,4-12-98 16</inkml:trace>
  <inkml:trace contextRef="#ctx0" brushRef="#br0" timeOffset="197997.49">13854 12356 742 0,'0'0'165'0,"0"0"-164"16,0 0-1-16,0 0 0 15,0 0-3-15,0 0-2 16,21 30-6-16,4-7 11 15,6 4-1-15,2 1 1 16,4 2-9-16,-4 1-49 16,5-1-7-16,2-2-67 15,0-8-92-15,7-10-78 16</inkml:trace>
  <inkml:trace contextRef="#ctx0" brushRef="#br0" timeOffset="198013.12">14567 12314 615 0,'0'0'141'0,"0"0"-141"0,0 0-1 0,0 0-4 16,0 0 5-16,0 0 2 15,-76-16-2-15,67 14 0 31,4-1 2-31,-1 3 0 16,1 0 3-16,3-3 9 16,0 1 8-16,2 2 6 15,0-2-9-15,0 0-10 0,0 2-8 16,0 0-1-16,0 0-3 16,0 0-5-16,4 0-9 15,12 0 3-15,6 4 14 0,5 13 2 16,-5 8 0-16,-4 8-2 15,-9 4-3-15,-7 4 3 16,-2-2 0-16,0 2 1 16,-11-10-1-16,-11 0 0 15,-7-7 4-15,-9-2-2 16,-2-4 0-16,-5-8 1 0,10-6-1 16,6-4 2-16,9 0 1 15,9 0-1-15,5 0 3 16,6 0 5-16,0 0-3 0,0 0-7 15,0-2-2 1,6 0-9-16,23 0-8 0,11 2 16 31,11 0 0-31,0 0-3 16,0 0 3-16,1 0 1 0,1 2-2 16,-4 2-44-16,3-4-44 15,-8 0-84-15,-7-2-81 16</inkml:trace>
  <inkml:trace contextRef="#ctx0" brushRef="#br0" timeOffset="199118.06">15146 11791 76 0,'0'0'237'16,"0"0"-167"-16,0 0 40 0,0 0-64 16,0 0 42-16,0 0-26 15,0 0 2-15,-34-86-17 16,30 84-20-16,2 2-3 16,0 0-9-16,-9 0-12 15,-9 2-3-15,-9 23-6 0,-7 12-2 31,3 1 7-31,7-4-2 16,7-1-1-16,6-4 1 16,4 0 2-16,2-2-2 15,4 4 2-15,3-2-2 0,0 1-2 16,0 1 2 0,0-5-8-16,14-2-1 0,2-5 3 15,2 0 0-15,1-9-2 16,-1-2-4-16,3-3 9 15,-6-5 4-15,-3 0 2 0,-4 0 2 0,-3 0 4 16,-5 0 11-16,0 0 18 16,0-2 4-16,0-8-16 15,0-4-20 1,0 2-3-16,-21 8-25 0,-13 4-44 16,-9 3-87-16,-5 23-39 15,8-1 22-15</inkml:trace>
  <inkml:trace contextRef="#ctx0" brushRef="#br0" timeOffset="199798.12">15648 12412 437 0,'0'0'98'0,"0"0"39"0,0 0-31 15,0 0-20-15,0 0-33 16,0 0-28-16,-31-29-18 16,29 29-6-16,2 0-1 15,0 0-4-15,-9 5-7 0,-9 23-18 16,-9 11 29-16,-4 7 0 0,2-4 0 16,2-4-1-16,3-4-7 15,5-4-8-15,-2-2-10 16,1-1-2-16,4-6 2 15,-3-3-23-15,9-6-28 16,1-5-22-16,3-7-2 16,5-3-31-16</inkml:trace>
  <inkml:trace contextRef="#ctx0" brushRef="#br0" timeOffset="200057.84">15318 12441 365 0,'0'0'319'0,"0"0"-308"0,0 0-11 15,0 0-3-15,0 0 0 16,0 0-6-16,-4 7-8 16,4 7 10-16,10 9 2 15,11-2 5-15,6 6-2 16,8-1-4-16,7 2 4 15,7 2 2-15,7 0 0 16,5-4-25-16,1-2-119 16,-4-14-67-16</inkml:trace>
  <inkml:trace contextRef="#ctx0" brushRef="#br0" timeOffset="200615.58">16098 12421 656 0,'0'0'77'0,"0"0"-73"16,0 0-2-16,0 0 0 16,0 0-1-16,0 0-1 15,-20 0-8-15,3 0-1 16,-4-5-43-16,-1 1 52 15,4-2 7-15,1-2 5 16,5 0-7-16,5 4 1 0,3 1 14 16,4-2 9-16,0 5-29 15,0-2-8-15,0 2-14 16,11 0-20-16,15 0 33 16,5 0 5-16,4 14 4 0,-2 8-4 15,1 7 4 1,-5 2 1-1,-8 1-1-15,-7 2 0 0,-8 1 0 16,-6-5 0-16,0-4 0 16,-8-4 0-16,-23 0 0 15,-9-2 3-15,-8-1 3 16,1-5-5-16,8-7 4 16,7-5 0-16,8-2 0 15,11 0 1-15,4 0 3 0,4 0 16 16,5 0 8-16,0 0-17 15,0-2-14-15,0-5-4 16,16-2-15-16,17-3 1 16,5 0 10-16,7 2 3 15,1 2 1-15,8 1 0 16,8 0 1 0,7 1 1-16,1-2 0 15,-1 2-53-15,-11-2-103 16,-12-4-47-16</inkml:trace>
  <inkml:trace contextRef="#ctx0" brushRef="#br0" timeOffset="201100.94">16441 11823 541 0,'0'0'67'15,"0"0"-34"-15,0 0-10 16,0 0-21-16,0 0-2 16,0 0-8-16,-10-4 3 15,3 14-4-15,-5 12 9 16,4 4 1-1,-4 4-1-15,4 2 1 16,3 5 1-16,0 0-2 16,3 4-3-16,-2 1 3 0,4-2 0 15,0-3 1 1,0-4-2-16,0-7 0 0,2-4-4 16,11-4 1-16,6-6-2 15,0-6-1-15,1-3 7 0,-1-3 1 16,-4 0 6-16,-1 0-1 15,-6-11 18-15,-1-4 25 16,-3-2 3-16,-4 2-4 16,0-2-17-16,0 3-12 15,-23 4-19-15,-10 10-19 16,-15 0-90 0,-13 30-114-16,6 4 24 15</inkml:trace>
  <inkml:trace contextRef="#ctx0" brushRef="#br0" timeOffset="201449.23">16985 11927 365 0,'0'0'316'0,"0"0"-293"16,0 0-23-16,0 0-5 15,0 0-2-15,0 0-5 16,19 37 12-16,-4 0 2 16,3 3 2-16,1 4-4 15,4 2 0-15,-1 0 0 16,-2 5 1-16,0 1-1 15,-6 5-13-15,-7 3 13 0,-7 3-1 16,-7 6 2-16,-42-2 2 16,-32 8 2-16,-32 3-5 15,-34-2-3-15,-25-8-168 16,-24-11-261-16</inkml:trace>
  <inkml:trace contextRef="#ctx0" brushRef="#br0" timeOffset="202837.09">13258 11969 106 0,'0'0'18'0,"0"0"-12"0,0 0 20 15,0 0 0-15,0 0 6 16,0 0-22-16,-58 4-4 16,56-4 0-16,-4 0-1 15,5 0 1-15,-3 3-5 0,-1-3 0 16,1 0 0-1,-1 0 0-15,1 3 9 0,-1-3 14 16,-1 0 6-16,-1 0-25 16,-3 0 0-16,2 0-5 15,0 0-1-15,-1 0 1 16,1 0 1-16,1 0 1 0,4 0-2 16,-4 0 11-16,-3 0 14 31,4 0 15-31,0 0-19 15,1 0 23-15,3 0 6 16,-2 0-19-16,-1 0-21 16,0 0-10-16,-3 0 0 0,1 0 1 15,5 0-2-15,-2 0-3 16,4 0 4-16,0 0 0 16,0 0 0-16,0 0 0 0,-2 0-3 15,-4 2-7-15,-2 2-4 16,-2 2 7-16,0-1 7 15,3-4 4-15,-4 5 0 16,-5 4 1-16,-6 11-4 16,-5 4 0-16,-4 9 3 15,2 4-2-15,2 1 0 0,6-1-4 16,5 1 1-16,0 7 0 16,5 3 0-16,-1 6 1 15,1 5 0-15,7-1-1 16,4 1-1-16,0 1 2 15,0-1-5-15,23-2 1 0,10 1 2 32,11-8-11-32,16 2 9 15,14-12 1-15,20-4 1 16,24-19-9-16,18-18-91 16</inkml:trace>
  <inkml:trace contextRef="#ctx0" brushRef="#br0" timeOffset="204554.74">17581 12436 324 0,'0'0'143'0,"0"0"13"15,0 0-33 1,0 0-36-16,0 0-31 0,0 0-29 15,-10 0-14-15,8 0-6 16,0 0-4-16,2 0-3 16,0 0-2-16,0 0 0 0,0 0-2 15,0 0 2-15,16 0-3 16,15 0 2-16,13-6 3 16,4-3 0-16,-4-3-1 15,-1 0 1-15,-6 1-3 16,-8 3 3-16,-11 4-1 0,-9 2-2 15,-9 2-8-15,0 0 0 16,0 0-14-16,-14 0-31 16,-26 2 29-16,-15 9-35 15,-3-4 25-15,6-2 37 16,16-5 12-16,15 0 4 16,7 0 18-16,10 0 34 15,4 0-27 1,0 0-41-16,0 0-16 15,24-9 6-15,23-3 3 16,15 0-10-16,10 2-63 16,-1-2-111-16,-9 2-72 0</inkml:trace>
  <inkml:trace contextRef="#ctx0" brushRef="#br0" timeOffset="-212369.35">18441 12015 172 0,'0'0'72'16,"0"0"-61"-16,0 0 38 16,0 0 146-16,0 0-131 0,0 0-11 15,1-5 9-15,-1 5-15 16,0 0-8-16,0 0-2 15,0 0-3-15,0 0-10 16,0 0-10-16,0 0-4 16,0 0-9-16,0 0-1 15,-1 1-6-15,-3 22 1 0,-3 7 5 16,-1 6 5-16,0 2-4 16,-1 1-1-16,-2 6 1 15,-1-1 1-15,0 0-2 0,-4 2-1 31,4-2 1-31,-1-3 0 0,0-6 0 16,1-5 0 0,6-6 0-16,2-4 1 15,2-6-2-15,2-5 1 16,0 1-1-16,-3-2 0 16,3-3-1-16,0 2 2 15,0-1 0-15,0-2-2 16,0-2 2-16,0 0 0 0,0 0-1 15,0 1 0-15,0 0-1 0,7-1 1 16,1 2-1-16,4-2 2 16,1-1 0-16,5 2-2 15,9-3 2-15,7 0 0 16,8 0-1-16,11 0 1 16,10 0 0-16,3 0 0 15,-1 0-1-15,0 0-7 0,-14 0-103 16,-16 2-236-16</inkml:trace>
  <inkml:trace contextRef="#ctx0" brushRef="#br0" timeOffset="-212221.53">19043 12661 113 0,'0'0'750'0,"0"0"-741"0,0 0-7 15,0 0-2-15,0 0-77 16,0 0-215-16</inkml:trace>
  <inkml:trace contextRef="#ctx0" brushRef="#br0" timeOffset="-210519.26">10280 13240 237 0,'0'0'50'0,"0"0"-36"16,0 0-7-16,0 0-3 15,0 0-4-15,0 0-3 16,0 7-10 0,0-7-22-16,0 0 0 15,0 0 6-15,0 0 0 0,2 0 12 16,-2 0 5-16,0 0 9 16,0 0 2-16,0 0-12 15,0 0-24-15</inkml:trace>
  <inkml:trace contextRef="#ctx0" brushRef="#br0" timeOffset="-210334.15">10280 13240 331 0</inkml:trace>
  <inkml:trace contextRef="#ctx0" brushRef="#br0" timeOffset="-208560.76">10280 13240 331 0,'64'-126'54'0,"-64"126"-38"0,0 0-11 0,0 0-3 0,0-1-1 0,0 1-1 0,0 0-1 0,0 0 0 15,0 0 1-15,0 0 0 16,0 0 1-16,0 0 0 15,0-3-1-15,0 3-1 16,0 0-1-16,0 0-1 16,0 0 3-16,6 0 0 15,4 0 1-15,1 0 1 0,0 0-1 16,3 0 0-16,-1 0 6 16,5 0 0-16,0 0 0 15,0 0-4-15,2 0-2 16,-5 0-1-16,3-2 2 15,1 2-2-15,-3-2 0 16,7 0 0 0,-3 2 1-16,5-3-1 15,1 3 0-15,6-5 0 16,5 1 13-16,4-1-2 16,3-2-5-16,-1 2-5 15,-3 2-1-15,0 3 2 0,1-2-2 16,-2-2 0-1,1 2-2-15,1 2 2 0,-3-4 1 0,-3 4-1 16,1-5 0 0,-1 5-1-16,2 0 1 0,-4-3 1 15,2 3-1-15,-2-2 1 16,1 0-1-16,2-3 0 16,-1 2 0-16,0 1 0 15,4 0 0 1,1-2 1-16,-2 1 1 15,0 0-1-15,-4 3 0 16,-5 0-1-16,-2 0 0 16,-8 0 1-16,-1 0-1 15,-3 0 0-15,0 0 0 16,1 0 0-16,5 0 0 16,1 0 0-16,3 0 1 0,-1 0-1 15,3 0 4-15,-3 0-2 16,1 0-2-16,0 0 1 0,-1 3-1 15,2 4 0 1,1-3 0-16,4-1 0 16,-2 0 2-16,5-1-2 15,-1 0 0-15,0 0 0 0,6 1 1 16,-1-3-1 0,-1 5 0-16,4 1 1 0,0 0-1 15,2 0 1-15,-2 0-1 16,-1-1 0-16,-5 0 0 15,1-1 0-15,-3-1 0 16,4-3 1-16,-2 0-1 16,3 0 2-1,1 3-1-15,2-3 2 16,3 0 10-16,2 0 1 16,0 0-8-16,3 0-5 15,2 0-1-15,-2 0 2 16,1 0-2-16,-6 0 1 0,3 0-1 15,-3 0 2-15,2 0 2 0,0 0 2 16,1 0 5-16,-3 0-3 16,-1 0-5-16,1 0-2 0,-2 0 0 15,-1 0-1-15,-4 0 0 32,-3 0 0-32,-1 0 0 0,-3 0 0 0,0 0 0 15,0 0 1 1,3 0 3-16,-2 0-2 15,2-3 15-15,-4 3-12 16,-2 0-3-16,0 0-2 16,-2 0-2-16,-5 0 2 15,2 0 2-15,-4 0-2 16,2 0 0-16,0 0 0 16,-3 0 0-16,3 0 1 0,3 0-1 15,-3 0 1-15,5 0-1 16,-3 0 0-16,2 0 1 15,2 0 0-15,0 0 0 16,5 0-1-16,0 0 0 0,5 0 2 16,-1 0-2-1,1 0-2 1,0 0 2-16,-3 0 0 0,3 0-1 16,-4 3 1-16,5-1 0 15,0 2 1-15,4-1-1 16,1-2 0-16,2 1 0 15,4 0 0-15,4-2 2 16,5 0-2-16,6 0 0 0,1 0 0 16,-2 0 1-16,-7-2-1 15,2-1 0-15,-8 3 0 16,-6 0 0-16,-1 0 0 16,-7 0 0-16,4 0 0 15,-4 0 0-15,3 0 1 16,0 0-1-16,2 0 1 15,-2 0-2-15,-3 0 1 0,1 0 0 16,-3 0 1-16,3-5-1 16,2 1 0-16,3 1 0 15,8-2 0-15,1 1 0 16,4 4 2-16,0-2-2 0,-4 2 0 16,2 0-1-16,-3 0 1 31,0 0 0-31,-2 0-1 0,-3 0 1 15,0 0 0-15,1 0 0 16,5 0 1-16,3 0-1 16,6 0 1-16,1-1 1 15,4-6-1-15,1 0-1 16,1 2 0-16,3-3 1 16,5 1-1-16,-3-2 1 0,0 3-1 15,-5-2 0-15,-6 5 0 16,-7-2 0-16,-2-2 2 15,-1 4 0-15,-6-3 0 16,0 0 18-16,1 0 16 16,-3-2 9-16,3 0-22 15,-7-1-2 1,3 4 7-16,-4-3-10 16,-3 6-10-16,-3 0-7 15,-9-1-1-15,-4 3 2 0,-12 0-2 16,-5 0-2-16,-1 0 2 15,0 0 0-15,0 0 0 16,0 0-3-16,0 0-47 16,0 0-83-16,-9 13-99 0,-33-6 56 15</inkml:trace>
  <inkml:trace contextRef="#ctx0" brushRef="#br0" timeOffset="-206040.42">13108 13647 255 0,'0'0'226'0,"0"0"-175"0,0 0-2 16,0 0-2-16,0 0-6 0,0 0-7 15,0 0-21-15,-16-14-8 16,15 14-4-16,-3 0 2 15,-2 0 2-15,0 0-3 16,-2-2 0-16,-6 0 0 0,-1 0-1 16,-2 1 0-16,0-3-1 15,-3-1 2-15,3 3 0 16,-2-1-2-16,3-2 4 16,5 2-2-16,3-1 2 15,3-3 5-15,5 1-1 16,0-1-2-16,0-7-6 15,3-6-7-15,16-3-8 16,1 3 4 0,3 2 7-16,0 6 0 15,-8 4 2-15,-1 8-3 16,-1 0 0-16,-3 0-3 0,6 0-2 16,1 14 6-16,2 4 3 15,-3 2-4-15,-3 4 1 16,-2 4 4-16,-4 0-1 15,-3 4 1-15,-4 1 0 0,0 1 3 16,-13 0 0-16,-19 2 6 16,-3-6-4-16,-7-1 7 15,-1-3-7-15,1-3-4 16,-2-5 8-16,4-1-8 16,-1-4 4-1,2-1-1-15,4-2-2 16,6-4 0-16,8-3 1 15,6-3-3-15,7 0 3 16,2 0-1-16,6 0 1 16,0 0 7-16,0-9-6 0,0-11-8 15,17 0 0 1,3-6-2-16,1 6 5 0,-2-1 1 16,4 9-4-16,-3-3 3 0,-1 7-1 15,2 2-4-15,-1 6 1 16,2 0 0-16,2 0 1 15,1 0-5-15,2 4-18 16,4 6 2-16,0-2-12 16,4-1-22-16,9-4 7 15,0-1-10-15,7-2-15 0,-6 0-76 16</inkml:trace>
  <inkml:trace contextRef="#ctx0" brushRef="#br0" timeOffset="-205469.41">13764 13133 445 0,'0'0'13'16,"0"0"24"-16,0 0 14 15,0 0-4-15,0 0-8 16,0 0-14-16,-47-35-9 0,41 31-3 16,-1 4 0-16,-4 0-2 15,0 0-10 1,-7 7-1-16,-2 14-2 15,-3 9 1-15,1 0-1 16,5 2 2-16,0-4-2 16,7-2 1-16,-1 1 0 15,0 1 1-15,4 0 0 16,2 2 0-16,1 0 0 0,4-2-1 16,0 0 1-16,0-2-1 15,0 1 0-15,0-6 1 16,9-1-3-16,-2-3 3 15,6-3-1-15,0-5-1 0,2-5-2 16,3-2 1 0,5-2 3-16,4 0 2 0,2-7 7 15,2-11-2-15,-4-3 0 0,-6 6-2 16,-7-2 4 0,-9 8 12-16,-5-3 9 0,0 1 8 15,0-1 1-15,-23 3-31 16,-12 9-8-16,-19 0-34 15,-13 21-77-15,-8 13-84 16,5-4-57 0</inkml:trace>
  <inkml:trace contextRef="#ctx0" brushRef="#br0" timeOffset="-189589.84">2450 14226 336 0,'0'0'133'0,"0"0"-8"0,0 0-81 15,0 0-44-15,0 0-21 16,0 0-140-16,-5-14 140 15,19 37-20-15,5-5-87 16,1-6-52-16</inkml:trace>
  <inkml:trace contextRef="#ctx0" brushRef="#br0" timeOffset="-188873.04">3069 14436 589 0,'0'0'41'0,"0"0"-6"16,0 0-35-16,0 0-30 15,0 0-204-15,0 0 120 16,33 18-81-16</inkml:trace>
  <inkml:trace contextRef="#ctx0" brushRef="#br0" timeOffset="-187591.8">4272 14638 31 0,'0'0'86'16,"0"0"-12"-16,0 0-70 15,0 0-4-15,0 0-60 0,0 0-75 16</inkml:trace>
  <inkml:trace contextRef="#ctx0" brushRef="#br0" timeOffset="-186404.82">5545 14386 631 0,'0'0'99'0,"0"0"-50"0,0 0-39 16,0 0-10-16,0 0-6 15,0 0 4 1,-13 32 2-16,13-6 3 15,0 1-3-15,5-3 0 16,3 3 0-16,1-3 0 16,-2 5 2-16,-2-3-3 15,-3 6 1-15,-2-3-2 16,0 0-32-16,0 2-52 16,-7-4-69-16,-9-22-91 0</inkml:trace>
  <inkml:trace contextRef="#ctx0" brushRef="#br0" timeOffset="-186041.2">5639 14311 585 0,'0'0'61'0,"0"0"-61"15,0 0-172 1,0 0-140-16,0 0 309 0,0 0-118 15</inkml:trace>
  <inkml:trace contextRef="#ctx0" brushRef="#br0" timeOffset="-185919.54">5924 14105 631 0,'0'0'48'0,"0"0"0"16,0 0-23-16,0 0-22 16,0 0-2-16,0 0 0 15,-55 95 0-15,55-44-1 16,0 7 2-16,0 0-2 16,0 0 2-16,0 0-2 0,0 0 2 31,10 1-3-31,2-3 2 0,-3 0-1 15,0-7 1-15,-1-8-1 16,-3-6 0-16,0-7-1 16,-1-6 0-16,-4-8 1 15,0 0-6-15,0-2-62 16,-2-3-77-16,-25-8-85 16</inkml:trace>
  <inkml:trace contextRef="#ctx0" brushRef="#br0" timeOffset="-185743.17">5726 14853 56 0,'0'0'621'0,"0"0"-590"0,0 0-25 16,0 0-5-16,0 0-2 31,145-136 1-31,-62 101-6 16,7 3-63-16,-3-4-249 15</inkml:trace>
  <inkml:trace contextRef="#ctx0" brushRef="#br0" timeOffset="-184137.9">6704 14332 277 0,'0'0'202'0,"0"0"-113"0,0 0-23 16,0 0 26-16,0 0-23 15,0 0-42-15,-19-23-27 16,19 23-4-16,0 0-4 0,0 14 8 15,13 10 2-15,1 8 0 16,1 7 4 0,-6 1-6-16,2 2 4 15,-2 1-2 1,-5-2-1-16,-2-5 0 16,0-4-1-16,-2-5 2 0,0-6-2 15,0-7 1-15,0-2-1 16,0-1 0-16,2-6 0 15,-2 2 0 1,3-4 0-16,-3-3 0 16,0 0 0-16,0 0 2 0,0 0-2 15,0 0 2-15,0 0 1 16,3 0 1-16,1-8 4 16,0-10 2-16,7-12-10 15,3-2 1-15,1 1-1 16,1-4 0-16,-3 12 0 0,1-6 1 15,-1 9-1-15,0 2 0 16,1 4 0-16,-1 0 0 16,3 5 0-16,-1 0 0 15,3 2-3-15,1 6 1 16,-6 1 1-16,-1 0 0 16,-3 0-2-16,1 1-1 0,0 20 1 15,-2-2 2-15,1 10 2 16,-3 1-3-16,0 3 3 15,5-2-1-15,-3-4 0 16,3-4 1-16,0-5-2 16,-2-1 1-1,0-6 0-15,-1-3-1 16,0-4 1-16,-4 0 0 16,0-4 0-16,-2 0 1 0,1 0 3 15,-3 0 3-15,0-4 3 16,3-14 11-16,-3-10-15 15,3-2-2-15,-1-6-3 16,-2-8-1-16,5 3 1 16,0 0-1-16,0-3 0 0,7 4 0 15,2 3-1-15,3 9 0 16,6 12-9-16,-3 9-49 16,7 7-27-16,-3 0-128 15,0 0-30-15</inkml:trace>
  <inkml:trace contextRef="#ctx0" brushRef="#br0" timeOffset="-183768.82">7482 14633 0 0,'0'0'452'0,"0"0"-396"0,0 0 31 15,0 0-17-15,0 0-35 0,0 0-21 16,-16 0-14-16,16 0-11 15,0 0-4-15,0-9 9 16,14-5 6-16,4-4 7 16,-2-8-3-16,0 3 0 15,-8 4-1-15,-1 1-2 16,-7 6 0-16,0 3 8 16,0 4 18-16,-5 1-10 0,-13 4 4 15,-6 0-20-15,-2 2-1 16,-6 17 0-16,1 13 0 15,7-6 1-15,3 3-1 16,10 1 1-16,9-2-1 16,2 2-1-16,0-2-1 15,7 2 1 1,20-2-2-16,10-2-4 16,19-3 0-16,16-14-1 15,25-6-99-15,10-3-181 16</inkml:trace>
  <inkml:trace contextRef="#ctx0" brushRef="#br0" timeOffset="-181194.13">8519 14618 198 0,'0'0'264'0,"0"0"-245"0,0 0-4 0,0 0 21 16,0 0 43-16,0 0-46 15,11-112-13 1,-11 101 8-16,0 4 3 15,-3-1-1-15,-7-1-12 0,1 6-6 16,3-1-3 0,-3 4 5-16,4 0-10 0,-2 0-4 15,0 0-8-15,-4 2 6 16,0 15 2-16,-3 6 0 16,6 0-4-16,-1 0 2 0,3 3 2 15,0 3 1-15,4 0 1 16,0 3-2-16,0 3 0 31,-3-1 0-31,5-1-1 16,-2-3 0-16,2-5 1 15,0-7 0-15,0-6 2 16,0-2-2-16,0-6-1 0,0-4 1 16,0 0-2-16,0 0-3 15,0 0 4-15,2-16 1 16,17-16 1-16,8-10 1 15,2-7 0-15,0-1-2 16,-4 10 2-16,-4 10-2 16,-3 4 2-16,-7 12 2 0,-2 5 4 15,-2 2-4-15,-3 5-4 0,3 2-1 16,-3 0 0-16,0 0-6 16,3 3 1-16,0 17 1 15,0 9 0-15,-3 3 5 16,-2 4 4-16,3 0-2 15,-1-2-2 1,1-1 1-16,0-6 1 16,1-4-2-16,-2-7 0 15,2-2 1-15,4-4-2 16,-1-5 2-16,0 0-2 16,-1-5 1-16,4 0 0 15,0 0 3-15,5-10-1 16,-2-9 1-16,-1-2 1 0,-1-6 1 15,-1-5 2-15,-2 0 6 16,1-4-7-16,-4 2 18 0,0 3 3 16,-2-6-19-16,1 5-7 15,1 2-1-15,-1 8 1 16,1 0-1-16,-3 8 0 16,-1 6 0-1,-1 4 0 1,-2 2 1-16,0 2-3 0,0 0 2 15,0 0-6-15,0 0-4 16,0 0-9-16,0 9-19 16,0 10 29-16,0 3 9 15,0 0 2-15,0-2-1 16,0 1-1-16,0-4-1 0,0 1-5 16,0 0-4-16,13-1 1 15,3 0-9-15,5-3-9 16,4 1 4-16,2-6 13 15,0 3 9-15,-4 2 0 16,-1-1 0-16,-5 0-9 16,-5 5-6-16,-3 0 8 15,-7 5-7-15,-2-1 5 0,0 3 8 16,-19 4-2-16,-11-7 8 16,0-8-2-16,5-8 3 15,2-6 0-15,7 0 9 16,7 0 21-16,5 0 18 15,4-6-23-15,0-18-25 16,9-3-5-16,22-8-5 16,10-4 1-16,3 2 2 15,-6 2-2-15,-5 5-10 16,-6 6 8-16,-12 4 6 16,-6 6 8-16,-2 2-4 15,-7 2 14-15,2 4 16 16,-2-4-11-16,0 6-4 0,2 0 2 15,-2 4-2-15,0-5-6 16,0 5-8-16,0 0-5 16,0 0-3-16,0 0-1 15,0 0-1-15,0 11-2 16,0 11 4-16,0 8 3 16,0 0 2-1,0 7-1-15,0-5 2 16,2-6-3-16,6-4 0 15,0-8-2-15,1 0 1 0,3-6 1 16,-1-2-9 0,-1-2 3-16,1-4 3 0,3 0 1 15,2-14 2-15,1-15 2 16,4-5 0-16,-6 2-1 0,-3 6 0 16,-7 0 2-16,-5 8 5 15,0 4 8-15,0 2 2 16,0 2 0-16,0 4 4 15,0 2-18-15,0 2 0 16,-1 2-4-16,1 0-7 16,0 0 4-16,-2 0-5 0,0 2-2 15,0 13 5-15,-1 8 4 16,1 5 1-16,0 0 2 16,2 2-2-16,0-6-2 15,0 0-5-15,2-3-8 16,9-7-1-16,7-5-1 15,2-2 5 1,7-2-9-16,2-5 8 16,4 0-1-16,-2-13-19 15,0-13-22-15,-4-5-35 0,-6-3 30 16,-6 0 57-16,-5 5 3 16,-4 6 9-16,-2 9 34 15,0 5 19-15,-1 4-25 16,0 1-12-16,5 0-17 0,-1 0-6 15,4 4-2-15,-1 0-4 16,2 0-3-16,-1 2-4 16,-2 16 2-16,0 5 5 15,-2 9 4-15,-3-3 3 16,0 3-2-16,2-9 0 16,-4-3 0-1,-2-4 1-15,1-11-1 16,2 0 0-16,-3-1 1 15,2-4 2-15,0 0 0 0,-2 0 2 16,5 0-4 0,-1 0 3-16,2-9-3 0,6-9 2 15,1-4-2-15,0 0 2 16,1 2-1-16,-5 4 1 0,0 6 4 16,-2 0-3-16,-6 8 0 15,2 0 3-15,-3 2-8 16,0 0-4-16,2 0-3 15,2 0-3-15,3 14 2 16,0 4 8-16,2-2 0 16,-3 0 0-1,3-2 1-15,-1-2-1 16,-3-6 1-16,0-1-1 16,0-5 2-16,-3 0 1 15,0 0-1-15,3 0 2 16,6-7-1-16,2-15-1 15,7-5 0-15,1-4-2 16,-5 2 3-16,1 2-3 0,-6 8 1 16,-5 0 0-16,1 6 0 15,-4 8 8-15,-3 3 8 0,2 2-5 16,-2 0-12-16,0 0-3 16,0 0-6-16,4 2 3 15,3 12 3-15,-1-2 3 16,2 2 0-16,0 0 1 0,1 0 0 15,0 1-1-15,3-3 0 32,0-3 0-32,-3 3 2 0,2-7 0 15,3 0-1-15,2-1-1 0,3-4 3 16,6 0-2-16,4 0 3 16,4 0-3-1,6-14-1-15,-4-4 1 16,1 0 3-16,-5-2-3 15,-2 0-2-15,-4 0 2 16,-5 2-1-16,-5 2 2 16,-8 4 1-16,-7 4-2 15,0-2 28-15,0 1-1 16,0 4-12-16,-13 1-10 0,-3 4-6 16,-1 0-1-16,0 0-1 0,5 4 0 15,0 10-3-15,7 4 4 16,5-1-2-16,0 6-27 15,20 0 0-15,41-6-27 16,29-13-15-16,30-4-307 31</inkml:trace>
  <inkml:trace contextRef="#ctx0" brushRef="#br0" timeOffset="-179735.57">12024 14587 13 0,'0'0'7'0,"0"0"28"0,0 0 3 15,0 0-3-15,0 0 23 16,0 0-19-16,-14-9-39 15,14 9-37-15,0 0-32 16</inkml:trace>
  <inkml:trace contextRef="#ctx0" brushRef="#br0" timeOffset="-58871.04">19168 6828 281 0,'0'0'322'15,"0"0"-288"-15,0 0 11 16,0 0-13-16,0 0-9 0,0 0-10 16,-14-3-5-16,14 3-5 15,0 0-3-15,0 0 0 16,-7 0-3-16,-10 15 1 31,-8 13 1-31,-1 8 1 0,-1 4-2 16,4 2-3-16,4 3 4 15,-2 1-1-15,7-5 2 16,1 0 0-16,9-5 0 16,4-4-1-16,0-2 1 15,0-6-4-15,0-6 4 16,6-2-7-16,5-8-16 0,3-3-9 16,2-5 20-16,2 0 10 15,2-5 2-15,-3-19 3 16,-2-5 5-16,-1-8 2 15,-9 1-5-15,-2 2-2 16,-3-2 0-16,0 5 4 16,0 4 6-16,-10 3 16 0,-2 7-7 15,2 3-11-15,3 6 0 16,1 4-3-16,6 1-8 16,0 0 0-16,0 1-4 15,0 2-10-15,0 0-2 0,0 0-48 16,20 0 23-1,16 0 39 1,15-2 2-16,9-23 3 0,7-10-2 16,-7-7-1-16,-4-11-17 15,-7-9-94-15,-7-8-32 16,-8-6 46-16,-13 4-21 16,-13 5 108-16,-8 7 10 15,0 11 130-15,-16 10-86 16,-5 13 133-16,6 12-57 0,4 8-23 15,4 5-45-15,5 1-16 16,0 0-36-16,-5 0 0 16,-8 33-11-16,-7 23 7 15,-5 14 2-15,-2 15 1 16,6 7 0-16,1 6-2 16,6 2 2-1,6-1 1-15,2-9-1 16,4-5 0-16,4-3 2 15,0 0-2-15,0-2-1 0,2-4 1 16,6-7 1-16,-4-9 0 16,-2-8 4-16,-2-8-4 15,0-2 0-15,-14-3-1 16,-7-2 3-16,-3-10-1 0,5-10-1 16,8-8 5-16,6-8-3 15,3 1 7-15,2-2-2 16,0 0 24-16,-4 0 17 15,3-14-3-15,1-19-34 16,0-10-11-16,0-9 0 16,5-14 0-16,24-9 0 0,7-3 0 15,8-4-3-15,4 6-1 16,7 8 3-16,0 11 2 16,-3 18-1-16,-7 13 0 15,-11 9-1-15,-2 11 0 16,-12 6-1-16,-6 0-5 15,-8 5 1 1,-4 17-1-16,-2 10-8 0,-10 8 1 16,-26 0 11-1,-16-2 1-15,1-9-5 0,5-9 7 16,3-8 5 0,12-5-4-16,13-5 2 0,4-2-3 15,12 0-28-15,2-9-44 16,8-17-83-16,34-11-341 0</inkml:trace>
  <inkml:trace contextRef="#ctx0" brushRef="#br0" timeOffset="-57676.85">19857 7293 696 0,'0'0'15'0,"0"0"-12"0,0 0-3 16,0 0 0-16,0 0-4 16,0 0 1-16,0 0-12 15,0 0-6 1,0 0 8-16,17-14 13 0,6-15 20 16,6-4-17-16,-2-3 6 15,-3-3 15-15,-3 1-7 16,-2 0 4-16,-6 4 13 15,-6 6 6-15,-5 3-14 16,-2 10 1-16,0 7 11 16,0 5-23-1,0 3 1-15,0 0-7 16,0 0-6-16,0 0-1 16,0 0-2-16,0 0 0 15,0 0-1-15,0 0-3 16,0 0-4-16,-9 19 0 15,-6 15 0-15,-5 12 6 0,-1 6 2 16,10 3 0-16,1 1-1 16,5-1-1-16,5-6 1 15,0-5-8-15,0-12-16 0,18-10 9 16,6-7 7-16,10-15-2 16,11 0 10-16,12-21 1 15,7-21 3-15,4-11-3 16,-8-6-5-16,-4-6 4 0,-14 4-1 15,-13 2-3-15,-16 11 5 16,-11 14 4-16,-2 11 2 16,0 12 11-16,-2 8-1 15,-16 3-4-15,-4 0-12 16,-3 25-7-16,-4 8 6 16,10 1-4-1,5-1 0-15,8-3 4 16,6-2-2-16,0-5 1 15,6-4-11-15,17-2 2 16,1-3-4-16,3-1 4 16,-3 0 6-16,1 1 4 15,-7 2 0-15,-1 0 1 0,-5 2-2 16,1-1-10-16,-4 6-13 16,-1-2 11-1,1-2-8-15,1-3-13 0,8-4-11 16,5-6 0-16,9-6 24 15,10 0 12-15,10-24 10 16,0-8 0-16,-2-10 1 0,-5-3-1 16,-7-3 2-1,-9-1 2-15,-11 4 3 16,-9 7 49-16,-9 5 2 16,0 8 19-16,-7 9 1 15,-9 4-46-15,-1 8-6 16,-1 4-13-16,-7 0-13 15,0 8-1-15,-4 18-1 16,2 10-3-16,8 2 5 0,5 3-2 16,4-5 0-16,7 0 1 15,1-4-2-15,2-4-6 16,0-4 2-16,0-1-8 16,4-9 0-16,7-2-7 15,-1-3 11-15,0-7-18 0,3-2 23 16,6 0 6-16,-1-16 6 15,-1-12-5-15,1-4 1 0,-5 1 0 16,-3 4-1-16,-4 5 2 16,-3 5 8-16,-1 7 9 15,-2 6 6-15,0 4 9 16,0 0-25-16,0 0-10 16,0 0-2-1,0 0-5-15,2 0-8 16,4 17-20-16,1 15 30 15,5 4 5-15,-2 4 1 16,2-1-1-16,-1 0-56 16,1-9-26-16,5-6-20 15,3-12 14-15,3-12-115 16,1 0 15-16</inkml:trace>
  <inkml:trace contextRef="#ctx0" brushRef="#br0" timeOffset="-56819.28">21303 7128 391 0,'0'0'140'0,"0"0"16"0,0 0-99 16,0 0-48-1,0 0-9-15,0 0-15 16,0 3-13-16,0 20 28 0,2 12 11 16,-2 0-7-16,0 2 1 15,0-3-5-15,0-1-1 16,-4-1 1-16,2-9 0 15,-1-7 0-15,3-6-15 16,0-8-5-16,0-2 3 0,0 0 4 16,0 0 8-16,21-18 5 15,10-12 0-15,11-5 1 16,-2 0 3-16,-6 5 1 16,-10 5 14-16,-10 11 9 15,-10 9 10-15,-2 1 13 16,-2 4-17-1,0 0-23-15,2 0-11 16,1 0-7-16,1 0-9 16,8 18 9-16,5 5 7 15,8-2 0-15,6 1-2 0,11-8-15 16,16-8-4-16,12-6 16 16,9 0-8-16,8-8 0 15,3-14 6-15,-6-6 4 0,-6 2 3 16,-15-2 0-16,-16 3 3 15,-21 7-1-15,-10 0 8 16,-13 4 47-16,-3-1 6 16,0 1-27-16,-8 1 1 15,-9 5-4-15,-1 3-18 16,-3 5-13-16,0 0-2 0,-6 3-4 16,-2 21-3-16,0 13 4 15,1 4-1-15,6 4 0 16,7-2-1-16,9-6-7 15,6-7-3-15,0-6 4 16,2-8 5-16,23-7-2 16,8-9 8-1,10-7 0-15,17-37 2 16,6-18 3-16,3-16-3 0,1-13-1 16,-6-17-2-16,1-13 1 15,-10-2 0 1,-10 0-9-16,-19 14 9 0,-19 16 0 15,-7 20 9-15,-7 19 23 16,-15 18 15-16,2 18-14 0,4 10-32 16,-4 8-1-16,-8 12-5 15,-11 36-6-15,-9 21 7 16,2 13 0-16,9 6 3 16,10 4-2-16,14 0-3 15,10-3-3-15,3-4-7 16,0-10-12-1,23-13 18-15,6-14-18 16,12-13-1-16,9-18-63 16,6-17-96-16,4 0-301 15</inkml:trace>
  <inkml:trace contextRef="#ctx0" brushRef="#br0" timeOffset="-56696.32">23051 6938 818 0,'0'0'64'15,"0"0"-44"-15,0 0-15 16,0 0-5-16,0 0-36 16,0 0-219-16</inkml:trace>
  <inkml:trace contextRef="#ctx0" brushRef="#br0" timeOffset="-17450.76">11711 14233 622 0,'0'0'65'0,"0"0"4"0,0 0-16 16,0 0-16-16,0 0-3 15,0 0-7 1,-13-21-22-16,13 21-5 16,0 0-3-16,0 0-1 15,0 0 0-15,0 27 1 16,0 9 3-16,0 17 1 16,0 9 1-16,0 2 2 15,0 2-3-15,0-4-1 16,0 1 1-16,2-4 0 0,0 3-1 15,0 1-16-15,-2-4-67 16,0-6-26-16,0-12-83 16,0-20-67-16</inkml:trace>
  <inkml:trace contextRef="#ctx0" brushRef="#br0" timeOffset="-17219.56">11617 14726 541 0,'0'0'214'0,"0"0"-204"16,0 0-10-16,0 0-5 15,0 0-1-15,0 0-3 16,49-14 6-16,8-7 3 0,14-2 0 16,7-12 2-16,2-11-4 15,-11 0-108-15,-16 2-162 16</inkml:trace>
  <inkml:trace contextRef="#ctx0" brushRef="#br0" timeOffset="-16305.01">12057 14289 622 0,'0'0'48'16,"0"0"14"-16,0 0-25 15,0 0-29-15,0 0-8 16,0 0-2-16,-12 27-2 15,12 12 4-15,0 7 0 16,0 7 1-16,0-1 0 0,0-3-1 16,0 0 0-16,-4-3 0 15,0-5 0-15,1-12 2 16,1 0-1-16,0-8-1 16,2-3 2-16,0-8-2 15,0 3-1-15,0-9 0 16,0 2-2-16,0 2-23 0,4-8-24 15,7 0 15-15,5 0 7 16,4 0 21-16,6-8 5 16,-1-11 1-16,0-3 1 15,0 3 1-15,-9 0 2 16,3 7-3-16,-8 2 0 0,-4 7 0 31,-2 0 0-31,-5 3 2 0,0 0-2 16,0 0 0-1,0 0-17-15,2 16 17 16,0 6 1-16,2 5 6 0,3-4-1 16,-1 0-5-16,6-2-1 15,3-2 0-15,3-3-1 16,9-5-1-16,2-4-3 0,5-7 5 16,3 0 0-16,1-2 4 15,3-26-4-15,-1-4-1 16,-9-5-13-16,-7 3 2 15,-8 8 12-15,-12 6 14 16,-4 8 55-16,0-2-3 16,0 4-19-16,-2 5-19 0,-9 0-5 15,-3 3-11-15,1 2-5 16,-2 0-2-16,-1 0-4 16,-1 0-1-16,1 8-1 15,-3 8-1-15,2 8 1 16,3 8 0-16,3 0 1 0,8 3-1 31,3-1 0-31,0-6 0 16,0-8-4-16,14-5 2 15,7-4-24-15,3-11-1 0,3 0 17 16,4-14 7-16,0-12-1 16,-6-4-4-16,-5 3-5 15,-12 9 14-15,-5 6 2 16,-3 2 19-16,0 4 11 0,0 1-8 15,0 1-11-15,0 1-3 16,0 3-6-16,0 0-1 16,0 0-3-16,0 0 0 15,0 0-1-15,0 0-6 16,0 0-1-16,0 0-10 16,0 11 9-1,0 8 9-15,0 8 0 16,0-3 6-16,3-2-6 15,7-6 0-15,6-3 0 16,2-2-5-16,6-10-5 0,8-1-1 16,9-28-10-16,12-26-67 15,2-14-152-15,-6-4-139 16</inkml:trace>
  <inkml:trace contextRef="#ctx0" brushRef="#br0" timeOffset="-16079.72">12998 14265 189 0,'0'0'631'0,"0"0"-616"16,0 0 16-16,0 0-22 16,0 0-9-16,0 0-3 0,-45 44 2 15,45 11 1-15,0 6 1 16,0 8 0-16,0-8-1 16,2 4 0-16,7-3-1 15,0-5 1-15,-1-3-1 16,7-4-1-16,-5-5-49 15,1-4-14 1,-1-11-57-16,-6-18-127 16</inkml:trace>
  <inkml:trace contextRef="#ctx0" brushRef="#br0" timeOffset="-15917.81">12886 14742 781 0,'0'0'19'0,"0"0"-19"0,0 0-9 16,0 0-19-16,0 0-12 16,0 0 12-16,172-68 26 15,-59 30-73-15,8-6-190 16</inkml:trace>
  <inkml:trace contextRef="#ctx0" brushRef="#br0" timeOffset="-15245.33">14371 14311 706 0,'0'0'138'0,"0"0"-129"15,0 0-7-15,0 0-2 16,0 0-1-16,0 0-3 15,-56 14-1-15,49 25 4 16,3 6 2-16,4 8-1 16,0 2 1-16,-2 3 0 15,2 0-2-15,-6 9 0 16,-2 3-1-16,-4 6 2 0,-1 1-3 16,-2-6-68-1,-1-18-33-15,5-13-79 0,0-22-71 16</inkml:trace>
  <inkml:trace contextRef="#ctx0" brushRef="#br0" timeOffset="-15063.22">14132 14913 357 0,'0'0'485'16,"0"0"-476"-16,0 0 6 15,0 0-8-15,0 0-7 16,0 0-2-16,-9-25 0 15,53 12-3-15,31-16 5 16,22-10 2-16,12-11-2 0,0-4-4 16,-15 1-110-16,-23-3-200 15</inkml:trace>
  <inkml:trace contextRef="#ctx0" brushRef="#br0" timeOffset="-13913.44">14792 14309 744 0,'0'0'13'0,"0"0"11"16,0 0-20-16,0 0-4 16,0 0-1-16,0 0 1 15,-35 123 5-15,23-61-1 16,1-1 3-16,2-2-7 0,0-5 2 31,-2-2-2-31,2-6 1 16,0-5 0-16,0-2-1 0,3-8 0 15,-1-4 1 1,4-4-1-16,1-13 1 0,-1-6-1 16,3 0 0-16,0-4 0 15,0 0-17-15,0 0-1 16,13-18 8-16,13-14 4 0,8-6 6 16,1 0 1-16,-6 7 0 15,-12 13 0-15,-5 10 1 16,-7 7 5-16,-5-2 5 15,0 3-10-15,0 0-2 16,2 0-18-16,2 8 7 16,5 10 11-1,0 9 2-15,2-1 4 16,3 2 1-16,1-2-7 16,2-1 2-16,4-4 1 0,1-3-2 15,3-6 1-15,2-6-2 16,0-6-2-16,0 0 2 15,1-11 0-15,6-22 3 16,1-9-1-16,-1-8-2 16,-5 1 3-16,-12 3 0 0,-5 12-1 15,-10 5 16-15,-2 8 9 16,0 8 12-16,0 6-10 16,0 2-7-16,0 5-1 15,0 0-21-15,0 0 0 16,0 0-5-16,0 5-1 0,0 16 6 15,0 11 1-15,0-3 0 16,0 5 1-16,0 0-2 16,13-7-2-16,3-1 2 15,3-9-2-15,2 0-5 16,1-9-2-16,3-8 5 31,4 0 3-31,2-25 0 0,0-14 1 16,-4-10 0-16,-5-3 3 15,-8 6 1-15,-8 7-2 16,-6 6 2-16,0 13 0 16,0 6 0-16,0 6-3 0,-6 4 7 15,-2 4-8-15,4 0-3 16,2 0-14-16,0 16 8 0,0 6 5 16,2 0-1-16,0-3-4 15,0 2 7-15,8-3 0 16,6-4-8-16,1 0 0 15,-3-2 4-15,-1-4 6 16,-3 2 0-16,-2-1-1 16,-2 1-5-1,-2 2-9-15,-2 3 12 0,2 6 3 0,3-2 1 32,-2 6 4-32,4-5-3 15,5-2 0-15,5-5-2 0,6-4-4 16,8-9-8-16,11 0 8 15,10-14 3-15,10-22 0 16,7-8 1-16,3-5-13 16,-8-1-2-16,-14 4 3 15,-19 8 0-15,-22 10 12 16,-9 7 5-16,0 0 33 0,-23 7 7 16,-3 3-8-16,1 8-13 15,3 3-14-15,4 0-10 16,3 3 0-1,-1 16-3 1,5 8 0-16,4 5 3 0,7-6-14 16,0 9-8-16,11-9-40 15,27 6 13-15,13-6-36 16,13-8-101-16,10-8-141 16</inkml:trace>
  <inkml:trace contextRef="#ctx0" brushRef="#br0" timeOffset="-12863.77">17046 14578 514 0,'0'0'163'15,"0"0"-117"-15,0 0 4 16,0 0-1-16,0 0-15 15,0 0-6-15,0 0-16 16,-63-49 1-16,41 49-2 16,-1 0-10-1,6 5-1-15,-1 13 0 16,0 5-1-16,4 6 0 16,6 0 1-16,3-3-2 15,5-1 1-15,0-1 0 16,0-2-3-16,11-3-2 15,10-6-9-15,3-3 3 16,0-10 2-16,7 0-4 0,4-11-4 16,-2-20 4-16,-4-1-12 15,-12 6 11-15,-5 4 15 16,-10 12 2-16,-2 3 6 16,0 7 29-16,0 0 4 15,0 0-33-15,0 0-6 16,0 0-2-1,0 7-2-15,0 12 0 16,-2 8 1-16,0 1 1 16,2 0 0-16,0-4 1 0,0-2-2 15,8-3 0-15,7-10-3 16,4 4 1-16,-1-13 1 16,-1 0-1-16,4 0 2 15,-2-17-3-15,8-16 4 0,2-9 0 16,0-4 0-16,-4-3 0 15,-3-1 0-15,-7-2-1 16,-5 7-1-16,-4 8 2 16,-6 15 0-16,0 6 7 15,0 5 3-15,-2 10-1 16,-5-2 8-16,1 3-7 0,3 0-9 16,-1 8-1-16,-3 11-2 15,3 7 0-15,0 1 1 16,1 4 1-16,3-6-1 15,0 4 0-15,0-7 1 0,11 2-2 16,2-2-2-16,1-1 2 31,-3-1 0-31,-2-5 2 0,-1-1 0 16,1-2 0-16,-4-2 0 16,2 0 0-16,0 2 0 15,0-3 1-15,1 0-1 16,1 1 0-16,3-2-1 15,3 1-6-15,1-6 4 16,3-3-3-16,4 0 2 0,0 0 3 16,7-12-2-1,0-10 2-15,3-4 1 16,-2-6 0-16,2 0 3 16,-6-2-3-16,-6 2 3 15,-8 4 0-15,-11 4 1 16,-2 4 2-16,0 4 16 15,0 6-2-15,-13 2-6 0,-10 8-1 0,-6 0-7 16,-2 0-6-16,-3 20 0 16,6 4 0-16,6 6 0 15,8 2-2-15,8-2-1 16,6 6 1-16,2 0-1 16,40-4-22-16,38-6-15 15,39-16-46 1,32-10-293-16</inkml:trace>
  <inkml:trace contextRef="#ctx0" brushRef="#br0" timeOffset="-11456.11">18704 14552 565 0,'0'0'152'0,"0"0"-91"15,0 0-2-15,0 0-21 16,0 0-10-16,0 0-12 16,-21-32-14-16,21 29-2 15,0 3 0-15,0 0-4 16,0 0-1-16,0 0 3 15,3 0-3-15,15 0 2 16,6 12 2-16,3 11 2 16,0 3-2-16,0 6 0 0,-5 3 1 15,-5 2 0-15,-3-1-1 32,-3-2 1-32,-4-7 0 0,-2-6-2 15,-5-2-9-15,0-5 6 16,0-6-5-16,0-3 0 15,0 2 5-15,0-5 5 16,0-2 1-16,0 0 2 16,0 0-3-16,0 0 0 15,0-2-3-15,4-22-6 0,11-17-2 16,10-7-9-16,4-1 13 16,-4 10 6-16,-3 9 1 15,-9 9 1-15,-4 12 1 16,-5 1 4-16,-2 6 9 15,-2 0-15-15,0 2-3 16,0 0-2-16,0 0-3 0,0 0 5 16,6 4 0-16,0 13 3 15,5 8 5-15,-2 1-3 0,0 6-2 16,-2 2 3 0,-3 5-2-16,2-3-1 15,2 0-2-15,-2-7-41 0,4 0 26 16,7-15-63-1,7-11-31-15,8-3 17 16,8-32-45-16,2-11-115 16</inkml:trace>
  <inkml:trace contextRef="#ctx0" brushRef="#br0" timeOffset="-11139.45">19419 14582 447 0,'0'0'166'15,"0"0"-50"-15,0 0-14 0,0 0-50 16,0 0-24-16,0 0-17 15,-31-18-8-15,29 18-3 16,-2 6-3-16,-5 11 3 16,2 10 0-16,0 4 2 15,3 0-4-15,0 5 2 0,1-6 0 32,3 0 0-32,0-4 0 0,0-8-1 15,0-4 1 1,8-5-2-16,11-7-6 0,2-2 5 15,11-7 3-15,9-25 2 16,5-13-1-16,1-4-1 16,-9 3 5-16,-9 4-5 15,-15 9 1-15,-14 7 8 0,0-1 10 16,-20 9-6-16,-23 6-13 16,-14 12-30-16,-13 8-134 15,1 14-434-15</inkml:trace>
  <inkml:trace contextRef="#ctx0" brushRef="#br0" timeOffset="-8680.61">20788 14297 347 0,'0'0'115'16,"0"0"-56"-16,0 0-1 0,0 0 8 16,0 0-12-16,0 0-15 15,0 0-4-15,0 0-4 16,0 0-9-16,0 0-10 15,0 0-7-15,0 0-3 16,0 0-2 0,0 0 0-16,0 0-2 15,12 0 1-15,3 0 1 16,5 0 1-16,1-4-1 16,0-2 1-16,0-2 1 15,-7 4-1-15,1-1 0 16,-7 2-1-16,-3 1 2 15,-1 2-2-15,-4 0 1 0,0 0 2 16,0 0-2-16,0 0-1 16,0 0-4-16,0 10 0 15,0 6 4-15,0 9 4 0,-2 9-4 16,-11 4 1-16,-5 10 1 31,-2 4-1-31,-5 1 0 0,-1 6-1 16,-1-3 0-16,2-4 3 15,3-6-3-15,2-5 1 16,5-11 0-16,7-9-1 16,2-9 0-16,2-5 1 15,4-3 0-15,0-4-1 16,0 0 1-16,0 0 1 16,0 0 2-16,0 0 0 0,0 0 14 15,0 0 1-15,0 0-11 16,0-14-8-16,6-7-3 15,6 2-6-15,3 1 8 16,-4 9 1-16,-5 1 1 16,2 8-1-16,-4 0-2 15,7 0-4-15,3 3 4 0,1 11 1 16,2 0-1-16,9 4 1 16,0-1 1-16,5-6 0 15,7 1 1-15,1-11 1 0,6-1-4 16,1 0 2-16,-2-9-1 15,1-22-2-15,4-9-18 32,-3-8-1-32,-4-3 10 15,-9 5 7-15,-14 5 5 0,-10 12 3 16,-6 2 1-16,-3 8-2 16,0 7 11-16,0 3 6 15,-14 1-7-15,1 2-5 16,-1 0-3-16,3 3 0 15,-1 1-4-15,2 2 0 0,-1 0-2 16,-4 11-4-16,3 11-2 16,-2 10 4-16,3 4 4 15,3-2 2-15,8-2-2 16,0-2 0-16,0-2-1 16,0-4 1-16,8-2 0 15,5-1-1 1,5-6-6-16,1-5 6 15,0 1 1-15,8-11-1 16,2 0 1-16,9 0 0 16,7-23 0-16,-1-7 0 0,3-6 0 15,-11-2 0-15,-7 4 0 16,-9-2 2-16,-9 0-2 16,-7 1 1-16,-2 8 4 0,-2-1 1 15,0 8 5-15,0 6 11 16,0 4-18-16,-6 3 0 15,-3 6-4-15,0 1 0 16,2 0 0-16,-4 0-3 16,-3 0-2-16,-5 18-1 15,1 13-1-15,5 4 5 0,1 0 1 16,12-3 1-16,0-5-2 16,0-8 1-16,20-2-3 15,5 1-6-15,0-7 5 16,-6 1 4-16,0-7-1 0,-9 7 1 31,0-3 1-31,-4 4-3 16,-1-1-2-16,-1 12 3 15,-1-2-3-15,0 5 3 16,2-1 2-16,0 2 0 16,2-5 2-16,1-2-2 0,5-5 0 15,1-4 0-15,4-3 0 16,4-9 0-16,7 0-3 15,10-35 3-15,9-11 0 0,10-16 0 16,0-6 0-16,-4 3-13 16,-10 7-2-16,-15 17 14 15,-13 6 1-15,-14 15 4 16,-2 6 22-16,0 8 11 16,0 3 4-16,-14 3-27 15,-3 0-14 1,-6 23-3-16,-8 12 2 15,0 4 1-15,4 0 0 16,5-4 0-16,9-5 0 16,4-2 0-16,4-2 0 15,5-8-3-15,0-4 2 0,11-1-1 16,11-10 1 0,12-3 0-16,6 0 1 0,10-30 1 15,0-14 3-15,-2-2-4 0,-15-1 1 16,-13 6 1-16,-18 3 2 15,-2 6-2-15,-18 7 0 16,-22 13-2-16,-13 12-22 16,-5 9-30-16,2 13-142 15,14 2-230-15</inkml:trace>
  <inkml:trace contextRef="#ctx0" brushRef="#br0" timeOffset="-7531.44">22951 14570 665 0,'0'0'34'0,"0"0"47"16,0 0-39-16,0 0-16 0,0 0 1 15,0 0-13-15,-49-32-11 16,35 46-3-16,-4 9 0 16,-3 12 1-16,7-9-1 15,2 0 0-15,6-4-2 0,1-3 2 32,5-2 0-32,0 0-1 0,0-2 2 0,0-5-2 31,11-2-1-31,1-3-6 15,1-5-9-15,1 0-4 16,3-5 7-16,3-16 8 16,5-6 3-16,-1-4-5 0,-2 8 1 15,-3 0 6-15,-4 6 1 16,-3 5-1-16,-2 3 1 0,-1 2 0 16,-5 3 0-16,4 4-1 15,-6 0 1-15,0 0-3 16,7 0-3-16,7 0 6 15,3 0-3-15,10 0 3 16,9 0 0-16,5 0 0 16,5 0 2-16,-1 0-2 0,-6-9 0 15,-5 2-2-15,-15 2 2 16,-9 0 2-16,-8 5-1 16,-4 0 7-16,0-4 14 15,0-1 31 1,0-2-17-16,-6 1-28 15,-12-1-2-15,-1 6-1 16,-2 1 0-16,0 0-4 0,-1 12-1 16,-4 11-3-1,6 2 3-15,0 3-2 16,13 0 0-16,7-2 2 16,0 0-2-16,2-8 2 15,23-2-2-15,6-6-1 16,8-10 3-16,7 0 0 15,4-22 0-15,5-26 0 0,2-12 0 16,-5-8 0 0,-10-8-2-16,-15-7 2 0,-10 4 0 15,-12 2 0 1,-5 3-2-16,-5 16 2 0,-23 12 3 16,-9 14 5-16,2 11 11 15,-1 15 13-15,1 6-21 16,-3 20-11-16,-3 27 0 15,8 13-4-15,6 11 2 16,12 4 0-16,15 0-2 16,0 2 2-16,15-4-14 0,28-7-13 15,8-10-26-15,16-10-35 16,13-11-79-16,7-16-62 16</inkml:trace>
  <inkml:trace contextRef="#ctx0" brushRef="#br0" timeOffset="-6978.28">24239 14388 449 0,'0'0'117'0,"0"0"11"0,0 0-61 16,0 0-31-16,0 0-5 16,0 0-11-16,-15-6-15 15,14 3-1-15,1 1 0 16,-2-8-3-16,-4 2-1 16,6-1 0-16,0 1-9 15,0 3 6-15,0-3-8 16,6 2 5-16,12-1 1 15,7 7 1 1,-1 0-1-16,-2 0 0 16,-2 5 3-16,-1 19 0 15,-6 13-3-15,-10 6 5 16,-3 10 0-16,0 3 1 16,-14-3 1-16,-13-7 0 15,-6 0-1-15,-10-8 1 0,-4-3 6 16,-6-8 7-1,3-6-1-15,4-6-4 0,10-11-5 16,12-4 12-16,10 0 2 16,9 0 10-16,5-24-22 0,5-5-3 15,28-5-4 1,10 5-5-16,3 8 4 0,-1 11-1 16,-5 6 2-16,-1 4-1 15,2 0 0-15,2 14-1 16,2 12 1-16,7 6-43 15,7-6-148-15,-1-13-261 0</inkml:trace>
  <inkml:trace contextRef="#ctx0" brushRef="#br0" timeOffset="-4211.89">1310 15712 360 0,'0'0'296'0,"0"0"-264"0,0 0 16 16,0 0-44-16,0 0-3 15,0 0 3 1,-16 46-4-16,16-7 2 16,0-3 0-16,0 5-1 15,0-9-1-15,7-2 0 16,2-3 3-16,-3 0-3 16,1-4 1-16,0-2-2 15,-2-7 1-15,1-8 0 0,-1-4-4 16,-3-2-60-16,0 0 35 15,2-4 19-15,1-31 1 16,-3-9 3-16,2-6-137 16,-4 8 143-16,0 16 8 15,0 7 5-15,-4 12 29 16,2 3 52-16,2 4-50 0,0 0-44 16,0 0-20-16,0 0 17 0,17 4 2 15,6 0 1-15,9-4-1 16,5-4-3-16,10-32 4 15,4-22 0 1,0-8-3-16,-13-10-27 16,-11-1-34-16,-14 5-6 15,-13 6 3-15,0 4 56 16,-11 8 11-16,-13 13 35 16,-1 14 68-16,7 15 32 15,5 2-17-15,8 10-61 16,3 0-41-16,2 0-16 15,0 15-13-15,0 34 13 16,0 23-3-16,14 24 6 16,6 12-1-16,2 0-1 0,5 3 1 15,4-13-1-15,3-12-2 16,-3-7 2-16,-4-11 0 16,-5-18-1-16,-7-10 0 0,-4-10 1 15,-1-12-1 1,-6-7 1-1,-2-4-1-15,0-7 3 0,-2 0-2 16,0 0 4-16,0 0 17 16,0 0 2-16,0 0 5 15,0 0 5-15,0 0-2 16,-4-14-24-16,-5-11-8 16,9-9-1-16,0-5-6 15,2-5 3-15,22-5 3 16,3 12-1-16,0 6 1 15,2 1-3-15,-2 10 1 16,-2 4 3-16,-3 6-3 0,-7 3 2 16,-3 4-1-16,-9 3-7 15,1 0-2-15,-4 0-2 16,0 0-10-16,-10 16-6 16,-23 18 29-16,-12 7 0 0,-6-5 0 15,9-9-13-15,15-11 5 16,16-11-71-16,11-5-34 15,7-40-5-15,33-18-335 0</inkml:trace>
  <inkml:trace contextRef="#ctx0" brushRef="#br0" timeOffset="-3172.86">2295 15913 334 0,'0'0'70'0,"0"0"-1"16,0 0 2-16,0 0-26 15,0 0-26-15,0 0-11 16,0 0-3-16,0 0 1 0,0-16-1 31,2-6 2-31,5-10-4 16,-2-4 17-16,1 4-12 0,-6 6-6 15,0 8 8 1,0 6 17-16,0 10 35 0,-2 2-21 16,-5 0 6-16,-2 0-34 15,1 0-13-15,-1 21-3 16,-2 11 3-16,10 9 0 0,1-1 0 15,0 4 0-15,0 1 0 16,7 1-4 0,11-6 4-16,-1 0-4 15,6-8 0-15,1-6-3 0,3-8-21 16,2-10 9-16,-2-8 10 16,-2 0-2-16,-1-5 7 0,-4-24 3 15,0-12 2-15,-2-5 1 16,-2 7 4-16,-9 4-6 15,-7 16 1-15,0 6 7 16,0 8 15-16,0 2 2 16,0 3-6-16,0 0-7 0,-3 0-12 31,3 0-2-31,0 0-10 16,0 8-5-16,0 6-1 0,0 3 5 15,7 0-13 1,9-2 19-16,1 2-5 0,1-3 12 15,-3 3-3-15,-4-3 1 16,1-4-3-16,-6 2-12 16,0-2 16-16,0-3 1 0,0 2 0 15,1-3 0-15,9-6 0 16,9 0-31-16,10 0 19 16,9-24 7-16,6-10 1 15,-3-7-6-15,-3 1-26 16,-15 0-2-16,-12 8 38 15,-11 15 2 1,-6 2 93-16,0 7 40 0,-10 0-70 16,-9 2-10-16,-4 6-24 0,0 0-20 31,1 0-11-31,4 11-2 0,1 6 0 0,4 9 0 16,2 1 0-16,10 0-2 15,1 4-5-15,0-7 3 16,0-2-9-1,0 0 7-15,14-8-3 0,-1 3 6 16,2-8-9-16,1-6 5 16,0-3-3-16,-3 0 4 15,2 0 2-15,1-17 6 16,0-9 0-16,-1-2 0 16,-5 7-1-1,-4 7 1-15,-6 11 4 16,3 1 0-16,-3 2-4 15,2 0-1-15,2 0-9 16,2 0-3-16,6 18-41 16,5 4 44-16,8 6-84 15,2-2 9-15,4-9 21 16,3-6-124-16,-5-11-103 0</inkml:trace>
  <inkml:trace contextRef="#ctx0" brushRef="#br0" timeOffset="-2356.06">3292 15770 641 0,'0'0'91'0,"0"0"-91"0,0 0-15 16,0 0 13-16,0 0 2 16,0 0-4-16,71 104 4 15,-55-72 3-15,-10-2-3 16,1-7 0-16,-3-2 2 15,0-3-2 1,4-4 2-16,-2-4-2 16,-1-3 1-16,-1-7-1 15,2 0 2-15,-1 0-4 0,2 0 5 16,-4 0-2-16,7 0 0 0,2 0 2 16,5-21 3-16,6-6-2 15,-1 0-3 1,-6 5 0-16,-1 5-1 15,-8 11 1-15,-3 3 0 16,0-2 0-16,3 5-2 16,5 0-6-16,3 0 0 0,1 8 4 15,5 10 0-15,4 0-6 16,6-6-38-16,12 2 30 16,9-14 12-1,7 0 1 1,9 0 4-16,5-12 0 0,-4-10 0 15,-8 3-1-15,-13-2 1 16,-19 7 0-16,-16 6 4 16,-13 7 3-16,0-4 105 15,-13 1 6-15,-16 4-85 16,-2 0-16-16,0 0-14 0,0 4 1 16,6 18-4-16,5 2 1 15,7 6-3-15,6 3 3 16,5 1-4-16,2-8 3 15,0 2-2-15,0-10 0 16,12 0 0-16,8-10 2 16,6-2-3-16,0-6 3 0,2 0-2 15,2-14 4-15,3-30-1 0,0-20-1 16,-5-21 0 0,-1-13-3-16,-14-8-17 0,-8-1-22 15,-5 3 27-15,-8 16 15 16,-20 16 12-16,-7 22 15 15,-4 16 37 1,6 16-21-16,6 12-26 16,8 6-7-16,-1 14-10 15,4 40-6-15,-2 26 4 16,9 19 2-16,9 3-3 16,0-4 0-1,15-13-4-15,21-10 5 0,9-17-20 16,15-13-19-16,18-13 14 0,23-24-41 15,19-8-85 1,10-31-402-16</inkml:trace>
  <inkml:trace contextRef="#ctx0" brushRef="#br0" timeOffset="-1682.65">5385 15790 583 0,'0'0'135'16,"0"0"-99"-16,0 0 26 15,0 0-33-15,0 0-11 16,0 0-11-16,-27-23-7 16,27 31-8-1,0 24 8-15,7 12 2 16,6 4 3-16,0 7-3 15,1 3-2-15,-5-8 1 16,0-2-2-16,-3-8-2 16,-6-13-103-16,2-10-8 0,-2-11-38 15,0-6-106-15</inkml:trace>
  <inkml:trace contextRef="#ctx0" brushRef="#br0" timeOffset="-1539.01">5423 15499 695 0,'0'0'65'16,"0"0"-65"-1,0 0-16-15,0 0-126 16,0 0-40-16,0 0 175 16,45 85-120-16</inkml:trace>
  <inkml:trace contextRef="#ctx0" brushRef="#br0" timeOffset="-869.66">5661 15851 527 0,'0'0'175'16,"0"0"-146"-16,0 0-29 16,0 0-4-16,0 0 2 15,0 0 2-15,38 103 2 16,-26-63-2-16,-2 0 0 0,-3-8 2 0,-1-6 0 15,2-8-1-15,-4 0 0 16,-2-8 2-16,0 2-3 16,-2-10 1-16,3 2-1 15,-1-4 2-15,0 0-1 16,0 0 5-16,-2 0 29 16,4-14 2-1,4-16-4-15,3-7-28 0,2 0 1 16,1 7-3-1,-4 3 0-15,-3 14 9 16,-2 0 2-16,-1 8-8 16,-1 5 0-16,-3 0-6 0,2 0 0 15,1 0-5-15,9 0 1 16,0 18 0-16,4 9 3 16,1 7 0-16,-2 3 1 15,3-1 1-15,-1-5-1 16,2 1 2-16,-4-11-3 15,1-7 1-15,0-6 0 0,-3-4 0 16,-4-2 0-16,0-2 1 16,0 0-1-1,2-28 2-15,5-13 0 16,1-12-2-16,-3-1 3 16,-1 2-3-16,-1 11 0 15,-7 5 2-15,2 14 0 16,-2 9-2-16,-5 4 0 15,2 6-2-15,0 3 1 16,3 0-3-16,4 0-2 0,1 12 5 16,5 5 1-16,-2 7 0 0,0 2 0 15,-3 4-1-15,-2 2-6 16,-6-1-25-16,-2 1-32 16,0-4-15-16,0-2-61 15,0-13 15-15,-10-8-104 16</inkml:trace>
  <inkml:trace contextRef="#ctx0" brushRef="#br0" timeOffset="-246.1">6511 15839 618 0,'0'0'124'0,"0"0"-65"0,0 0 1 16,0 0-25-16,0 0-14 16,0 0-13-16,-23 0-7 15,6 26-1-15,-4 6 2 16,5 3 0-16,5-10-2 16,7-2 0-16,4-5 0 15,0-4-2-15,0-4 1 16,11-3 0-16,9-2-4 0,9-3 2 31,7-2 2-31,2 0 1 16,-5 0 1-16,-4 0-1 0,-13 0 1 15,-11 0-1-15,-5 2-14 16,0 14-41-16,-16 14-16 16,-22 6 33-16,-2-2-122 15,4-9-68-15,9-18-33 0</inkml:trace>
  <inkml:trace contextRef="#ctx0" brushRef="#br0" timeOffset="-20.39">6834 15370 806 0,'0'0'65'0,"0"0"-65"16,0 0 0-16,0 0 2 15,0 146-1-15,0-83 0 16,0-1 2-16,3 2-3 16,5 1 0-1,4-6 1-15,5-1-1 16,-4-5 0-16,1 1-1 16,-6-10-40-16,-8 2-95 0,0-17-58 15,0-9-118-15</inkml:trace>
  <inkml:trace contextRef="#ctx0" brushRef="#br0" timeOffset="935.38">6837 16075 324 0,'0'0'202'16,"0"0"-154"-16,0 0 8 15,0 0-30-15,0 0-8 16,0 0 2-16,26-72-12 16,2 64-4-16,4-1-3 15,6-4 0-15,6 3-1 16,3-8-1-1,9 5-25-15,2-10-28 16,-7 1 9-16,-4 4-24 16,-13 0-11-16,-14 6 60 15,-9 6 20-15,-9 2 6 16,-2 4 136-16,0 0 50 16,0 0-83-16,0 0-66 0,0 0-26 15,-7 0-13-15,-2 7-2 0,0 12-1 16,1 7-1-1,-1 2 0-15,4 3 0 0,-2-3 0 16,5-2 1-16,2 2-1 16,0-10 0-16,0-2 0 15,0 3 0-15,0-10 0 16,2-1-2-16,10-4 1 0,-2-2-9 16,0-2 2-16,8 0 2 15,1-14 4-15,4-16 0 16,1-2 2-16,1-10 0 15,-3 2-1-15,-3 1 0 16,-4 12 1-16,-7 4 0 16,-3 11 1-1,-5 6 4-15,0 6-3 16,0 0 0-16,0 0-1 16,0 0-1-16,2 0-6 15,-2 6-6-15,4 14 11 0,-2 4-2 16,3 2 3-1,0 1 5-15,-3-4-5 0,1 4 0 16,7-5 1-16,0-4-1 0,3-6 0 16,7-2 0-16,2-6 1 15,7-4-1-15,7 0 0 16,6-16 1-16,0-17-2 16,3-2 0-16,-7-6 1 15,-7 5 0-15,-11 14 1 16,-7 10 0-1,-8 10 4-15,-3 2 1 16,0 0-6-16,-2 0-2 16,5 0-2-16,0 10 1 15,-1 6-1-15,2 2 3 16,-3-4 1-16,-1-4 0 16,-2-1 0-16,0-9 1 15,0 0 0-15,0 0 4 0,0 0 5 16,0 0 14-16,-7-14-7 15,-10-5-17-15,1 3 0 16,-5 7 0-16,4 4 0 0,1 5 0 16,-5 0-4-1,2 26-2-15,-3 6 6 0,1 12-1 16,8-3 1-16,7-5 0 0,6-6 0 16,0-6-3-16,11-6 1 31,24-5 1-31,11-4-1 15,20-9 2-15,12 0-1 16,8-29-7-16,5-6-34 0,1-9-91 16,-13-10-174-16</inkml:trace>
  <inkml:trace contextRef="#ctx0" brushRef="#br0" timeOffset="1366.62">8301 15499 761 0,'0'0'30'16,"0"0"24"-16,0 0-39 0,0 0-15 16,0 0 1-16,0 0-1 0,-16 142 1 15,16-71 1 1,0 1 2-16,5-1-2 0,1-3 0 16,3-10 0-16,-3-3-2 15,-1-11 0-15,2-11 0 31,-7-8 0-31,0-9-1 0,0-5-46 16,0-11-14-16,0 0 25 16,-2 0-15-16,-16-15-44 15,0-7-2-15,-2-4 91 16,0 4 6-16,-3 4 28 16,4 8 5-16,5-2 8 15,5 6 14-15,7 1 11 0,2 2-16 16,0-11-47-16,13 0-2 15,20-4-2-15,10 1 1 16,-1 4-1-16,1 3 2 16,-5 6-1-16,-3 4 0 15,-7 0 0-15,-2 0-1 0,-7 18-1 16,-9 4-54-16,-6 5-45 16,-4-1-27-16,0-3-6 0,0-9-99 15</inkml:trace>
  <inkml:trace contextRef="#ctx0" brushRef="#br0" timeOffset="1511.03">8527 15936 344 0,'0'0'156'0,"0"0"-128"15,0 0-28-15,0 0-136 16,0 0 81-16,0 0-44 15</inkml:trace>
  <inkml:trace contextRef="#ctx0" brushRef="#br0" timeOffset="2451.65">8797 15968 76 0,'0'0'287'16,"0"0"44"-16,0 0-172 15,0 0-107-15,0 0-28 16,0 0-20-1,-29-11-1-15,23 34-3 16,-5 9-1-16,1 0 1 16,6-6 0-16,1 0 0 15,3-9 0-15,0 3-2 0,0-11 1 16,0-1-2-16,13 2-1 16,0-10-12-16,2 0-1 15,3-10 7-15,2-27 2 0,-2-10-9 16,-7-7-5-16,-11 1 17 15,0 14 5-15,-11 10 3 16,-11 12 27-16,0 8 13 16,5 9-20-16,5 0-9 15,1 0-11-15,-2 18-3 16,3 12-3-16,1 7 3 0,4-6-1 16,3-4 0-16,2-6 1 15,0-6 0-15,0-5-1 16,10-2-3-16,3-8-1 15,5 0 5-15,-1 0-2 16,4-10 2-16,3-13-1 0,3-6 2 31,6 0-2-31,1-1 1 16,1 4-1-16,0 6 0 0,-3-1-3 16,-1 4 1-16,-4 8 3 0,-2 2-1 15,-3 7-1 1,-8 0-1-16,-1 10-4 0,-6 20 0 15,-5 7 6 1,-2 2 1 0,0-1 1-16,0-4-1 15,-5-7 0-15,-2-8 1 16,1-7-1-16,2-7 0 16,3-3 0-16,1-2 1 15,0 0 1-15,0 0-2 0,0 0 4 16,0-2-4-16,1-20-2 15,21-14-6-15,6-8 1 16,6-9 7-16,-1 11-6 16,-4 2 1-16,-4 18 4 15,-12 5 1-15,-4 12 0 16,-9 5 0-16,3 0-3 16,-3 0 0-16,0 18 0 15,0 10 3-15,0 10 2 0,0-1-2 16,0-1 0-16,4-6 0 15,5-6 0-15,2-6 0 0,3-6 0 16,1-8 0-16,1-4 0 16,0 0 0-16,8-22 4 15,7-18-2-15,4-14-2 16,-1 1 2 0,-8 3-1-16,-5 15-1 15,-5 10 2-15,-7 15-1 16,-1 4 6-16,-1 6-7 15,3 0-2-15,2 2 0 16,1 25 0-16,-1 8 2 16,-6 14-1-16,1 4 0 15,2-2-189-15,9-12-194 0</inkml:trace>
  <inkml:trace contextRef="#ctx0" brushRef="#br0" timeOffset="3289.53">10992 15629 671 0,'0'0'31'0,"0"0"39"0,0 0 0 16,0 0-13-16,0 0-7 16,0 0-17-16,-52-46-32 15,52 47-1-15,0 38-6 16,0 17 6-16,-2 18 4 16,-3 6-3-16,5-4 0 15,-2-5 0-15,2-7-1 0,0-6 0 16,0-8-1-16,-8-6-44 15,-6-8-38 1,-12-10-56-16,0-8-39 0,-3-18-48 16,2 0-66-1</inkml:trace>
  <inkml:trace contextRef="#ctx0" brushRef="#br0" timeOffset="3437.06">10739 16172 54 0,'0'0'318'0,"0"0"-142"0,0 0-14 15,0 0-110-15,0 0-21 16,0 0-24-16,-27-52-7 15,64 42 0-15,16-4 2 16,18-7-2-16,13-10 0 16,2-10-1-16,7-3-2 15,-11-2-99-15,-17-2-216 16</inkml:trace>
  <inkml:trace contextRef="#ctx0" brushRef="#br0" timeOffset="4097">11323 15583 775 0,'0'0'47'16,"0"0"-6"-16,0 0-31 0,0 0-9 0,0 0-1 16,0 0 4-16,-58 122-3 15,49-69 0-15,5-9 0 16,2-3 0-16,2-3-1 16,0-4-1-16,-3 1 1 15,-3-4 1-15,0 0-1 16,-5 1 1-1,3-10-1-15,4-1 1 16,0-6-1-16,4-7 0 0,0-8-1 16,0 0 0-1,0 0-3-15,16 0-4 0,16-18 7 16,11-8 0-16,-5-4 1 16,-7 10-3-16,-11 12 6 15,-11 3-5-15,-5 5 2 0,-2 0-1 16,3 0-3-16,1 9-4 15,5 15 0-15,1 6 8 16,-1 0 0 0,2 2 3-16,0-8-1 15,3-4-2-15,3-1 2 16,2-10-1-16,4-5-2 16,2-4 2-16,0 0 1 15,0 0-1-15,3-22-1 16,2-15 4-16,-4 2-3 15,0-13 1-15,-7-1-1 16,-2 4-1-16,-11 0 1 16,-8 13-3-16,0 10 4 15,0 8 7-15,-4 7 30 0,-9 0-13 16,1 7-7-16,-3 0-16 16,-3 2-2-16,-7 24-2 15,1 4 0-15,-2 7 1 0,7-5 0 16,6-6 0-16,4 2 0 15,9-6-1-15,0 0 0 16,0-1-1-16,16 2-2 0,10 0-1 31,6-11-5-31,8-1-11 0,3-11-16 0,-1 0-94 16,-7-14-159-16</inkml:trace>
  <inkml:trace contextRef="#ctx0" brushRef="#br0" timeOffset="4402.74">11947 15874 674 0,'0'0'23'0,"0"0"16"15,0 0-27-15,0 0-11 16,0 0-1-16,0 0-1 0,32 27 1 16,-16 4 8-16,-4-4 7 15,-3 8-7-15,1-3-2 0,-4-6 0 16,-4-3-3-16,1-6 0 15,-3-7 0 1,0-2-2-16,2-8 1 0,-2 0 4 16,2 0-1-16,0 0 8 15,8-18 7-15,0-4-7 16,8-4-13 0,0 8 0-16,1 5 0 15,2 12-3-15,1 1 3 16,3 0-1-16,-5 14-1 15,-2 16-63-15,-10 1-274 16</inkml:trace>
  <inkml:trace contextRef="#ctx0" brushRef="#br0" timeOffset="6928.97">13430 15717 125 0,'0'0'706'0,"0"0"-685"0,0 0 33 15,0 0-21-15,0 0-16 16,0 0-12-16,-31-26-3 16,31 26-2-16,0 18 0 15,0 8 0-15,0 6 1 16,0 8 2-16,0 4-3 16,0 11 0-16,0-6 1 0,0 8-1 15,0-3-1-15,0-4 1 16,0-1-1-16,-6-6 1 0,5-7-5 31,1-10-46-31,0-8-38 0,5-13-66 16,17-5-109-16,4-27-15 15</inkml:trace>
  <inkml:trace contextRef="#ctx0" brushRef="#br0" timeOffset="7261.98">13617 15816 836 0,'0'0'27'0,"0"0"6"0,0 0-33 16,0 0-4 0,0 0 4-16,0 0 5 0,-71 104-3 15,44-70-1-15,7-12 1 16,7-8-2-16,0-6 1 16,8-6 2-16,-2 1-2 15,3-3 0-15,2 0 0 16,2 5 0-16,0-5-1 15,0 0 0-15,0 0 0 0,0 0-2 16,0 0-1-16,15 8-1 16,8 5 4-16,10 6 0 15,4-1 0-15,4 0 0 16,3 4 0-16,2 0 0 16,8 0 0-16,0-4-1 0,4-4-11 31,-3-5-76-31,-3-9-108 15,-10 0-128-15</inkml:trace>
  <inkml:trace contextRef="#ctx0" brushRef="#br0" timeOffset="7461.43">14096 15927 808 0,'0'0'39'16,"0"0"3"-16,0 0 5 15,0 0-33-15,0 0-13 16,0 0-1-16,18-21-4 16,18 21 3-16,2 0-8 15,0 0-50-15,-9 7-71 16,-17 25-155-16,-12 3-5 16</inkml:trace>
  <inkml:trace contextRef="#ctx0" brushRef="#br0" timeOffset="7608.64">14163 16200 211 0,'0'0'209'0,"0"0"-179"0,0 0-25 16,0 0 6 0,0 0 38-16,0 0 3 15,0 4-37-15,21-4 0 0,10 0 4 16,6 0-11-16,7 0-8 16,12 0-25-16,-2-13-129 15,2-18-224-15</inkml:trace>
  <inkml:trace contextRef="#ctx0" brushRef="#br0" timeOffset="8447.49">14919 15669 503 0,'0'0'209'0,"0"0"-145"0,0 0-36 0,0 0-13 16,0 0-9-16,0 0-6 0,0-4-3 16,0 12 2-16,0 14 1 15,0 4 3-15,0 11 0 16,0 2 0-16,0 5 3 16,-10 6 0-16,-1-5-2 15,3-1-2 1,-1-2-2-16,2-8 4 15,3-3-2-15,1-2-1 16,3-9 1-16,0-2-2 16,0-4 0-16,0-8 0 15,0 2 2-15,0-8-1 16,0 0-1-16,0 0 1 16,0 0 1-16,0 0-1 0,0 0 5 15,0 0 2-15,5 0-6 16,9 0-2-1,3 4 1-15,14 1-1 0,6 4 1 0,7-5 1 16,5 0-2-16,2 0 0 16,2 2 0-16,1-6-18 15,2 0-60 1,-8 0-155 0</inkml:trace>
  <inkml:trace contextRef="#ctx0" brushRef="#br0" timeOffset="8648.04">15403 15906 837 0,'0'0'29'0,"0"0"-7"16,0 0-11-16,0 0-9 15,0 0-2-15,0 0-2 16,85-19 1-16,-29 13 1 15,-9 6-45-15,-11 0-133 0,-19 10-178 16</inkml:trace>
  <inkml:trace contextRef="#ctx0" brushRef="#br0" timeOffset="8832.64">15494 16179 528 0,'0'0'49'0,"0"0"-38"0,0 0 9 15,0 0 11-15,0 0-10 16,0 0-15-16,42 3-1 16,1-3 3-16,13-10-3 15,8-10-5-15,5-4-105 16,2-6-108-16</inkml:trace>
  <inkml:trace contextRef="#ctx0" brushRef="#br0" timeOffset="9264.87">16419 15775 687 0,'0'0'102'0,"0"0"-49"0,0 0-18 0,0 0-22 16,-123-17-9-16,108 17 0 15,1 12-3-15,-1 15 0 16,-5 1-1-16,2-2 0 15,2 0 1-15,1 3 0 16,5-3 4-16,2-3 1 16,-1 8-3-16,7-5 0 15,-3-4-3-15,5 2 1 16,0-4 0-16,0-2-1 16,12-4 5-16,3 0-5 15,3-5-1-15,2-6 1 16,2-1 0-16,5-2 2 15,-2 0-1 1,6-10 0-16,-2-20 3 16,-3-2-1-16,-3-5-1 0,-10 2 2 0,-4-5 5 15,-7 4 13-15,-2-1-9 16,0 4-8-16,0 1-2 16,-13 9-3-16,-7 5-3 15,-4 10-45-15,-7 8-103 16,-6 0-349-1</inkml:trace>
  <inkml:trace contextRef="#ctx0" brushRef="#br0" timeOffset="9887.94">16905 15963 748 0,'0'0'142'15,"0"0"-120"-15,0 0 5 16,0 0-16-16,0 0-9 15,0 0-2-15,-11-6 0 16,36 3-1-16,10-10 1 16,7-1 2-16,5 2-1 15,0 3-1-15,0 2-2 16,-7 7-31-16,-7 0-78 16,-19 0-215-16</inkml:trace>
  <inkml:trace contextRef="#ctx0" brushRef="#br0" timeOffset="10028.98">16952 16136 653 0,'0'0'12'16,"0"0"2"-16,0 0-6 16,0 0 0-16,0 0 18 15,0 0 1-15,9 9-11 16,31-9-2-16,21-3-5 0,18-26-1 15,13-4-5-15,-5-3-3 16,-9-5-184-16,-25 1-430 16</inkml:trace>
  <inkml:trace contextRef="#ctx0" brushRef="#br0" timeOffset="10066.25">17357 15647 175 0,'0'0'447'0,"0"0"-388"0,0 0-44 16,0 0-15-16,0 0-3 15,0 0 3-15,21 39 16 16,0-8 8-16,2 5-11 16,-1 1-3-16,-3-6 5 15,-6 7 9-15,-11 2-17 16,-2 6 0-16,-15 9-3 15,-35 11 4-15,-12-4-1 16,-9 1-4-16,-5-2 1 16,7-6-4-16,11-11-2 0,16-8-58 15,21-22-169-15,21-14-315 16</inkml:trace>
  <inkml:trace contextRef="#ctx0" brushRef="#br0" timeOffset="11167.33">18322 15735 760 0,'0'0'66'0,"0"0"2"0,0 0-23 16,0 0-11-16,0 0-4 15,0 0-15-15,-22-16-13 16,22 16-2-16,0 0-1 16,0 0-1-16,0 0 1 0,0 0-2 15,12 18 2-15,10 12 1 16,6 0 0-16,11 6 0 16,2 0 0-16,2 1-2 15,2-3 1-15,-5-3-17 16,1-7-43-16,-6-6-12 15,1-9-98 1,-7-9-95-16,-7 0-143 16</inkml:trace>
  <inkml:trace contextRef="#ctx0" brushRef="#br0" timeOffset="19579.86">18871 15767 160 0,'0'0'148'0,"0"0"-148"0,0 0 6 16,0 0 88-16,0 0 126 15,0 0-163-15,0 0-24 16,0-14-2-16,0 14 3 16,0 0 9-16,0 0-8 15,0 0-10-15,0 0-10 0,0 0 0 16,0 0-9-16,-2 0-1 16,-3 0-1-16,-5 14-2 15,-13 18 3-15,-4 10 5 16,-3 4 5-16,7-6-5 15,0 4-6-15,2 7 0 16,-4 2 0 0,0 0-3-16,0 5-1 15,1-4 3-15,2-1-3 16,-1-3 1-16,2-6-1 16,9-12 0-16,1-15 1 0,4-4-1 15,5-7 1-15,0-6-1 16,2 0 0-16,0 0 0 15,0 0 2-15,0 0-2 0,0 0 0 16,0 0 0-16,0 0-14 16,0 0-9-16,15-14-26 15,3-12-134-15,0-2-500 16</inkml:trace>
  <inkml:trace contextRef="#ctx0" brushRef="#br0" timeOffset="20171.16">19208 16008 49 0,'0'0'247'15,"0"0"-148"-15,0 0-1 16,0 0-1-16,0 0 0 16,0 0-16-16,-3 0-23 15,1 0-32-15,2 0-9 16,0 0-8-16,0 0-6 0,0 0-1 15,0 0 4-15,0 0-4 16,0 0-2-16,0 0 1 0,0 0 0 16,7 0-1-16,11 0 1 15,2 0 2-15,6 0-1 16,3 0-1-16,2 0 2 16,-6 0-3-16,-2 0 0 15,-5 0 0 1,-5 0 0-16,-2 0-2 15,-2 0-1-15,0 0-79 16,-7 4-57-16,-2 10-105 16,0 4-21-16</inkml:trace>
  <inkml:trace contextRef="#ctx0" brushRef="#br0" timeOffset="20358.49">19234 16272 387 0,'0'0'29'15,"0"0"-9"-15,0 0 27 16,0 0 71-16,0 0-15 16,0 0-46-16,-2 0-39 15,23 0-14-15,14 0 1 0,11 0 0 16,15 0-5-16,8-10 0 0,0-8-98 16,-11-8-359-16</inkml:trace>
  <inkml:trace contextRef="#ctx0" brushRef="#br0" timeOffset="27192.84">20460 15615 339 0,'0'0'67'0,"0"0"-12"15,0 0 0-15,0 0 22 16,0 0-45-16,0 0 10 16,0 0 17-16,10-36-7 15,-10 36-11 1,0 0-10-16,0 0-18 0,0 0 1 0,0 0-9 15,0 0-3-15,-12 0 0 16,-6 0-2-16,-6 0-2 16,-2 0 2-16,0 5-1 15,5-1 1-15,3 1 3 16,1-5-3-16,5 3 2 16,-4-3-2-1,3 0 0-15,2 0 1 16,1 0-1-16,3 0 0 0,3 0 1 15,4 0-1 1,0 0-1-16,0 0-4 0,3-12 2 16,17-2-5-16,5-4 0 0,4 4 4 15,-1 5-2-15,1 2 1 16,-2 5 2-16,-3 2 1 16,-1 0-1-16,-6 0-1 15,-1 20 0-15,-3 10 3 16,-5 3-1-16,-4 9 2 15,-4 4 0-15,0 1 2 16,0 5-1-16,-4-1 0 16,-17-1 0-1,-5 0-1-15,-6-5 2 16,-6-2-2-16,-9-6 1 0,-1-7 0 16,-2-6 2-16,5-8 1 15,4-7-3-15,9-4 2 16,7-5 2-16,6 0-4 15,4 0 15-15,10-14 1 16,5-12-14-16,0-9-3 16,8 0 0-16,19-2-4 15,6 2 3-15,1 3-1 16,4 5 0-16,-4 9 1 0,-3 6 1 16,-2 8-1-16,-4 4-3 15,-2 0 3-15,4 0-1 16,0 0 0-16,-2 12 2 0,0 2-2 15,-1 3 1-15,3 1-1 16,3 0-9-16,-1-4-20 16,0-2-16-16,-4-2-37 15,-2-6-89-15,-8-4-19 16</inkml:trace>
  <inkml:trace contextRef="#ctx0" brushRef="#br0" timeOffset="27515.98">20766 15279 614 0,'0'0'55'0,"0"0"31"0,0 0-44 16,0 0-39-16,0 0-2 16,0 0-1-16,-24 67 1 15,19-23 1-15,3-2-2 16,-2 2 1-16,3-4-1 16,-1 1 3-16,0-2-3 15,-1 2 0-15,1-5-3 16,0-6-25-16,0-2-59 15,0-10-94-15,2-9-43 16</inkml:trace>
  <inkml:trace contextRef="#ctx0" brushRef="#br0" timeOffset="27932.52">21047 15320 20 0,'0'0'702'0,"0"0"-671"0,0 0 14 16,0 0-22 0,0 0-22-1,0 0-1-15,-76 54 0 0,42-4 3 16,8 6-3-16,-1-7 2 16,3 1 0-16,6-9-1 15,3 4 2-15,-1-5 0 16,5 0-2-16,2-2 1 0,8-5-2 15,1 2 1-15,0-11-1 16,0-4 0-16,14-6-1 16,3-8-1-1,10-6 2-15,4 0 2 0,5-2-1 16,-5-16 5-16,-6-8-1 16,-11 5-4-16,-8-2 2 15,-6 0 1-15,0 4-2 16,-22 6-1-16,-10 10-2 15,-5 3-3-15,-1 0-17 0,3 16-40 16,6 12-69-16,12-6-45 16,11 0-95-1</inkml:trace>
  <inkml:trace contextRef="#ctx0" brushRef="#br0" timeOffset="41423.11">19883 16411 239 0,'0'0'10'0,"0"0"-10"0,0 0 9 16,0 0 163-16,0 0-101 16,0 0-38-16,-7 0-12 15,5 0 4-15,0 0-2 16,2 0-9-16,0 0-4 15,-2 0 0-15,2 0-5 16,0 0 1-16,0 0-5 0,0 0 0 16,0 0 4-16,0 0 3 15,0 0-2-15,0 0 4 16,0 0-1-16,-2 0-2 0,2 0 0 16,0 0-3-1,0 0-4-15,0 0-3 0,0 0 1 31,0 0-3-31,22 4 5 16,12 0 1-16,14-4 3 0,19 0-2 16,29-8 1-16,23-16 1 15,23-2 0-15,12-3-3 16,13-1-1-16,-5 0 1 16,-9 7 6-16,-13 0 2 15,-20 5-2-15,-22 4 1 0,-24 11-6 16,-28-2 1-16,-23 5-3 15,-17 0-4-15,-6 0 4 16,0 0-1-16,-8 10-74 16,-37 12-51-16,-13 4-140 15</inkml:trace>
  <inkml:trace contextRef="#ctx0" brushRef="#br0" timeOffset="42122.51">20489 16629 245 0,'0'0'67'16,"0"0"-26"-16,0 0-18 31,0 0-15-31,0 0 3 0,0 0 2 0,-26-10-2 16,19 6-9-16,1 4 9 15,-1 0 11-15,3-3 5 16,-1-2 5-16,0 3-10 16,1-2-10-16,-1 1-5 15,5-2-1-15,-2-2 1 16,2 0-2-1,0-6 8-15,0 4-12 16,0-5 0-16,7 0-2 16,7 5 1-16,-3 6-4 15,7-1 3-15,-6 4 0 0,5 0-2 16,-4 0 2-16,-5 7 1 0,0 20 0 16,-8 1 10-16,0 12 10 15,-10 8 4-15,-23 7-6 16,-10-1-7-16,-4-6-10 15,-3-2 5 1,3-12-2-16,0-5 3 16,6-8 1-16,2-3 0 15,3 1 1-15,1-12-4 16,0-2-1-16,14 0-3 0,0-5 2 0,11 0-1 16,5 0 29-16,2-5-4 15,3-7-22-15,0-7-1 16,18-3-4-16,10 0-3 15,7 4 1-15,-2 4 2 16,-2 10-1-16,0-1 0 16,-4 5-7-1,5 0 8-15,10 0-11 16,0 9 11-16,12-1 0 0,-3 2 0 16,0 4-16-1,1-9-90-15,-4-5-65 0,-5 0-160 16</inkml:trace>
  <inkml:trace contextRef="#ctx0" brushRef="#br0" timeOffset="42508.84">20978 16361 648 0,'0'0'45'16,"0"0"-1"-1,0 0-23-15,0 0-17 16,0 0-1-16,0 0 0 16,-109 58 1-16,91-18-1 15,4 4-1-15,-2-4 0 16,3 4-1-16,-1-2 0 16,1-1 1-16,4-7-2 0,6-2 0 15,3-10 0-15,0-8 0 16,0-7-3-16,0 0-4 15,8-3 1-15,6-4 4 16,8 0 2-16,2-23 8 0,-1 0-5 16,-11-3 0-16,-7-1-1 15,-5 9 4-15,0 1-1 16,-21 2-3 0,-16 7-2-16,-7 8-47 15,-1 0 37-15,9 0-67 16,13 8-27-16,20-2-61 15,3-6-58-15</inkml:trace>
  <inkml:trace contextRef="#ctx0" brushRef="#br0" timeOffset="42761.68">21878 15920 718 0,'0'0'43'0,"0"0"-7"0,0 0 5 16,0 0-25-16,0 0-14 16,0 0-2-16,-13-14-5 15,30 23-6-15,6 12-3 16,4-2-82-16,-5 6-68 15,-2-2-81-15</inkml:trace>
  <inkml:trace contextRef="#ctx0" brushRef="#br0" timeOffset="42939.91">21793 16427 460 0,'0'0'132'16,"0"0"-30"-16,0 0-49 15,0 0-44-15,0 0-7 16,0 0-2-16,185-116 0 16,-80 93-1-16,5 1-89 0,-8-4-283 15</inkml:trace>
  <inkml:trace contextRef="#ctx0" brushRef="#br0" timeOffset="43584.48">22777 16012 161 0,'0'0'433'0,"0"0"-390"0,0 0-15 16,0 0-19-16,0 0-2 15,0 0-2-15,-21-14-5 16,-1 14-7-16,0 2-1 15,-1-2 8-15,8 0 3 16,4 0 1-16,0 0-2 16,7 0 14-16,1 0 2 15,3-5 0-15,0 0-17 0,0-5-1 16,7-2-4-16,13-1-1 16,4 8 4-16,-1 0 0 15,2 1 1-15,-2 4-6 16,2 0 6-1,4 0 0-15,-2 16 5 16,-2 7-2-16,-10 5-3 16,-4 4 0-16,-11 8 7 15,0 4-2-15,0 4-3 16,-22-2 2-16,-9-2-2 16,-9 5 0-16,-5-9-1 15,-4-3 2-15,2-2-3 0,5-13 2 16,7-8 1-16,3-6-1 15,5-8 1-15,5 0-1 16,3 0 0-16,7 0 1 16,3-5 2-16,7-12 8 15,2-5-11-15,9-13-2 16,20 3 0 0,4 1 0-16,0 4-1 0,-4 10 1 15,-6 6 0 1,-1 3-2-16,-2 4 2 0,0 4-1 15,2 0 1-15,-2 4 0 16,4 10-2-16,0-2 2 16,-1 2-1-16,6 0 0 15,0 0-11-15,3-1-67 0,-6-10-90 16,-3-3-111-16</inkml:trace>
  <inkml:trace contextRef="#ctx0" brushRef="#br0" timeOffset="43880.04">23051 15524 777 0,'0'0'42'16,"0"0"-26"-16,0 0 10 15,0 0-26-15,0 0-5 0,0 0 1 16,-29 16 3-16,29 23 1 16,0 1 0-16,4 4 0 15,-2 2 0-15,-2-2 0 16,0 0 0-16,0 0 0 16,0 2-7-16,-18-6-8 15,1 1-46-15,-3-11-65 0,4-6-44 16,7-17-79-16</inkml:trace>
  <inkml:trace contextRef="#ctx0" brushRef="#br0" timeOffset="44328.44">23288 15520 616 0,'0'0'19'0,"0"0"-6"16,0 0 9-16,0 0-11 15,0 0-8-15,0 0-3 0,-75 32 0 16,60 0 1-16,-2 3-1 16,5-7-1-16,-2 4 1 15,4-2 3-15,-1 2-1 16,3-3-2-16,2-2 0 15,4-3 0-15,2-6 3 16,0 0-6 0,0-6 3-16,0-2 0 15,6-2 0-15,4-4 1 16,7-4 1-16,3 0 2 16,9 0 6-16,9-14 3 15,2-8-7-15,1-8 1 16,-8 2-1-16,-4-8 0 0,-7 2 35 15,-8-2-16-15,-6-1 11 16,-8 6-8-16,0 4-12 16,-11 10-8-16,-34 8-8 0,-21 9-25 15,-19 5-162-15,-13 4-239 16</inkml:trace>
  <inkml:trace contextRef="#ctx0" brushRef="#br0" timeOffset="49536.38">1091 17258 491 0,'0'0'75'0,"0"0"-10"0,0 0-18 16,0 0-10-16,0 0-12 0,0 0-17 15,0 0-8-15,-13 0-1 16,13 5 1-16,6 2 1 16,8 4 7-16,-1-2 0 15,6 0-1-15,-2-1-2 16,8 1 0-16,1-4-5 16,8-5 5-16,3 4-4 0,6-4 3 15,-1 0-4-15,-1 0 0 16,-1 0 0-16,-7 8 0 15,-8 7-91-15,-19 6-97 16,-6 11-64-16</inkml:trace>
  <inkml:trace contextRef="#ctx0" brushRef="#br0" timeOffset="49754.1">1169 17584 445 0,'0'0'20'16,"0"0"3"-16,0 0 2 15,0 0 21-15,0 0-12 16,0 0-23-16,-4 0-11 16,8 0 0-16,17 3 0 0,3-3 13 15,5 5 0-15,3-3-7 16,8-2-3-16,2 0-1 16,7 0-2-16,2-7 0 15,-4-8-2-15,-7-3-164 16,-16-7-152-16</inkml:trace>
  <inkml:trace contextRef="#ctx0" brushRef="#br0" timeOffset="50075.96">1541 17074 363 0,'0'0'316'16,"0"0"-247"-16,0 0-28 0,0 0-30 15,0 0-11-15,0 0-4 16,3-8 4-16,26 26 0 16,4 1 1-16,3-2 0 15,2 10-1-15,-1-1 0 16,-1 10 0-16,-2 13 3 16,-10 9-2-16,-10 9 1 0,-14 9 0 15,0 1 1 1,-18 3 0-16,-15-10-3 15,-1-12 2-15,-1-7-2 16,10-19 2-16,7-13-2 16,9-9 0-16,9-10-2 0,0 0-28 15,7 0-104 1,24-22-88-16</inkml:trace>
  <inkml:trace contextRef="#ctx0" brushRef="#br0" timeOffset="50677.9">2719 17151 559 0,'0'0'120'0,"0"0"-49"0,0 0 1 16,0 0-31-16,0 0-22 16,0 0-8-16,-28 0-11 15,28 0-2-15,0 10 0 16,0 15 2-16,0 6 1 0,0 5-1 16,0 1 1-16,0 6 1 15,0 7-2-15,0 4-2 16,0 3 1-16,0 3 1 15,0-2-1-15,-4-2-15 16,-2-10-44-16,4-6-37 0,2-18-110 16,0-17-42-16</inkml:trace>
  <inkml:trace contextRef="#ctx0" brushRef="#br0" timeOffset="51078.9">3076 17154 733 0,'0'0'45'15,"0"0"-39"-15,0 0-5 16,0 0 0-16,0 0 4 16,-67 104-4-16,59-77 0 15,4 4-1-15,2-4 0 16,2-1 0-16,0-4 0 0,0 2 1 15,0 2-1-15,0-3 0 16,6-1 1-16,5 0-2 16,1-4 2-16,-1 0-2 15,-2-8 1-15,-1-6-1 16,2-1-3-16,-1-3-4 0,-2 0 3 31,6 0 5-31,5-9 5 0,2-17 33 16,2-10-6-16,-4 0-18 15,-5-3-1-15,-5 3 10 16,-8 5-7-16,0 4-12 16,0 8 4-16,-17 7-8 15,-12 7 0-15,-10 5-72 16,-7 0-331-16</inkml:trace>
  <inkml:trace contextRef="#ctx0" brushRef="#br0" timeOffset="52617.66">3931 16990 566 0,'0'0'19'16,"0"0"-5"-16,0 0 1 0,0 0-7 15,0 0-8 1,0 0-4-16,0 0 2 0,-10 89-1 16,10-53 0-16,0 3 3 15,0 7 5-15,0-2-5 16,0 5 5-16,5 1-4 16,3-2 0-16,-4-7-1 0,0 0 1 15,-2-6-1-15,-2-7 1 16,0-6 0-16,0-8-1 15,0-6 0-15,0-8 3 16,0 0 3-16,0 0 19 16,0 0 72-1,0 0-32-15,0-14-25 16,0-12-36-16,12-11-4 16,5-2-1-16,8 2 0 15,3 4 0-15,-2 8 0 16,-1 11-1-16,4 2-2 15,2 8 1-15,2 4 1 16,-2 0-5-16,-5 0 6 0,0 23-8 16,-7 2 6-16,-5 11 0 0,-7 5 3 31,-7 3 0-31,0-4 1 16,-9-1-1-16,-16-2 2 15,1-9-2-15,3-10 3 0,4-6 0 16,1-8-3-16,7-4 6 15,1 0-3-15,-2 0 5 16,1 0 0-16,3-4-1 16,2-13 2-16,4-3-9 15,0-9-4-15,0 0 3 16,4-4-2-16,15-4 2 0,6-2-4 16,-1 6 2-16,1 11-1 15,-2 5-1-15,-4 8 2 16,4 6-3-16,-1 3 3 15,3 0 0-15,-2 3-3 0,0 15 5 16,-2 4-1-16,-5 5 1 16,-1-1 1-16,-6-3-1 15,-1 0-2 1,-2-1-3-16,-6 0-48 0,0-4-73 16,0-10-99-16,-4-8-74 0</inkml:trace>
  <inkml:trace contextRef="#ctx0" brushRef="#br0" timeOffset="52744.7">4480 17307 409 0,'0'0'174'0,"0"0"-92"16,0 0-70-16,0 0-12 16,0 0-10-16,0 0-46 15,42-17-92-15,-22 26-47 16</inkml:trace>
  <inkml:trace contextRef="#ctx0" brushRef="#br0" timeOffset="53016.52">4721 17045 154 0,'0'0'541'16,"0"0"-436"-16,0 0-74 15,0 0-31 1,0 0-6-16,0 0 6 0,-9 79 1 16,9-26 0-16,0 5 0 15,0-3 0-15,9-2-1 16,1 1 0-16,0-2 1 16,-6 2-1-16,-2-3 1 15,-2-7-2-15,0-4-12 0,0-4-57 16,0-6-48-16,0-20-55 15,-4-10-54-15</inkml:trace>
  <inkml:trace contextRef="#ctx0" brushRef="#br0" timeOffset="53179.43">4716 17526 419 0,'0'0'77'0,"0"0"48"0,0 0-64 16,0 0-55-1,0 0-6-15,0 0-4 0,107-81-14 16,-76 77-205-16,-4 4-116 31</inkml:trace>
  <inkml:trace contextRef="#ctx0" brushRef="#br0" timeOffset="53567.95">4959 17580 247 0,'0'0'59'0,"0"0"76"0,0 0 35 0,0 0-48 16,0 0-64-16,0 0-51 16,27-63-5-16,-16 36-1 15,1 1 0-15,-4-1 0 16,-3 10 0-16,-3 3 1 16,-2 5 1-16,0 9 2 15,0 0 11-15,0 0-13 16,0 0 0-1,0 0-3-15,-5 16-5 16,-5 3 5-16,6 4-2 16,4-5 1-16,0 4-1 15,0-4-2-15,0-2 2 0,10-1-4 0,3-1 6 16,-4-2-3 0,0-7-3-16,2 4 5 15,0-6 0-15,5 4-1 16,-1-3-3-16,1 0 5 0,-1 0-3 15,-3-4 3-15,-8 6-22 16,-4 1-64-16,0 7-13 16,-16 5 87-16,-14 3-86 15,-2-10-103-15</inkml:trace>
  <inkml:trace contextRef="#ctx0" brushRef="#br0" timeOffset="55069.96">5737 16950 646 0,'0'0'72'15,"0"0"-50"-15,0 0-12 0,0 0-8 16,0 0-2-16,0 0 0 16,-30 102 1-16,28-43 0 15,2 7 0-15,0-8-1 16,0 0 2-1,14 0-2-15,-1 0 0 16,3-3 0-16,-7-6 1 16,-3 4 1-16,-1-7-2 15,-5-2 0-15,0-9 0 16,0-8 0-16,0-13 0 16,-2-10-2-16,-9 0-7 0,-2-4-19 15,-6 0-73-15,1-22 7 16,5-5-35-16,3-8 94 15,2 7 35 1,6 2 121-16,0 8-18 0,2 4-47 16,0 2-27-16,0 6-21 15,6 2-7-15,15 0 0 16,3 4-2-16,3 0-1 0,0 0-1 16,0 0 3-16,-1-4 6 15,5-7-5-15,-4-1 1 0,0-2-2 16,-2 1 4-16,-7-4-4 15,-5-1 2-15,-3 4 3 16,-2 5 23-16,-6 0 3 16,-2 6 11-1,0 3 4 1,0 0-26-16,0 0-14 0,0 0-6 16,0 0 0-16,2 12 0 15,3 10 0-15,1 2 2 16,-2 1-1-16,2-2-1 15,-2-1 0-15,-2-9-1 16,2 1 1-16,-2-5-6 0,1-6-8 16,-1-3-1-16,-2 0 13 15,0 0 2-15,0 0 9 16,0 0-4-16,-5-7-4 16,-1-7 8-16,2-4-5 15,4-1 3-15,0-2-6 16,0 3-1-1,0 1 2-15,0-1-2 16,6 8 0-16,7-3 0 16,5 4 0-16,0 1 0 0,4 6 0 15,5 2-3-15,-1 0 1 16,6 0 2-16,-3 14 0 16,-6 0 0-16,-6 4-2 15,-5-4 2-15,-6-6 0 0,-4 1 0 16,-2-5 0-16,0-3 1 15,0-1 4-15,0 0 2 16,0 0 16-16,0-5 5 16,-2-21-24-16,2-15-4 15,9-8-12-15,31-14-78 16,16-4-178-16</inkml:trace>
  <inkml:trace contextRef="#ctx0" brushRef="#br0" timeOffset="56019.49">7026 17351 498 0,'0'0'48'0,"0"0"-46"16,0 0 1-16,0 0 14 15,0 0 17-15,-98 116-7 16,87-93-13-16,1-5-9 16,4 3 3-16,-1 2-6 15,-4 0 4-15,0 12 1 0,-1 0 6 16,1 2-4-16,7-5-7 16,2-6 0-16,2-4-2 15,0-8-2-15,0-6 1 16,20-8-7-1,8 0 8-15,13-22 11 16,11-14 8-16,-4-16-8 16,-5 2-11-16,-15-2 2 15,-13 6 5-15,-15 10-7 16,0 5 4-16,-10 13 10 16,-14 9 5-16,-3 4-19 15,0 5-15-15,6 6-76 0,6 16-77 16,11-6-114-16</inkml:trace>
  <inkml:trace contextRef="#ctx0" brushRef="#br0" timeOffset="56536.14">7322 17351 567 0,'0'0'111'0,"0"0"-63"16,0 0-27-16,0 0-12 16,0 0-5-16,0 0-3 15,-13 64 3-15,13-12 7 0,0 7-2 16,0-1-7-16,0-4 0 16,0-1 0-16,0-8-1 15,0-9-1-15,0-6 0 16,0-12 0-16,0-9 1 15,0-4-1-15,0-5 4 0,0 0-1 32,0 0 0-32,0 0 5 0,0 0 47 15,0 0-14-15,-3-7-20 16,-1-18-21-16,0-5 2 16,1-10-1-16,3-6-1 15,0-7 1-15,0 0 0 16,0-1-1-16,0-1 2 15,9 7-2-15,0 4 0 16,7 4-4-16,-3 8 3 16,1 10 0-16,1 7 0 15,1 8 1-15,-1 7-1 16,5 0 0-16,1 0 0 0,-5 14-5 16,-5 11 4-16,-11 16-2 15,0-1 1-15,-33 9-7 0,-9-3-19 16,-4-7-42-16,3-4-37 15,10-15-14-15,12-17-9 16,21-3-69-16</inkml:trace>
  <inkml:trace contextRef="#ctx0" brushRef="#br0" timeOffset="57877.53">7871 17258 421 0,'0'0'278'16,"0"0"-197"-16,0 0-27 15,0 0 2-15,0 0-28 16,0 0-19-16,-48-27-9 16,29 37 0-16,-4 12 1 15,1 5-1-15,1 4 2 16,6 3-2-16,1 2 0 15,8 0 0-15,2 4 0 16,4 1 0 0,0-1 0-16,0-1-1 15,0 2 1-15,4-9 2 0,10-1-2 16,-1-11-5 0,3-8 3-16,1-5-13 0,3-7 3 15,8 0 1 1,9-19 9-16,3-18 1 0,3-4-4 15,-8 2 5-15,-4-1-1 0,-8 3-2 16,-11 14 3-16,-5 7 1 16,-7 5 12-16,0 11 9 15,0 0 4-15,0 0-24 16,0 0-2-16,0 0-7 16,0 19 5-16,0 7 2 15,0 2 3-15,-2-2-2 0,2 0-1 16,0-6 0-16,0-4-1 15,0-2-1-15,0-4-3 16,7-6 0-16,-4 0-5 16,-1-4 3-16,-2 0 4 15,0 0 2-15,2 0 1 0,-1-10 2 32,5-10-1-32,-4 0 0 15,-2-3 2-15,0 6-2 0,0-5 0 16,0 3 2-16,0-2-2 15,0 8 0-15,0 4 6 16,0 1 0-16,0 3-5 16,0 5-2-16,13 0-5 15,16 0 2-15,9-2 2 0,9 2-1 16,9-4-1-16,4 4-13 16,4-3 6-16,1-6-5 15,-7 3-9-15,-11 2 14 16,-16 0 6-16,-16 0 1 15,-8 4 3-15,-7-5 4 16,0 5 15 0,0-5 33-16,-2-2-41 15,-12 7-8-15,-1-5 1 16,-5 5-2-16,0 0 1 16,-3 5-1-16,6 12-2 0,-3 1 0 15,7 5 0-15,-1 2-1 16,5 3 2-16,1 2 1 15,2-4-1-15,6-1-1 0,0-4 0 16,0-9-1-16,0 3-2 16,6-10 2-16,2-2-3 15,7-3-4-15,4-3 7 16,7-29 1-16,8-14 0 16,-1-12 0-16,-2-4-13 15,-6-8-18 1,-10-2-3-16,-5 5 5 15,-10 6 21-15,0 15 8 0,-10 6 6 0,-12 9 38 16,0 13-7 0,2 1 2-16,9 10-32 0,4 7 4 15,5 0-4-15,-2 0-7 16,-2 24-4 0,0 17 4-16,-1 7 0 15,3 6 2-15,2-1-2 0,2 0-3 16,0 1 3-16,0 1 0 15,0-4 1 1,13-5-1-16,5-5 0 16,5-5-1-16,1-11 1 0,4-6-1 15,4-12-1-15,1-7-1 0,10 0 3 16,3-7 0 0,10-25 0-1,7-13-2-15,-3 1 2 0,-4 0 0 16,-14 3-2-16,-18 6 1 15,-18 7 1-15,-6 10 2 16,0 6 1-16,-8 2 5 16,-7 10 11-16,-3 0-19 15,-3 4 0-15,4 20-3 16,1 6 3-16,5-2 0 16,11 2-1-16,0-2-2 15,9-2-23-15,36-8-12 16,28-9-57-16,25-9-75 15,16 0-403-15</inkml:trace>
  <inkml:trace contextRef="#ctx0" brushRef="#br0" timeOffset="59358.46">10173 17391 611 0,'0'0'122'0,"0"0"-7"16,0 0-94-16,0 0-12 16,0 0-6-16,0 0 2 15,-93-36-3-15,81 36-2 16,-1 0-2-16,-3 7-2 15,-1 5 4-15,3 5 2 16,-4 5-2-16,7 2-1 16,-4 10-1-16,3 3 1 15,3 3 1-15,3-4 0 0,4-1-1 16,2-4 0-16,0-7-2 16,0-7 1-16,6-8-1 0,9 2-21 15,4-11 7 1,1 0 8-16,7-3 1 0,-3-23 8 15,2 0 0-15,-3-6 1 32,-3 2-2-32,-5 2 2 0,2 6 0 15,-5 0-1-15,0-1 2 16,-3 10 1-16,-1-2-3 16,3 3 0-16,3 7-2 0,-1 0-1 15,3 1 1 1,1 4-1-16,4 0-1 0,-1 4-12 15,5 6-18-15,4 4 13 16,4 3 3-16,7-8-9 16,4 4 4-16,1-8-9 15,2-5 11-15,2 0 2 16,-2-4-8-16,0-14 4 16,-11 1 23-16,-4-6 4 15,-11 1 4 1,-17 4 21-16,-4 4 37 15,0 0 41-15,-17 6-35 16,-10 3-45-16,-6 5-18 0,-7 0-2 16,3 0-6-1,2 23 2-15,6 3 4 0,6 6-5 16,10-1 0-16,5-4 0 16,2 4-2-16,6-3 0 0,0-2 0 15,0-8-1-15,20-1 0 16,6-8-6-16,5-6 6 15,2-3 2-15,5-3 1 16,-1-23 3-16,2-15-1 16,1-3-3-16,-7-6 2 15,-6-8-1 1,-9-8-2-16,-11 2 0 16,-7-6 0-16,0 1 0 15,-29 11 2-15,-11 10 5 16,-3 8-4-16,1 8 25 15,7 14 0-15,10 10-11 0,9 4 6 16,7 4-23-16,0 18-2 16,5 22 0-16,-1 13 2 0,5 10-1 15,9 3-3 1,27 6 0-16,22 9-9 0,13 0-40 16,3 2-74-16,-5-11-253 15</inkml:trace>
  <inkml:trace contextRef="#ctx0" brushRef="#br0" timeOffset="60626.18">11800 17096 351 0,'0'0'109'0,"0"0"55"15,0 0-54 1,0 0-52-16,0 0-38 0,0 0 27 31,0 0-17-31,-40-17-27 0,32 17-3 16,-11 17 0-16,-1 15 0 15,-2 9 1-15,2 2-2 16,0 8 2-16,2-3-2 16,0 6 3-16,3-4-3 15,5-6 1-15,4 0 0 16,6-11-1-16,0-8 0 0,0-2 0 15,14-5-1-15,3-8-3 16,8-10-3 0,6 0 8-16,7 0 2 15,-1-25 2-15,-5-4 3 0,-12 0-5 16,-14 3 0-16,-6 1 0 16,-4 6 1-16,-31 14-3 15,-19 5-15-15,-11 5-64 16,1 22-58-16,10-1-150 15</inkml:trace>
  <inkml:trace contextRef="#ctx0" brushRef="#br0" timeOffset="61932.03">12359 17093 475 0,'0'0'49'15,"0"0"48"-15,0 0-29 16,0 0-7-16,0 0-22 16,0 0-24-16,-19-27-15 15,19 27-6-15,0 14 6 16,0 25 2-16,0 7 4 15,0 12-3 1,2 4-2-16,-2 1-1 16,0-2 1-16,0 1 0 15,2-4-1-15,0-12 1 16,-2-2-1-16,0-18 0 0,0-3 0 16,0-14-7-1,0-9 3-15,0 0 4 0,0 0 6 16,0-9 12-16,2-21-6 15,8-6-11-15,7-8 2 16,6-1-2-16,2 3-1 16,-4 8 0-16,-1 12 0 0,-6 8 0 15,-1 4 0-15,0 10-1 16,2 0-2-16,5 0-2 16,-1 0 1-16,1 10 3 0,0 12-1 15,-2 9 2-15,-7 1 0 16,1-1 0-16,-8 4 0 15,-4-7-1-15,0-2 1 16,-3-2 1-16,-19-4-1 16,-2-5 1-16,-3-6 1 15,3-6 1 1,0-3-1-16,7 0-1 16,4 0 2-16,5 0 4 15,5-7 11-15,3-18-14 16,0-4-4-16,20-7 0 15,13-4-4-15,8 3-9 16,-1 7-4-16,-5 6 10 0,-4 12 4 16,1 7 1-16,-6 5 2 15,-3 0-4-15,-4 0 0 16,0 9-1-16,-3 9 5 16,-3 1-1-16,-7 6-61 0,-6-2 10 15,0-5-22-15,0-4-5 16,0-2-46-16,0-7 52 31,-8-5-15-31,1 0 37 0,3 0 3 16,1 0 10-16,3-9-71 15</inkml:trace>
  <inkml:trace contextRef="#ctx0" brushRef="#br0" timeOffset="62257.96">13079 17070 480 0,'0'0'137'0,"0"0"-24"16,0 0-24-16,0 0-39 15,0 0-25-15,0 0-25 0,-2-36-1 16,2 47-6-1,0 14 5-15,0 8 2 0,0 2 6 16,-4 10-5-16,0-5 1 16,-1 4-2-16,3-4-3 15,2 1 1 1,0-6-34-16,0-3-2 16,5-2 4-16,3-2-53 15,-2-2-17 1,0-3-59-16,-6-1 45 15,0-8-122-15</inkml:trace>
  <inkml:trace contextRef="#ctx0" brushRef="#br0" timeOffset="62532.58">12957 17449 505 0,'0'0'116'16,"0"0"-47"-16,0 0-35 15,0 0-8-15,0 0-20 16,0 0-6-16,47-29-1 0,-11 22-1 15,3 3-43-15,2 1-158 16,-5-2-35-16</inkml:trace>
  <inkml:trace contextRef="#ctx0" brushRef="#br0" timeOffset="62917.11">13229 17570 250 0,'0'0'244'15,"0"0"-169"-15,0 0-43 0,0 0 37 16,0 0 0 0,0 0-36-16,-9-16-19 0,24-2-4 31,6-10-8-31,-3 1 0 16,-5 1 0-16,-1-2 5 0,-4 2 0 15,-5 8 12-15,-3 9 0 16,0 4 0-16,0 1 8 15,0 4-15-15,0 0-12 16,0 0-2-16,0 9-2 16,0 8 4-16,2 5 1 0,4-2 0 15,6 1-2-15,3-2 2 16,3 3-2-16,1-4-1 16,2 5-3-16,-3-1-20 15,-7 0-19-15,-10 0-16 16,-1-5-23-16,-1 2 2 0,-19-5-46 31,-2-6-122-31</inkml:trace>
  <inkml:trace contextRef="#ctx0" brushRef="#br0" timeOffset="64002.2">13970 16964 372 0,'0'0'90'0,"0"0"45"15,0 0-23 1,0 0-49-16,0 0-38 0,0 0-24 15,-48 40-1-15,46 13 5 16,2 5-3-16,0-4-1 16,0-4 1-16,4 6-1 15,13-6 0-15,2-1-1 0,-1 0-1 16,-3-5 1-16,-3-8-1 16,-5-3-2-16,-7-8-11 15,0-2-54-15,-7-9-4 16,-15-6-3-16,3-2 37 15,2-6 38 1,-1 0 6-16,4 0 15 16,4-10 18-16,-2 2 2 15,6 1-11-15,-3 0 21 16,6-1-35-16,-1-3 0 16,2 8 22-16,2-1-8 15,0-2-22-15,9-6-8 16,25-2-4-16,8-5 4 0,3-3 0 15,-3 0 0-15,-8 4 0 16,-2-3 0-16,-5 2 3 16,-9 5-3-16,-7 6 1 0,-7 3 2 15,-1 0 10-15,-3 5 14 16,0 0-5-16,0 0-14 16,0 0-8-1,2 0 0 1,-2 0-1-16,0 22 1 0,0 0 1 15,0 2 2-15,0-2-3 16,2-3 1-16,8-3-2 16,-4-2 0-16,0-9 1 15,-1-1 0-15,-3 1-2 16,-2-5 2-16,0 0 3 0,0 0 4 16,0-9-2-16,-9-10-3 15,-4-8-1-15,-1 5 1 16,6 4 0-16,1 0 16 15,3 3-4-15,4 0-12 0,0 5-1 16,0 3-1-16,7-4-2 16,13-1 0-16,8 2 1 15,-1 6 1-15,-1 0 0 16,-1 4 0-16,-2 0 0 16,1 0-1-16,-2 0 1 0,-1 15-2 15,1 6 2-15,-5 1-3 16,0 5 3-16,-2-6 0 15,-9-3 0 1,2-8 0 0,-4-1 0-16,-4-9-1 0,0 3 1 15,0-3 4-15,0 0-1 16,0 0 2-16,0-3 39 16,0-20-33-16,0-3-11 15,0-10-3-15,33-4-19 16,23-9-94-16,11-6-330 0</inkml:trace>
  <inkml:trace contextRef="#ctx0" brushRef="#br0" timeOffset="66417.79">15355 17270 463 0,'0'0'110'15,"0"0"-54"-15,0 0-30 16,0 0-7-16,0 0 3 0,0 0-14 15,0 0-4 1,-8 0-4-16,8 0 0 0,0 0 0 16,0 0 1-16,0 0 0 0,0 23 6 15,0 0 2-15,0 9 13 16,0 7-7-16,0-3-6 16,0 0-5-16,0 0-3 15,0-2-1-15,0-2 0 16,0-1 1-16,0-4-3 15,0-1-3 1,0-6-87-16,0-8-139 16,-9-12-47-16</inkml:trace>
  <inkml:trace contextRef="#ctx0" brushRef="#br0" timeOffset="66693.74">15314 17253 501 0,'0'0'84'16,"0"0"-28"-16,0 0-15 15,0 0-6-15,0 0-12 16,0 0-21-16,-38-22-2 15,38 22-5-15,0 0-16 0,0 0-37 16,8 0 9-16,1 4-12 16,1 14-41-16,-8 6-45 15,-2 6-47-15</inkml:trace>
  <inkml:trace contextRef="#ctx0" brushRef="#br0" timeOffset="66905.55">15102 17829 463 0,'0'0'155'0,"0"0"-51"0,0 0-50 16,0 0-5-16,0 0-28 15,0 0-19-15,62-45-2 16,-16 42 0-16,12-2-2 0,10 1-34 15,3-2-125 1,0-6-142-16</inkml:trace>
  <inkml:trace contextRef="#ctx0" brushRef="#br0" timeOffset="68208.06">16248 17223 527 0,'0'0'94'0,"0"0"-18"0,0 0-48 16,0 0-16-16,0 0-11 16,0 0-1-16,-124 8 0 15,92 19-1-15,3-4 1 16,6-2 1-16,7-2 0 15,5-4 1-15,5 0-2 16,4-4 0-16,0 1 0 0,2 5 0 16,0-7 0-16,0 2-2 15,0-2 2-15,0-1 0 16,0-4-1-16,10 3-3 16,-1-4 2-16,5 1-5 15,5-4 1-15,4-1 6 16,6 0 10-16,-4 0-8 0,-8 0-2 15,-7 0 0-15,-6 4 0 16,-4 1-1-16,2-2 1 0,-2 8 0 16,0 1 3-16,0 6 2 15,0-4-3-15,0 0 2 16,0-6-4 0,0 0 0-1,0-8 1-15,0 0 1 0,0 0 0 16,0 0 13-16,0 0 23 15,-2 0-1-15,2 0-5 16,0 0-13-16,0 0-8 16,0 0-6-16,0 0-5 15,0 0-1-15,0 0 1 16,0 0-2-16,0 0 2 0,0 0-1 16,0 0 1-16,0-8 0 15,0-5 0-15,4-1 3 16,2-4-2-16,1 0 0 15,-3 1-1-15,2-2 0 16,-4 6 1-16,2-6-1 16,3 3-1-1,-3 2 1-15,3 0 0 0,-2 0 0 16,-3-2 0 0,0 2 0-16,-1-4 0 0,-1 4 0 15,0 2 1 1,0 1 1-16,0-1-1 0,0 3 0 15,-1-3-1-15,-10 2 1 16,-1-5-1-16,0 8-2 16,-3-1 2-16,5 6 2 15,-1 2-2-15,-1 0 0 16,-7 0 0-16,-4 32-3 16,-2 8 2-16,1 4 0 15,7 2-1-15,3-2 4 16,7-4-4-16,7-3 3 15,0-7-2-15,0-9 1 16,0 2 0-16,2-9-1 16,11 0-3-16,3-2 1 15,0-6 1-15,6-2-2 16,5-4 3-16,6 0 1 16,7 0 0-16,3-27 1 15,-3 0-1-15,-7-8 0 0,-8-5 1 0,-5-1 0 16,-9-4 1-1,-9 1-2-15,-2 8 3 0,-4 6 5 16,-16 6-4-16,-2 12-4 16,-3 12-3-16,-2 0-50 15,1 8-105-15,1 10-64 16,12-8-210-16</inkml:trace>
  <inkml:trace contextRef="#ctx0" brushRef="#br0" timeOffset="70159.64">16553 16941 625 0,'0'0'70'0,"0"0"30"15,0 0-47-15,0 0-42 0,0 0-11 16,0 0-7-1,-14 75 7-15,14-7 2 16,-6 17 0-16,-2 4-1 16,5 1-1-16,3-1 2 0,0-4-1 15,0-5-1-15,0-5 0 16,2-12 0-16,7-13 0 16,-3-11-1-16,2-15 1 0,-2-11 0 15,-4-9-2 1,0 0 1-16,-2-4 1 15,3 0 5-15,-3 0-1 0,0 0 2 16,0 0 3-16,0-8 2 16,0-5-9-16,0-10-1 15,0 0 1-15,0-8-2 16,-3-5 2-16,3-4-2 16,0-4 0-16,0-2-1 15,21-6 1-15,3 2-1 16,5 6 1-16,-5 7-4 15,1 11 3-15,-2 8 0 16,-6 9 0-16,-8 4 0 16,-2 5-1-16,-5 0-4 15,2 0 3-15,1 14-3 0,-3 16 4 16,-2 2-7-16,0 4 2 0,-17-4 5 16,-9 3 2-16,2-11-3 15,2-2-3-15,2-10-3 16,4-2 5-16,7-7 4 15,5-3 0-15,2 5 0 16,2-5-1-16,0 0 0 16,0 0-1-1,0 0-11-15,4 0-1 16,18 0 9-16,12 0 5 16,12-18 0-16,5-1 0 15,2-2 0-15,-6-1-1 16,-3-5 0-16,-9 4-1 15,-8-4 2-15,-9 5 0 0,-4 4 2 16,-12 0 10-16,-2 6 12 16,0 6 6-16,0-2-6 15,0 4-11-15,-5 4-2 16,2 0 0-16,3 0-9 0,0 0-2 16,-4 0-5-16,0 8 3 15,-3 20 1-15,3 2 2 31,4 6-1-31,0-4 0 0,0 3-1 16,8-8 0-16,11 0-1 16,1-5 2-16,4-4-1 15,3-10 1-15,0-6-1 16,-3-2 1-16,5-2 4 16,0-24-2-16,-3-4-1 15,-3-6 2-15,-10-5-1 0,-4 5-1 16,-9 4-1-16,0 6 0 15,0 4 0-15,0 12 0 16,0 6 0-16,-4 0-2 16,2 4-1-16,2 0-10 15,0 0-30-15,0 14 32 16,0 4 11-16,0 4-2 0,0 0 0 16,6-3-1-16,7-2-1 15,-1 0-1-15,-1-3 4 16,1-4 1-16,-4 6 0 0,-1-7 1 15,1 5-1-15,0-5 0 16,0 5 0-16,3-6 0 16,1-2-1-1,7-2-3-15,6-4-5 16,6 0 9-16,9 0 1 16,5-14 1-16,-3-8-2 15,-6 0 1-15,-7-7-1 16,-11 3 5-16,-11 4 4 15,-3 0 18-15,-4 4-2 16,0 4 14-16,-9 2-6 0,-5 3-23 16,1 9-4-16,-2 0-6 15,-5 3 0 1,-3 25 0-16,2 2 0 16,2 6-1-16,9-3 1 0,4-3-1 15,6-9 1 1,0-2-2-16,0-6 2 0,0-2-2 15,6-3-3 1,0-4 0-16,0-4-2 0,3 0 6 16,7 0 1-16,4 0 0 15,3-14 1-15,5-2 0 16,-7-2-1-16,-4 4 1 16,-3 0-1-16,-1 6 0 15,-6-2-1-15,0 6 2 0,-3 0-2 16,2 4 1-16,3-4-1 15,3-3 0-15,3 7-7 16,3-3-13-16,7 3 9 16,2-4-7-16,-1-1-5 62,6 1 13-62,3-1 3 0,-4-4 8 0,1 4 0 0,-6-3 0 0,-8 0 0 0,-7-3 5 16,-3 8 3-16,-5-2 7 15,-1 1 18-15,-2 3 0 0,0-4-20 16,0 1-1 0,0 4-6-16,-5-4-4 0,-8 4 2 15,-2 0-4-15,-5 0-1 16,-3 18-1-16,2 1 2 0,4 2-1 16,7 2 0-16,3-1 1 15,5-5-1-15,2 2 0 16,0-1 0-16,2-10 1 15,13 2-2-15,10-10 0 16,4 0 0-16,9-4 2 0,11-21 0 16,-5-8 0-16,-1-9 3 15,-7-6-2-15,-12-7-1 16,-4-3 0-16,-6-8 0 16,-12-2-1-16,-2-7 0 15,0 7 1-15,-25 6 0 0,-6 8 6 31,-2 20-4-31,-1 5 4 16,3 22 0-16,4 7-2 16,-5 0-4-16,4 30-3 15,-4 28 3-15,8 11-1 0,6 5 1 16,14-2-1-16,4 0 1 16,0-6-1-16,31-8-3 15,10-4 4-15,9-5-2 16,4-13-3-16,2-4-31 0,2-10 11 15,-1-8-95-15,-2-10-136 16,-10-4-258-16</inkml:trace>
  <inkml:trace contextRef="#ctx0" brushRef="#br0" timeOffset="70312.14">18680 17552 802 0,'0'0'54'0,"0"0"21"16,0 0-56-16,0 0-19 16,0 0-7-16,0 0-387 15</inkml:trace>
  <inkml:trace contextRef="#ctx0" brushRef="#br0" timeOffset="89143.95">783 13601 109 0,'0'0'110'0,"0"0"-65"16,0 0 30-16,0 0-71 15,0 0-3-15,0 0 1 16,-2 8-1-16,2-8-1 16,0 0 3-16,0 0 4 15,0 0 31-15,0 0 17 16,0 3-16-16,0-3-9 0,-2 0-7 15,2 0 9 1,0 0-7-16,0 0-14 0,0 0-4 16,0 0 0-16,0 2-1 15,0-2-4-15,0 0 3 16,0 0-5-16,0 0 0 0,0 1-2 16,0 3 1-16,0 4-5 15,0 8 6-15,0 9 0 16,0 1-1-16,0 6 1 15,0 4-2-15,0 4 2 16,0-2 0-16,0-2 0 16,-2 0 0-1,0 0 3-15,0 0-2 16,-3 1 0-16,1-3-1 16,-3 0 2-16,-2-3-2 15,-2 3 0-15,-3-8 0 16,1 1-59-16,-1-11-69 15,1-14-4-15</inkml:trace>
  <inkml:trace contextRef="#ctx0" brushRef="#br0" timeOffset="89491.47">762 13687 486 0,'0'0'103'0,"0"0"-33"0,0 0-56 16,0 0 46-16,0 0-38 15,0 0-22-15,4-12-5 16,-2 12 0-16,1 0-1 16,3 0 3-16,5 0 3 15,5 0 0-15,4 12 1 16,2 2 0-16,3 6 0 15,-2 5 0-15,7 1-1 16,-3 7-2-16,0 4 2 0,-3 1 0 16,-2 4 4-16,-1-6 0 15,-4 3-2 1,-4-3-2-16,-1-3 1 0,-6 2-1 16,-4-3-12-16,-2 1-46 0,0-4-87 15,-20-12-53-15</inkml:trace>
  <inkml:trace contextRef="#ctx0" brushRef="#br0" timeOffset="89676.05">797 14073 366 0,'0'0'140'0,"0"0"-79"16,0 0-18-16,0 0-25 15,0 0-12-15,0 0-4 16,103-69-2-16,-54 57-4 0,-4 4-100 16,-8 0-111-16</inkml:trace>
  <inkml:trace contextRef="#ctx0" brushRef="#br0" timeOffset="90677.97">1209 13820 580 0,'0'0'82'16,"0"0"-78"-16,0 0-4 0,0 0-4 16,0 0-9-16,0 0 10 15,29 26 1-15,-15-4 1 16,-1 2 0-16,1 0 0 15,-1 1 1-15,-4 5 2 16,0 1-1-16,-4 0 4 16,-5-2 2-16,0-2-7 15,0-3 1-15,1-4 0 16,-1-4-1-16,3-4 1 0,-3-2 0 16,0-4-1-16,2-4 3 15,-2-2-2-15,0 0 0 16,2 0 5-16,-2 0 1 0,2 0 55 15,3-6-10-15,4-16-20 16,2-4-32-16,-2 4 1 16,-3 8-2-1,-6 8 2-15,3 3 3 16,-3 3 5-16,0 0-8 16,0 0-1-16,0 0-1 15,7 0-9-15,4 0 1 16,7 0 8-16,1 0 0 15,2 13-6-15,1 2-19 16,3 6-19-16,-1-3 9 0,5 0-8 16,3-4 24-16,5-4 17 15,3-10-44-15,4 0 21 16,1 0 10-16,0-16-15 16,-7-10 14-16,-5-2 7 15,-3-8 8-15,-13 5 2 16,-8 5 6-1,-9 6 2-15,0 8 151 16,0 5-104-16,-18 0 52 0,-4 7-82 16,-10 0-22-16,-3 0-3 15,-1 17-4-15,5 2 3 16,4 3-4-16,5 1 4 16,7-8 1-16,1 5 0 15,7-6-5-15,5 5 0 0,2-1 4 16,0 3-2-16,0 0-1 15,0-3 4-15,2-2 0 16,9 0 0-16,3-10-2 16,-5-2-1-16,5-2-2 15,-6-2 2-15,3 0 3 16,4-2 1 0,3-16 1-16,1-6 3 15,-2-3-3-15,-3 1-2 16,-3 5-2-16,-7 7 2 15,-1 3 0-15,-3 10 4 16,0 1 16-16,0 0-6 0,0 0-7 16,0 0-3-1,0 0-4-15,0 0-1 0,0 0 0 16,0 0-5-16,0 0 0 0,0 0-5 16,0 12 4-16,0 3 5 15,11 10 2-15,4-5 0 16,5 1 0-16,7-4-3 15,7-1-5 1,3-6-16-16,13-4 6 0,1-6-90 0,2-4-87 16,-1-29-280-16</inkml:trace>
  <inkml:trace contextRef="#ctx0" brushRef="#br0" timeOffset="90993.91">2025 13447 599 0,'0'0'117'0,"0"0"-24"16,0 0-64-16,0 0-29 15,0 0-3-15,0 0-11 0,-7 22 9 16,19 17 3-1,4 7 1-15,1 5 1 0,1 12 0 16,0 1 1-16,0 6 1 16,-4 4 0-16,-2 0-2 15,2-8 0-15,2-7-4 16,2-14-14 0,3-6-48-16,2-13-56 15,1-8-20-15,3-9-31 16</inkml:trace>
  <inkml:trace contextRef="#ctx0" brushRef="#br0" timeOffset="91934.11">2378 14002 481 0,'0'0'190'15,"0"0"-66"-15,0 0-64 16,0 0-41-16,0 0-16 15,0 0-3-15,-21-10-9 16,21 10-3-16,0 12 6 0,0 10 6 0,0 0 1 16,0 1-1-16,0-5-1 15,9-2 1-15,5-1-4 16,3-4-2-16,1-1-16 16,3-6 1-16,2-4-13 15,2 0-18-15,1-3 20 16,0-19-16-1,-6-5-10-15,-6-4 34 16,-6 2 24-16,-6-2 3 16,-2 8 1-16,0 2 35 15,0 9 65-15,0 7-35 16,0 3-20-16,0-1-12 0,0 3-19 16,0 0-18-16,0 0-9 15,0 17-3-15,0 14 12 16,3 15-5-16,5 11 7 15,1 10-6-15,1 2 8 0,1 1-4 32,2-4 0-32,-4-7 3 15,-1-9-2-15,-5-12 0 16,-3-8 2-16,0-14-3 0,0-7 0 16,0-6 3-16,0-3 6 15,0 0 1-15,0 0 2 16,-4-6-2-16,-6-12-9 15,4-10 0-15,6-8-2 16,0-4 0-16,12-6-2 0,12-2 0 16,10-1 2-16,-1 1 0 15,1 3 0-15,1-1 2 16,-4 0-1-16,2 0 0 16,1 5 0-16,-6-4-1 0,2 3 2 15,-6 8 1 1,-9 6-2-16,-5 10 0 0,-9 10 0 15,-1 6 5-15,0 2 14 32,0 0-13-32,0 0-6 0,0 2-3 15,-13 24-5-15,0 8 5 16,-3 6 2-16,5-2-1 16,9-9 0-16,2-4 2 15,0-2-4-15,0-8 3 16,2 0-1-16,11-5 0 15,-1-3 3-15,-1-2-1 0,1-3 0 16,-1-2-1-16,-1 0 1 16,6 0 3-16,-3 0-2 15,1 0-1-15,-1 0 0 16,-5 4-1-16,0 4 0 16,-1 2-1-16,-2 2-3 0,3 0-11 15,-4 4 10-15,-2 7 2 16,-2-6 3-16,0 5-16 15,0 4-2-15,-4 2-34 0,-23 2-18 16,-6-3-101-16,-3-12-79 16</inkml:trace>
  <inkml:trace contextRef="#ctx0" brushRef="#br0" timeOffset="92166.07">3250 14002 481 0,'0'0'177'0,"0"0"-177"0,0 0 0 15,0 0 0-15,0 0 2 16,0 0-2-16,28 45 0 16,-21-23 6-16,-2 5-2 15,-5 2-3-15,0 5 3 16,0-4-4-16,0 2 0 15,-17-2-62-15,-3-11-91 16,3-10-46 0</inkml:trace>
  <inkml:trace contextRef="#ctx0" brushRef="#br0" timeOffset="92314.01">3300 13820 357 0,'0'0'83'16,"0"0"-83"-16,0 0-7 0,0 0-10 16,0 0-73-16,9 109-132 15</inkml:trace>
  <inkml:trace contextRef="#ctx0" brushRef="#br0" timeOffset="92682.75">3510 14185 280 0,'0'0'329'0,"0"0"-249"16,0 0-2-16,0 0-52 16,0 0 25-16,0 0-30 15,9-101-17-15,5 69-4 0,-6 1-1 32,1 2 1-32,-7 5 4 15,-2 4-4-15,0 6 1 16,0 6 0-16,0 6 3 0,0 2 14 15,0 0-11-15,0 0-7 16,0 0-3-16,0 8-6 16,-4 13 4-16,-1 2 2 15,5 3 1-15,0 2 2 0,0-1 0 16,0-4 1-16,16 2-1 16,2-3-1-16,6-2 0 15,3 1 0-15,0 2 0 16,3-2 1-16,-4 0 0 15,-4-1-8-15,-6 2-48 16,-12 4-40 0,-4-6-127-16,0-4-169 15</inkml:trace>
  <inkml:trace contextRef="#ctx0" brushRef="#br0" timeOffset="92788.93">3885 14159 238 0,'0'0'245'16,"0"0"-245"-16,0 0-1 16,0 0-87-16,0 0-237 15</inkml:trace>
  <inkml:trace contextRef="#ctx0" brushRef="#br0" timeOffset="93852.09">590 14662 210 0,'0'0'166'0,"0"0"-105"0,0 0 75 15,0 0-53-15,0 0-27 16,0 0-30-16,-18 0-17 15,16 0-8-15,2 0 0 16,0 0-1-16,0 0 0 16,0 0-1-16,0 0 0 0,0 0 1 15,0 0-2-15,11 0-3 16,10 0 5-16,13 2-1 16,11 2 1-16,13-4 0 15,11 0 2-15,16 0-1 0,13 0 4 16,20 0-2-16,16-4-1 15,9-10 9-15,12-10-1 32,20-1-10-32,7-1 4 15,10 5-3-15,0 1-1 16,-15 6 0-16,-15 6 0 0,-17 0-2 16,-19 1 2-16,-21 4 0 15,-13-3 1-15,-14-2 0 16,-16-1-1-16,-13 0 1 15,-11-3-1-15,-16 6 2 0,-8-1 0 16,-10 6 35-16,-4 1-5 16,0 0 0-16,0 0 2 15,0 0-20-15,0 0-9 16,0 0-5-16,0 0-2 16,0 0-47-16,0 5-210 15,-37 8-288 1</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05T09:04:12.910"/>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00B050"/>
    </inkml:brush>
  </inkml:definitions>
  <inkml:trace contextRef="#ctx0" brushRef="#br0">4821 8468 653 0,'0'0'25'31,"0"0"46"-31,0 0-66 16,0 0-5-16,0 0-64 0,0 0-124 15,16 8 58-15,1 1-72 16</inkml:trace>
  <inkml:trace contextRef="#ctx0" brushRef="#br0" timeOffset="101989.29">1376 7928 449 0,'0'0'57'0,"0"0"-56"15,0 0 0-15,0 0 6 16,0 0 7-16,0 0 4 0,0 0-11 16,0 0-7-16,0 0-1 15,0 0 0-15,0 0 1 16,0 0-1-16,0 4 1 15,0 11 2-15,0 3-2 16,0 3 1-16,-3 4-2 16,-5-1 1-1,2 2 0-15,1 0 0 16,1-3 2-16,0 0-2 16,-1 3 0-16,-1 0 0 15,1 3 1-15,-4-1 2 16,0-5-3-16,2-2-31 15,0-11-97-15,3-10-83 0</inkml:trace>
  <inkml:trace contextRef="#ctx0" brushRef="#br0" timeOffset="102375.11">1327 7954 568 0,'0'0'25'16,"0"0"17"-1,0 0 24-15,0 0-28 16,0 0-23-16,0 0-13 16,8-9-2-16,7 9-4 15,3 0 2-15,4-2 1 16,-2 2 1-16,1 0 0 16,-2 0-2-16,4 0 2 15,-5 4 0-15,1 10-3 0,0 4 0 16,-7 6-1-16,2 4-3 15,-5 5 3-15,-3-2 2 16,-3 3 2-16,-3-2 0 16,0 2 3-16,0-1 1 15,-11-1 1-15,-10-3-4 16,-5 2 6-16,-13-5-3 16,-4-3 2-16,-9-6 0 15,3-8-5-15,7-9 3 16,11 0 0-16,6-3-4 15,14-24-4-15,11-13-65 0,0-6-188 16,29-2-163-16</inkml:trace>
  <inkml:trace contextRef="#ctx0" brushRef="#br0" timeOffset="103054.21">1847 8115 538 0,'0'0'124'0,"0"0"-104"0,0 0-2 16,0 0-10-1,0 0-8-15,0 0-2 16,0-2-2-16,0 2-1 16,0 0 0-16,0 0 0 15,2 14 4-15,3 4 2 16,-5 8-1-16,0 6 2 15,0 3 1-15,0 4-2 16,0 2 0-16,0 1 1 0,0 2-2 16,0-4 0-16,-7 1-18 15,-10-6-107-15,-4-12-60 16</inkml:trace>
  <inkml:trace contextRef="#ctx0" brushRef="#br0" timeOffset="103201.27">1894 7994 61 0,'0'0'0'15</inkml:trace>
  <inkml:trace contextRef="#ctx0" brushRef="#br0" timeOffset="103824.36">2117 8173 771 0,'0'0'20'0,"0"0"-10"16,0 0-3 0,0 0-7-16,0 0-2 15,0 0-3-15,14-5-3 16,-8 24 3-16,0 5 5 16,-1 3 0-16,1 5 0 0,-1-1 0 0,0 4 1 15,0-3-1-15,1-2 0 16,-2-2 2-16,0-4-2 15,4-4 2-15,-4-5-4 16,3-3-2-16,-5-7-19 16,2-3-4-16,-4-2 15 15,0 0 12-15,1 0 16 16,2-14 30-16,3-16-27 16,-2-12-16-16,0 2-3 15,1-2 0-15,-1 2 1 16,0 11 1-1,1 9 2-15,0 8 1 16,-3 8 13-16,-2 2-5 16,2 2-13-16,2 0-2 15,8 0-10-15,8 0 9 16,11 0 2-16,2 0 1 16,9 4-3-16,1-2 1 0,1-2 2 15,-1 0 1-15,-5 0-1 16,-10 0 0-16,-9 0-1 0,-6 0 1 15,-7 0 0-15,-6 0 0 16,3 0 0-16,-1 0-1 16,-2 5-8-16,4 15-4 15,-4 8-60-15,0 7-12 16,0 6 2 0,0-5-61-16,0-6-60 15</inkml:trace>
  <inkml:trace contextRef="#ctx0" brushRef="#br0" timeOffset="103976.14">2775 8124 620 0,'0'0'0'0,"0"0"-57"0,0 0-144 15,0 0 183-15,0 0-57 16,0 0-182-16</inkml:trace>
  <inkml:trace contextRef="#ctx0" brushRef="#br0" timeOffset="104594.6">3011 8279 339 0,'0'0'355'0,"0"0"-337"15,0 0 39-15,0 0-43 16,0 0-8-16,0 0-6 15,-27-7-2-15,13 24-4 16,-4 12 2-16,3 2 4 16,4 6-8-16,3-3-6 15,4 2-11-15,4 2 7 16,0-1-12-16,0-2 25 16,0-5 3-16,10-6 1 15,7-9-3-15,6-12-20 0,8-3 6 16,6-20 18-16,7-22 10 15,-2-20-5-15,-5-12-3 16,1-10-1-16,-8-2 1 0,-11 3 5 16,-11 11 7-16,-8 10 43 15,0 8 15-15,-14 12 1 16,-7 12-32 0,6 10 11-16,5 12-13 15,2 8-27-15,6 0-12 16,0 0 0-16,-5 15-8 0,-9 28-4 15,-6 15 11-15,0 10 1 16,3 0-1-16,9 0-1 16,6-4 0-16,4-5 0 15,0-6 0-15,4-8-1 16,14-11-6-16,6-6-8 16,3-8-1-16,8-10-3 15,6-8 4-15,5-2 6 16,6-14-24-16,0-16-23 0,-10-2 11 15,-11 0 40 1,-11 8 7-16,-11 5 6 0,-7 8 35 16,-2 7 20-16,0 1-21 0,0 3-24 15,0 0-16-15,2 0-13 16,-1 13-49-16,8 15 18 16,-1 7-3-16,3 2-125 15,1-1-44-15</inkml:trace>
  <inkml:trace contextRef="#ctx0" brushRef="#br0" timeOffset="104795.17">3709 8229 803 0,'0'0'26'16,"0"0"-22"-16,0 0-4 15,0 0-15-15,0 0-59 16,0 0-63-16,29 23 137 16,-8-8-137-16,2 1-18 15,-7-3-49-15</inkml:trace>
  <inkml:trace contextRef="#ctx0" brushRef="#br0" timeOffset="105566.05">3709 8229 26 0,'122'135'100'16,"-119"-116"-38"-16,3 5-24 0,-1 2-14 15,5 6-8-15,0 0-8 16,-4-1 0-16,3-4-2 16,-4-6-2-16,4-1-1 15,2-6-2-15,-3-6 1 16,0-6-1-16,0-2 2 16,3 0 25-16,5-19 12 15,1-8-16-15,4-2 9 16,-5 0 31-16,-1 3 38 15,-4 6-23-15,-6 6-3 16,-1 6-23-16,-3 6 1 0,3 2-34 31,-2 0-18-31,9 0-2 16,5 0-3-16,8 0 2 16,8 0 2-16,5 0-2 15,9 0 0-15,10 0 0 0,7 0-5 16,7 0-8-16,1-7 3 15,2-10 11-15,-3-7-1 16,-8-5 1-16,-8-4-2 0,-15-7 2 16,-12 1 0-16,-7 1 5 15,-9 6 1-15,-8 8 27 16,-3 6 6-16,0 4 12 16,0 5-25-16,-16-2-11 15,-4 7-11-15,-5 4-4 0,-8 0-4 16,-6 3 4-16,2 16 0 15,6 5 0-15,3 2 0 0,11 2-3 16,6 0-1-16,6-3-9 31,5-3-12-31,0-4 7 16,0-3-9-16,16-2 12 16,6-8 10-16,1-5 2 15,1 0 3-15,1-3 0 16,-2-16 0-16,-6-1 4 0,-1 6-1 15,-5 4-2-15,-5 6 9 16,-2 2-9-16,3 2-1 16,0 0 0-16,4 22-5 15,-2 18-8-15,0 13 5 0,-5 17 8 16,-4 8-1-16,0 8 3 16,0 4 1-16,0-5-3 15,-13-5 0-15,-7-10 3 16,-4-12-3-16,-5-15 0 15,-7-18 0-15,-2-11 3 16,0-11 2 0,2-3-1-16,9-17 15 15,12-25 14-15,15-24-29 16,13-18-4-16,49-15-48 0,28-3-77 16,11 8-242-1</inkml:trace>
  <inkml:trace contextRef="#ctx0" brushRef="#br0" timeOffset="106528.54">5922 7977 568 0,'0'0'56'0,"0"0"46"16,0 0-42-16,0 0-20 16,0 0-11-16,0 0-11 15,-7-8-12-15,7 8-5 16,0 0-1-16,0 0-1 15,0 0-1-15,0 0-3 0,14 0 5 16,15 3 1-16,15-1-1 16,14-2 5-16,9 0-2 15,3 0-1-15,-10-2 1 16,-14-1-1-16,-17 1-2 16,-15 2 1-16,-10 0-1 15,-4 0-3-15,0 2-4 0,-4 15 1 16,-21 10 6-16,-12 5 2 15,-2 1 1-15,-3-1-1 0,1-1-2 16,6-7 1-16,4-4 0 16,9-6 0-16,8-8-1 15,8-3 0-15,6 0 0 16,0-3 0 0,0 0 0-16,0 3-1 15,0-2 1-15,8 5-2 16,13 2 2-16,10 5 0 15,4-2 1-15,3 6-1 16,-3 1 1-16,-2 0-1 16,-10 1 0-16,-7 0-1 15,-7-3 0-15,-7-2 0 0,-2-5-5 16,0 3-13-16,-8-5 19 16,-21 1 0-16,-7-4 3 15,-3-2 1-15,4-2 0 16,1 0-3-16,8 0 1 0,6-4 2 15,9-10-4-15,11-8-25 32,2-7-116-32,41-7-353 15</inkml:trace>
  <inkml:trace contextRef="#ctx0" brushRef="#br0" timeOffset="106913.01">6857 7945 632 0,'0'0'173'15,"0"0"-127"-15,0 0 13 0,0 0-33 16,0 0-14-16,0 0 0 16,-45-50-12-16,24 55-2 15,-8 22 1-15,-4 7 0 0,2 4 1 16,4 2 0-16,2-1-2 15,5 2 4-15,5 1-4 16,6 2 1-16,9-2 1 16,0-1-2-16,9-1-1 0,24-7-2 31,14 1-6-31,9-13 5 16,4-11 5-16,-4-9-2 15,-16-1 3-15,-13-1 0 16,-16-21 3-16,-7-6 1 0,-4-1 3 15,0 4 5-15,-19 3-12 16,-22 10 0-16,-8 6-1 16,-11 6-45-16,4 0-61 15,9 4-234-15</inkml:trace>
  <inkml:trace contextRef="#ctx0" brushRef="#br0" timeOffset="108061.3">7269 7994 218 0,'0'0'145'16,"0"0"-72"-16,0 0 40 0,0 0-12 15,0 0 1 1,0 0-45-16,6-41-19 0,-6 41-19 15,0 0-11-15,0 0-7 16,0 0-1-16,2 0-1 16,2 5-5-16,6 18 2 15,-3 9 2-15,-1 10 1 0,-6 7 1 16,0 10 0 0,0-1 4-16,0 0-3 0,0-5 1 15,0-11-4-15,0-10 2 16,0-11-4-16,0-8-3 15,0-9-1-15,0-4 1 0,0 0 7 32,0 0 3-32,0 0 8 15,0-17 25-15,0-12-16 16,9-11-19-16,11-4-2 16,5 5 0-16,2 6 0 15,-6 8 1-15,4 9 0 16,-5 4-1-16,3 8-1 15,-2 4 2-15,6 0-3 0,0 2 1 16,2 19 1-16,2 6-1 16,-2 8 2-16,-7 1-3 15,-2 4 3-15,-6-4 0 0,-5-4-1 16,-7-6-2-16,-2-6-3 16,0-6-1-16,-9-6 4 15,-11 0 3 1,-6-4 3-16,4-1 2 0,1-3-1 0,1 0 0 15,5 0-1-15,6-9 4 16,4-11 8-16,5-4-14 16,0-4 7-16,9-5-5 15,18-1-3-15,7 3 0 16,8 2-1 0,-3 3-3-16,0 10 4 15,-4 4-2-15,-8 6 1 16,-2 6-2-16,-9 0-1 15,1 0 1-15,-6 18-6 16,-7 9-27-16,-4 6 0 16,0 4-51-16,0-5-20 15,0-6-38-15,0-8-14 0,0-11 21 16,0-7 1-16,5 0 86 16,7-15 51-16,-2-14 28 0,1-5 56 15,-1-1 13-15,-4 0 9 16,1 8 5-16,-3 3 11 31,-2 7-18-31,-2 5-49 16,0 7-44-16,1 5-11 0,6 0-11 15,1 0-101-15,9 0-96 16,6 3 144-16,2 5-183 16</inkml:trace>
  <inkml:trace contextRef="#ctx0" brushRef="#br0" timeOffset="108299.57">8296 7939 709 0,'0'0'69'16,"0"0"59"-16,0 0-74 16,0 0-22-16,0 0-23 15,0 0-9-15,0-26-7 16,0 52-3-16,0 14 10 0,0 13 0 15,0 10 1 1,0 1-1-16,-6 6 0 0,3-1-1 16,-2-6-25-16,3 2-8 15,-5-9-60-15,3-6-14 16,0-12-60-16,4-16-27 0</inkml:trace>
  <inkml:trace contextRef="#ctx0" brushRef="#br0" timeOffset="108462.43">8222 8356 204 0,'0'0'537'0,"0"0"-451"0,0 0-8 15,0 0-57-15,0 0-10 16,0 0-11-16,8-23 0 16,38 18-30-16,16-8-77 15,7-2-309-15</inkml:trace>
  <inkml:trace contextRef="#ctx0" brushRef="#br0" timeOffset="112085.81">9335 8051 798 0,'0'0'32'0,"0"0"-27"15,0 0 6-15,0 0-2 16,0 0-9-16,0 0 0 15,0 0-2-15,-4 2-3 16,4 6 2-16,0 6 3 0,0 1 0 16,0 10 0-16,0 3 0 15,-5 11-1-15,1 2 1 16,-6 8-2-16,4 2-10 16,2 0-54-16,-3-7-67 0,3-16-101 15</inkml:trace>
  <inkml:trace contextRef="#ctx0" brushRef="#br0" timeOffset="112270.32">9433 7872 819 0,'0'0'88'0,"0"0"-88"0,0 0-2 15,0 0-13-15,0 0-67 16,0 0 26-16,27 41-69 16,-20-11-222-16</inkml:trace>
  <inkml:trace contextRef="#ctx0" brushRef="#br0" timeOffset="112925.37">9642 8104 531 0,'0'0'257'0,"0"0"-250"0,0 0 6 15,0 0 3 1,0 0-16-16,0 0-6 0,16 49 6 16,-13-13 3-16,-3 8 0 15,0 0 0-15,0 1-3 16,0-3 1-1,-5-6 1-15,0-9-2 16,2-8 0-16,0-9 0 16,3-4 0-16,0-6 0 0,0 0 0 0,0 0 9 15,0 0 2-15,0-23 36 16,18-14-25-16,9-9-21 16,4 0-1-16,-3 10 0 15,-9 7 1-15,-4 12-1 16,-9 6 8-16,-3 8 15 15,-3 3 3 1,0 0-17-16,0 0-9 16,0 0-2-16,0 0-1 15,2 3-8-15,2 18 10 0,1 2 1 16,0 9 0-16,1 3 0 16,3-2-6-16,2-2 4 15,1-3-11-15,3-7 0 16,-1-2 1-16,-2-5 9 0,0-6-2 15,-5-5 2-15,1-3 0 16,6 0 3-16,4-23 5 16,0-7-5-16,1-7 4 15,-3 0-1-15,2-1 5 16,2 1-6-16,-2 10 1 0,-4 4-3 31,-1 9 0-31,-7 9 1 16,-1 5-1-16,3 0-5 15,1 0 1-15,3 14 1 0,-1 14-1 16,-2 9 2 0,-7 6-7-16,-2 2-38 0,0-4-12 15,0-5-67 1,0-8-9-16,0-15-83 0</inkml:trace>
  <inkml:trace contextRef="#ctx0" brushRef="#br0" timeOffset="113172.66">10514 7931 502 0,'0'0'300'16,"0"0"-284"0,0 0-16-1,0 0-5-15,0 0 2 0,0 0 3 0,0 89 1 16,0-43-1-16,0 5 0 15,0 2 0 1,0 0 0-16,0 3 1 16,0 2-3-16,0 3 2 15,0 1-64-15,-2-6-136 16,-4-12-98-16</inkml:trace>
  <inkml:trace contextRef="#ctx0" brushRef="#br0" timeOffset="113357.57">10451 8407 777 0,'0'0'75'0,"0"0"-19"16,0 0-22-16,0 0-34 16,0 0 0-1,0 0-5-15,61-65-31 16,-28 65-109-16,-6 0-230 15</inkml:trace>
  <inkml:trace contextRef="#ctx0" brushRef="#br0" timeOffset="114312.86">10451 8407 717 0,'146'65'69'0,"-146"-84"-33"0,0-7 4 16,17 1-18-16,6-8-16 15,6 0-5-15,2-2 1 16,-2 4 2-16,0 1-3 31,-6 4 0-31,-6 6-1 0,-6 5 4 16,-6 9 6-16,-3 4 13 16,-2 2-9-16,0 0-13 15,0 0-1-15,0 0-9 16,0 14-3-16,0 12 11 15,-11 8 1-15,6-2 0 16,3 1 3-16,2-3-3 0,0-5 0 16,0 2 0-16,0-7-1 15,0-5-4-15,4-1 0 16,3-5 2-16,-2-6 0 16,-1 0 0-16,-2-3 1 15,-2 0 0-15,0 0 4 0,3 0-2 16,9 0 0-16,13-10 0 0,9-10 2 15,6-6-2-15,0-2 1 16,2-4-2-16,-3-1 1 16,-8 1 0-16,-12 6 1 31,-7 6 2-31,-8 5 0 16,-4 6 25-16,0 5 7 0,0 4-1 15,0 0-26-15,0 0-8 16,0 0-4-16,0 0-2 15,0 14-5-15,0 13 10 16,0 3 1-16,0-1 0 16,0 0-1-16,0-3-10 15,13 0 4-15,3-6-2 16,4-4 5-16,2-10-3 0,5-6 6 16,4 0 1-16,11-17 0 15,10-12 0-15,6-13 0 16,8-3 1-16,-6 1-1 15,0 5 0-15,-9 8 0 0,-14 10 1 16,-10 4 2-16,-14 9-2 31,-6 4 0-31,-4 1-1 16,-3 3 0-16,0 0-1 0,0 0 0 16,0 0-2-16,2 0-1 15,-1 0 1-15,2 0 2 16,-1 5-1-16,-2-1-1 15,0-1-6-15,0-3 5 16,0 0 4-16,0 0 1 0,0 0 0 16,0 0 4-1,0 0 16-15,-11 0-8 0,0-3-13 16,-2 1 0-16,-1 2-1 16,-2 0 0-16,-4 0-2 15,3 20 0-15,1 2 2 16,5 6-2-16,4 0 3 0,5 3-3 15,2-2 3-15,2 4-4 16,27-4-6-16,16-2-1 16,15-5 4-16,9-10 2 15,9-8-83-15,-4-4-130 16,-12-12-239-16</inkml:trace>
  <inkml:trace contextRef="#ctx0" brushRef="#br0" timeOffset="114631.59">12186 7900 800 0,'0'0'63'0,"0"0"-29"16,0 0-18-16,0 0-13 0,0 0-3 16,0 0-6-16,-9 25 4 15,9 15 2-15,0 6 0 16,-7 8 1-16,0 3-1 15,-5-2 0-15,-2 1 0 16,3-1 0-16,2-6 1 16,2-4-1-1,4-7 0-15,1-14-1 16,0-10-22-16,0-8-1 16,-2-6 12-16,-5 0 12 15,-3 0 0-15,-1-11-11 0,0-18-41 16,6-7-9-16,7-6-69 15,0-3-17-15,4 4 47 16,6 2-200-16</inkml:trace>
  <inkml:trace contextRef="#ctx0" brushRef="#br0" timeOffset="114729.15">12053 8139 247 0,'0'0'150'16,"0"0"-49"-16,0 0-101 16,0 0-13-16,0 0 10 15,0 0-14-15,77 24-22 16,-44-16-59-16,-1-4-55 0</inkml:trace>
  <inkml:trace contextRef="#ctx0" brushRef="#br0" timeOffset="114861.2">12293 8189 288 0,'0'0'64'16,"0"0"-37"-1,0 0 43-15,0 0 8 16,0 0-71-16,0 0-7 15,3 2-131-15,-1 4-75 16</inkml:trace>
  <inkml:trace contextRef="#ctx0" brushRef="#br0" timeOffset="115408.06">12293 8189 41 0,'153'16'40'15,"-153"-16"118"-15,0 0-5 16,0 0-40-16,-11 0-90 15,-9 12-20-15,-1 9 1 16,2-2 1-16,6 1-3 16,4 1 0-1,4-5-2-15,5-2 2 16,0-9-1-16,0-1-1 16,0-1 0-16,0-3 2 15,0 0 60-15,0-4 71 0,0-18-7 16,0-9-76-16,7-3-44 15,-4 4-5-15,-2 6 4 16,-1 6-5-16,0 11 4 16,0 2-2-16,0 3-2 15,0-2 0-15,10-2-2 0,5-2-2 16,7-1 2-16,5 2 2 16,-2 5 0-16,2 2-1 15,2 0-2 1,0 6-1-16,2 18 1 15,0 6 0-15,-4 9 3 16,-3 0-4-16,-10 6 3 16,-6-6-4-16,-6-5-1 15,-2-10-32-15,0-5-23 16,0-13 12-16,0-5 19 16,0-1 30-16,-2 0 31 15,-2-13 20-15,0-15-35 0,4-4 34 16,0-5-31-16,19 5-15 15,6 4 3-15,-3 8-6 16,8 5-1-16,3 6-2 16,7 5 0-16,9 4-78 15,4 0-454-15</inkml:trace>
  <inkml:trace contextRef="#ctx0" brushRef="#br0" timeOffset="116912.26">13869 8323 387 0,'0'0'247'0,"0"0"-244"0,0 0 3 16,0 0 8-16,0 0 10 31,0 0 28-31,-20 19 1 16,20-19-12-16,11-2-17 0,23-24 4 15,17-11 1-15,0-11-25 16,-6-2 1-16,-12-5-2 16,-8-11-1-16,-10-3-2 15,-3-9 5-15,-12-1 13 16,0 11-16-16,0 16 24 16,0 18 3-16,-11 12-14 15,5 11-2-15,4 6-11 0,-2 5-2 16,-9 0-6-16,-10 22 6 15,-10 19 0-15,-2 8 0 16,3 7 0-16,8 3 0 16,3 1 0-16,6 2 0 15,6 0-1-15,4 2 0 16,5 0 1-16,0-3 0 0,19-8-5 16,10-9-19-16,8-13-8 0,7-13 15 15,1-14 3 1,7-4 6-16,-6-7-7 0,-1-22 7 15,-3-18 8-15,-4-3-1 16,-5-6 1-16,-10 6 1 16,-9 9 5-1,-12 4 25 1,-2 13 1-16,0 6-9 0,0 7-4 16,0 6-7-16,0 5-12 15,-6 0 0-15,-4 5-7 16,-1 20 6-16,-5 8 1 15,7 4 0-15,9 1-4 16,0-4-17-16,0-4 4 0,13 0-1 16,3-5 4-16,-3-9 1 15,-1-6-5-15,-1-8 3 16,2-2 12-16,7-9 3 16,9-17 1-16,7-4 2 15,-3 2-2-15,-4 6 2 16,-7 7 6-1,-5 4-7-15,-6 9 6 16,-5 2-6-16,0 0-2 0,4 0-2 0,0 11 0 31,0 10 0-31,-1 7-3 0,-7 4 4 16,0-4 0-16,-2-2 1 16,3-7 0-16,-1-9 0 0,0-5 1 15,0-5-1-15,0 0 1 16,3 0 3-16,6 0-1 15,9-9-2-15,7-13 1 16,2 2 1-16,-2 1-3 16,-5 4 0-16,0 6 0 15,-2 6 0-15,3 3-2 16,3 0 1-16,3 0 0 0,7 0 1 16,5 5-1-16,12 2 1 15,2-6-1-15,3-1-1 16,3 0 2-16,-9-6 0 15,-6-15 0-15,-15 0 0 16,-11-1 2-16,-11-2 9 16,-7 1 22-16,-2 0 6 15,0-1-16 1,-9 6-14-16,-11 2-4 0,-1 8-5 16,0 4-3-1,-4 4 2-15,0 0-1 0,0 4 1 16,1 18 0-16,7 6-5 15,5-1 2-15,10 2-18 16,2-3 15-16,0-4-14 0,9-4 8 16,11-6 6-16,5-8 5 15,-1-4 2-15,5 0 0 16,-2-6 1-16,0-8 0 16,-8 2 1-16,-2 4-2 15,-9 4 4-15,-6 4-4 16,3 0 0-1,-2 0-5-15,1 23-3 16,0 12 5-16,-4 9-2 16,0 7 3-16,0 3 0 15,0-4 2-15,-9-4 0 16,-2-6 0-16,2-8 0 0,0-6 0 16,-4-8-6-16,-5-6-14 15,-6-7-15-15,-5-5 35 0,0 0 3 16,4-5-1-16,7-13-2 15,4-8 3-15,11-2 2 16,3-11-5-16,15-4-21 16,32-9-91-16,14-13-262 15</inkml:trace>
  <inkml:trace contextRef="#ctx0" brushRef="#br0" timeOffset="117117.51">15866 7766 142 0,'0'0'726'16,"0"0"-708"-16,0 0 12 16,0 0-30-1,0 0-5-15,0 0 5 16,-15 124 0-16,3-56 2 16,-1 6-2-16,-1 1 0 15,-1 1-1-15,-1-3-3 16,-1-9-40-16,-1-15-48 0,3-14-38 15,-4-15-84-15,1-14-28 16</inkml:trace>
  <inkml:trace contextRef="#ctx0" brushRef="#br0" timeOffset="117565.57">15644 8263 688 0,'0'0'77'16,"0"0"42"-16,0 0-42 15,0 0-24-15,0 0-32 16,0 0-16-1,-9-40-5-15,35 34-5 16,17-3-2-16,7-4-18 16,2-3-48-16,-5-4-48 15,-11-6-31-15,-9-4-56 16,-6-7 2-16,-5 2 60 16,-5-3 146-16,-4 3 51 15,-5 8 137-15,1 4-16 0,-3 10 53 16,0 6-107-16,0 7-53 0,0 0-40 15,0 0-25 1,0 25-11-16,0 12 10 0,0 19 1 16,-3 4 3-16,-4 7 0 15,-1-3-1-15,3 0-2 0,3-10 0 32,0-11 0-32,0-15 0 15,2-10 0-15,-2-10 1 16,2-8-1-16,0 0 0 15,0 0 8-15,0-12 3 16,26-16 1-16,12-7-10 16,6 4 1-16,-5 8-3 15,-8 12 1-15,-2 6-2 0,-3 5 0 16,8 12-4-16,6 20-4 16,2 1-137-16,-1-3-488 15</inkml:trace>
  <inkml:trace contextRef="#ctx0" brushRef="#br0" timeOffset="119401.02">17247 7939 383 0,'0'0'89'16,"0"0"41"-16,0 0-3 0,0 0-44 16,0 0-22-1,0 0-16-15,0-8-15 0,0 8-9 16,-3 0-5-16,3 0-9 16,0 0-6-16,0 0-1 15,0 0-3-15,-5 9-3 0,-1 18 5 16,-3 9 0-16,0 6-2 15,-2 2-29-15,4 3-44 16,-4-1 7-16,0-2-56 16,2-14-115-16,0-12-159 15</inkml:trace>
  <inkml:trace contextRef="#ctx0" brushRef="#br0" timeOffset="119574.43">17305 7885 609 0,'0'0'147'16,"0"0"-147"-16,0 0 1 16,0 0-1-16,0 0-79 15,0 0-176-15,35 15 30 16</inkml:trace>
  <inkml:trace contextRef="#ctx0" brushRef="#br0" timeOffset="119986.2">17494 8017 762 0,'0'0'109'0,"0"0"-105"0,0 0 5 16,0 0-9-16,0 0 0 15,0 0-2-15,31 64 2 16,-20-28 0-16,-7 3 1 16,-4 0-2-16,0 4 0 15,0-4 1-15,0-1-2 16,-6-7-3-16,-1-9 5 16,-1-8-4-16,4-8-3 0,2-4-2 15,0-2 9-15,2 0 9 31,0-14 6-31,8-22-15 0,17-13-15 0,7 3 13 0,0 4-22 16,-6 12 8-16,-8 13 16 31,-11 8 0-31,-1 5 1 16,-1 4-1-16,-1 0-2 16,3 10-4-16,1 16 6 0,2 10 0 15,-1 5-1-15,-3-1-2 16,7-3-31-16,0-5-107 15,1-7-48-15,4-9-13 16</inkml:trace>
  <inkml:trace contextRef="#ctx0" brushRef="#br0" timeOffset="120224.25">17968 7819 776 0,'0'0'68'16,"0"0"-31"0,0 0-37-16,0 0 0 15,0 0-10-15,0 0 9 0,0 121 1 16,0-61-1-16,0 5 0 16,0-1 1-16,-9 2-5 15,-11-5-70-15,-11-11-58 16,-5-14-94-16,-4-14-160 15</inkml:trace>
  <inkml:trace contextRef="#ctx0" brushRef="#br0" timeOffset="120597.81">17752 8228 437 0,'0'0'163'0,"0"0"-96"16,0 0-7-16,0 0-2 15,0 0-23 1,132-99-28-16,-88 85-1 15,-2 2-5-15,-3 4-1 0,-8 3 2 16,-14 2-1-16,-9 3 0 16,-6 0-1-16,0 0-3 15,-2 3-3-15,0 17 5 16,0 6 1-16,0 6 2 16,0 3-1-16,0 2-1 15,-2 0 0-15,2-3 0 16,0-3 2-16,0-8-1 0,17-6-1 0,3-7 2 15,7-7-1-15,2-3 4 16,7-3-2-16,4-21 2 16,0-12 10-16,-6-5 19 15,-7-5-3-15,-12 0-3 16,-7 6-14-16,-8 5-8 16,0 12-6-16,-19 11-16 15,-28 8-50-15,-6 2-200 16</inkml:trace>
  <inkml:trace contextRef="#ctx0" brushRef="#br0" timeOffset="121189.51">19527 7793 753 0,'0'0'74'0,"0"0"-1"0,0 0-6 16,0 0-33-16,0 0-1 15,0 0-23-15,-4-18-10 16,4 18-3-16,0 15-7 15,0 17 4-15,0 13 6 0,0 6 0 16,0 5 0 0,-7 7-11-16,-3 3-11 15,1 4-23-15,-2-3-39 16,-2-9-41-16,2-12-153 16,2-22 13-16</inkml:trace>
  <inkml:trace contextRef="#ctx0" brushRef="#br0" timeOffset="121558.87">19529 7798 134 0,'0'0'639'16,"0"0"-619"-1,0 0 50-15,0 0-58 16,0 0-12-16,0 0-4 15,-49 22 4-15,15 18-1 16,1-1 2-16,8-6 0 16,3-3 0-16,4-6-1 15,2-3 1-15,-1-3-1 16,3-2 1-16,3-6 1 16,5-4-2-16,4-5 0 0,2-1 0 15,0 3 0-15,0-3 2 16,0 3-1-16,0-3 3 15,21 0 5-15,27 0-3 16,17 0 1-16,21 2-4 16,9 1-3-16,15-1 0 0,11 2-48 15,-6-4-109 1,-14 0-454-16</inkml:trace>
  <inkml:trace contextRef="#ctx0" brushRef="#br0" timeOffset="121975.63">20470 7715 632 0,'0'0'204'0,"0"0"-146"0,0 0 8 31,0 0-51-31,0 0-15 0,0 0 0 0,-45-26-4 16,3 43 4-1,-6 5 1-15,11-1-1 0,10 2 1 16,6 0-1-16,6-2 0 16,7 2-1-16,6-4-1 0,2 4 0 31,0-4-7-31,8-3 0 16,21 3 6-16,8-5 1 15,9 2 2-15,-1 0-2 16,1 2 2-16,-4 3 0 15,-4-2 0-15,-7 3 0 16,-6-2 0-16,-11 0-1 16,-9-2-1-16,-5-1 1 15,0 3-2-15,-32-3-1 16,-17-1 3-16,-16-6 0 0,-4-4 1 16,9-4-8-16,17-2-9 0,24 0-25 15,19-6-23-15,10-18-134 16</inkml:trace>
  <inkml:trace contextRef="#ctx0" brushRef="#br0" timeOffset="122678.04">20701 8020 719 0,'0'0'35'0,"0"0"-34"15,0 0 6-15,0 0 3 16,0 0-3-16,0 0 1 15,29 0 5-15,7 0-5 16,13 0 3-16,2-7-4 16,-5-9-3-16,-5-2 1 0,-14 0 0 15,-9 0 0-15,-14 0 4 16,-4 0 14-16,0 6-19 16,-4-1 6-16,-16 5-10 15,2 4 0-15,0 4 0 16,-4 0-3-16,-6 0-1 15,2 20 3-15,0 8 1 0,5 3-1 16,8 5 1-16,7 2-1 16,4 4-1-16,2-3 2 15,0 0 0-15,17-9-2 16,14-6-2-16,10-7 2 0,3-12-7 16,10-5-3-1,-4 0 1 1,7-20 8-16,-2-9 3 15,-3-8 0-15,-6-1 1 0,-5 4-1 16,-10 5 2-16,-12 5 1 16,-5 9 5-16,-7 7 10 15,-3 2 11-15,-2 6-9 16,-2 0-8-16,2 0-12 16,3 0-1-16,4 0-2 0,4 0-1 15,1 7 2-15,-1 4 2 16,-4-5-2-16,-4-2-12 15,-3-4 5-15,-2 0 8 16,0 0 1-16,0 0 8 16,0-7 11-16,-18-7-15 0,-5 2-3 31,-1 7 1-31,-2 3-1 16,-4 2-1-16,2 0-2 15,1 12 1-15,0 12 0 16,7 5-1-16,4 8 0 15,5 4 0-15,11 2 1 0,0 1 0 16,16-1-6-16,16-8 3 16,11-7-13-16,13-9-33 0,4-13-44 15,2-6-169-15</inkml:trace>
  <inkml:trace contextRef="#ctx0" brushRef="#br0" timeOffset="123150.23">21722 7656 277 0,'0'0'535'0,"0"0"-522"0,0 0 2 16,0 0-15-16,0 0-6 16,0 0 5-16,-4 68 1 15,6-20 0 1,5 7 1-16,4-1 0 15,-2 0-1-15,-5-3 0 16,-2-2 0-16,-2-3 0 0,0-3 0 16,0-2 0-16,0-5 0 15,0-6 0-15,0-8-1 16,0-5-5-16,-2-8-38 16,0-2-30-16,-4-7-8 15,-8 0 65-15,-1-3-6 16,-6-17-7-16,1-3 18 0,0-9 12 15,4-1 1-15,6-1 1 16,7 0 16-16,3 5 28 16,0 0-2-16,23 3-12 15,8 3-11 1,6 6-21-16,6 5 1 16,0 3 0-16,-4 8 2 15,-3 1-2-15,-6 0-1 16,-4 0 2-16,-6 4-2 15,-3 10 0-15,-3 0 0 16,-3 1-2-16,-4 4 1 0,-5-1-11 16,-2 1-76-16,0-5-138 15</inkml:trace>
  <inkml:trace contextRef="#ctx0" brushRef="#br0" timeOffset="123696.68">22219 7940 656 0,'0'0'75'16,"0"0"-62"-16,0 0-10 16,0 0-1-16,0 0-2 15,0 0 1-15,-67 115-1 16,59-75-1-16,8-2 0 0,0-8-40 15,0-6-29-15,10-12 8 16,7-10 11-16,-2-2 49 16,1-10 2-16,1-22 7 15,-1-3 30-15,-1-8 5 16,-1 3-7-16,-3 5 14 0,-2 0-17 16,-2 13 6-16,-3 4 31 0,-4 8-27 15,0 7-6 1,2 3-18-16,-2 0-18 0,3 0-2 15,1 0-8-15,-1 14 5 16,6 8 5-16,-1 1 0 16,-1-1 2-16,-5-1-2 31,0-4-1-31,-2-1-9 0,0-8-10 16,0-3 11-16,0-2-2 15,0-3 11-15,0 0 0 16,0 0 2-16,12 0 0 15,8 0-2-15,13-8-1 16,7-4 0-16,-2 0 1 16,-3 2 0-16,-3 3 0 0,-3 2 1 15,-2 5-2-15,-3 0 1 16,-6 0 0-16,-7 8-3 16,-11 10-72-16,0-4-306 0</inkml:trace>
  <inkml:trace contextRef="#ctx0" brushRef="#br0" timeOffset="129604.85">2610 9807 394 0,'0'0'79'0,"0"0"-7"16,0 0-23-16,0 0-25 15,0 0 1-15,0 0-15 16,-12-9-10-16,12 9 2 16,0 0-2-16,0 0 1 15,0 0 7-15,0 0 23 0,0 0 19 16,0 0-17-16,0 0-10 0,0 0-8 16,0 0-9-16,0 0-2 15,0 0-2-15,0 0-2 16,0 0-4-16,0 0-1 15,9 0 5-15,16 0 1 16,6 0 5-16,6 0 2 16,13 0-5-1,6 0 0-15,6 0 0 16,9 0 0-16,2 0-2 0,6 0 0 16,-3-5 1-1,-1 5-1 1,-1 0-1-16,-7-2 0 0,0 2 2 15,-7 0-1-15,4 0-1 16,1 0 1-16,-3-4-1 0,8 1 0 16,-6 0-1-16,1-1 1 15,-2 1 0-15,-8 1 0 16,-1-3 0-16,-3 1 0 16,-4 1-1-16,-3-1 1 15,-5 1 0-15,-13 3 1 0,-6-1-1 31,-6 1 0-31,-8 0 0 0,-1-3 1 16,-5 3 0-16,2-2 0 16,-2 0 1-16,0 0 2 15,0 1-1-15,0 1 1 16,0 0-3-16,0 0 2 16,0 0-2-16,0 0 3 15,0 0-4-15,1 0-1 0,-1 0 1 16,5 0-1-16,4 0 1 15,3 0 0-15,5 0 0 16,3 0 1-16,3-2 0 16,2 2 0-16,-6 0-1 15,-1-2 1-15,-7 2-1 16,-7-3 0-16,-1 3 0 0,-3 0 2 16,0 0-2-16,0 0 0 15,-9 0-89-15,-24 3-161 16,-14 4-294-16</inkml:trace>
  <inkml:trace contextRef="#ctx0" brushRef="#br0" timeOffset="131006.93">2507 9740 257 0,'0'0'137'15,"0"0"-129"-15,0 0-4 16,0 0 5-16,0 0 21 0,0 0 12 16,20 60-4-1,-20-37-25-15,0 3-7 0,0 1-3 16,0-3-2-16,0 2-1 15,0 4 3-15,0-1 2 16,0 2 6-16,0 1-3 16,0 0-4-1,-7 3 4-15,0-3-3 0,1-1-3 16,2 1 4-16,-1 1-5 16,1 1 0-16,-1-2-1 15,-2-2 0-15,3-2 1 16,0-4-1-16,-1-2 1 15,5-5 3-15,-2-3-4 16,0 1 2-16,0-3-2 16,2 0 0-16,-4-6 3 15,2 0-3-15,2-4 0 16,0 0 0-16,0-2 1 16,0 0 1-16,0 0 0 0,0 0 3 15,0 0 3-15,0 0-2 16,0 0-6-16,0 0 1 15,0 0-1-15,0 0 0 16,0 0-1-16,0 3 1 0,0-2 0 16,0 1 6-16,0 3-4 15,8 0 1-15,1 2 4 16,6-4 0 0,5 3 6-16,13-2 31 15,12-4 2-15,14 0-33 16,9 0-11-16,8 0 3 15,11-10-2-15,4-2 9 16,0 4 7-16,-3-2-13 16,-8 5-3-16,-7 0-1 15,-4 1-2-15,-4 2 3 0,-2-1-2 16,4-2-1-16,-5 3 0 16,0 0 0-16,-5 0 0 15,-4 2 0-15,-6-1 1 0,4-2-2 16,-2-1 1-16,6 0 0 15,-1-5 0-15,-2 2 0 16,0 0 0-16,2-5 1 16,0 3 33-16,-3 1-17 0,-4 0-13 15,-10 1 0 1,-6 4-4-16,-4 1 3 0,-4-2 1 16,-5-1 3-16,-3 5 4 15,-3-5 3-15,-1 5-4 16,-1-2-4-1,4 2-3-15,-3 0-2 16,3 0-1-16,-1 0 1 16,-5 0 1-16,2 0-1 15,-3 0-1-15,-1-2 0 16,-1 2 1-16,-1-3 0 16,-2 3 0-16,0 0-1 15,1 0 0-15,-1 0 0 0,-2 0 0 16,0 0-1-16,3 0-31 15,-3 0-73-15,0-5-93 16,-5-5-291-16</inkml:trace>
  <inkml:trace contextRef="#ctx0" brushRef="#br0" timeOffset="131444.83">4468 9825 194 0,'0'0'13'0,"0"0"0"0,0 0 5 16,0 0 81-16,0 0-21 16,0 0 6-16,0-19 11 15,0 19-15 1,0 0-4-16,0 0-21 16,0 0-8-16,0 0-13 15,0 0-22-15,0 0-12 16,0 0 0-16,0 0-1 15,0 12-5-15,0 7 6 16,0 8 0-16,0 7 0 0,0 7 0 16,0 0 1-16,0 5 0 15,0 4-1-15,-1 5 0 16,-11 7-1-16,-5-2-66 16,-10-12-291-16</inkml:trace>
  <inkml:trace contextRef="#ctx0" brushRef="#br0" timeOffset="132908.95">3358 9956 621 0,'0'0'38'0,"0"0"26"15,0 0-38-15,0 0-22 16,0 0-4 0,0 0 0-1,-14 64 0-15,8-28 0 0,-3 2 0 16,1 0 1-16,-1 3-1 15,-3-4 1-15,2 0-1 16,1-9 2-16,-1-6-2 16,2-8 0-16,6-6 0 15,-1-6 0-15,3 0 0 0,0-2 3 16,0 0 0-16,0 0 3 16,0 0 12-16,0 0 58 15,0 0-27-15,0-2-21 16,0-14-7-16,18-4-21 0,4 0 0 15,1 8 0-15,0 6-1 32,0 3-1-32,2 3-2 15,-3 0 4-15,-2 12-2 0,-6 9-2 16,-8 1-1 0,-6-2-18-16,0-2 1 0,0 0 2 15,-13-6 7-15,-7-2 12 16,-3-6 2-16,4-2-1 15,1-2 4-15,1 0-3 16,6 0 0-16,5-11-1 0,6-6-19 16,0-5-80-16,2-4-115 15,17 0-140-15</inkml:trace>
  <inkml:trace contextRef="#ctx0" brushRef="#br0" timeOffset="133209.44">3555 10185 139 0,'0'0'2'16,"0"0"21"-16,0 0 23 16,0 0-12-1,0 0-14-15,0 0-7 0,39 0 4 16,-39 0 21-16,0 0-20 15,0 0-4-15,0 1 0 16,0 6-14-16,0-2 0 16,0 5 11-16,0 3-5 15,0-3-3-15,0-2 7 0,-1 2-8 16,-7-3 4-16,-3 4-2 16,-4 1-4-16,-3-2-22 15,3-5-179-15</inkml:trace>
  <inkml:trace contextRef="#ctx0" brushRef="#br0" timeOffset="133410.35">3678 9948 688 0,'0'0'8'16,"0"0"-8"-16,0 0-58 0,0 0-134 16,0 0 115-16,0 0-251 15</inkml:trace>
  <inkml:trace contextRef="#ctx0" brushRef="#br0" timeOffset="133710.94">4000 9872 660 0,'0'0'112'0,"0"0"-78"16,0 0-14-16,0 0-20 15,0 0-4-15,0 0 4 16,0 86 0-16,-2-45 2 15,-2 0-1-15,-1-5 0 16,1-4-1-16,4-8 1 16,0 0-1-16,0-5 0 15,-2-5 0-15,2-3 0 0,-2-1 0 16,2-1 0-16,-2-6-50 0,-2 4-77 16,-2-7-60-1,2 0-159-15</inkml:trace>
  <inkml:trace contextRef="#ctx0" brushRef="#br0" timeOffset="133877.3">3905 10147 641 0,'0'0'65'16,"0"0"1"-16,0 0-22 15,0 0-42-15,0 0-2 0,0 0 0 16,131-73-5-16,-78 63-60 15,8 1-162-15,5-8-169 16</inkml:trace>
  <inkml:trace contextRef="#ctx0" brushRef="#br0" timeOffset="149972.76">4471 9810 5 0,'0'0'27'0,"0"0"25"0,0 0 5 16,0 0 13-16,0 0-18 16,0 0 2-16,2-4 0 15,-2 4 7 1,0 0 0-16,0 0 4 15,0 0-24 1,0 0-20-16,0 0-9 0,0 0-7 0,0 0-1 16,0 0-4-16,0 0 0 15,0 0-3-15,0 8 3 16,0 13 0-16,-5 2 1 16,-4 0 2-16,1 3-2 15,1-1 0-15,-1 1 1 16,-1-2 0-16,4 0 1 15,0 1-3-15,-1 1 4 16,2 3-2-16,-6 3-2 16,-1 2 0-16,0 3 1 15,0-2 0 1,0-1-1-16,7-3 1 16,-1-4-1-16,2-3 0 15,1 3 2-15,0-5-4 16,0 0 2-16,-1-1 0 0,1 0 2 15,-2-3-2-15,2 0 0 16,0 0 1-16,-3-1 0 16,3-2-1-16,-3-1 0 15,2 1 0-15,2-1 0 0,1-2 0 16,0 0 0-16,0-3 0 16,0 2 1-16,0-4-1 15,0 3 0-15,0-3-66 16,0-7-191-16</inkml:trace>
  <inkml:trace contextRef="#ctx0" brushRef="#br0" timeOffset="159641.52">4540 9731 164 0,'0'0'50'0,"0"0"-48"16,0 0 0-16,0 0 8 16,0 0 4-16,0 0-13 15,-9-5 3-15,9 5 0 16,0 0 33-16,0 0 26 15,0 0 0-15,0 0-12 16,0 0-4-16,-3 0-4 16,3 0-24-16,0 0-11 15,-1 0-8-15,1 0-1 0,0 0 0 16,0 0 1-16,0 0 2 16,0 0-1-16,0 0 3 15,0 0 5-15,0 0 12 0,0 0-7 16,0 0-4-16,0 0-2 15,0 0-6-15,0 0-2 32,0 0 2-32,0 0-2 15,0 0 3-15,0 0-2 0,15 0 1 16,3 0 20 0,6-3-8-16,0 3-8 0,4 0-4 15,-2 0-1-15,3 0 1 16,-2 0 0-16,2 0-2 15,-2 0 0-15,0 0 0 0,-1 0 4 0,1 0-4 16,0 3 3 0,4-3 1-16,2 0-1 0,6 0 2 15,3 0 1-15,0 0-2 16,0 0 4-16,-2 0-4 16,-4 0 2-16,-3 0 0 15,-4 0-3-15,0 0 2 31,-5 0-1-31,2 0-2 0,-4 0-1 16,0 0 0-16,-2 0 2 16,3 0 0-16,2 0-2 15,-3 0 4-15,8 0-1 0,2 0-4 16,-1 0 0-16,-3 0 2 16,2 0-3-1,-5 0 1-15,-1 0 0 0,-2 0 0 16,2 0 0-16,1 0 1 15,6 0-1-15,6 0-1 16,1 0 1-16,1 0 3 16,-1-3 1-16,1-1-4 0,-2 0 2 15,-1 4-2 1,1-1 0-16,2 1 1 0,-1-3-1 16,-3 3 0-16,1-2 1 15,-5 2-1-15,1 0 0 16,3-2 0-16,3 2 3 15,2 0-3-15,4 0 0 16,-1 0 0 0,-2 0 1-16,-2 2-1 15,-3 8 0-15,-3-3 1 16,-1 0-1-16,-3-5 1 16,-6-2-1-16,4 0 0 0,-2 0 2 0,2 0-2 15,-5 0 1-15,-4 0-1 16,-8 0 0-1,-2 0-1-15,-8 0 1 16,0 14-26-16,-8 4-223 16,-34 4-54-16</inkml:trace>
  <inkml:trace contextRef="#ctx0" brushRef="#br0" timeOffset="160992.03">4295 10489 138 0,'0'0'4'16,"0"0"48"-16,0 0 15 16,0 0-8-16,0 0-5 15,0 0-4-15,0 0-1 0,0 0-9 16,0 0-12-16,0 0-13 16,0 0-11-16,0 0-1 15,4 0 1-15,4 0-2 0,4 0 5 16,4 0 12-16,4 0-10 15,5 0 35-15,3 0-8 16,6 0-10 0,-3 0-19-16,-2 1 0 15,0 4-4-15,-2-3 2 16,-1 3-3-16,1 3 1 16,2-3-3-16,2-1 1 15,10 2 1-15,1-4 2 16,9 2 5-16,4 0-6 15,11-2 5-15,1 0-1 0,-1 2-2 16,-1 1-3-16,-5-2-1 16,-3 3 0-16,2-2-1 15,1-1 1-15,3-3 1 16,5 0-1-16,2 0-1 16,-1 0 1-16,-2 0-1 15,2 0 0-15,0 0 0 0,-2-4 2 16,-2-1-2-16,-1 1 0 15,-2 1-1-15,3-3 1 16,-1-1 0-16,-2 3 2 16,0 0-1-16,-7 4-1 15,1-2 0-15,-2 2 0 16,-3 0-1 0,2 0 2-16,-4 0 1 15,-5 0-1-15,-1 0-2 0,-7 0 1 16,-6 2 0-16,-6 0 0 15,-5-2 0-15,-5 0 0 16,-1 0 3-16,1 0 1 16,1 0 38-16,3 0-14 15,5 0-22-15,-4-5-5 0,2 0 2 16,-3-1-2-16,-3 3-1 16,1-2 0-16,-1 2-1 15,1 0 0-15,4 1-39 16,-7-2-131-16,-6-4-269 15</inkml:trace>
  <inkml:trace contextRef="#ctx0" brushRef="#br0" timeOffset="162415.21">6553 9743 308 0,'0'0'38'0,"0"0"-8"16,0 0 17-16,0 0-14 15,0 0-7-15,0 0-14 16,2 0-4-16,12 0-3 16,3 0 4-16,1 0-3 15,4 0 11-15,6 0-10 16,1 0-4-16,5 0 1 15,0 0-2-15,0 0 1 0,-3 0-1 16,-2 0-1-16,-2 0 3 0,0 0-3 16,4 0 1-16,0 0-1 15,5 0-1-15,-1 0 3 16,0 0-1-16,4 0 0 16,-8 2 1-16,0 0-2 15,3-2 0-15,-5 2 3 16,-1-2 0-16,0 0 0 0,-7 0 4 15,4 0 15-15,0 0 6 16,-5 0-2-16,-7 0 0 31,-6 0-15-31,-6 0-10 16,-1 0-1-16,3 0-2 16,-3 0 1-16,0 0 0 0,0 0 0 15,0 0 0-15,2 0 2 16,0 7 0-16,-2 0-2 15,4-1 0-15,4 2 0 16,-2-1 6-16,5 0-6 16,-1 0 0-16,1-2 2 15,-3 2-1-15,0-3-1 0,-4 1-1 16,-2-3 1-16,-2 0 1 0,0 0-1 16,0 5-1-1,0 1-2-15,0 6 3 0,2 1 1 16,-2 4 2-16,0 0-3 15,0 1 2-15,0 3-1 16,0-3-1 0,2 0 0-1,3 1 2-15,-5 2 1 0,2 0-1 16,-2 4 0-16,0 2 0 16,0-4 7-16,0 3-3 15,0-4-2-15,0-2-3 16,0-1 0-16,0-5 2 15,0 0-3-15,0 0 1 0,0-6-1 16,0 1 2-16,0-4-2 16,0-2 1-16,0-5-1 15,0 2 0-15,0 1 1 16,0-1-1-16,0 0 0 16,0-2 0-16,0 3-1 15,0-3 1 1,0 5 0-16,0-3 2 15,-4 2-2-15,-1-1 1 0,-3 4 0 16,-5-1-1-16,3 1 1 16,-6 0 1-16,1-2-2 15,-1 2 3-15,1-3-2 16,1-2-1-16,0-1 0 16,1 4 1-16,-4-3-1 0,1 0 0 15,-2 0 3-15,0-2-2 16,-4 0-1-16,-6 0 2 15,-9 0 0-15,-5 0 0 16,0 0-2-16,-3 0 0 16,1 10-1-16,-6 6 0 15,-1 8-2-15,-5-4-119 0,1-4-232 16</inkml:trace>
  <inkml:trace contextRef="#ctx0" brushRef="#br0" timeOffset="163749.98">7505 9717 225 0,'0'0'62'0,"0"0"-13"16,0 0 3-16,0 0-11 15,0 0-11-15,0 0-11 0,-2 0-1 16,2 0-2-16,0 0 1 16,0 0 5-16,0 0-7 15,0 0-8-15,0 0-5 16,0 0-2-16,0 0 0 16,0 0 1-16,0 0 0 15,0 0-1 1,0 2 0-16,0 0 0 15,0 3 5-15,0-2-5 16,7 1 3-16,10 3 8 0,3-2 3 16,7-1 18-1,4-1-21-15,7-2 1 0,7-1-6 16,7 0 2 0,8 0 2-16,4 0-5 0,1 0-2 0,3-8 0 15,1 1-1 1,0-2-1-16,1 3 4 0,-3 0-1 15,-1 3 2-15,1-2 3 16,5 5 8-16,-1 0-8 16,-2 0 0-1,-7 0-6-15,-4 0 1 16,-2 5-2-16,-4 2-2 0,-1-2 1 16,-5 0 0-16,0-1 2 15,-4-1-3-15,-1-1 0 16,2-2 1-16,-1 0-1 0,4 0 0 15,0 0 1-15,3 0-1 32,2 0 0-32,0 0-1 0,3 0 1 15,0 0 0-15,-6 3 0 16,4-3 0-16,-1 0 0 16,-1 0 1-16,9 0 0 15,-1 0 7-15,-2 0-2 16,-7 0-1-16,-4 0-1 15,0 0-2-15,-1 0-2 0,7 0 1 0,2 2 0 16,5 2 1-16,2 0 0 16,1 0 1-16,-7 2 3 15,-1-2 3-15,-11 1-1 16,-11-3-6-16,-13-1 3 16,-9 1-5-16,-7-2 2 15,-2 0 0 1,0 0 1-16,0 0-1 15,0 4-2-15,-11 2-16 16,-36-2-191-16</inkml:trace>
  <inkml:trace contextRef="#ctx0" brushRef="#br0" timeOffset="165684.74">7520 9980 149 0,'0'0'197'0,"0"0"-192"15,0 0-3-15,0 0-2 16,0 0 5-16,0 0-3 16,0 12 6-16,0-2-6 15,-2 2 0-15,0 2 35 16,-4-2-25-16,5 0-1 15,-3 2 17-15,2 2-8 16,-1 3 20 0,-2 0-26-16,1 3 5 0,-2 0 16 0,1 0-14 15,-1 2-17-15,2 2 3 16,-4 1-2-16,-1-1-1 16,3 4-3-16,-4 0 0 15,2-2 0 1,1 0 1-16,-1-3-2 0,-2-2 0 15,5-5 0-15,-3-1 1 16,2-2-1-16,1 1 0 16,-2 0 0-16,-2-1 0 15,3-4 0-15,-3 1 1 16,2 0-1-16,4-1 0 16,1 1 0-16,2-1-1 0,0 1 1 15,0 2 0-15,0 1 0 16,0-6 0-16,0-1 0 15,0-1 0-15,0-2 0 16,0-2 0-16,0-1 1 16,0 0-1-16,0-2 0 15,0 0-1 1,0 0 3-16,0 0-2 16,0 0 0-16,0 0 0 15,0 0 2-15,0 0 0 16,0 0-1-16,0 0 5 0,0 0 4 15,0 0 18 1,0 0-13-16,0 0-8 0,0 0-1 16,0 0-4-16,0 0-2 0,0 0 0 15,0 0-2-15,0 0 0 16,0 0 2-16,0 0-1 16,0 0 1-16,0 0-1 15,0 0 0-15,5 0 1 16,4 0 0-16,-4 0-1 15,-2 0 0-15,2 0 1 0,-3 0 0 16,3 0 0-16,-3 0 0 16,0 0 0-16,1 0 0 15,-3 0 0-15,2 0 0 16,3 0-1-16,1 2 1 16,5 0-3-16,3-1 3 15,3 1 0 1,3 3 1-16,7-1-2 15,7 2 1-15,1-2 0 16,3-2 0-16,3 0 0 16,-2-2 1-16,1 0 1 15,4 0-2-15,5 0-2 16,8 0 2-16,3 0 0 0,2-2 2 16,0 0-2-16,4 1 1 0,1-2-1 15,-1 3 0-15,8-3 1 16,-2 3-1-16,1 0 0 15,1 0 1-15,-5 0-1 16,2 0 0-16,1 0 2 16,-4 0-1-16,1 6 1 15,2-1 0 1,1-1-1-16,1 1 0 16,-5 2 2-16,3-2-2 15,-6 0-2-15,-3-3 1 16,1 0 0-16,1-2 2 15,5 0-1-15,3 0-1 16,1 0 1-16,3 0-1 16,-1 0 2-16,-1 0 1 0,2 0-1 15,-2 0-1-15,-4-2 3 16,-2-3 1-16,-6 3 0 16,-4-1-2-16,-2 1-1 15,-5 0-2-15,-6 0 3 16,-6-1 0-16,-7 3 3 15,-10-5-1-15,-4 1 1 16,2-1-2-16,-4-1-2 16,-5 5 0-16,3-5-2 15,-4-1-2-15,3 0 2 16,4-3-62-16,-3-5-201 16</inkml:trace>
  <inkml:trace contextRef="#ctx0" brushRef="#br0" timeOffset="167071.17">10356 9791 236 0,'0'0'58'15,"0"0"-28"-15,0 0 8 16,0 0-16-16,0 0-12 15,0 0 17 1,-27-35-3-16,18 31-19 16,2-1 6-16,1 0 34 0,0 1 21 15,5-3-35 1,-3 2 2-16,2 2 6 0,2 1 2 16,0 2-10-16,0 0-20 15,0 0-9-15,0 0-2 16,0 0-5-16,0 0 2 0,0 14 1 15,7-2 2-15,12 4-5 16,5-4 10-16,10 0-5 16,4-3 5-16,9-5-5 15,2-4 1-15,0 0 1 16,0 0 4-16,5 0-2 16,-2 0-3-16,4-7-1 0,2 1 2 15,3-2-1-15,-1 4 2 16,0-4-1-16,0 2-1 15,-7 2 1-15,-6 0-2 0,-8 4 3 16,-8-1-3 0,-12 1-2-16,-5 0 2 0,-5-5 3 15,-5 5-2 1,-4-2 0 0,0 2 4-16,0 0 16 0,0 0 2 15,0 0-8-15,0 0-3 16,0 0-5-16,0 0-5 15,0 0-4-15,0 0 1 16,2 0 1-16,4 0-2 16,0 2 2-16,-1 4 0 0,1 1 0 15,0 0 0-15,-1 5 0 16,2 0 0-16,-2 0-1 16,-3 3 1-16,0-1-1 15,0 3 1-15,-2 2 2 16,0 3 0-16,0 0 0 15,0 5-2 1,0-1-1-16,0 8 1 16,0 5 1-16,-6-1-1 15,-4 3-1-15,6-4 0 16,-3-1 1-16,7 0 0 0,0-4-2 16,0-1 2-16,0-4-1 15,0 0 1-15,0-3-1 16,4-2 1-16,3-4-1 15,-4-2 1-15,1-2 0 0,-4-2-1 16,0 0 2-16,0-4-1 0,0-1 0 16,0-2-2-1,0 3 2 1,0-2 0-16,0 1 0 0,0-4 0 16,0 3 0-16,0-2 0 0,0 3 0 15,0-2 1-15,0-1-1 16,0 0 0-16,0-2 0 31,0 3-1-31,0-4 1 16,0 4 0-16,-4-2 0 15,-1 3 0-15,-2 1 0 16,1-2 0-16,-3 4 1 0,3-4 0 16,-6 4-1-16,-1-4 0 15,-5 2 1-15,-7-1 1 16,-8-2 1-16,-3 0-2 0,-6-4 0 15,-3 1 1-15,-3-1-1 16,-4 3-1-16,-6-3 1 16,2 4-2-16,-4-2 1 15,-2 1-1-15,-3 4 1 0,1-2-12 16,-5 6-72-16,-1-3-59 16,8-2-167-16</inkml:trace>
  <inkml:trace contextRef="#ctx0" brushRef="#br0" timeOffset="168256.56">11169 10615 28 0,'0'0'83'0,"0"0"-83"0,0 0 2 31,0 0 2-31,0 0 45 16,0 0 4-16,0 4-23 15,0-4-9-15,0 0-6 0,2 0 0 16,8 0-7-16,-4 0 1 15,3 0 13-15,1 0-4 16,0 0 9-16,3 0-14 0,2 0-3 16,5 0 0-1,-1 0-7-15,4 0-2 0,6 0 0 16,4 0 0-16,11 0 2 16,5-5 0-16,5 1 8 15,4 0 1-15,0 2 12 16,2-1 28-16,3 3-27 15,0 0-12-15,5 0 11 0,-1 0-3 16,-5 0-12 0,-6 0 3-16,-2 0 2 0,-1 0-4 15,5-2 3-15,3-3 12 16,2 3-9-16,5-3 0 16,3 3-9-16,3 0 1 15,3-1 0-15,0 1 10 0,-6-1-12 31,-5-1-1-31,-5 1 3 16,-4-4-2-16,8 1 3 0,5 1 3 16,3-2-4-16,0 1-1 15,-5 0-6-15,-5 0 1 16,-1 0 0-16,-4-2-2 16,-8 2 1-16,-9 0-1 15,-17 2 1-15,-12 2 0 16,-10 2 0-16,-2-3-1 0,0 2-1 15,-25-3-141-15,-19-5-442 16</inkml:trace>
  <inkml:trace contextRef="#ctx0" brushRef="#br0" timeOffset="180116.81">2877 10066 309 0,'0'0'133'0,"0"0"-86"16,0 0 23-16,0 0-16 16,0 0-32-16,0 0-16 15,-2 0-5-15,2 0-1 16,0 0 0-16,0 0 4 16,0 0 14-16,0 0 5 15,0 0 20-15,0 0-13 16,0 0-12-16,0-4-16 0,11-1-2 15,11 0 1 1,7-4 1-16,-2 2 0 0,1 2-3 16,-2 0 2-1,-2 3-2-15,-4 2 0 16,-6 0 1-16,-8 0-3 0,1 0 2 16,-5 0 0-1,-2 10-6-15,0 4 1 16,0 2 6-16,0 6 3 0,-7 0-2 15,-8 2 1-15,-5-2-1 16,1-1 0-16,4-3 1 16,-1-3 1-16,6-1-3 15,-1-3 0-15,1-1 1 16,4-6-1-16,1 2 0 16,5-6 0-16,0 0 0 15,0 1 2-15,0-1-2 16,0 0 0-16,0 0-1 0,0 0 0 15,0 0 1-15,9 0 0 16,11 0 0-16,3 0 5 16,0 2-4-16,-3 3-2 0,-3 1 3 15,-6 2-4-15,-5 2-1 16,-3 2 2-16,-3 2-1 16,0 3 1-1,0 4 1-15,-11 2 0 16,-12-2 1-16,-4 1 0 15,-4-2-1-15,0-2 0 16,2-4 5-16,3-8-1 16,10-3 2-16,2-3 24 15,3 0 25-15,0 0-17 16,3 0-14-16,0-12-15 0,4-1-3 16,2 3-6-16,0 1-3 15,2 7 3-15,0 2-52 16,0 0-11-16,0 0-124 15,4 0-303-15</inkml:trace>
  <inkml:trace contextRef="#ctx0" brushRef="#br0" timeOffset="182537.74">5541 9878 374 0,'0'0'84'0,"0"0"46"15,0 0-43-15,0 0-29 31,0 0-23-31,0 0-17 16,0-9-12-16,0 9-3 16,0 0 0-16,0 0-1 0,0 0-1 15,0 0-2-15,0 0-2 16,0 23 3-16,0 9 4 16,0 4-4-16,-9 6 2 15,0-1-2-15,-4-2 0 0,2-1 1 16,-3-2 0-16,-1 1-1 15,-1-4 0-15,4-5 0 16,6-5-17-16,3-6-78 16,3-9-10-16,0-8-94 15,19 0-8-15</inkml:trace>
  <inkml:trace contextRef="#ctx0" brushRef="#br0" timeOffset="183006.6">5795 9992 446 0,'0'0'137'0,"0"0"-60"15,0 0-13-15,0 0-44 16,0 0-20-16,0 0 2 16,-34 28-2-16,15-5 0 0,0 0-1 15,9 0 1-15,-2-6 1 16,6 1 0-16,1-4-1 15,-2-2 0-15,6 2-1 16,-5-2 2-16,6-3-1 0,0-5 0 16,0-3-2-16,0 2-4 15,0-3 4-15,6 1 2 16,7-1 3-16,3 0-1 16,-1 0 2-16,2 0-1 15,1 9-3-15,3-2 0 16,-3 7 1-1,-3 2 1-15,-2 2-1 16,-6 1-1-16,-2-2 1 16,-3 0-1-16,-2-2 1 0,0 2-1 15,0-3 0-15,0-4 0 16,0 0 3 0,-9-2-1-16,-9 2-1 0,-5 0 3 15,-3 0-4-15,0-2 2 16,-3-1-2-16,6-7-5 15,3 0-28-15,9 0-83 0,7-19-18 16</inkml:trace>
  <inkml:trace contextRef="#ctx0" brushRef="#br0" timeOffset="183191.82">5802 10043 349 0,'0'0'309'0,"0"0"-260"15,0 0 19-15,0 0-35 16,0 0-13-16,0 0-6 16,9-19-12-16,1 17-2 15,11-2 0-15,10-3 1 0,9-2-1 16,5 1 0-16,1-1-24 16,1 0-125-16,-9-3-250 0</inkml:trace>
  <inkml:trace contextRef="#ctx0" brushRef="#br0" timeOffset="183360.47">6165 9932 675 0,'0'0'65'15,"0"0"-65"-15,0 0 0 0,0 0-111 16,0 0-111-16,0 0-12 15</inkml:trace>
  <inkml:trace contextRef="#ctx0" brushRef="#br0" timeOffset="184607.91">6357 9833 214 0,'0'0'120'0,"0"0"-59"15,0 0 23-15,0 0-1 16,0 0-39 0,0 0-26-16,-2-1-11 0,2 1-3 0,0 0-3 15,0 0-1-15,0 1-1 32,0 20 1-32,-3 8 2 15,1 6-1-15,0 3-1 16,0 5 1-16,-1 1-1 0,-1 2 2 15,0 0-2 1,1-5 0-16,1-2 0 0,-3-7 1 16,3-9-1-16,0-4 1 15,2-7-1-15,-2-4 0 0,2-3 1 16,-2-5 0-16,2 2 2 16,0-2 0-16,-3 0 12 15,3 0 63-15,0 0-10 16,0-5-17-16,0-13-51 15,5-5 2-15,10 4-2 16,3-3 0-16,0 1 0 0,0 6 0 31,2 0-2-31,0 8 1 16,0 2 1-16,1 5-1 16,-6 0-3-16,-1 0 2 15,-4 9 0-15,-3 9 0 16,-7 4-9-16,0 2 2 0,0 0 8 15,-7-2-4-15,-7-2 4 16,-1-4-1-16,-3-2 0 16,1-2 2-16,-6-4-4 0,1-3 2 15,2 0-3-15,2-5-9 16,7 0 7-16,7 0-1 16,1-5 3-16,3-15-18 15,0-4-27-15,14-1 20 0,8-3 27 16,-2 1 3-16,-2 8 1 15,-3 5 0-15,-5 4 20 16,-4 3 14-16,1 6-16 16,-1 1-12-16,2 0-7 15,-1 0 0-15,1 0-3 16,0 13 2 0,0-1-4-16,-2 2-8 15,1 1-23-15,3-5-21 16,3-5-34-16,6-5-24 15,-1 0-99-15</inkml:trace>
  <inkml:trace contextRef="#ctx0" brushRef="#br0" timeOffset="184823.67">6716 9988 593 0,'0'0'128'15,"0"0"-85"-15,0 0 6 16,0 0-36-16,0 0-13 15,0 0-6-15,-14 18-1 16,14 16 7-16,0 4 1 0,0 1-1 16,-4 0-1-16,1 1-23 15,-3 0-70-15,-3 1-56 16,0-7-1-16,-4-6-123 31</inkml:trace>
  <inkml:trace contextRef="#ctx0" brushRef="#br0" timeOffset="184946.2">6598 10301 582 0,'0'0'59'16,"0"0"-1"-16,0 0-34 16,0 0-24-16,0 0 0 15,0 0-9-15,174-43-202 0</inkml:trace>
  <inkml:trace contextRef="#ctx0" brushRef="#br0" timeOffset="185848.77">8668 9964 679 0,'0'0'84'16,"0"0"-17"-16,0 0-11 15,0 0-31-15,0 0-14 16,0 0-11-16,0-4-1 16,0 16-4-16,0 13 5 15,-10 6 0-15,-4 5 0 0,3 4 0 16,-3 3 0-16,-1 0 0 16,1 2-33-16,-2-1-13 15,-1-2-49-15,4-6-91 16,6-10-10-16</inkml:trace>
  <inkml:trace contextRef="#ctx0" brushRef="#br0" timeOffset="186213">8849 10104 258 0,'0'0'525'0,"0"0"-510"15,0 0-15-15,0 0 5 16,0 0-5-16,0 0 0 16,0 0-3-16,-15 23 3 0,1 0 1 15,1-5-1-15,3-1 0 16,6-6 0-16,2 1 0 16,2-1 0-16,0-1 0 15,0 0-3-15,0-2 2 0,0 1 0 16,6 2 1-16,4 1 0 15,3 0-1-15,0 2 1 16,1 0 1-16,-1 0 0 16,1 0 0-16,-1 2-1 15,-7 0-1 1,1 0 0-16,-7 0 1 0,0 3-35 0,-7 0-33 16,-19-3-39-16,-1-5-50 15,0-11-72-15</inkml:trace>
  <inkml:trace contextRef="#ctx0" brushRef="#br0" timeOffset="186365.71">8795 10156 648 0,'0'0'14'0,"0"0"14"0,0 0-6 16,0 0-16-16,0 0-3 15,0 0-3-15,143-67-2 16,-101 67-44-16,-3 0-219 15</inkml:trace>
  <inkml:trace contextRef="#ctx0" brushRef="#br0" timeOffset="187129.47">9219 10080 452 0,'0'0'281'0,"0"0"-229"0,0 0 5 0,0 0-34 16,0 0-15-16,0 0-8 15,-3-6-4-15,3 26 0 16,0 8 4-16,0 4 3 16,0 4-2-16,-2 0 0 15,-4 3-1-15,0-2 0 0,2 0 0 16,2-4 0-16,2-8 0 15,0-4-1-15,0-7 0 16,0-2-2-16,0-9 0 16,0-1-2-16,0-2 3 15,0 0 2-15,0 0 2 0,0 0 11 16,6-8 18-16,13-18-11 16,8-8-17-16,-3 2 1 15,-1 6-4-15,-4 2 1 16,4 4 1-16,-3 4-1 15,0 4-2-15,0 5 1 16,0 6-1 0,-2 1-1-16,0 0 0 15,-4 1-2-15,1 18 0 16,-4 5-1-16,-1 3 4 16,-8 4-3-16,-2-2 3 15,0 2-8-15,0-6-12 16,0-2-1-16,-12-5-2 15,-1-4 18-15,-1-6 5 0,-1-2 1 16,-1-2 0-16,1-4 3 0,-1 0-3 16,3 0 0-16,1 0-6 15,8-14-7-15,4-6-18 16,0-5 9-16,0-4 21 16,4 0 1-16,10 3 1 15,-1 3 5 1,3 2 0-16,-1 4 8 15,3-1-14-15,5 4 2 16,-6 1-4-16,3 6 2 16,3 0-2-16,-4 7 2 15,2 0 0-15,-3 0-2 16,-3 0 0-16,-1 0 0 16,-5 9-9-16,-5-2-34 0,-2 2-12 15,0-1 33-15,-2-2 22 16,0 0-7-16,0 0-43 15,0-3-33-15,5 2-14 16,4-5-72-16</inkml:trace>
  <inkml:trace contextRef="#ctx0" brushRef="#br0" timeOffset="187406.09">9930 9985 404 0,'0'0'177'0,"0"0"-20"0,0 0-41 16,0 0-57 0,0 0-27-16,0 0-25 15,0-15-7-15,0 15-4 16,0 12-4-16,0 14 7 16,0 9 1-16,3 4 3 15,-1 3-2-15,-2 5 1 16,0-3-2-16,0 2 0 15,0 0 0-15,0-6-15 0,0-2-56 16,0-5 13 0,-10-7-111-16,-1-9-34 15,3-11-166-15</inkml:trace>
  <inkml:trace contextRef="#ctx0" brushRef="#br0" timeOffset="187568.31">9908 10267 779 0,'0'0'43'16,"0"0"-4"-16,0 0-4 15,0 0-28-15,0 0-7 16,0 0 0-16,116-16-2 16,-41 8-132-16,-10-2-511 0</inkml:trace>
  <inkml:trace contextRef="#ctx0" brushRef="#br0" timeOffset="189325.28">12211 9904 72 0,'0'0'431'0,"0"0"-382"16,0 0 5-16,0 0 4 15,0 0-6-15,0 0-23 16,-8-9-12-16,8 9-6 16,0 0 4-16,0 0-1 15,0 0-2-15,0 0-4 16,0 0 0-16,0 0-1 0,0 0 1 15,0 0-6-15,0 0 1 16,3 0-3-16,15 0 1 16,2-2 1-16,7 2-2 15,-2 0 1-15,-6 0-1 16,-1 0 0-16,-7 0-3 0,-7 7 2 16,-4 5-5-16,0 6 6 0,0 5-6 15,-21 4 6-15,-13 4 4 16,-4-6-4-16,7-4 0 15,2-2 1-15,9-5 0 16,8-3-1-16,6-8 0 16,6 1-1-16,0 1 0 15,0 2-4 1,4 4 1-16,19 2 0 16,8-3 4-16,-2 2 1 15,0-2-1-15,-9 0 0 16,-7 0 0-16,-6-1 0 15,-5-4-2-15,-2 2-13 16,0 2-20-16,-13 4 25 16,-22 1 10-16,-8 0-1 0,-1-2-14 15,-4-4-27-15,6-2-12 16,7-2-32-16,12-4-34 16,19 0-11-16,4-3-103 15</inkml:trace>
  <inkml:trace contextRef="#ctx0" brushRef="#br0" timeOffset="189991.61">12481 9830 699 0,'0'0'31'0,"0"0"-8"0,0 0-8 15,0 0-4-15,0 0-11 16,0 0-1-16,8 44 1 15,-6-8 3-15,1 2 1 16,-1 2-4-16,-2 3-1 16,0 2 1-16,0 1 0 15,-2-2 1-15,-5-7 0 16,1-7-1-16,0-10 0 16,4-6-2-16,0-6 2 0,2-4 0 15,0-4-1-15,0 0 1 16,0 0 6-16,0 0 0 15,0 0 20-15,0-6 15 0,12-18-14 16,11-8-26 0,10 0-1-16,-5-1 1 0,-1 5 1 31,-3 8-2-31,-2 5 0 0,-4 6 0 16,0 5-1-16,1 4-1 15,-2 0-5 1,1 6 5-16,-3 13 0 15,-3 8-2-15,-6 4 1 16,-6-4 1-16,0 2-3 16,0-5 3-16,-4-5-17 0,-15-2 0 0,-3-3 11 15,-7-4-3-15,-4 0 1 16,2-5-11-16,4-5-7 16,10 0 19-16,6 0 9 15,8-3 2-15,3-9-1 16,0-6-1-16,16-5 0 0,13 1-8 31,4 1 8-31,0 0 1 16,-6 5-1-16,-6 4 8 15,-11 6 15-15,-3 5 5 16,-5 1-7-16,-2 0-17 0,4 0-4 16,4 0 0-16,1 14 0 15,-3 2-1-15,0 2-21 16,0-1-70-16,-2-1-90 0,5-5 12 15,1-9-65-15</inkml:trace>
  <inkml:trace contextRef="#ctx0" brushRef="#br0" timeOffset="190215.55">12940 9904 542 0,'0'0'199'0,"0"0"-139"0,0 0-19 16,0 0-39-16,0 0-2 16,0 0-10-16,0 49 10 15,0-5 1-15,0 2-1 16,0-3 2-16,0 2-2 16,0-5-25-16,0-1-72 0,0-2-122 15,-8-9-72 1</inkml:trace>
  <inkml:trace contextRef="#ctx0" brushRef="#br0" timeOffset="190374.41">12904 10135 693 0,'0'0'171'0,"0"0"-160"15,0 0 3-15,0 0-14 16,0 0-6-16,0 0 4 15,154-41-17 1,-90 25-257-16</inkml:trace>
  <inkml:trace contextRef="#ctx0" brushRef="#br0" timeOffset="-206903.01">3983 9284 481 0,'0'0'11'0,"0"0"74"0,0 0-45 0,0 0-27 16,0 0-13-16,0 0 0 16,0-3-6-16,0 3-3 15,0 0 3-15,0 0 1 16,0 0 1-16,0 0 3 15,0 0-2-15,0 0-3 16,0 0 1-16,0 0 2 0,0 0-4 16,0 0-2-16,0 0 4 15,0 0 5-15,0 0-2 16,0 0-2-16,0 3-22 16,0 6-55-16,0 0 31 15,-2-1-125-15</inkml:trace>
  <inkml:trace contextRef="#ctx0" brushRef="#br0" timeOffset="-194118.34">11312 9756 80 0,'0'0'256'0,"0"0"-227"0,0 0 20 15,0 0 2-15,0 0-7 16,0 0-4-16,-4-7-15 15,4 7-5-15,0 0 0 16,0 0 8-16,0 0-6 16,0 0-14-1,0 0 2-15,0 0-2 16,0 0-4-16,0 0 3 16,0 0-1-16,0 0-1 15,0 0 0-15,0 0 0 16,0 0-4-16,2 0-1 15,18 0 8-15,7 0-2 16,-1 0-4-16,5 0-1 0,1 0 1 16,2 0 0-16,1 0-2 15,1 0 2-15,-3 0-2 16,2 0 0-16,3 0 1 16,1 0 0-16,3 0 1 15,-2 0-2-15,-2 0 3 16,0 0-1-16,-3 0 0 15,5 0 6 1,-2 0 3-16,2 0-8 0,-6 0-1 16,-1 3-2-16,0-2 2 15,1 3 1-15,11-1-2 16,1 0 0-16,2 1 2 16,1 1-3-16,-9-2 0 15,-3 1 1-15,-4-4 0 0,1 2 0 16,-5-2 0-16,-4 0 4 15,-3 0 4-15,-6 0 0 16,0 0-6-16,-1 3-3 16,7-1 0-16,5 1 4 15,4 4-4-15,5-3 0 16,5 2 0-16,5-1 0 0,5-2 0 16,5-2 0-16,-1-1 1 0,-1 3 1 15,-5-3-2-15,-2 0 1 16,-4 0-1-1,-8 0 1 1,-8 0 2-16,-8 0-2 0,-7 0 0 0,-3 0 4 16,-1 0 14-1,2-3-8-15,-2 2-4 16,9-2 2-16,2-1-4 16,8 0-4-16,6 2 0 15,8 1-1-15,-1-1 1 16,-2 2-1-16,-3 0 0 15,-2 0 2-15,-1 0-2 16,-3 0 1-16,0 0 1 0,0 0-1 16,-2 0-1-16,2 0 1 15,0 0-1-15,0 0 0 16,0 0 0-16,2 0 1 16,2 0-1-16,5 0 0 15,-3 0 0-15,2 0 3 16,-8 0-3-1,-5 0 0-15,-8 0 0 0,-6 0 1 0,-5 0-1 16,-2 0 1-16,-3 0 0 16,0 0-1-16,0 0 2 15,0 0-1-15,0 0 1 16,0 0 0-16,0 0-2 16,0 0 0-1,0 0 2-15,0 0-4 0,0 0 0 16,0 0 2-16,0 0-1 15,0 3 0-15,2 7 1 16,2 9-1-16,1-3 0 16,-1 3 1-16,-2 2 0 15,0-1 0-15,0 1 0 16,1 3 1-16,-1 1-2 0,-1 1 1 16,3 0 0-16,0 2 0 15,-1 0 0-15,3-2-2 16,-3 0 2-16,0-2-1 15,2-2 1-15,-3 1-1 16,-2-4-1-16,0-3 2 16,0 0 0-1,0-5 0-15,0-3-2 16,0-2 2-16,0-2 0 0,0 2 1 16,0-3 2-1,0 0-2-15,0-3 0 0,0 2-1 16,0-2-1-16,0 2-3 15,0 4 4-15,0 1 3 16,0 0-2-16,-2 0 0 0,0 2-1 16,-4-1 0-16,5 0 0 15,-3 2 0-15,2-1 0 16,0 2-1-16,-1 1 1 16,-1 0 1-16,0-1-1 15,3-2 0-15,1-4 1 16,-2-2-1-1,2-3 0-15,0 2 0 16,-3-2 0-16,-5 2-6 16,-10 3 6-16,-2-2 5 15,-9 3-1-15,4-2-3 16,-4-2-1-16,-10 0 1 16,-9 1 1-16,-12-2-1 15,-9 1-1-15,-2 2 1 0,-3 1-1 16,3 2 1-16,-1 3-2 15,-1 7 0-15,-5 0-8 0,-2 6-79 16,6-8-165-16</inkml:trace>
  <inkml:trace contextRef="#ctx0" brushRef="#br0" timeOffset="-192115.83">3238 9230 655 0,'0'0'47'0,"0"0"4"16,0 0-16-16,0 0-18 15,0 0-3-15,0 0-11 16,0 0-1-1,0 19-2-15,-2-2 1 16,-3 3-1-16,-1 4 0 16,-4 5 0-16,0 0 2 15,-5 5-1-15,-2 4-1 16,-1 3 1-16,3-2-1 0,-1-4 1 16,1-1-2-16,4-8 1 15,-1-5 0-15,2 0 0 0,3-7 0 16,0-3-23-1,2-11-80-15,0 0-101 0,4-14-147 16</inkml:trace>
  <inkml:trace contextRef="#ctx0" brushRef="#br0" timeOffset="-191824.12">3293 9242 526 0,'0'0'145'15,"0"0"-139"-15,0 0-5 0,0 0 0 16,0 0 8-16,0 0 3 16,72 22-3-1,-54-4 4-15,-1 5-6 16,-3-2-2-16,-3 4-2 16,-2 2 1-16,-4 6 2 0,-1 2 1 15,-4 4-5 1,0 1 0-16,0-1 1 0,0-4-2 15,0-3 1-15,-6-4-2 16,-6-5 0 0,-1-6 0-16,-6-1-11 15,0-5-75-15,-5-4-47 0,-1-7-76 16</inkml:trace>
  <inkml:trace contextRef="#ctx0" brushRef="#br0" timeOffset="-191648">3129 9532 632 0,'0'0'69'15,"0"0"-7"-15,0 0-14 16,0 0-35-16,0 0-7 16,0 0-3-16,134-67-2 0,-68 55-1 15,11 3-1 1,-4 4-48-16,-2-2-257 15</inkml:trace>
  <inkml:trace contextRef="#ctx0" brushRef="#br0" timeOffset="-190876.37">5396 9228 315 0,'0'0'523'0,"0"0"-463"0,0 0 2 16,0 0-19-16,0 0-27 15,0 0-16-15,0-4 1 16,0 4-1-16,0 0-4 16,0 11 0-16,0 12 1 15,0 5 3-15,-2 2 0 0,-7 5 0 16,0-4-4-16,0 1-6 16,0-2-12-16,2-2-22 15,-3-3-10-15,7-7-21 16,-2-4-54-16,5-6-75 15,0-8-34 1</inkml:trace>
  <inkml:trace contextRef="#ctx0" brushRef="#br0" timeOffset="-190359.69">5431 9261 293 0,'0'0'287'0,"0"0"-196"16,0 0 3-16,0 0-59 15,0 0-2-15,0 0-3 0,51-113-18 16,-26 96-10-16,7 1-2 16,3 2 0-1,3 0 1-15,3 5-1 0,1 4-3 16,-7 5 3-16,-4 0 0 0,-2 10-1 16,-8 11-5-1,-4 3 2-15,-10 2 1 0,-7 2-3 16,0 0 1-16,-7-3-3 15,-15-2 6-15,2-7 2 16,5-8-2-16,7-4 2 16,4-4 4-16,4 0 0 15,0 0 7-15,0 0 7 16,0 0 7 0,0 0-10-16,2 0-11 15,16-8-2-15,5 2-2 16,-2 4-2-16,2 2 1 15,2 0 0-15,-3 0 0 16,0 6-3-16,-4 11 0 16,-5 6-1-16,-3 0 0 0,-8-2 3 15,-2 0-3-15,0-5-3 0,0-4 3 16,-23 2 5-16,-9-1 2 16,-4-1 1-16,-12 0-2 15,2-1 1-15,1-3-2 16,3-2 0-16,6-5-8 15,7-1-26-15,0 0-56 16,7 0-92 0,1 0-148-16</inkml:trace>
  <inkml:trace contextRef="#ctx0" brushRef="#br0" timeOffset="-188909.25">8953 9224 514 0,'0'0'78'16,"0"0"0"-16,0 0 17 16,0 0-35-16,0 0 1 15,0 0-23-15,-4-21-17 0,4 21-6 31,-2-3-1-31,0 1-2 0,-3 0-4 16,-1 0 0-16,2 2-7 16,-8-3-1-16,1 3-1 15,-5 0-3-15,-1 0 4 16,-2 0 0-16,-2 5-1 16,5 5-1-16,-5 4 2 15,4 1-1-15,1 2 1 0,-1 5-2 16,3 0 2-16,-1 4-1 15,1 0-3-15,7 0 4 16,3 0-2-16,4 2 1 16,0 2 0-16,0 1 0 15,9 0-9-15,13 1-1 0,12-3-15 16,13-5 3-16,23-7-26 16,20-17-104-16,10 0-335 15</inkml:trace>
  <inkml:trace contextRef="#ctx0" brushRef="#br0" timeOffset="-187891.91">12558 9157 323 0,'0'0'226'16,"0"0"-155"-16,0 0 45 16,0 0-35-16,0 0-12 0,0 0-16 15,-11-15-15-15,11 15-22 16,0 0-6-16,-2 0-8 15,2 0-2-15,-2 0 0 16,-1 2-4-16,-4 16 0 16,1 9 4-16,-2 8-1 15,1 2 1-15,5 2-1 0,-4 3 0 16,1 2 1-16,5 1-1 0,-1-2-32 16,1-6-39-16,0-5-63 15,-2-11-126-15,-3-12-113 31</inkml:trace>
  <inkml:trace contextRef="#ctx0" brushRef="#br0" timeOffset="-187470.55">12489 9110 560 0,'0'0'93'16,"0"0"-65"-16,0 0 35 15,0 0-14-15,0 0-8 16,0 0-21-16,56-54-17 16,-31 51-3-16,3 1 0 15,6 2 0-15,0 0 2 16,0 0 0-16,-2 2-1 15,-1 9-1-15,-2 0 0 16,0 8 0-16,-4 1 0 16,-1 4-1-16,-2 2 0 15,-3 1 1-15,-4 4-1 16,-3-1-3-16,-9 2 4 16,2 0 0-16,-5 0 0 0,0 1 1 15,0-3-1-15,0-1-1 16,-2 0 1-16,-10-5-1 15,-9 0 1-15,-11-4 0 16,-23 4 1-16,-26 0-1 16,-26-2-49-1,-17-5-185-15,-15-5-283 0</inkml:trace>
  <inkml:trace contextRef="#ctx0" brushRef="#br1" timeOffset="-178754.7">14302 10599 287 0,'0'0'82'0,"0"0"-49"0,0 0 14 15,0 0 7-15,0 0 12 16,0 0-18-16,-8 0-19 16,8 0 9-16,0 0 7 15,-2 0-10-15,2 0-4 16,-4 0-13-16,2 0-11 0,-3 0-3 16,0 0-3-16,0 0 0 15,-3 0-1-15,0 0-2 16,-3 0 2-16,1 0 0 15,6 0 0-15,2 0 0 16,2 0 0-16,-2 0 0 16,-8 0-2-1,2 0 1-15,-4 7 1 16,0 2 0-16,-2 2 0 16,0 1-1-16,3-2 1 15,0-1 0-15,5 2-1 16,-3-2 1-16,-1 0 0 15,4 1 0-15,2-5 0 16,1 4 1-16,1-4-1 0,0 2 0 0,0 1-2 16,0 2 4-1,-1-3-3-15,3 4 1 0,-5-2 0 16,3-2-1-16,-1 3 2 16,0-1 0-16,3 0-1 15,0 1 0-15,0 0-1 31,0-2-1-31,0 1 2 0,0-2 0 16,0-2 0-16,0 2 0 16,0-1 1-16,0-2-1 15,0 2 0-15,0-2-1 16,0-2 1-16,0 0 0 16,0 2-3-16,3 0 1 15,2-2 1-15,7 3 2 0,-3-3-2 16,2 1 2-16,5-1 1 15,-1-2 0-15,-2 0-2 16,3 0 1-16,-2 0 3 16,-4 0-4-16,4-2 3 15,-3-8 9-15,0-2-1 0,3-3-5 16,-5 1 11-16,1 2-8 16,0-1 2-1,-4 3 5-15,-1 1-7 0,-3 2 6 16,2 0-3-16,-2-6-4 15,4 3 2-15,-2-2-3 16,0-2-4-16,1 2 4 16,-3 1-3-16,-1-2 6 15,2 1-7-15,-3-2 6 16,0 0-6-16,0 0 1 16,0-2 8-16,0 2-10 15,0 0-2-15,-15 1-2 16,-16 12-25-16,-26 1-38 15,-11 0-113-15,-17 8-506 0</inkml:trace>
  <inkml:trace contextRef="#ctx0" brushRef="#br1" timeOffset="-176119.58">10907 10940 99 0,'0'0'27'16,"0"0"85"-16,0 0-18 15,0 0-11-15,0 0 2 16,0 0 1-16,0-8-14 16,0 8 2-16,0-2-6 15,0 2-16-15,0-2-29 16,0 2-14-16,0 0-5 15,0 0-4-15,0 0 0 0,0 0 0 16,0 0-4-16,0 0 3 16,10 0 0-16,9-2-1 15,5 1 3-15,2-2-1 16,-1-1 1-16,2 3-1 16,0-2 0-16,-9 1 0 15,-7 2 0-15,-5-2 0 0,-6 2-2 16,0 0 0-16,0 0 1 15,0 0-10-15,0 0 5 16,-2 0 6-16,-12 15 4 16,-1 0 1-16,0 0-1 15,-1-2-3-15,1 2-1 16,-6-1 0 0,5-3 1-16,3 2 1 15,5-7-1-15,6-3-2 16,2-3 1-16,0 2-5 0,0-2-6 15,0 5-8-15,10-1 6 16,13-1 13-16,4 0 4 16,-4-3-2-16,2 1-1 15,-4 3-1-15,-6 1 0 0,-1 2-1 16,-6 0-1-16,-6 5-2 16,-2 2-3-16,0 2 4 15,0 0-5-15,0 0 8 16,-4 0 1-16,-11 0 3 15,-8-2-3-15,-8 2-1 16,-12-2 4 0,-3-2-1-16,-8-2 2 15,3-6-4-15,2-2 3 16,6-2-3-16,10 0-1 16,6 0 20-16,10-2 4 15,4-7 5-15,10-3-7 0,1 5-9 16,2-3 5-1,0 4-18-15,0 0-2 0,0 3-47 16,0 3-171-16</inkml:trace>
  <inkml:trace contextRef="#ctx0" brushRef="#br1" timeOffset="-173498.11">7012 10930 675 0,'0'0'48'0,"0"0"0"16,0 0 23-16,0 0-30 15,0 0-15-15,0 0-22 0,-9-4-2 16,9 4-2-16,0 0-5 16,0 0 3-16,-2 2 0 31,-2 18 2-31,-5 7-3 0,-2 2 3 0,1 6 0 16,1 1 0-16,2 2 0 15,1 2-2 1,4-2-42-16,0-3-45 15,2-4-35-15,0-7-66 16,0-9-58-16</inkml:trace>
  <inkml:trace contextRef="#ctx0" brushRef="#br1" timeOffset="-172958.08">7333 10926 702 0,'0'0'5'15,"0"0"40"1,0 0-41-16,0 0-4 16,0 0 0-16,0 0-3 15,-100-12 0-15,77 15 3 16,3 8-2-16,3 1 2 15,1 3-2-15,7-3 0 16,5 0-1-16,2-1 0 16,2 2 1-16,0-3-2 0,0 2-2 15,8-2-1-15,15-1-4 16,6 2 11-16,4-2 1 16,3-2-1-16,-8 3 0 15,2 2 2-15,-10-2-4 16,-7 2 1-16,-4 0 1 0,-5 3-4 15,-1 0 2-15,-3 3 0 16,0 1 2-16,-12 4 1 16,-8-1 2-16,-4-6 0 15,0 1 0-15,1-10 1 0,0 1-2 16,2-3-2 0,0-5 3-16,3 0 2 0,1 0 10 31,-1 0 14-31,5-3 41 0,3-13-29 0,2-4-9 15,8-10-14 1,0-11-18-16,6-8-11 0,35-8-34 16,7-2-43-16,4 2-276 15</inkml:trace>
  <inkml:trace contextRef="#ctx0" brushRef="#br1" timeOffset="-169923.15">3983 10882 632 0,'0'0'122'0,"0"0"-119"0,0 0 3 15,0 0-6 1,0 0-2-16,0 0 2 16,0-4-7-16,0 4 0 15,6 0 7-15,10 0 6 0,2 0-4 16,-2 0-2-16,1 0 0 15,-1 0 0-15,-3 8 1 16,0 3-2-16,-3-4 1 16,-2 3-2-16,-3 1-1 0,-5 0-1 15,0 3 3-15,0 3 1 16,0 5 0-16,-15-3 1 16,-5 3 1-16,4-4-1 15,0-2 0-15,5-4 1 16,4-3-2-16,2-5 1 15,3-3-1 1,2-1 1-16,0 0-1 16,0 0 0-16,0 0-5 15,0 0 3-15,7 3 2 16,9 1 1-16,2 0 0 16,1 0 0-16,2 1-1 15,-5 0 0-15,1 2-1 16,-8-2 1-16,-5 1-1 0,-4 0-3 15,0 3-8-15,-4 6 12 16,-22 2 2-16,-6 4 1 16,-8-1 0-16,0-3-3 15,-3 0-1-15,6-7-17 0,8-2-7 16,8-4-49-16,15-4-74 16,6 0-6-16</inkml:trace>
  <inkml:trace contextRef="#ctx0" brushRef="#br1" timeOffset="-169475.32">4199 10962 575 0,'0'0'41'15,"0"0"-23"-15,0 0-6 16,0 0-1-16,0 0 1 15,0 0-6-15,80-30-2 16,-66 28-2-16,-1 2 2 16,-2 0 8-16,-2 0-7 0,0 0-4 15,2 0-1-15,-2 0-1 16,0 0 0-16,-6 6-6 0,0 4 0 16,-3 6 7-16,0 3 0 15,0 4 5-15,-21 3 5 16,-4 1-5-16,0-3-4 15,5-6 1 1,8-7 0-16,9-4 0 16,3-5-2-16,0 1 0 15,0-3-4-15,2 5 1 16,16-1 3-16,4 0 4 16,2 0 1-16,1 0 0 15,-5 0-3-15,-8 0 2 16,-4 2-4-16,-6 2-1 0,-2 7 1 15,-13 12-7-15,-30 5-3 16,-21 6-71-16,-10-4-179 16</inkml:trace>
  <inkml:trace contextRef="#ctx0" brushRef="#br1" timeOffset="-138409.57">11553 9286 134 0,'0'0'274'0,"0"0"-248"0,0 0 19 16,0 0 34-16,0 0-21 16,0 0-19-16,0 0-16 15,0-4-5-15,0 4 1 0,0 0 4 16,0 0-4-16,0-1-5 15,0-2-9-15,-9 1-5 16,-5 2 1-16,3-2-1 16,3 0 0-16,0 0 2 15,2 0-2 1,2 0 1-16,-1 2 0 16,-1-5 2-16,2 5-2 15,-2-5 0-15,6 1 0 16,-2 1 0-16,2 1 0 15,0-3-1-15,0-2-6 16,0 4 6-16,0-1 0 16,0 0-2-16,8 0 2 0,-1 2-3 15,1-1 1-15,2 2-3 0,4 1 5 16,-3 0-3-16,1 0 2 16,-1 0-1-16,-3 0 0 15,-2 0 1-15,2 0-3 16,-1 6 4-16,-3 2 0 15,0 2 0 1,1 1-1-16,-3 1 1 16,3 1 1-16,-3-1-1 15,-2 2-2-15,0 2 2 16,0 2 0-16,-7 2 2 16,-10 4-2-16,-4 0 0 15,-4 0 2-15,2-2 2 16,-1-1-3-16,3-4 1 0,0 0-2 15,2-3 0-15,-2-2 1 16,3-2-1-16,3-2 1 16,-3-3 1-16,3 0-1 15,3-1-1-15,5-4 6 16,3 0 13-16,4 0 3 16,-2 0-1-16,0 0-2 0,-2 0 8 15,4-10-1-15,0-2-26 16,0 0 13-16,0 0-11 15,0 3-2-15,0-3 0 0,0 7 0 16,6-1 0-16,3-1 0 16,5 3-3-16,-5 1 3 15,4 1 0 1,-6 2-2-16,-1 0 1 16,1 0 1-16,-3 0-2 15,3 0 1-15,-2 0-1 16,1 0 2-16,0 2-4 15,3 5 4-15,1 6 0 16,3 1 1-16,3 0-1 16,3 4-1-16,2-1 1 0,3 2 0 15,3-1 1-15,2 0-1 16,4-3-19-16,3-1-55 16,0-1-54-16,-3-5-131 15,-4-6-161-15</inkml:trace>
  <inkml:trace contextRef="#ctx0" brushRef="#br1" timeOffset="-138169.3">11646 9605 473 0,'0'0'78'16,"0"0"-77"-16,0 0-1 16,0 0-54-1,0 0-145-15</inkml:trace>
  <inkml:trace contextRef="#ctx0" brushRef="#br1" timeOffset="-123359.62">7500 9307 118 0,'0'0'110'0,"0"0"-105"0,0 0-3 15,0 0 5-15,0 0 18 16,0 0 8-16,-13-5 5 0,13 3 3 16,-2 0-4-16,2 0-5 15,-3 2-2-15,3 0 38 16,0 0-12-16,-2 0-20 16,2 0-5-16,-2 0-12 15,2 0-7-15,-2 0-11 16,2 0 2-1,0 0-3-15,0 0 0 16,0 0 0-16,0 0 0 16,0 0-1-16,0 0 1 15,0 0 0-15,0 0 1 16,0 0-1-16,0 0-1 0,0 0-1 16,0 0 1-1,0 2-2-15,0 12 3 0,-2 0 2 0,0 0-2 16,2 2 0-1,0 0 1-15,0 4-1 0,0-1 0 16,0 2 0-16,0 2 2 16,0-4-2-16,0 1 0 15,0 1 0-15,0-1 0 16,0-3 0 0,0 2 1-16,0-1-1 15,0 0 0-15,-2 2 0 16,-6-2 0-16,-5 2-1 15,1 0-6-15,-1-6-103 16,5-6-65-16,6-8-131 16</inkml:trace>
  <inkml:trace contextRef="#ctx0" brushRef="#br1" timeOffset="-122751.98">7600 9388 409 0,'0'0'53'0,"0"0"31"15,0 0-20 1,0 0-23-16,0 0 0 15,0 0-17-15,0 0-10 16,0 0-4-16,0 0-1 16,-1 0 17-16,-2 0-3 15,3 0-1-15,0 0-4 16,0 0-11-16,0 0-6 16,0 0 0-16,0 0-1 15,0 0-1-15,0 0 0 0,0 0 0 16,0 0-1-16,0 0 2 15,14 0 0-15,10 0 0 0,2 0 0 16,6 0 3 0,6 0-3-16,-3-3 0 0,4-4 2 15,-4-1 2 1,-6 3-4-16,-9 0 1 16,-8 5 1-16,-8-2-2 15,-4 2 0-15,0 0 3 16,0 0 8-16,0 0-5 15,0 0-3-15,0 0-3 16,0 0-3-16,0 0 1 16,0 0 0-16,0 9 2 15,0 9 3-15,0 3 2 0,-7 1-4 16,-2 0 1-16,2 2-1 16,-1 3-1-16,-4 4 0 15,-1 6 1-15,-3 4-2 16,-1 0 1-16,2 5-21 15,5-3-128-15,-1-16-205 16</inkml:trace>
  <inkml:trace contextRef="#ctx0" brushRef="#br1" timeOffset="-120248.61">4264 9367 347 0,'0'0'56'16,"0"0"39"-16,0 0 3 15,0 0-34-15,0 0-35 16,0 0-24-16,-5-7-3 15,5 7-2-15,0 0 0 0,0-2 4 32,0 2-3-32,0 0 8 15,0-2 4-15,0 2-5 0,5 0-6 16,8 0 3 0,5 0 2-16,4-2-7 0,2-1 0 15,5-2 2-15,2 1 0 16,-2-2 1-16,-2 2-2 15,-4 0 0-15,-7 2-1 0,-5 0 0 16,-7 2 1-16,-4 0-1 16,0 0 0-16,0 0-2 15,0 0-2-15,0 0 4 16,0 2 0-16,-4 12 1 16,-10 6 1-16,1 1 3 15,0-3-4-15,-1-3 1 0,3 2 0 16,-1-4-2-16,1 1 1 15,-1 2 1-15,0 0-2 16,-1 0 0-16,4-2 2 16,3-3-2-16,6-3 0 15,0-4 0-15,0 0-2 0,0-4 0 32,0 2-1-32,15 0 3 15,2-1 4-15,-1 2-3 16,-4 1 2-16,-1-2-3 15,-5 1-3-15,-4 2 3 0,0-1-1 16,-2 1-3-16,0 2-1 16,0 3 5-16,-16 2 0 15,-8 3 6-15,-4-6-5 0,1-1 4 16,1-2-4-16,6-4 3 16,10 0 7-16,0-2-7 15,7 0 3-15,-2 0-7 16,0 0 0-16,-2 0-14 15,-1 0-57-15,2 0-133 16,-4 0-54 0</inkml:trace>
  <inkml:trace contextRef="#ctx0" brushRef="#br1" timeOffset="-119400.09">4825 9381 251 0,'0'0'75'16,"0"0"-70"-16,0 0 2 16,0 0 2-16,0 0 4 15,0 0-5-15,-16 0-5 16,16 0-2 0,-1 0 9-16,-2 0 47 15,1 0 9-15,0 0-24 16,0 0-13-16,2-4-1 15,0-1 25-15,0 0-37 16,0-2-9-16,0 1-6 16,0 0-1-16,0 4 0 15,0-2 0-15,0 1 7 0,9-4-6 16,1 1-1-16,4-1 0 0,-1 4-1 16,-4 3 0-16,0 0 1 15,-4 0-3-15,1 0 1 16,1 6 2-16,-3 8-1 15,-4 4 1-15,0 5 0 16,0 0 4 0,0 5-3-16,-2-1 2 15,-12 1-2-15,1-5 1 16,0-2-1-16,0-1 1 16,-3-3-1-16,-4 2 0 15,0 1 1-15,-5-4 1 0,1 1-1 16,1-2 0-16,2-5 0 15,2-3-1-15,6 0 1 16,2-5 3-16,1-2 2 16,5 0 1-16,0 0 10 15,3 0 30-15,-1 0-17 0,3 0 5 16,0-4-21-16,0-8-8 16,0-4-3-16,0 2-3 15,14 0-1 1,-3 2 0-1,0 6-2-15,0 0 1 0,0 6-1 16,3 0 2-16,-3 0-3 16,1 0 2-16,-2 0-1 15,3 0 1-15,-1 10-3 16,3 0 2-16,3 4 1 16,5 0 0-16,5 1-10 0,13-6-47 15,9-3-65-15,6-6-194 16</inkml:trace>
  <inkml:trace contextRef="#ctx0" brushRef="#br1" timeOffset="-59844.7">2092 10802 238 0,'0'0'22'0,"0"0"3"0,0 0-18 15,0 0-3-15,0 0 7 16,0 0 5-16,0 0 8 16,0 0 3-16,0 0 14 15,0 0 6-15,0 0-3 16,0 0-8-16,0 0-11 15,0 0-20-15,0 0-4 0,0 0-1 16,0 0 1-16,0 0-2 16,0 0 0-16,0 0-1 15,0 0 2-15,0 0 0 16,0 0 0-16,0 0 2 16,0 0-2-16,0 0 1 15,0 0-1 1,5 0 6-16,8 0 7 15,0 0-3-15,3-4-5 16,2-1-1-16,0-4-4 0,2 1 2 16,3-1 2-1,-4-2 0-15,1 2 3 0,-2 2 0 16,-4 2 0 0,-8 5-7-16,-4 0-1 0,-2 0 1 0,0 0-6 15,0 0-9-15,0 7 15 16,0 11 4-16,0 0 3 15,-6 0-6-15,-3-2 4 16,-4 2-3-16,1 3-2 16,-4-1 4-16,-3 6-3 15,1-2 3-15,3-2-4 0,1-7 0 16,5-2 0-16,2-8 0 16,5-2 1-16,-1-1 0 15,3-2 2-15,0 0-3 16,0 0 0-16,0 0-7 15,0 0 6-15,3 0 1 16,8 0 0 0,4 0 1-16,4 0 1 15,-2 0-1-15,-1 0 0 16,-5 2-1-16,-2 4-1 16,-2 4-10-16,-5 2 3 0,0 4 8 15,-2-2 1-15,0 4 2 16,0-2 0-16,-13-1-3 15,-7 2 0-15,-4-2 6 0,0-4-3 16,3-2 0-16,0-6 21 16,1-3-3-16,3 0 40 15,-1 0-48-15,5 0 24 16,4 0-17-16,1-3 5 16,4-10-5-16,4 1-18 15,0 0-4 1,0 3 2-16,0 2-7 15,0 5-23-15,0-2-81 16,9 2-52-16,7-1-14 16,-1 0-79-16</inkml:trace>
  <inkml:trace contextRef="#ctx0" brushRef="#br1" timeOffset="-59070.47">2594 10782 151 0,'0'0'63'0,"0"0"-20"0,0 0-11 15,0 0-3-15,0 0 8 16,0 0-4-16,0 0-15 16,0 0-9-16,0 0-7 15,0 0 0-15,0 0 1 0,0 0 3 16,0 0-6-16,0 8 1 15,-4 9 7-15,-8 2-5 0,3-3 0 16,1 0 1-16,3-3 1 16,-1-4-4-16,5-1-1 15,-1 1 0-15,2-4 1 16,0 2-1-16,0-6 0 16,0 1 0-16,0-2-1 15,0 0 0 1,9 0 1-16,4 0 0 15,5 0 8-15,4 0 2 16,-2-2-2-16,1-2-5 0,-4 2-1 0,-3 0 2 16,-1 2-4-16,-1 0 0 31,-4 0-1-31,-1 2 0 16,-3 11-2-16,0 0 3 0,-1 1 5 15,-3 4-1-15,0 1-1 16,0-1 1-16,-7 4 0 0,-10-4 1 15,-1-2 1-15,-2-4 1 16,6-4 8-16,1-2 8 16,4-2 12-16,2-4-12 31,3 0 4-31,0 0-8 0,2 0 1 16,2 0 7-16,0 0-3 15,0 0-20-15,0 0 5 16,0-4 0-16,0-1-8 15,0 2-1-15,0 3-1 16,0 0-2-16,0 0-1 16,0 0 2-16,0 0-41 0,0 0-54 15,0 0-34-15,0 0 7 16,0 0-5-16</inkml:trace>
  <inkml:trace contextRef="#ctx0" brushRef="#br1" timeOffset="-58601.13">2629 10798 106 0,'0'0'38'15,"0"0"19"-15,0 0-9 16,0 0-10-16,0 0-18 16,0 0 11-16,-15-14 1 0,15 12 4 15,-4-2 13 1,4 2 14-16,-1 2-12 15,1-2 8-15,-2 2-24 16,0 0-5-16,2 0-5 16,-2 0-6-16,2 0-4 15,-3 0-2-15,3 0 2 16,0 0 10-16,-2 0 1 0,2 0 8 16,-2 0-3-1,2 0-7-15,0 0-3 0,0 0-6 16,0 0-10-16,0 0-5 15,0-7-3-15,29-6-4 16,23-3 2-16,10-1-77 16,-4-8-178-16</inkml:trace>
  <inkml:trace contextRef="#ctx0" brushRef="#br0" timeOffset="-19964.3">1580 11791 13 0,'0'0'60'16,"0"0"-13"-16,0 0 18 15,0 0 1-15,0 0-23 0,0 0 5 16,0 0-5 0,0 0 7-16,0 0 6 0,-14-56-11 15,14 51-12-15,-2 1 12 16,0 3-16-16,2-2-3 16,-2 3-5-16,2-1 1 0,0 1 3 15,0 0-5-15,0 0-1 16,0 0-10-16,0 0 1 15,-3 0-2-15,3 0-1 16,0 0-1-16,0 0-3 16,0 0 3-16,0 0-1 15,0 0 0 1,0 0-3-16,0 0 0 16,0 0 1-16,0 0-1 15,0 0-1-15,-2 0 1 16,2 0-2-16,0 0 3 15,0 0-1-15,0 0-1 16,0 0 1-16,0 0 0 16,0 0 1-16,0 0 0 0,0 0-1 15,-2 0-1-15,2 0 2 16,0 0-3-16,0 0 0 16,0 0-5-16,0 0 1 15,0 0 4-15,0 0-4 16,0 8 4-16,0 7 0 0,0 6 1 15,0 1-1-15,0 3 2 0,0 2 0 32,0 1-3-32,0 2 1 0,0-4 0 0,0 1 0 15,0-1 0-15,0-1 1 16,0 3-2-16,0 0 1 16,0 0 0-16,0-1 0 15,0-3-12 1,0-5-26-16,0-2-24 15,0-7 3-15,0-5-30 16,0-3-23-16,0-2 51 16,0-2 50-16,0-23-67 0</inkml:trace>
  <inkml:trace contextRef="#ctx0" brushRef="#br0" timeOffset="-18425.45">1604 11775 98 0,'0'0'139'0,"0"0"-108"0,0 0 69 16,2-103-39-16,0 75-55 16,1 5 44-16,3-2 10 31,1 4-52-31,2 1 5 0,0 1-7 16,2 5 3-16,2-2 7 15,3 2-10-15,2-2-3 16,-1 2-1-16,2 2-2 0,0 1-1 15,0 4 1 1,-4 1-3-16,-1 3 2 0,-6 3-3 16,1 0 0-16,1 0-1 15,-4 11-12-15,-2 11 17 16,-4 7 3-16,0 15 3 16,-4 5 6-16,-15 6-11 0,3-6 4 15,-5-2-1 1,4-8-2-16,1-6 0 15,1-3 0-15,3-10-1 0,1-4 2 16,5-6-3-16,-2-6 3 16,6-2 1-16,0 0-2 15,2-2 2-15,0 0 4 0,0 0 7 16,0 0 12-16,0 0-2 16,0 0 12-16,0 0-8 15,0 0-18 1,0 0-7-16,0-10-3 15,0 0-2-15,0-2 1 16,4 5-2-16,1-2 4 16,4 3-4-16,-5 4 1 15,3 2 0-15,-1 0-1 16,4 0 0-16,-1 0-1 16,1 0 0-16,2 11 1 0,-2 6 2 15,2 1-4-15,0 2 3 16,-4 3 1-16,3 0-1 15,-1 3 1-15,0-4 0 16,4-1 1-16,1-4 1 16,1-1-2-16,6-4 0 15,-2-1-1 1,5-6 0-16,-2-1 1 16,0-4 1-16,6 0 1 15,-2 0-2-15,4-20-1 16,1-6 1-16,-1-6 0 0,-2-6 3 15,-2 0-3-15,-7 2 9 16,-5 2-4-16,-3 6 7 16,-6 2-3-16,1 4 22 0,-3 1-21 15,1 6-7-15,-3 5 2 16,0 3-2-16,-2 6 4 16,0-2-5-16,0 3 1 15,0 0 0-15,0 0-3 16,0 0 2-16,0 0-5 15,0 0 7-15,0 0-3 0,0 0 6 16,0 0-7-16,0 0 0 31,0 0-5-31,0 0-2 0,-11 15 4 16,-2 6 3-16,-1 0 1 16,3 1-1-16,2 0 0 15,-1-2-1-15,5 4 1 0,-2-2 0 16,3 0 0-1,4-2 0-15,0 0-1 0,0-3 1 16,0-5 0-16,0 5-2 16,6-2 1-16,7-1-1 15,1-1 0-15,1-1 2 16,1 0-2-16,2-3 2 16,0-4-2-16,-1-3 2 0,1-2-1 15,-1 0 0-15,-5 0 1 16,1 0 0-16,1-7 3 15,2-13-3-15,-1 1 1 16,2-5 1-16,-2 2 2 16,-3 1-2-16,-2 2-2 15,-3 6 3 1,-5 6 10-16,0 2-1 16,-2 2 4-16,0 1-11 15,0-2 1-15,0 0 5 16,0-3-1-16,0 0-7 15,0 3-2-15,0-4 1 16,0 4-2-16,0 1 0 0,0 0 0 16,0 3 1-16,0 0-1 15,0 0 0-15,0 0 0 0,0 0-1 16,0 0-6 0,0 0 7-16,0 0-3 0,0 0-2 15,0 0 4-15,0 0 1 0,0 0-3 16,0 0-1-16,0 0-1 31,0 0-4-31,0 0 0 16,0 12 7-16,4 2 2 15,1 2 0-15,0-2 1 16,4 0-1-16,1 2 0 16,2 0 0-16,3 1-1 15,6-2 1-15,-4 1 0 16,5-1 1-16,-3-2-1 0,-4 1 0 15,-1 0 0-15,-6 0-1 16,-3-2-12-16,-5 4-25 16,0 0-12-16,-18 6 41 15,-16 0-1-15,-5 1-46 16,3-5-7-16,5-10-15 0,4-8-62 16,14 0 2-16</inkml:trace>
  <inkml:trace contextRef="#ctx0" brushRef="#br0" timeOffset="-17562.57">2801 11943 485 0,'0'0'132'0,"0"0"-128"0,0 0-4 16,0 0 0-16,0 0-4 15,0 0 2-15,3 12 2 16,3-8 0-16,1 1 0 16,2-4 2-16,0-1-2 15,6 0 4-15,3-1 5 0,6-22 0 16,2-3 1 0,-3-2-8-16,-2-2 6 0,-5 4 10 15,-8 4 19-15,-3 4-3 16,-5 6-2-16,0 4 27 15,0 2-6 1,0 4-35-16,0 2-9 16,0 0-8-16,0 0 4 15,-5 0-5-15,-9 0-1 16,-1 4 1-16,-5 16-3 16,1 4 3-16,0-1 1 15,6 3 1-15,4 3-4 16,0 0 1-16,5-3 1 0,4 3 0 15,0-1-2-15,0 0 1 16,0-3 1-16,11-1-1 16,3-2 1-1,1-5-4-15,3 2 2 0,1-5 0 16,6-2-1-16,1-4-6 16,4-6 6-16,0-2 3 0,4 0 0 15,0-12 0-15,-2-10 0 16,0-6 0-16,-3-2 0 15,-4-7 0-15,-5-1 2 16,-5 2-1-16,-7 4 4 16,-4 6-5-16,-4 2 4 0,0 4 12 15,0 6-12 1,0 1 8 0,0 7-9-16,-7 1-2 0,2 2-1 15,3 2-2-15,-4 1 2 16,-1 0-1-16,-4 6-3 15,-3 14 2-15,4 1 0 16,0 0-1-16,8-3-1 16,2-2-10-16,0-4-19 0,0-1 27 15,4-4 5-15,12 3-8 16,3-1 7-16,-2-2-1 16,1 1 2-16,-3-2 2 15,-1 2-2-15,-3 2 0 16,0 2 1-16,-3 4-1 15,0 2-4 1,-4 3 2-16,-4 2 0 16,0 3-38-16,0 1-21 15,0-1 1-15,-6-4-61 16,-1-7-15-16,2-12-84 0</inkml:trace>
  <inkml:trace contextRef="#ctx0" brushRef="#br0" timeOffset="-17177.42">3427 11925 576 0,'0'0'128'0,"0"0"-117"16,0 0 1-16,0 0-9 16,0 0-3-16,0 0-3 0,29-7 3 15,-17 7 0-15,1 3 0 16,0 9-1-16,1 5 1 15,-3 2 1-15,4 3-1 16,3 2 2-16,-2 0-2 16,0 3 1-16,-1-4 0 0,1 0 0 31,-3-4-1-31,0 0 4 16,-1-9-4-16,-3 0 1 0,-3-4-1 15,-2-5 1-15,-4-1 0 16,0 0 0-16,0 0 6 15,0 0 38-15,0 0 18 16,3-14-7-16,6-18-17 16,8-10-38-16,6-8-2 0,2 0-1 15,4 0-22-15,0 6-12 16,-1 9-39-16,0 9-94 16,-6 11-51-16,0 10-65 15</inkml:trace>
  <inkml:trace contextRef="#ctx0" brushRef="#br0" timeOffset="-16776.53">3965 11981 270 0,'0'0'13'0,"0"0"6"0,0 0 22 15,0 0-5-15,0 0-2 16,0 0 5-16,29 22 12 15,-18-22 4-15,5 0-16 0,2 0 0 16,6-2 17-16,5-18-1 16,2-4-21-16,0-3-12 15,-4-2 0-15,-7 3 7 16,-9 6-6-16,-7 4 16 16,-4 6-1-16,0 2-17 0,0 1 6 31,0 4-14-31,-6 3-11 15,-9 0 1-15,-3 0-3 0,-5 1-2 16,-1 20 1-16,0 3 1 16,3 2-1-16,2 4 0 15,7 0 1-15,3 0-2 16,9-4-7-16,0 0-14 16,0-5-19-16,20-10 4 15,40-11-3-15,37-2-43 16,32-34-350-16</inkml:trace>
  <inkml:trace contextRef="#ctx0" brushRef="#br0" timeOffset="-12750.85">5470 11779 370 0,'0'0'95'0,"0"0"5"16,0 0-8-16,0 0-18 15,0 0-8-15,0 0-12 16,-10-11-14-1,10 10-20-15,0 1 0 16,0 0 0-16,0 0-8 16,0 0-4-16,0 0-4 15,0 0-2-15,0 0-2 16,0 0 0-16,0 0-5 16,0 0 4-16,0 4-2 15,0 10 3-15,0 6-1 0,0 4 1 16,0 7-1-16,0-2 1 0,0 5 0 15,0-2 2-15,0 1-2 16,0 1 0-16,0-2 0 16,0 3 0-16,0-1 0 15,0-3-1-15,0-1 0 16,0-6-1-16,0-2-1 0,0-2-10 16,0-6-18-16,0 1-12 15,0-8-55-15,1 0-40 16,12-7-54-16,4-3-82 15</inkml:trace>
  <inkml:trace contextRef="#ctx0" brushRef="#br0" timeOffset="-12281.65">5803 11860 489 0,'0'0'86'16,"0"0"-8"-16,0 0-9 31,0 0-30-31,0 0 3 16,0 0-15-16,-6-3-17 15,6 3-6-15,0 0-2 0,0 0 0 16,0 0 3-16,0 0-3 16,0 0 3-16,0 0-5 15,0 10 0-15,0 8 3 16,0 2 2-16,0 2-2 16,0 1 0-16,0 0 1 15,0 1-4-15,0 1 1 0,0 1-1 16,0 1 1-16,0 2 1 15,0-4-2-15,0 0 1 16,0-6-1-16,0-1 0 16,0 0 0-16,0-3 0 0,0-4 1 15,0 1-1-15,0-5-1 16,0 1-27 0,0-4-40-1,0-4-81-15,12 0-102 0,0-8-81 16</inkml:trace>
  <inkml:trace contextRef="#ctx0" brushRef="#br0" timeOffset="-11864.2">6160 11847 512 0,'0'0'102'15,"0"0"-44"-15,0 0-3 0,0 0-21 16,0 0-9-16,0 0-8 16,0 0-11-16,0 0-2 15,0 0-4-15,0 0 4 16,0 2-3-1,0 9 2-15,0 1 5 16,0 5 5-16,0-1 9 16,0 2-13-16,0 3-3 15,0 2 3-15,-2 1-9 16,0 4 1-16,0 0 1 16,2 5-4-16,-3-3 4 15,3 1-2-15,-2 4 2 0,2-3 1 16,-2 2-2-16,-2-3-1 15,0 4-23-15,-4-9-134 16,1-14-279-16</inkml:trace>
  <inkml:trace contextRef="#ctx0" brushRef="#br0" timeOffset="-9021.44">6986 11837 362 0,'0'0'157'16,"0"0"-39"-16,0 0-32 16,0 0-38-16,0 0-21 15,0 0-15-15,-10-6-8 16,10 6-2-16,-2 0-2 15,-5 0-2-15,-3 15 0 16,-6 6 1-16,-2 7 1 16,-2 4 20-16,4-2-13 15,3 2-3-15,4 1-3 0,0 0-1 0,4 8 3 16,3-1-2 0,2-3-1-1,0-2-5-15,0-3-1 0,8-8-9 16,12-6 5-16,8-4-17 15,3-5 21-15,9-9-16 16,5 0 21-16,9-5-9 16,-1-16-61-16,3-8 8 15,-5 0-14-15,-11-3 61 16,-9 6 16-16,-13 4 0 16,-11 4 35-16,-7 7 28 15,0 0 11-15,0 6 16 16,0-2-45-16,0 7-24 15,-4 0 3-15,-4 0-24 0,-5 11 0 16,-2 11-1-16,-3 3 2 16,3 4-2-16,5-4 1 15,8 0-1-15,2-1 1 16,0-2-3-16,0-1 2 16,2-6-8-16,16-1-11 0,3-6-2 31,0-4 1-31,2-4 10 0,4 0 1 15,2-9-3-15,2-18-6 16,-2-5-14-16,-4-2 27 16,-10-2 6-16,-9 3 1 15,-4 1 7-15,-2 5 39 16,0 3-32-16,-4 5 20 16,-11 6 23-16,-2 6-36 0,1 1-15 15,-3 6-4-15,1 0-2 16,1 0-1-16,-1 0-3 15,5 12 1-15,-1 5 2 16,3 1 0-16,7 0-1 16,-1 1-2-16,5 2-1 15,0-1 4-15,0 0-13 0,3-6-10 16,14-2-8-16,3-4 8 16,5-6 10-16,2-2 5 15,2 0-8-15,0-2 7 16,0-14 6-16,0-2 3 15,-2-2-1 1,3 0 1-16,-3-3 1 16,0 6-1-16,-5 2 1 15,-7 5 3-15,-3 4 10 0,-8 5 11 16,-4 1-10-16,0 0-15 16,0 0-1-16,4 0-9 15,1 0-3-15,0 12 2 16,2 8 11-16,-3 2 0 15,-2-1 7-15,0 4-3 0,1-6 8 16,-1-2-11-16,2-5-1 16,-2-2 2-16,0-4 0 15,-2-3-1-15,0-3-1 16,0 0 5-16,2 0-4 16,-2 0 6-16,4 0-1 0,3 0 6 31,9-17 14-31,3-5-10 0,3-2-16 15,0 2 1-15,-4 1 4 16,-2 7-5-16,-7 3 1 0,-5 7 3 16,-2 1 0-16,-2 3 13 15,0 0-17-15,0 0 0 16,2 0-1 0,-2 0-2-16,2 0-2 0,3 7 3 15,2 11-4 1,-1 1 6-16,3 0 2 0,2 1-1 15,-1-6 0-15,0-4 0 16,0-5-1-16,1-2-1 16,0-3 1-16,7 0 0 15,7 0 0-15,6-14 0 0,0-12-1 16,-2-5-10-16,-5 0-19 16,-4 3 30-16,-7 5 0 15,-3 5 2-15,-8 8 30 16,0 2-17-16,0 7-3 15,-2 1-1-15,0 0-6 0,2 0-5 32,-2 0-3-32,5 0-6 15,-1 3-22-15,3 13-6 16,2 7 35-16,4 0-38 16,-1-2-40-16,5-6-39 15,1-10-27-15,2-5-52 16</inkml:trace>
  <inkml:trace contextRef="#ctx0" brushRef="#br0" timeOffset="-8319.79">8502 11622 707 0,'0'0'60'16,"0"0"-13"-16,0 0 3 15,0 0-41-15,0 0-9 16,0 0-1-16,-10 0-11 16,10 32 5-16,0 12 5 15,4 6 2-15,4 4 3 16,-4-3-2-16,-2-3 0 0,-2-6-1 16,0-9 0-16,0-8 1 15,0-13 1-15,0-6-2 16,0-3 1-16,0-3 0 15,0 0 0-15,0 0 0 0,0 0-1 16,0 0 0-16,0 0 1 16,0 0 4-16,2 0 6 15,3-5 6-15,1-13-9 0,1 0-8 16,2-1 0-16,0 1 5 16,2 4-2-16,4 2-3 15,4 3 0-15,0 1 0 16,3 2-1-16,2 4 0 15,-3 2 0-15,2 0 0 16,-1 0 1 0,3 5 0-16,-4 8-1 15,0 6 0-15,-1 1 0 16,-2 1 0-16,-5 1-1 16,-2 2 1-16,-4-4-1 15,-7 0-1-15,0-2-25 16,0-6-5-16,-11 1 33 15,-7-3 0-15,0-6 2 0,2-1 4 16,6-3-4-16,1 0 9 0,4 0 15 16,0-5-13-1,5-18 2-15,0-5-15 0,12-6-5 16,21-5-23 0,7 1 16-16,0 6-15 15,-1 11 21-15,-6 11 3 16,-6 4 1-16,-4 6 1 15,-2 0-2-15,-5 2-3 16,-3 20 0-16,-7 6-1 16,-6 4 2-16,0 2-14 15,0-2-58-15,-4-9-61 16,0-8-59-16,4-13-46 16,0-2 139-16</inkml:trace>
  <inkml:trace contextRef="#ctx0" brushRef="#br0" timeOffset="-8141.31">9116 11785 492 0,'0'0'248'16,"0"0"-241"0,0 0 42-16,0 0-42 0,0 0-7 15,0 0-17-15,18-6-79 16,0 24-35-16,2-1-122 15</inkml:trace>
  <inkml:trace contextRef="#ctx0" brushRef="#br0" timeOffset="-7337.54">9491 11967 520 0,'0'0'213'16,"0"0"-152"-16,0 0-39 0,0 0-14 15,0 0-8-15,0 0-3 16,2 14-1-16,-2 2 4 16,0 2 3-16,0 4-3 15,0-2 2-15,-7 1 0 0,1-2-2 16,0-2 2-16,-2-8-2 16,6-1 2-16,2-6 0 15,0-2-2 1,0 0 0-1,0 0 3-15,0 0 0 0,0 0 4 16,0 0-4-16,3-18-3 16,14-1-4-16,4-2-5 15,-8 5 6-15,-4 5 4 16,0 6-1-16,-7 3 11 16,0 2-9-16,-2 0-2 0,2 0 0 15,3 0 0-15,1 0-5 16,3 5 3-16,5 8 1 15,1 6 2-15,1 0-3 16,2 1 2-16,8-4 0 16,3-3-22-16,7-5-28 15,4-8-1 1,4 0 17-16,4 0 15 16,-2-11 11-16,-5-10 7 0,-8-4 2 15,-11 1 4 1,-6 5 2-16,-10 0 12 0,-6 6 77 15,0 2-14-15,0 3 6 16,0 2-61-16,-6 0 10 16,-7 4-20-16,-1 1-13 15,-3 1-4-15,-2 0-2 0,-1 3-2 16,-2 17 3-16,0 6 0 16,1 3 0-16,6 2-6 15,4-5 5-15,6-2-8 16,5-3-8-16,0-3 12 15,0-4-8-15,0-5 0 0,12-4 1 16,1-5 5-16,10 0 6 16,8-14 1-16,-2-9-2 15,-2 4-1-15,-8 1 4 16,-7 6 4-16,-6 3-4 16,1 5 2-16,-7 4-2 15,2 0 0 1,-2 0 0-16,4 0-2 15,4 0-4-15,2 13 6 0,6 6-2 16,0 0-61 0,2-3-45-16,1-9-77 0,6-7-38 15</inkml:trace>
  <inkml:trace contextRef="#ctx0" brushRef="#br0" timeOffset="-7070.81">10500 11510 757 0,'0'0'82'16,"0"0"-30"-16,0 0-14 16,0 0-36-16,0 0-2 15,0 0-5-15,0 33 0 16,0 20 5-16,0 13 1 15,0 2 2-15,0-1-1 16,0-4-2-16,0-5 1 16,0-9-1-16,0-3-8 0,0-4-60 15,-4-5-37-15,-2-7-13 0,-3-11-132 16</inkml:trace>
  <inkml:trace contextRef="#ctx0" brushRef="#br0" timeOffset="-6857.14">10373 11939 353 0,'0'0'424'15,"0"0"-370"-15,0 0 7 16,0 0-35-16,0 0-17 16,0 0-9-16,-6-9-1 15,26 9 1-15,14 11 0 16,8-2 0-16,7-4-4 15,5-5-44-15,-1 0-47 16,-8 0-123-16,-8-2-66 16</inkml:trace>
  <inkml:trace contextRef="#ctx0" brushRef="#br0" timeOffset="-6261.37">10751 11921 0 0,'0'0'299'0,"0"0"-76"0,0 0-80 16,0 0-55-16,0 0-38 15,0 0-23-15,0-8-13 0,-10 8-14 16,-1 14 1-16,-5 6-2 15,3 4 2-15,4 2 0 16,-2 0 0-16,7 2 0 16,-1-1-2-16,3-4 0 15,2-5-12 1,0-4-10-16,0-6-7 0,0-3 3 16,7-5 12-16,8 0 15 15,5-10 1-15,0-14 6 16,1-5 10-16,-8 0-8 15,-7 2 8-15,-6 5 8 16,0 6 5-16,0 3 16 16,0 6-12-16,0 5-5 15,-2 2-16-15,0 0-10 16,0 0-3-16,0 0-2 16,-5 0-3-16,1 0 4 15,0 2 1-15,2 2-2 16,4-4-9-16,0 0 0 15,0 0 5-15,0 0 0 0,0 0 3 16,1 0 2-16,21 0 1 0,6 0 1 31,4-4 2-31,-3 0-1 16,0 3-2-16,-4 1-2 0,-1 0 1 16,-2 1-1-16,-6 19-3 15,1 3 5-15,-5 6-2 16,-3 0 0-16,-3-2 1 0,-4-6 1 15,4-6-1-15,-4-8 2 16,-2-3-1-16,0-3 0 16,0-1 4-16,0 0-3 15,0 0 2-15,0 0 2 16,0-10 15-16,0-13 20 16,0-12-40-16,11-9-2 15,20-6-18-15,16-6-38 16,8-4-222-1</inkml:trace>
  <inkml:trace contextRef="#ctx0" brushRef="#br0" timeOffset="-4990.89">12172 11576 270 0,'0'0'68'0,"0"0"20"0,0 0 42 15,0 0-14-15,0 0-11 16,0 0-47-16,-15-33 5 15,13 33-15-15,2 0-12 0,-2 0-15 16,2 0-15 0,0 0-6-1,0 0-1-15,0 0-4 0,-2 12 5 16,-1 19 0-16,-1 16 0 16,-3 9 3-16,4-1-3 15,1 3 2-15,2-3-2 16,0-3-3-16,0 1-31 15,0-5-62-15,-6-1-7 16,-10-4-118-16,-4-14-26 16</inkml:trace>
  <inkml:trace contextRef="#ctx0" brushRef="#br0" timeOffset="-4468.26">11995 11872 769 0,'0'0'23'15,"0"0"-21"-15,0 0-2 16,0 0 1-16,0 0 1 0,0 0-1 16,0 0-1-16,0 0-1 15,6 0-2-15,17 0 3 16,14 0 6-16,12-5 6 15,9-7 4 1,2-3-13-16,0-2-1 16,3 1 1-16,-8 2 4 15,-7 6 6-15,-15 3-7 16,-16 4-3-16,-9 1-3 0,-8 0 0 16,0 0-2-16,0 1-2 15,0 21 1-15,-14 13 3 16,-6 3 10-16,0-2 2 15,4-3-7-15,1-1-4 0,3-3 1 16,3 0 0-16,7-6-2 16,0-2 1-16,2-6-1 15,0 0 1-15,9-9 2 16,18-3 0-16,8-3 2 16,10 0 5-16,4-20 4 15,0-9 0-15,-5-5 6 16,-12-1-17-16,-14 3 1 0,-14 4-3 31,-4 4 3-31,-22 7-4 16,-36 10-29-16,-18 7-59 15,-7 0-191-15</inkml:trace>
  <inkml:trace contextRef="#ctx0" brushRef="#br0" timeOffset="-3065.67">13536 12013 655 0,'0'0'124'0,"0"0"-112"16,0 0-5-16,0 0 6 15,0 0 3-15,0 0 9 16,-3 0-6-16,3 0 0 16,0-2 7-16,0 1 0 15,0-1-9-15,0-9-3 16,17-10-1-16,16-11 2 0,10-7-14 15,4-6 0-15,-7 4 0 16,3 1 1-16,-8 4 0 0,-4 7-2 16,-8 9 1-16,-12 8-1 15,-5 6 0-15,-6 3 1 16,0 3-2-16,0 0 1 31,0 0-1-31,0 0-5 0,0 0-2 16,0 0 0-16,0 16 8 15,-11 3 3-15,-6 3 0 16,10-4-3-16,4 1-1 16,3-3 1-16,0 3-1 15,0 2 1-15,7 2-1 16,9-4 2-16,1 1 0 0,4 2-1 16,3-2 0-16,-4-3 0 15,0 1 0-15,-5-7 0 16,-5-1-7-16,-6 0-8 0,-4 2-3 15,0 6-22-15,-31 2 10 16,-11 3 4-16,-1-6-34 16,5-7-29-16,14-10-8 15,17 0-34-15,7-25-146 16</inkml:trace>
  <inkml:trace contextRef="#ctx0" brushRef="#br0" timeOffset="-1678.24">14203 11404 827 0,'0'0'57'15,"0"0"-57"1,0 0-2-16,0 0-6 0,0 0 8 0,0 0 5 16,0 128-3-16,0-78-1 15,0 1 0-15,0-4-1 16,0-1 0-16,0 4 0 15,-4 0 1-15,1 3 4 16,-5-2-5-16,-5 2 0 16,1-2 2-16,-3-3-1 15,1-7 0 1,6-6-1-16,-3-13 1 16,10-8-1-16,1-8-3 15,0-5 1-15,0-1 2 0,0 0 2 16,1-3 1-16,29-25 1 15,9-13-2-15,5-3-1 16,-5 7 0-16,-6 6-1 16,-10 10 1-16,-7 6 1 15,-7 5 1-15,-5 6-3 16,-1 4-1-16,-3 0 0 0,1 0-5 16,3 0-1-16,3 6-3 15,2 10 9-15,-1 5 1 16,3 0 1-16,-2 2 2 15,2 1-1-15,5-1-1 16,-3-1-1-16,3 1 0 16,-1-7-1-16,3-2-1 0,3-6-20 15,4-8 4-15,10 0 14 16,2-11-8-16,1-19 1 16,-2-1 8-16,-5-6 3 0,-4 3 2 31,-7 4-1-31,-7 8 0 15,-9 9 25-15,-4 2 28 16,0 8-16-16,0 3-7 0,0 0-31 16,0 0 0-16,0 7-8 15,-10 21 6-15,-9 12 1 16,6-2 1-16,5-1-5 16,6-8 1-16,2-7-18 15,0-5 12-15,0-6-5 16,4-2-9-16,4-9 19 0,1 0 4 15,9-2 2-15,5-24 1 16,4-10 0-16,-4-7-2 16,-2-2 1-16,-8 2 3 15,-8 5-2-15,-5 6 6 16,0 8 9-16,0 10 9 0,-12 6-13 31,2 6-5-31,-7 2-4 16,0 0-4-16,-1 11 0 15,-1 9-1-15,5 3 0 16,7-2 1-16,3-4-2 0,4 3 0 16,0-4 1-16,0 3-5 15,2-2 5-15,9-2-8 16,7-6 1-16,4-4 6 0,4-3-4 16,4-2 6-16,-2 0 0 15,-1-4 0-15,-4-8-1 16,-6 0 2-16,-1-1 0 15,-8 6 1-15,-1 0 2 16,-1 3 11-16,-4 3-5 16,0 1-4-16,-2 0-6 0,3 0-3 15,7 0-1-15,0 1 2 16,3 19-2-16,-3 5 4 16,0 3-1-16,-6-1 1 15,-2-3 0-15,1-3 0 16,-3-7-2-16,0-7 2 15,2-2 0 1,0-3 0-16,-2-2 4 16,0 0-3-16,2 0 2 15,7 0-3-15,9-16 5 16,4-6 2-16,2-5-4 0,-1 6-3 16,-6 4 1-16,-1 4-1 15,-6 4 4-15,-8 6-3 16,0 1 14-16,0 2-11 15,-2 0-3 1,2 0-2-16,3 0 0 0,1 5-7 16,4 16 7-16,3 6 1 15,3 1 0-15,-1 2-1 16,1-3 1-16,-1-3 0 16,5-8 0-16,3-4 0 15,3-12 0-15,3 0 1 16,3-4-1-16,3-22 2 15,-3-11 0-15,-3-5 4 16,-8-8-1-16,-5-1 25 0,-9-4-11 16,-7 3-9-1,0 4-7-15,-4 10-3 0,-23 10-12 16,-7 17-19-16,-6 11-34 16,0 0-267-16</inkml:trace>
  <inkml:trace contextRef="#ctx0" brushRef="#br0" timeOffset="-1294.41">16348 11798 866 0,'0'0'22'0,"0"0"-10"0,0 0 34 16,0 0-15-1,0 0 2-15,0 0-14 0,-27-42-19 16,27 44-3-16,0 20-7 15,0 14 6-15,0 13 2 0,0 7 4 16,0 8 0 0,0-1 0-16,0 3-2 0,0-4-22 15,0-8-34-15,0-8-74 16,-4-12-133-16,-7-19-138 16</inkml:trace>
  <inkml:trace contextRef="#ctx0" brushRef="#br0" timeOffset="-1145.47">16136 12194 579 0,'0'0'117'15,"0"0"30"-15,0 0-79 16,0 0-47-16,0 0-10 0,0 0-11 16,147-51 5-16,-66 36-5 15,3-8-19-15,1 0-41 16,-9-8-76-16,-20-1-170 0</inkml:trace>
  <inkml:trace contextRef="#ctx0" brushRef="#br0" timeOffset="-61.13">16631 11693 7 0,'0'0'815'15,"0"0"-774"-15,0 0-3 0,0 0-31 16,0 0-7-16,0 0-1 15,-16 19 1-15,16 20 2 16,5 4 10-16,0 3-4 0,3-1-5 16,-1 0 3-16,-5 1-5 15,-2 5 0-15,0 0 0 16,0-3 3-16,0-4-4 16,-2-8 1-16,-3-10 0 15,5-6 0-15,0-8-1 16,0-6 0-16,0-4-12 0,0-2 1 15,0 0 11-15,12 0 0 16,12-16 0-16,11-8 3 16,3 0-3-16,-6 0 1 0,-5 6-1 31,-5 2 1-31,-7 4-1 16,-3 3 1-16,-6 6 7 15,-1 0 2-15,-5 3-7 0,0 0-3 0,0 0 0 16,2 0-1-1,2 0-2-15,5 0 0 0,5 13 1 16,4 2 4-16,-2 2-4 16,10 1 6-16,-1 0-8 15,4-1 3-15,4-8-13 16,-2-4-3-16,5-5 7 16,-7 0 1-16,-2 0 7 15,-8-5 2-15,-5-11 1 16,-3-4 1-16,-7-2 3 15,-2 1 3-15,-2 1 10 16,0 3 7-16,0 0-17 16,-6 3-1-1,-5 4 0-15,2 5 2 16,0 1-4-16,4 1-5 16,3 3-2-16,-6 0 0 15,-7 12 2-15,-2 15 0 0,-1 2 0 16,5 2-2-16,4-4 1 15,6-2 1-15,3-7-5 16,0-1-1-16,0-6 0 16,8-3-2-16,4-7 3 0,7-1 3 15,2 0 2 1,7-7 0-16,-2-13 3 0,-3 1-3 16,-8-1 2-16,-6 6-2 15,-4 3 2-15,-3 5 2 16,-2 2 9-16,0 4-5 0,0 0-3 15,0 0-4-15,0 0-1 16,0 0-3-16,0 0-7 16,0 14-1-16,3 6 11 15,5 2-1-15,2-2 1 16,5-2-3-16,7-5 0 16,7-2 1-1,9-11 2-15,11 0 0 16,4-8-4-16,3-24-3 15,-5-12-4-15,-4-10 6 16,-6-9-14-16,-10-7 8 0,-7-4-1 16,-11-2-14-1,-8 0 26-15,-5 3 13 0,0 9 44 16,-11 12-12-16,-5 18 11 16,5 13-16-16,5 14-11 15,3 5-21-15,3 2-8 16,-3 2-4-16,-3 34-6 0,-3 18 8 15,-2 16 2-15,2 7-2 16,9-4 1-16,0-8-5 16,0 0-7-1,0-7-13-15,2-5-11 16,8-4-8-16,-8-9-86 16,-2-12-120-16,0-14-191 15</inkml:trace>
  <inkml:trace contextRef="#ctx0" brushRef="#br0" timeOffset="103.47">17544 12039 819 0,'0'0'124'16,"0"0"-119"-16,0 0-5 16,0 0-2-16,0 0-13 15,179-51-44-15,-83 30-304 16</inkml:trace>
  <inkml:trace contextRef="#ctx0" brushRef="#br0" timeOffset="1092.62">18920 11779 708 0,'0'0'39'0,"0"0"3"16,0 0 6-16,0 0-35 15,0 0-9-15,0 0-4 16,22-26-6-16,-10 26-40 16,1 15-9-16,3 6-130 15,-5-3-107-15</inkml:trace>
  <inkml:trace contextRef="#ctx0" brushRef="#br0" timeOffset="1359.86">19221 11717 663 0,'0'0'59'0,"0"0"20"15,0 0-32-15,0 0-35 16,0 0-12-16,0 0-5 16,0 30 5-16,-7 12 1 15,-4 6 0-15,0 4 1 0,2 6-2 16,1 5 1-16,7-2-1 0,1 1-1 16,0-8-10-16,0-3-87 15,0-10-28 1,0-12-74-16,0-9-48 15</inkml:trace>
  <inkml:trace contextRef="#ctx0" brushRef="#br0" timeOffset="11028.41">19502 11839 312 0,'0'0'82'0,"0"0"-56"0,0 0 23 31,0 0-11-31,0 0-14 0,0 0 26 16,0-23-16-16,0 21-17 15,0 2 0-15,0-2 12 16,0 1 7-16,0 1-5 16,0 0-5-16,0 0-6 0,0 0-11 15,0 0-7-15,0 0 1 16,0 0-3-16,0 0 1 16,0 0-1-16,0 0-1 0,0 0 1 15,0 0-1-15,0 0 1 16,0 0-2-16,0 0-2 15,0 0-1 1,0 8 4-16,0 2 0 16,0 4 1-16,0-2 0 15,0 5-3-15,0-2 1 16,0 5 1-16,0 6 0 16,-5-2 1-16,-1 4 1 15,-1 0 0-15,3-2 0 16,-1 1-1-16,3-6 1 0,-2 2 0 15,4-5-1-15,0-5 0 16,0 0 0-16,0-4 2 16,0-4-2-16,0-1 2 15,0-4 0-15,0 0 0 16,0 0 1-16,0 0 1 0,0 0 11 31,6-17 12-31,10 0-19 16,6-4-7-16,-4 5 3 0,-3 4-4 15,-1 5-3 1,-5 0 3-16,-5 5-1 0,-2 2 0 16,-1 0 0-16,-1 0-1 15,7 0 1-15,-1 0-2 16,-2 0 2-16,3 0 1 16,2 9-1-16,-1 1 1 0,4-1 1 15,-1 2 0 1,6 0-1-16,2-1 1 15,1-2-2-15,0-2 1 16,5-2 0-16,4-4 3 0,4 0-3 16,2 0 1-16,5 0 1 0,-3-15-2 15,-4-2-1-15,-9-2 1 16,-4 1 1-16,-9 0 2 16,-3 0 3-16,-8 3 6 15,0-1 3-15,0 4 3 16,0 5-3-16,0-1-10 15,0 1 1 1,0 5-4-16,-3-1-2 16,-4 3-3-16,-2 0 2 0,-1 0 0 15,-6 0 0 1,-1 12 1-16,0 1 0 0,6-1-2 16,2 0 4-16,2-2-4 15,5 1 2-15,0-2-1 16,2 0-3-16,0-2 1 15,0 2 1-15,0 0 1 0,0-1-3 16,6 0 3-16,6-1 0 16,-3-5-1-16,1-1 0 15,0-1-1-15,-3 0 3 16,1 0-1-16,-1 0 2 16,2 0 1-1,2-5 1-15,-3-9-2 16,5 1-1-16,-3-1 0 15,-3-1 2-15,-1 2-1 16,-1 3 0-16,0 2 3 16,-3 4 0-16,-2 0 2 0,0 4 6 15,0 0-6-15,0 0-5 16,0 0-1-16,0 0-4 16,0 0-2-16,0 4 2 0,0 12 1 15,0 6 3-15,3 3 0 16,5-2 0-16,6-2 0 15,3-4-12-15,6-2-2 16,8-5-41 0,4-6-55-16,1-4-163 0</inkml:trace>
  <inkml:trace contextRef="#ctx0" brushRef="#br0" timeOffset="11375.47">20398 11773 369 0,'0'0'46'0,"0"0"-42"0,0 0 25 16,0 0 43-16,0 0 2 16,0 0-44-16,0 0-23 15,-2-5-7 1,2 5 0-16,0 0 1 15,0 0-1-15,-3 3-1 0,-1 11 1 16,2 8 6-16,0 4-2 16,2 1-2-16,-2 8 1 15,2 3 1-15,0 2-1 16,-3 2 1-16,1-2-2 16,0-2-1-1,-2 0 2-15,-4-6 0 16,0-1-3-16,-1-4 0 15,-5-8-114-15,1-12-47 16,-1-7-118-16</inkml:trace>
  <inkml:trace contextRef="#ctx0" brushRef="#br0" timeOffset="11544.92">20254 12041 577 0,'0'0'96'15,"0"0"-68"-15,0 0-28 16,0 0 5-16,0 0-4 16,0 0-1-16,139-26-1 0,-89 24-67 0,-10-1-200 15</inkml:trace>
  <inkml:trace contextRef="#ctx0" brushRef="#br0" timeOffset="12208.5">18969 12059 204 0,'0'0'78'0,"0"0"36"0,0 0-24 16,0 0-8-16,0 0 0 15,0 0-6-15,-29-24-15 16,27 24-14-16,2 0-10 16,0 0-5-16,0 0-19 15,0 0-4-15,0 0-9 16,9 0-6-16,27 0-15 16,26 0-23-16,11 0-146 15</inkml:trace>
  <inkml:trace contextRef="#ctx0" brushRef="#br0" timeOffset="14165.49">21423 11962 384 0,'0'0'83'16,"0"0"40"-16,0 0-17 15,0 0-13-15,0 0-23 16,0 0-17-16,-4-32-20 16,4 32-17-1,-2 0-7-15,2 0-8 0,0 0 0 16,0 0-2-16,0 0 1 16,0 0-2-16,0 9-7 15,0 17 9-15,0 12 1 16,0 5-1-16,0 0 1 15,0-3-1-15,4-3-12 16,1-3-27-16,-5-2-44 0,0-6-60 16,0-8-96-16,-5-14-71 15</inkml:trace>
  <inkml:trace contextRef="#ctx0" brushRef="#br0" timeOffset="14381.27">21519 11747 318 0,'0'0'546'0,"0"0"-542"16,0 0 0-16,0 0-1 16,0 0 0-16,0 0-3 15,2-21-19-15,-2 21-75 0,0 13-103 16,0 4 99-16,0 6-9 15,0-8-168-15</inkml:trace>
  <inkml:trace contextRef="#ctx0" brushRef="#br0" timeOffset="14667.19">21789 11748 723 0,'0'0'120'16,"0"0"-92"-16,0 0-6 0,0 0-10 16,0 0-8-1,0 0-4-15,0 5-3 16,0 22-1-16,2 12 4 16,0 2 0-16,-2 8 0 15,0 1 1-15,0 2 2 0,0 3-2 16,-4 1-1-1,-5-5-4-15,1-3-33 0,-4-7-24 16,3-7-17-16,1-8-60 0,-6-6-2 16,0-11 11-16,1-9-98 15</inkml:trace>
  <inkml:trace contextRef="#ctx0" brushRef="#br0" timeOffset="14835.58">21714 12114 708 0,'0'0'38'0,"0"0"12"15,0 0-3-15,0 0-16 16,0 0-5-16,0 0-25 16,95-73-1-16,-51 69-5 15,4 4-16-15,1 0-100 0,-3 0-150 0</inkml:trace>
  <inkml:trace contextRef="#ctx0" brushRef="#br0" timeOffset="15451.63">22451 12119 629 0,'0'0'121'0,"0"0"-60"0,0 0 2 16,0 0-28-16,0 0-16 15,0 0-10-15,7 3-6 16,15-21-3-16,5-8 0 16,0-4 1-16,-2 4 4 15,-2-3-4-15,-4 5 0 0,-3 10 1 16,-8 3-2-16,-4 8 1 15,-4 3-1-15,0 0 6 16,0 0-6-16,0 0-3 0,0 0-1 16,0 24-6-16,0 12 10 15,0 4-3-15,-2 4 4 16,-2-1-1-16,2-9 1 16,2-5 0-16,0-4-1 15,0-9-1-15,0-4-3 16,2-6 0-1,4-2 1-15,-3-4 2 16,5 0 2-16,17-7-1 16,8-19 3-16,13-9-1 15,-5 7 1-15,-7-1-2 16,-5 10-1-16,-9 2 3 16,-2 7-1-16,-7 7-2 0,0 1 0 15,-2 2-1-15,0 0 0 16,4 0-1-16,3 7-3 15,-1 9 4-15,2 2 1 16,-7 4 0-16,1-1-1 0,-6-3 1 16,-2 0 0-16,-3 0-25 15,-3 1-17-15,-40 2-10 16,-28-4-35-16,-24-8-153 16</inkml:trace>
  <inkml:trace contextRef="#ctx0" brushRef="#br0" timeOffset="15599.67">22418 11647 830 0,'0'0'26'16,"0"0"-7"-16,0 0 2 15,0 0-21-15,0 0-5 16,0 0-69-16,75 12-282 15</inkml:trace>
  <inkml:trace contextRef="#ctx0" brushRef="#br0" timeOffset="18590.74">5003 11668 582 0,'0'0'82'0,"0"0"-31"15,0 0 7-15,0 0-29 16,0 0-12-16,0 0-8 15,0 0-8-15,0-6-1 16,0 6 0-16,0 0 0 16,0 0-3-16,0 2 2 15,0 10 1-15,0 5 0 0,6 0 1 16,4-1-1-16,1 1-41 0,5-7-55 16,1-9-66-16,0-1-15 15</inkml:trace>
  <inkml:trace contextRef="#ctx0" brushRef="#br0" timeOffset="18755.93">5003 11668 611 0,'110'-125'149'0,"-110"125"-114"0,0 0-24 31,0 0-9-31,0 0-2 16,0 5-5-16,0 23 5 15,0 9 1-15,0 10 0 0,2 3-1 16,5-4-205-16</inkml:trace>
  <inkml:trace contextRef="#ctx0" brushRef="#br0" timeOffset="19554.39">6425 11621 376 0,'0'0'126'0,"0"0"-72"15,0 0 13-15,0 0 4 16,0 0-7 0,0 0-27-16,0 0-24 15,-4-25-9-15,4 25-4 16,0 0-1-16,0 0-6 15,0 8 7-15,0 10 0 16,0 4 2-16,0 5 1 16,0-4-3-16,0 1-69 15,0-2-44-15,4-6-75 0,3-7-92 16</inkml:trace>
  <inkml:trace contextRef="#ctx0" brushRef="#br0" timeOffset="19726.51">6602 11604 462 0,'0'0'241'0,"0"0"-232"0,0 0-9 16,0 0-4-16,0 0 4 15,0 0 0-15,-2 103 0 16,-14-52-29-16,-8-2-286 15</inkml:trace>
  <inkml:trace contextRef="#ctx0" brushRef="#br0" timeOffset="21363.13">1898 12850 692 0,'0'0'39'15,"0"0"25"-15,0 0-51 16,0 0 10-16,0 0-7 15,0 0-1-15,0-46-11 16,3 43-4-16,10 1-3 0,7 0 3 16,0 2 0-16,7 0-1 15,2 0 2-15,2 0-1 16,3 0 0-16,-3 14-1 0,0 7-2 16,-4 6-2-16,-6 4 4 15,-4 4 0-15,-7-1 1 16,-3 3 1-16,-2-4 0 15,-5-7-1-15,0-3 0 0,0-3 2 16,0-5 1 0,0-7-2-16,0-3 4 0,0-5-5 15,0 0 3-15,0 0-3 16,0 0 7-16,0 0-4 16,0 0 18-16,0-8 15 15,0-18-14 1,17-11-22-16,8-2 1 15,0 1-2-15,2 8 1 16,-3 4 0-16,-4 8 1 16,-4 7 1-16,-3 6-3 15,-4 0 1-15,-2 5-3 16,-4 0 1-16,5 0 0 16,-4 0 2-16,2 0-3 0,2 13 2 15,-4 4 1-15,1 9-5 16,-3 9 4-16,0 5 1 15,-2 1 1-15,1 0-1 16,4-1 2-16,-1-10-2 16,6-7 0-16,1-7-2 15,3-13 2 1,7-3 0-16,9 0 2 0,10-34 2 16,4-7-2-16,4-12 0 15,-6 2-1-15,-10 6 1 16,-6 7-1-16,-12 10 0 15,-6 14 3-15,-8 6 25 16,0 5 7-16,0 3-6 16,0 0-28-16,0 0-2 0,0 0-1 15,0 7 0-15,-8 16-2 16,-6 12 3-16,1 1 0 16,0-1-2-16,10-2 2 15,3-5 0-15,0-2 0 16,0-4-2-16,3-4-11 0,14-3 0 15,-2-10 5-15,3-2 5 16,2-3 3-16,-2 0 2 16,0-17-2-16,-4-9 0 15,-2-4 1-15,-3-6 0 0,-4-2 0 16,-5 0 2-16,0 3-2 16,0 8-1-16,-14 8-9 15,1 7-18 1,5 8-30-16,1 4-78 15,7 0-216-15</inkml:trace>
  <inkml:trace contextRef="#ctx0" brushRef="#br0" timeOffset="21648.16">3252 12758 907 0,'0'0'23'0,"0"0"-15"16,0 0-7 0,0 0-1-16,0 0-3 0,0 0 2 31,-5 85 1-31,5-37 1 16,0 0-1-16,0 1 0 0,0 3-1 15,0 0 1 1,0 3 0-16,0-2 0 0,-7-6 0 15,-6-7-37-15,-3-8-18 16,-2-10-48-16,-2-8-54 16,-1-14-70-16</inkml:trace>
  <inkml:trace contextRef="#ctx0" brushRef="#br0" timeOffset="21814.79">3124 13101 315 0,'0'0'426'0,"0"0"-370"15,0 0 0 1,0 0-29-16,0 0-16 0,0 0-3 16,27-26-6-16,22 11-2 15,22-2 0-15,14 0-2 16,7-5-116-16,1 3-335 16</inkml:trace>
  <inkml:trace contextRef="#ctx0" brushRef="#br0" timeOffset="61260.22">4341 12980 422 0,'0'0'19'0,"0"0"27"0,0 0 7 15,0 0 10-15,0 0-13 16,0 0-26-16,0 0 0 16,0 0 17-16,0 0-6 0,0 0-3 15,-80-68-20-15,72 61-2 16,-2 2 2-1,-1 2-4-15,5-1-3 16,-4 2-5-16,1 1 4 0,1 1-4 16,-2-2 0-1,4 2 3-15,0 0-3 0,-1 0 0 16,-2 0 0 0,0 0-1-16,-4 5 0 15,-1 7-1-15,-1 6 2 16,-1 0 0-16,3 0-2 15,2 1 2-15,-1 0 0 16,4 4 0-16,1 0-1 16,0-6 0-16,2 1 0 15,3-2 0-15,2-4 1 0,0 3 0 16,0-3 0-16,0-3-1 16,0 1 0-16,0 0-2 15,0-1 3-15,0 0 0 16,2 0-1-16,10-2 0 15,-3 0 1-15,4-3-3 16,3-3 3-16,1-1 0 0,6 0 0 16,-1-3 1-1,5-20 1-15,-2 0 2 0,-4-3-1 0,-2-1-3 16,-9 10 6 0,0 0-2-16,-8 7 1 15,-2 3 16-15,0 2-7 16,0 1 0-16,0 1-6 15,0-2 2-15,0 3-6 16,0 2 3-16,0 0-2 16,0 0 0-16,0 0-5 15,0 0 0-15,0 0-2 16,0 0 0-16,0 0-4 16,0 7 2-16,2 5 3 15,3 5 1-15,1 1-3 16,6 0-3-16,5 2-11 15,11 0-39-15,15-6-34 0,4-8-97 16,9-6-256-16</inkml:trace>
  <inkml:trace contextRef="#ctx0" brushRef="#br0" timeOffset="61952.45">5126 12719 248 0,'0'0'372'15,"0"0"-305"-15,0 0 43 16,0 0-28-16,0 0-32 16,0 0-20-16,-13-30-18 15,10 30-10-15,3 0-2 16,0 0-3-16,0 0-1 0,-1 11-1 15,-2 15 5 1,1 6 2-16,-2 3-2 0,3 4 3 16,1-2-3-16,0 2 0 15,0-3-2-15,0-2-10 16,0-3-47-16,0 0-47 16,0-9-46-16,0-6-81 15,0-10-57 1</inkml:trace>
  <inkml:trace contextRef="#ctx0" brushRef="#br0" timeOffset="62146.5">4941 13014 103 0,'0'0'559'16,"0"0"-469"-16,0 0-12 16,0 0-34-16,0 0-21 15,0 0-7-15,-17-12-12 16,23 10-4-16,23-2-2 15,20-7 2-15,14-3 3 0,8-3-3 16,2-3-7-16,1 2-66 16,-12-5-130-16,-17 2-228 0</inkml:trace>
  <inkml:trace contextRef="#ctx0" brushRef="#br0" timeOffset="63781.47">5387 12680 573 0,'0'0'102'0,"0"0"-1"0,0 0-25 16,0 0-47-16,0 0-21 16,0 0-8-16,-14-3-3 15,14 3-2-15,0 3 4 16,0 12 1-16,0 4 1 16,0 5 0-16,0 5 1 15,0 3-2 1,0 6 2-16,0 1 1 15,0-3-3-15,0-2 1 16,-2-4-1-16,2-4 1 0,0-4-1 16,0-6 0-16,0-4 2 15,0-4-2-15,0-2 1 16,0-4-1-16,0-2-1 16,0 0-17-16,0 0 7 0,2 0 7 15,14-13 1-15,7-8 3 16,1-5 4-16,-4 6-4 15,-4 3 0-15,-3 2 4 16,-1 3-3-16,-4 2-1 16,-1 3 9-1,-1 3 0-15,-4 3-7 16,1 1 0-16,-3 0-1 16,0 0-1-16,2 0-3 15,-2 0-4-15,5 0 5 16,-1 0-4-16,7 14 4 15,1 4-2-15,-1 2 4 16,-1 0 1-16,2 0-1 16,-1-2 0-16,2-2 2 0,-1-4-2 15,1-4 0-15,-2-4 1 0,-2-1 0 16,-2 0 2-16,1-3-2 16,1 0 0-16,5 0 5 15,8-6 3-15,-1-8-3 0,-2-1-1 16,-1 1-3-1,-5-1 0-15,-1 1 1 0,-1-2 0 16,-1-2 18-16,0-2-11 16,-3-1 0-16,-4 1-3 15,0-2-5-15,-1 4-2 16,-2-1 5-16,0 3-5 16,0 4 3-16,0-1 6 15,0 5 0 1,0 2-9-16,-2 4 4 15,-1 2 1-15,2 0-5 16,-1 0-1-16,-3 0-2 16,-2 15-3-16,0 4 3 15,1 4 3-15,6-5-1 16,0-4-4-16,0-1 1 0,0-3-10 16,8-2 6-16,7-1 4 0,2-3 3 15,1 1 1-15,2 0-3 16,-2 1 3-16,0-3 0 15,-5 2 3-15,1 1-3 16,-6 3-3-16,1 3 3 16,-5-3-3-16,-2 5 2 15,-2 4 1 1,0-1-1-16,0 4 1 16,0-5 0-16,0-2 2 15,0-4-1-15,0-2-1 16,0 0 0-16,0-1-1 15,8-4 1-15,7-1-7 16,5-2 7-16,9 0-1 16,7-10 1-16,4-11-1 0,3-8 0 15,1 0 1-15,-3 0 0 16,-8 0-6-16,-9 4 6 16,-8 4 0-16,-10 8 4 0,-1 1-2 15,-5 2 21-15,0 3 4 16,0 2 0-16,0 3-10 31,0-2-8-31,-5 4 3 0,1 0-11 16,-1 0-2-16,-1 0 1 15,-6 0 0-15,-1 14-5 16,-3 4 4-16,3 0 0 16,3 1 1-16,0-1 0 15,4 3-1-15,1-5-2 16,5 0 3-16,0 1 0 0,0-3-4 15,0 1-1-15,5-1-5 16,11-4 0-16,1 0 8 16,3-6 0-16,7-4-3 15,4 0 4-15,3-4 1 16,5-13 1-16,3-3 0 16,1-6 0-16,-3 6 3 0,-4 3-3 15,-5 1-1-15,-4 4-1 16,-7 2 0-16,1 0 1 15,-9 0 2-15,1-1-1 0,-4 4-1 16,-1-5 0-16,-4-2 2 16,0 2 0-16,-4 1 0 15,0-1 5 1,0 4 3-16,0 0 1 16,-4 1-2-16,-5 3 5 15,1-3-2-15,-2 7-7 16,3 0-4-16,-1 0-1 15,-3 0-1-15,1 0-1 16,-2 11 1-16,-2 4-2 16,3 2 2-16,2-3 0 0,4-1-2 15,3 4 3-15,2-2-1 16,0 3-1-16,0 3 0 0,0-1 4 16,0-2-5-16,7-2 1 15,6 0-10-15,2-2 5 31,6-5-2-31,3 0-8 0,10-9-25 16,5 0-25 0,4-14-131-16,2-19-391 15</inkml:trace>
  <inkml:trace contextRef="#ctx0" brushRef="#br0" timeOffset="65283.96">7449 12867 614 0,'0'0'109'15,"0"0"-41"-15,0 0 3 16,0 0-37-16,0 0-22 16,0 0-8-16,-2-8-4 0,2 8 0 15,0 0-1-15,-4 13 0 16,-4 8 1-16,0 4 0 31,5 1 1-31,1-4 1 16,2-3-2-16,0-2-1 0,0-5 1 0,0-2 0 31,0-5-3-31,0-5-7 0,5 0-14 16,1 0 13-16,4-3 10 15,3-17-3-15,1-8-19 16,-8 1 17-16,-6-1 3 15,0 6 3-15,0 7 6 16,0 5-3-16,-4 6 16 16,-2 1 14-16,4 3-13 0,2 0-19 0,0 0-1 15,0 0-2-15,0 0-6 16,0 7 7-16,0 3-6 16,18 0-3-16,10-5 4 15,15-5 6-15,13 0-1 16,11-11-1-16,7-17-17 15,-3-11-15 1,-13 0-66-16,-16-6-26 16,-17-3 8-16,-13 4 80 15,-12 2 38-15,0 3 10 16,0 8 62-16,-14 9 55 16,1 8-34-16,1 5-6 15,6 8-20-15,3 1-47 16,3 0-15-16,0 0-5 0,-2 0 0 15,-6 14-3-15,-4 16 1 16,-3 12 4-16,1 8 1 16,1 5-3-16,2 4 0 0,1 6 2 15,4 3-1-15,2 1 3 16,-1 6-4-16,3-7 5 16,2-4-5-1,0-9 1-15,0-11-1 16,0-15 1-16,0-8 0 15,0-9 1-15,0-7-2 16,0-3 1-16,0-2 3 16,0 0-3-16,0 0 4 15,0 0-1-15,0 0 2 16,0-2 4-16,0-14 7 0,0-10-8 16,0-6-6-16,0-10-2 15,11-4 0-15,7 0-1 16,11 0 0-16,2 3 1 15,11 4-3-15,6 5 3 16,-4 8-3-16,0 5 2 16,-5 12-2-16,-8 4 1 0,-10 5-1 15,-2 0-1-15,-12 0-1 0,2 10-1 16,-9 9 4-16,0 3-7 16,-35 6 2-16,-11 4 5 15,-8-6-7-15,-2-3-7 16,12-11 0-16,7-3-15 15,12-9-19 1,18 0-29-16,7-6-113 16,11-23-324-16</inkml:trace>
  <inkml:trace contextRef="#ctx0" brushRef="#br0" timeOffset="66317.88">8373 12990 269 0,'0'0'370'16,"0"0"-364"-16,0 0-5 16,0 0 4-16,0 0 6 15,0 0-2-15,13 12 6 16,-9-12 2-16,2 0-4 16,3 0 1-16,5 0 9 15,3-10 3 1,6-8-1-16,-1-5-16 0,-1-5 0 15,-4-2 17-15,-3 1 15 16,-3-2-28-16,-7 3 12 16,-4 7 16-16,0-2-14 15,0 5 4-15,0 4-18 16,-2 0-10-16,-5 6 3 0,-2 1-4 16,4 7-2-16,1-3 2 15,2 3-2-15,0 0-5 16,-3 0-1-16,-3 0-1 15,-8 15-2-15,-3 6 0 16,2 7 5-16,1 0 1 16,3 2 0-16,7-3 1 0,4-1 0 15,2-5-6-15,0-1-9 16,6-1 1-16,14-3 1 16,2-6 7-16,3-2 2 15,4-3 4-15,-5-5 2 0,-1 7 0 16,-4-5-1-16,-8 2 1 31,1 2 0-31,-6-2 0 16,-1 2-1-16,-1 2-3 0,-4 1 2 15,3 3 2-15,-3-1 0 16,0 4 0-16,0-4 0 16,0-2 0-16,2 5-1 15,5-5-4-15,1-1-11 0,6-1-1 16,4-7 5-16,3 0 9 15,14 0 1-15,2-12 0 16,10-14 0 0,4-3 2-16,3-8 0 0,2-1 0 15,-9-3 0-15,-9 1 1 0,-18 4 1 16,-14 5 38 0,-6 5 0-1,0 8 9-15,-16 6-10 16,-11 0-11-16,0 6-2 15,0 6-24-15,-2 0-2 16,0 0-1-16,2 21-1 16,2 5 1-16,2 3-1 0,10 0 2 0,4-2-3 15,9 0-1-15,0-3 2 16,0-2-6-16,0-5-4 16,9-3 2-16,4-3 1 15,1-7 4-15,-1 0 0 16,-4-4 0-16,5 0 3 15,1 0-2-15,3-10 4 16,3-8 0-16,-6-2 0 16,-1 1 0-16,-6 4 0 0,1 2 0 31,-5 4 0-31,-2 2 1 16,-2 5 2-16,0 1-2 15,0 1 0-15,0 0-1 16,0 0-2-16,0 0-1 15,2 11-6-15,0 10 5 16,6 5 4-16,3 0 0 0,5-4-1 16,1-2-20-16,4-7 2 15,1-2-14-15,4-8-39 16,3-3-66-16,2-5-49 16,-2-19-94-16</inkml:trace>
  <inkml:trace contextRef="#ctx0" brushRef="#br0" timeOffset="67141.23">9326 12832 398 0,'0'0'155'16,"0"0"-8"-16,0 0-93 16,0 0-32-16,0 0-22 15,0 0-8-15,5 10 5 16,1 12 3-16,-2 2 0 0,1 0 4 31,-3-2-2-31,0 0 0 16,1-2 0-16,-1-6-2 15,0-4 4-15,-2-4-4 16,3-4 0-16,-3-2 4 16,2 0-4-16,-2 0 4 15,5 0 4-15,7 0-2 16,6-16 4-16,5-2 0 0,-2 0-10 0,-2 3 6 16,-3 6-5-16,-6 0 7 15,-5 6 11-15,-1-1 7 16,-2 4-6-16,-2 0-16 15,6 0-4-15,-2 0-3 16,7 0-2-16,5 2 5 16,1 10 0-1,8-3-1-15,4 2-13 16,6-5-43-16,12-4-24 16,4-2-73-16,7 0-26 15,0 0 31-15,-4-10 69 16,-8-4-21-16,-10-2 21 15,-14 2 80-15,-10 0 173 16,-10 2 43-16,-2-1 40 0,0 3-101 16,-2 1-46-16,-16 0-41 15,-3 2-41-15,2 2 2 16,-4 5-27-16,1 0-2 16,0 0 0-16,0 18-1 0,-3 4 0 15,5 3-1 1,2 3 2-16,9-2-3 0,4-2-4 0,5-4-2 15,0-4-14 1,0-4 12-16,9-4-1 0,7 0 8 16,7-8-5-1,4 0 9-15,2 0 0 0,6-16-4 16,1-10 3-16,-3-6 0 31,0-8-6-31,-5-6 7 16,-2-3 1-16,-3-1 0 0,-8-2-1 15,-6 4 0-15,-4 4 1 16,-5 2 1-16,0 7 3 16,-3 8 3-16,-13 5 18 15,3 9 8-15,-1 8 3 16,8 0-11-16,1 5-12 0,-1 5-14 16,-9 26-5-16,3 22-1 15,-4 11 5-15,8 6 1 16,8 2-2-16,0-1-1 15,0-1-19-15,10-2-27 0,2-9-36 16,-5-8-236-16</inkml:trace>
  <inkml:trace contextRef="#ctx0" brushRef="#br0" timeOffset="68846.11">8220 13043 157 0,'0'0'94'16,"0"0"-40"-16,0 0 6 0,0 0-16 15,0 0-11 1,0 0-10-16,0 0-7 0,0 0 23 16,0 0 9-16,0 0-1 15,0 0-24-15,0 0-3 16,0 0 0-16,0 0-9 0,0 0 0 16,0 0-9-16,0 0-1 15,0 0-1-15,0 0 0 16,0 0 0-16,0 0-1 15,0 0 2-15,0 0 3 16,0-7 0-16,0-5 6 16,6-3-7-1,4 0-3-15,-6-1 5 16,1-6-4-16,-3 2 1 16,-2-4 0-16,0 3 2 15,0 6-2-15,0 3 4 0,0 3-5 16,-7 4 1-1,-3 2 4-15,-4 3 4 0,-1 0 1 16,-4 0-9-16,-1 15-2 16,0 11 0-16,0 4-1 0,7 6 1 15,6 2-1-15,7-1 0 16,0 4-1-16,7-3 4 16,24 1-4-16,9-10-4 15,13-9-99-15,6-13-192 16</inkml:trace>
  <inkml:trace contextRef="#ctx0" brushRef="#br0" timeOffset="69949.63">10953 12765 552 0,'0'0'308'0,"0"0"-249"0,0 0 4 16,0 0-19-16,0 0-27 15,0 0-12-15,-7-6-5 16,7 6-2-16,0 2 0 15,-4 18 0-15,0 6 1 0,-1 6 2 16,0 1-1-16,0-4 0 16,2 0-15-16,-4-3-8 15,-3-2-18-15,2 0-13 16,-5-2-61-16,-5-8-96 16,0-8-114-16</inkml:trace>
  <inkml:trace contextRef="#ctx0" brushRef="#br0" timeOffset="70150.26">10857 12668 569 0,'0'0'250'0,"0"0"-245"15,0 0 14-15,0 0-6 16,0 0-13-16,0 0-1 15,5-37-23-15,13 51-16 16,-1 12-40-16,1 3-93 0,-5 0-63 16</inkml:trace>
  <inkml:trace contextRef="#ctx0" brushRef="#br0" timeOffset="70951.36">11164 12793 769 0,'0'0'67'0,"0"0"-44"15,0 0 2-15,0 0-10 16,0 0-15-16,0 0 0 16,23 8-3-16,-12 16 3 15,-1 5 1-15,-4-2 0 0,-2 5-1 16,-4-1 2-16,0-4-2 15,0-1 1-15,0-6 0 0,0-5 0 16,0-9 1-16,0-1-1 16,0-5 0-16,0 0 1 15,0 0 2-15,3 0 3 16,7-11 19-16,11-13-5 16,8-6-17-16,2 0-4 15,-2 5 0-15,-6 6 1 0,-6 6-1 16,-8 5 1-16,-4 4-1 15,-1 4 1-15,-4 0-1 32,2 0 0-32,-2 0 0 0,0 0 0 15,0 0 0-15,0 0-3 16,0 0-4-16,0 2 1 16,2 18 6-16,0 2 0 15,1 3 0-15,1 1 1 16,3-4 0-16,2-1-1 0,2-2 0 15,5-7 0 1,-1-2 0-16,3-6 2 0,3-4 0 16,5 0 0-16,3 0-2 15,7-16 4-15,-3-10 0 0,0-4-3 16,-5-1 2-16,-7-1 0 16,-5 6-2-16,-9 3 3 15,-3 3 18-15,-4 4 0 16,0 4 2-16,0 5-8 15,0 3 13-15,0 3-27 16,0 1 0 0,0 0 1-16,0 0-3 15,0 0-4-15,0 0 2 16,0 0-4-16,0 15-10 16,0 10 13-16,0 0 1 15,2 4 1-15,19-2-2 16,5 5 3-16,3-6 0 0,3 1-3 15,-3-3 1-15,-7-4-11 16,-5-6-8-16,-10-4 8 16,-7-1-20-16,0 3 6 0,-17-1-8 15,-21 1 6-15,-9-1-36 16,3-8-62-16,7-3-83 16,18-2-150-16</inkml:trace>
  <inkml:trace contextRef="#ctx0" brushRef="#br0" timeOffset="71198.66">12224 12654 828 0,'0'0'154'16,"0"0"-153"-16,0 0-1 15,0 0-2-15,0 0-2 16,0 0-5-16,0 0 9 15,18 104 2-15,-16-57-1 0,0-1 0 16,-2-4-1-16,0 1 1 16,0-8 0-16,0-2 0 15,0-3-2-15,0-4-21 16,0-2-49-16,-4-7-102 0,-6-8-182 16</inkml:trace>
  <inkml:trace contextRef="#ctx0" brushRef="#br0" timeOffset="71398.56">12141 13062 840 0,'0'0'39'16,"0"0"25"-16,0 0-24 15,0 0-13-15,0 0-24 16,0 0-3-16,77-84-1 15,-26 68-7-15,-2 2-36 0,4 3-25 16,-9 6-125-16,-13 5-189 16</inkml:trace>
  <inkml:trace contextRef="#ctx0" brushRef="#br0" timeOffset="72617.82">12402 13078 302 0,'0'0'370'0,"0"0"-304"0,0 0 5 0,0 0-19 16,0 0-14-16,0 0-34 15,40-58-4-15,-9 32 3 16,0-4-2 0,0-2 0-16,-4 0 1 0,-4-3-2 15,-10 3 5-15,-4 6-2 16,-9 3-2-16,0 11 4 15,0 1-5-15,-2 5 11 16,-9 4 4-16,-2 2-3 16,-3 0-12-16,-4 6 0 15,4 14-2-15,1 6-1 0,11 2 2 16,4-3 1-16,0-2-2 16,0-3 0-16,13-1 1 15,-1-2-2-15,0-3 2 16,-3 3 0-16,-6-3 1 15,0 0-1-15,0-1 1 16,-3 0 0 0,0-1 0-16,0 2 0 15,0-2 0-15,0-2 0 16,0-2 0-16,0 1 0 0,0-6 0 16,11-1-26-16,7-2 19 15,7 0 5-15,12 0 1 16,6-8-6-16,-8-12-18 15,-1-4 18-15,-5-2 7 0,-5 0 2 16,-6 2 0-16,-4 4 5 16,-7 3 13-16,-4 3 20 15,0 5-11-15,-1 1 9 16,-2 2-15-16,0 4-12 16,0 2-9-16,0 0 1 15,0 0-3-15,0 0 0 0,0 0-2 16,0 12-3-16,-9 11-1 31,-6 5 6-31,1 1 1 16,5-3 2-16,5-3-2 0,4-4-1 0,0-3-1 0,0-5 1 15,0-4-1 1,15-7-2 0,8 0 1-16,10 0-1 0,9-24 3 15,5-5-5 1,3-12-21-16,-4 3 8 0,-6 0 1 15,-12 7 7-15,-9 12 10 16,-10 4 3-16,-9 10 8 16,0 0 8-16,0 5 11 15,0 0-17-15,0 0-13 0,0 0-1 16,0 5-2-16,-2 12 2 16,-9 10-2-16,2-1 3 15,6-1-1-15,3 0 1 16,0-2 0-16,0 1 0 15,5-1-1-15,15-9 0 16,3-5-1 0,10-6 2-16,4-3-4 15,8-3-1-15,7-18 5 16,3-7-5-16,1-7 4 16,-5 5-3-16,-7 5 4 0,-10 5 0 0,-7 5 1 15,-11 8-1-15,-8 2 3 16,-3 5-2-1,-5 0-1-15,0 0-5 0,0 0 2 16,0 0 2 0,0 0-3-16,0 0 1 0,0 0 3 15,0 0 0-15,0 0 0 16,0 0 4-16,0 0 1 16,-15 0-4-16,-4-7 0 15,-3 0-1 1,-3 3 0-16,1 4 0 15,-3 0 0-15,-3 4-1 16,5 17 0-16,0 3 1 16,3 6 0-16,6 2 0 15,10 0 0-15,6 3 0 16,0-6 0-16,17 2-2 16,26-6 0-16,15-3-2 0,18-4 4 15,19-6-1-15,6-4-32 0,3-8-102 16,-6 0-277-1</inkml:trace>
  <inkml:trace contextRef="#ctx0" brushRef="#br0" timeOffset="72930.8">14199 12741 658 0,'0'0'89'15,"0"0"-82"-15,0 0 27 16,0 0-9-16,0 0 25 16,0 0-22-16,-24-15-25 15,24 15 4-15,0 0-5 16,0 0 4-16,0 0-3 16,0 3-2-16,0 19 3 15,0 11 3-15,13 6 4 16,0 7 0-16,-1 5-5 15,-4 0-2-15,1-2-1 0,-5 1-3 16,-4-4 1-16,0 0 0 16,0-1 0-16,-6-5-1 15,-12-8-55-15,-4-13-192 16,-1-12-290-16</inkml:trace>
  <inkml:trace contextRef="#ctx0" brushRef="#br0" timeOffset="73232.18">14028 13058 805 0,'0'0'95'15,"0"0"-50"-15,0 0-24 16,0 0-18-16,0 0-3 16,0 0 0-16,98-20 2 0,-40 14-2 15,4-2 1-15,-2-2 1 16,0 0 1-16,-2 0-3 15,-16 1 0-15,-11 4 0 16,-8 1 0-16,-10 4 0 16,-1 0 1-16,-4 0-1 0,-1 0-1 15,-1 0-1-15,2 0-2 16,-4 6 1-16,-4 14-1 16,0 4-10-16,-4 5-34 0,-17 3-48 15,1-6-106-15,1-6-121 16</inkml:trace>
  <inkml:trace contextRef="#ctx0" brushRef="#br0" timeOffset="73390.07">14531 13000 280 0,'0'0'152'16,"0"0"-17"-16,0 0-40 15,0 0-51-15,0 0-27 16,0 0-8-16,31-50-9 15,-27 50-16-15,1 18 2 16,2 2-84-16,0-4-105 16,1-3-198-16</inkml:trace>
  <inkml:trace contextRef="#ctx0" brushRef="#br0" timeOffset="74018.1">14736 12944 147 0,'0'0'351'0,"0"0"-238"0,0 0 17 15,0 0-26-15,0 0-53 16,0 0-38-16,-14-24-13 16,0 40-1-16,2 7 1 15,-2 3 0-15,6 1 1 16,4-7-1 0,1-2 0-16,3-2-10 0,0-7-24 15,0-4 5-15,0-3-2 16,0-2 20-16,0 0 11 15,0-4 9-15,3-16 5 16,3-2-10-16,-2 2 8 16,-2 0 9-16,-2 4-9 15,0 2-3-15,0 4 2 0,0 4-5 16,0 2-2-16,0 4-3 16,0 0-1-16,0 0-6 15,12-2-8-15,2-1 10 16,10-1 0-16,5 1 5 15,0-4-1-15,2 2 0 0,-3 1 1 32,4 2-1-32,-1 2 0 15,-1 0 0-15,-1 0 0 0,-8 4-3 16,-4 12-1 0,-5 4 1-16,-8 0 2 0,-4 1 1 15,0-2 0-15,0-3 1 16,0-8 1-16,0-5-2 15,0-3 1-15,0 0 1 0,0 0 3 16,0 0 5-16,8-7 9 16,17-15 11-16,7-4-24 15,7 4-6-15,-8 6 0 16,-7 7 0-16,-8 7 0 16,-6 2 0-16,2 0 0 15,-1 0-7 1,5 12 5-16,-5 8 2 15,-3 9-1-15,-8-3-12 16,0-4-235-16</inkml:trace>
  <inkml:trace contextRef="#ctx0" brushRef="#br0" timeOffset="74141.2">15443 12925 704 0,'0'0'32'0,"0"0"-32"16,0 0-296-16</inkml:trace>
  <inkml:trace contextRef="#ctx0" brushRef="#br0" timeOffset="77292.9">5433 11662 257 0,'0'0'57'15,"0"0"-37"-15,0 0 29 16,0 0 28-16,0 0-10 0,0 0-6 15,0 0-13-15,-8 0-15 16,8 0-3-16,0 0 0 16,0 0-12-16,0 0-7 15,0 0-2-15,0 0-4 16,0 0 0-16,0 0-5 16,0 0 0-16,0 0-1 0,0 0 1 15,0 0 0-15,0 0 2 16,-2 0 0-16,2 0-2 0,0 0 0 15,0 0 0-15,0 0-1 16,0 0 0-16,-3 0 1 16,1 0-1-16,2 0 2 15,-2 0 0 1,2 0-1-16,-2 0 0 16,2 0 0-16,0 0 1 15,0 0-1-15,0 0 0 16,0 0-2-16,0 0 4 15,-2 0-2-15,-5 9 0 16,0 0 0-16,-2 7 0 16,1 9 0-16,-2 10 0 0,-1 7-34 15,0 3-173-15</inkml:trace>
  <inkml:trace contextRef="#ctx0" brushRef="#br0" timeOffset="78042.04">5360 12340 84 0,'0'0'42'0,"0"0"-5"16,0 0 26-1,0 0-16-15,0 0-12 0,0 0-5 16,0 0-8-16,0 0-7 16,0 0-3-16,0 0 18 15,0 0 7-15,0 0-11 16,0-1 14-16,0-1-6 16,0-3 0-16,0 3 0 15,-2 2-1-15,2-2-6 16,-2 2 7-16,0 0 3 15,-1-2-5 1,3 2-6-16,0 0 0 16,0 0-9-16,-2 0-3 15,2 0 0-15,-2 0-3 16,0 0 1-16,2 0-2 0,0 0 1 16,0 0 1-16,0 0 1 15,0 0 0-15,0 0 2 16,0-1-7-16,0 1-5 0,0-3-3 15,11 1-1-15,18 2 1 16,17-4-2-16,12 2 1 16,12 2-34-16,-5-4-54 15,-15-1-242-15</inkml:trace>
  <inkml:trace contextRef="#ctx0" brushRef="#br0" timeOffset="78736.07">5763 11733 57 0,'0'0'167'0,"0"0"-106"0,0 0 1 16,0 0 6-1,0 0-3-15,0 0-10 16,-4-7-1-16,2 7 0 15,0 0-5-15,2 0-3 16,-2 0-3-16,2 0-15 16,0 0-8-16,0 0-9 15,0 0-8-15,0 0-3 16,0 0 0-16,0 3-6 0,0 16 5 16,0 13 1-16,0 9 0 15,8 10-26-15,-3 10-121 16,-5-3-138-1</inkml:trace>
  <inkml:trace contextRef="#ctx0" brushRef="#br0" timeOffset="79228.51">5757 11679 82 0,'0'0'100'0,"0"0"-13"0,0 0 3 16,0 0-12-16,0 0-12 15,0 0-17-15,0-3-7 16,0 0-4-16,0 3-5 0,0 0-10 16,0 0-19-16,0 0-4 15,0 0-19-15,6 21-39 16,-1 7-64-16,-5 4-71 15</inkml:trace>
  <inkml:trace contextRef="#ctx0" brushRef="#br0" timeOffset="79682.5">5732 12256 313 0,'0'0'141'0,"0"0"-69"16,0 0 33-16,0 0-19 15,0 0-35-15,0 0-19 16,0 0-10-16,-6 0 2 0,6 0-1 31,0 0-1-31,0 0-6 16,0 0-14-16,0 0-1 0,0 0 0 15,0 0-1 1,0 0-3-16,0 0 2 0,4 2 0 16,12 0 0-16,4 0-33 15,9 0-49-15,4-2-71 16,3 0-106-16</inkml:trace>
  <inkml:trace contextRef="#ctx0" brushRef="#br0" timeOffset="80530.43">6144 11814 328 0,'0'0'81'0,"0"0"-14"16,0 0 22-16,0 0-24 15,0 0-23-15,0 0-19 16,-3-5 7-16,3 5 3 0,0-2 3 16,0 2-6-16,0 0-10 15,0 0-9-15,0 0-4 16,0 0-4-16,0 0-3 0,0 0-2 16,0 9-1-16,2 12 2 15,6 5-1-15,3 4 2 16,1 7 0-16,-2 0 3 31,3 6-2-31,-5 1-1 0,-1 2-108 16,-7-5-69-16,0-5-56 15</inkml:trace>
  <inkml:trace contextRef="#ctx0" brushRef="#br0" timeOffset="80968.48">6183 11819 28 0,'0'0'186'15,"0"0"-108"-15,0 0 17 16,0 0 17-16,0 0 2 0,0 0-28 15,-21-34-28 1,21 32-19-16,0-1-9 16,0 2-10-16,-2-2-7 0,2 3-4 15,-2 0-8-15,2 0-1 16,0 0-13-16,-2 0-18 16,-5 4-64-16,-7 21-58 15,-1 4 25-15,2 2-164 16</inkml:trace>
  <inkml:trace contextRef="#ctx0" brushRef="#br0" timeOffset="81316.5">6044 12288 211 0,'0'0'2'16,"0"0"2"-16,0 0 67 15,0 0 38-15,0 0-3 16,0 0-7-16,-4 0-22 0,2 0-8 16,2 2-16-16,0-2-11 15,0 0-16-15,0 3-9 16,0-3-3-16,0 0-4 15,0 0-3-15,0 0-6 16,0 0-1-16,5 3-3 16,19 3 1-1,14 0 2-15,11 2 0 16,11-2 0-16,4-3-52 16,1-3-293-16</inkml:trace>
  <inkml:trace contextRef="#ctx0" brushRef="#br0" timeOffset="85457.48">1165 13721 382 0,'0'0'177'0,"0"0"-111"16,0 0 28-16,0 0-44 0,0 0-19 15,0 0-7 1,0 0-8-16,-2-12-3 0,-2 11 6 16,2-2-1-16,-4 2-1 15,4-2-2-15,0 2-2 16,-2-1-1 0,-1 0-11-16,-1 2 0 15,-4 0 1-15,-1 0-2 16,-2 0 0-16,-1 0 2 15,4 0-2-15,-4 2 0 16,-1 9 0-16,-4 6-1 16,2 3 1-16,-1 0 0 15,5 0-1-15,1-1 1 0,4-4 0 16,3-1 0-16,1-2-1 16,4 2 0-16,0-3 1 15,0-2 0-15,0-1-3 0,0-4 3 16,0 2-3-1,0 0 3-15,0-1-1 0,2-2-1 32,5 3 2-32,1-2-3 15,2 0-3-15,3 0 1 0,0-4 4 16,7 0-2-16,3 0 3 16,4 0 0-16,2 0-1 15,-3 0 1-15,-2 0 0 16,0 0 0-16,-1 0 0 15,-2 0 0-15,0 0 0 0,2 2-1 16,0 7 0-16,-4 5 1 16,-1 2 0-16,-6-3 0 15,-6 5-4-15,-6 1-1 16,0-3-7-16,-9 8 12 16,-18-6 4-16,-9 4-3 15,2-8-1 1,4-2 5-16,3-6-1 15,10-5 0-15,5-1 0 0,3 0 5 16,4 0-7-16,4 0 9 16,-1-1 0-16,2-17-2 15,0-4-7-15,11-10-2 16,20-8-3-16,14-5 3 16,10-1-1-16,5 2 1 0,-2 9-1 15,-9 9 0-15,-11 9 0 16,-18 11 1-16,-9 4 0 15,-6 2-3-15,-5 0 3 16,0 0-3-16,0 0 0 16,0 16-7-16,0 14-2 15,-11 12 12-15,-4 2 5 0,1-4-1 16,3-4-4-16,4-10 0 16,7-5 2-16,0-7-2 15,0-7 0-15,0 0 0 16,16-7 0-16,7 0 3 15,12-3-1-15,9-29 7 16,3-8-1 0,-3-6-6-16,-7 0 0 15,-18 8 1-15,-12 6-1 0,-7 6-1 16,0 6-1-16,-9 10 0 16,-18 10-32-16,-2 0-35 15,-2 12-153-15,6 11-154 16</inkml:trace>
  <inkml:trace contextRef="#ctx0" brushRef="#br0" timeOffset="86096.57">2590 13744 139 0,'0'0'231'0,"0"0"-155"15,0 0 70-15,0 0-32 16,0 0-26-16,0 0-21 15,-34-43-10-15,27 42-27 16,0-3-19-16,-1-1-2 16,-3 3-4-16,-3 0-4 15,-3 2 0-15,-1 0 1 0,-1 0-2 32,2 0 0-32,1 2 0 15,-1 10 0-15,1 8-2 16,-3 1 0-16,4 7 2 15,2 4 0-15,4-2 0 0,7 2-1 0,2-4 1 16,0 2 0 0,0-4 0-16,11 1 0 15,9-5 0-15,4-3 0 16,0-5 0-16,4-6 0 16,-1-3 0-16,2-5 1 15,-3 0-1-15,-4-6 1 0,-1-18 5 16,-4-5 0-16,-1-2 3 15,-7-6-2-15,-7 4 16 0,-2 1-20 16,0 6-3-16,-2 1 6 16,-13 7 1-16,1 3-7 15,1 6-1-15,0 3-9 16,3 6-22-16,2 0-14 16,-1 4-55-16,4 16-111 15,5 4-40 1</inkml:trace>
  <inkml:trace contextRef="#ctx0" brushRef="#br0" timeOffset="86545.75">2892 13744 681 0,'0'0'64'31,"0"0"51"-31,0 0-62 15,0 0-5-15,0 0-23 0,0 0-20 16,0-18-5-16,-6 18-1 16,-3 12-2-16,-2 16 1 15,0-3 2-15,2 9 0 16,2-8-3-16,5-1 3 16,0-3 0-16,2-2 0 15,0-2 0-15,0-4 0 16,0-2 3-16,6-3-3 15,4-1-1-15,5-5 1 16,-2-3 0-16,3 0 1 16,3 0 0-16,2 0 2 0,1-6-3 15,1-8 2-15,-6-7 0 16,-2-6 0-16,-3-1-1 16,-6-7 5-16,-4 2 10 15,-2 1-9-15,0-2-6 16,-2 3 2-16,-10 6-3 15,-7 4 0-15,2 8-1 0,1 5-6 16,2 8-13-16,-3 0-12 16,4 14-30-16,-1 19-61 0,5 8-59 15,9-4-29-15</inkml:trace>
  <inkml:trace contextRef="#ctx0" brushRef="#br0" timeOffset="86945.85">3278 13762 294 0,'0'0'392'0,"0"0"-364"0,0 0 52 16,0 0-10-16,0 0-17 16,0 0-23-16,0-16-21 15,0 16-7-15,0 0-2 16,-5 20-4-16,-7 7 4 15,-6 10 3-15,4-3-3 16,3 0-1-16,2-3 1 0,5-3 1 16,4-5-1-16,0-1 1 31,0-3-1-31,4-6 1 0,12-2 0 16,2-4 0-16,4-2-1 15,5-5 1-15,6 0-1 16,0-23 6-16,2-9-2 15,-1-3-3-15,-5-6 1 16,-8 1 9-16,-8-2 5 16,-9 0 6-16,-4 6-20 0,0 5 2 15,0 8-4-15,-17 7 0 16,-8 9-34-16,-8 7-76 16,-3 0-193-16</inkml:trace>
  <inkml:trace contextRef="#ctx0" brushRef="#br0" timeOffset="87946.1">4186 13629 325 0,'0'0'143'0,"0"0"-45"16,0 0 5-16,0 0-3 16,0 0-27-16,0 0-15 15,-12-24-16 1,12 23-12-16,-2 1-11 16,2 0-3-16,0 0-16 15,0 0 0-15,0 0-3 16,0 18-7-16,0 14 9 15,0 12 1-15,0 8 1 16,9 0 0-16,3-3 0 16,-4 4-1-16,3-4-1 0,-7 0 0 15,-4-3-29-15,0-3-46 16,-10-7-139-16,-13-14-34 0,-4-10-169 16</inkml:trace>
  <inkml:trace contextRef="#ctx0" brushRef="#br0" timeOffset="88457.03">4023 13957 641 0,'0'0'139'0,"0"0"-99"0,0 0 8 16,0 0-20-16,0 0-9 15,0 0-14-15,-7-7-5 16,7 7-1-16,23-2-2 15,10 0 3-15,13-3 2 16,8-4 0-16,4-1-2 16,2 0 0-16,-1-4 0 15,-4 2 1-15,-6 0 0 16,-14 4-1-16,-15 6 0 0,-11 2 2 16,-8 0-4-16,-1 0 2 15,0 0 0-15,0 0-5 16,0 19 5-16,-5 12 1 0,-15 8 0 31,0 0 4-31,0 3-1 16,-1 0-3-16,8-5 2 15,5-5-2-15,5-6-1 16,3-6 0-16,0-6 0 0,0-2 3 16,18-8-1-16,11-4 1 15,6 0 1-15,8-4 2 16,4-24 1-16,0-7-1 0,-9-4 0 15,-12-1-2-15,-9-1 4 16,-13 4-4-16,-4 2 1 16,-8 2 2-1,-23 10 1-15,-6 7-8 0,-3 9-9 16,2 7-10-16,7 0-12 16,4 17-54-16,11 9-148 15,12-2-160-15</inkml:trace>
  <inkml:trace contextRef="#ctx0" brushRef="#br0" timeOffset="97699.75">1341 14739 16 0,'0'-17'72'0,"0"13"-3"0,0 3-10 16,0-2 18-16,0 1-18 31,0 2-21-31,0 0-4 0,0 0 18 15,0 0 6-15,0 0 2 16,0 0-3-16,0 0-8 16,0 0-31-16,0 0-10 15,0 0-7-15,0 0-1 16,0 0-39-16,7 0-140 16,6 0 3-16</inkml:trace>
  <inkml:trace contextRef="#ctx0" brushRef="#br0" timeOffset="114351.37">9789 13767 590 0,'0'0'111'0,"0"0"-102"15,0 0 3-15,0 0 39 16,0 0 9-16,0 0-18 16,-4 0-15-16,4 0-9 0,0 0 2 15,0 0 0-15,0 0-7 16,0 0-2-16,0 0-3 15,0 0-4-15,0 0-3 16,0 0 3-16,0 0-2 16,0 0-1-16,2 0-1 15,16 0 0 1,4 0 2-16,7 0 1 16,4 0 1-16,3 0-2 15,3 0-1-15,-2 0 0 16,-1 0 0-16,-4 0-1 15,3 0 0-15,-6 0 3 0,-5 0-3 16,-3 0 1-16,-6 0 1 16,-9 0 0-16,2 0-1 15,-6 0-1-15,-1 0 0 0,-1 0 0 16,0 0-2 0,3 7 2-16,-3 7 0 0,0 6 1 15,0 9-1-15,0 2 3 16,0 5-3-16,-6 1 0 15,-8 4-1 1,-1 2 1-16,-4 1 0 16,2 0 1-16,-1-3 1 15,2-2 0-15,1-3-1 16,2 0 0-16,1-2-1 16,3-1 0-16,5-6 0 15,4-4-61-15,0-8-29 16,22-15-120-16,23-2-170 0</inkml:trace>
  <inkml:trace contextRef="#ctx0" brushRef="#br0" timeOffset="116201.77">11144 13860 244 0,'0'0'281'0,"0"0"-175"0,0 0 19 16,0 0-21-16,0 0-40 15,0 0-30-15,0-18-20 16,0 18-9-16,0 0-5 16,0 0-4-16,-6 18 1 0,-8 5 3 15,2 8 0-15,-2-1 0 16,5 2 1-16,3 0-1 16,-2 3 0-16,6-5 0 15,0 0 3-15,2-2-3 16,0-5-3-1,0-9 3-15,0-2 0 16,13-3-1-16,5-7-5 0,7-2 0 0,6 0 5 16,9-28-4-16,1-8-12 15,-6-11-6-15,-6 0 4 16,-11-4-8-16,-14 1 1 16,-4 6 6-16,-2 10 20 15,-24 10 13-15,-3 8 29 16,-2 10-26-16,2 6-5 15,2 0-7-15,4 6-3 16,8 14-1-16,6 6-2 16,9 2 0-16,0 0 2 15,18-3 0-15,24-2 0 16,16-8 0-16,13-10-1 16,5-5 1-1,3 0-8-15,-11-17-15 16,-14-9-3-16,-16-6 9 15,-19-1 9-15,-10-6 8 16,-9 2 1-16,0 3 2 16,0 6 18-16,0 8 17 15,-6 10 3-15,1 3-14 0,1 7-11 16,4 0-10-16,0 0-6 0,0 0-1 16,0 0-5-1,0 20 2-15,0 3 4 0,0-1 1 16,0-4-1-16,0-4 3 15,0-7-2-15,0-2-1 16,0-1 1-16,0-4-1 16,0 0-1-16,0 0 1 0,0 0 2 15,0 0 2-15,0 0-2 16,0 0 0-16,0 0 24 16,0 0-13-16,0 0-7 15,-3 0-2-15,3 0-4 16,0 0 1-16,0 2-2 15,0 2-5 1,0 8 5-16,0 10-3 16,-2 10 4-16,-2 6-1 15,-2 9 1-15,1 3-5 16,-2-5 5-16,5 4 0 16,-1-1 0-16,3-6-1 15,0-4 1-15,0-2 2 0,0-8-2 16,0-2 0-16,6-4 5 0,0 0-5 15,-1-8 0-15,-3-1 0 16,0-4 0-16,0-4 1 16,0-1-1-16,-2-3 0 15,0-1 2-15,0 0 0 16,0 0 0-16,0 0 2 16,0 0 2-1,0 0 28-15,0-15 0 16,0-16-16-16,-4-9-14 15,2-13-4-15,2-10 0 16,0-11-1-16,15-12 1 16,12-7-1-16,8 1 0 15,2 2-1-15,0 9-3 16,0 19-4-16,-1 16-1 0,-4 18 8 16,-1 13 2-16,0 10-3 15,-4 5 2-15,0 5-5 16,-3 23 4-16,-3 12-6 0,-9 6 6 15,-7 2 0 1,-5-2-3-16,0-3 3 0,-22-4-8 16,-21-5-12-16,-10-3 1 0,-12-8-13 15,2-9-3-15,6-5-21 16,14-9-89-16,17 0-72 16,17-5-248-16</inkml:trace>
  <inkml:trace contextRef="#ctx0" brushRef="#br0" timeOffset="117001.53">12382 13766 819 0,'0'0'10'15,"0"0"-2"-15,0 0 12 16,0 0 2-16,0 0 17 16,0 0-26-16,-13-33-11 15,-14 56-2-15,-7 11 0 16,-1 8 0-16,2 4 2 16,4 2 0-16,4 2 1 15,7 0-2-15,5-1 1 16,9-5-2-16,1-4 3 15,3-10-1-15,0-7-1 16,7-4 1-16,10-7-2 16,6-4 2-16,4-1-1 15,4-7 1-15,6 0 3 16,6-13-3-16,4-11-1 0,-2-4-1 16,-1-6-5-16,-3 2-2 15,-12 1 6-15,-10 6 1 16,-7 4 1-16,-8 5 3 15,-4 7 10-15,0 5 24 16,0-2-7-16,0 6-3 16,0 0-15-16,0 0-13 0,0 0-4 15,0 10-3-15,-2 13 5 16,-3 8 1-16,5 0 0 16,0 0 1-16,0-7 1 0,0 0-1 15,9-6 0 1,6-2-1-16,4-6 1 0,1-2-1 15,-5-6 1 1,0-2-2-16,-1 0 1 16,-3 0 1-16,7-17 5 15,-3-6-4-15,-1-3-1 16,-1-10 0-16,-5 5-1 16,-2 4 1-16,-6 5 1 15,0 4 0-15,0 4 3 16,0 6-1-16,-2 0 5 0,-6 3-3 15,4 3-3-15,-1 2-2 16,5 0-1-16,-1 0-5 16,-2 0 1-16,-1 0-1 15,0 0 0-15,-3 0 2 16,4 0 1-16,1 2 1 0,0 1 1 31,-5 2 0-31,-1 8-1 16,-6 1-27-16,-5 4-24 0,-2 4-44 15,6-4-96 1,3 0-171-16</inkml:trace>
  <inkml:trace contextRef="#ctx0" brushRef="#br0" timeOffset="118003.89">13227 14161 383 0,'0'0'149'0,"0"0"-8"16,0 0-28-16,0 0-30 16,0 0-24-16,0 0-28 15,-29-42-4-15,7 36-18 0,0 0 6 16,-1 4-11-1,3 2-1-15,-2 0-1 0,4 0-2 16,3 15-2-16,0 7 2 16,7 4-2-16,4 1 2 0,4-1 1 15,0-6-1-15,0 0 0 16,9-6-2-16,11-8 0 16,7-3 2-16,6-3 0 15,9-5-4-15,2-25-19 16,1-14-27-16,-5-10-64 0,-9-10-93 15,-9-8 38-15,-8-4 39 32,-5 1 72-32,-9 9 58 0,0 12 68 0,0 18 160 15,-4 12-37-15,-6 12-95 16,6 10-10-16,-1 2-49 16,2 0-26-1,-6 3-11-15,-7 28-2 16,-6 11 2-16,4 8-1 15,4 2 2-15,8 0 0 16,3-2-1-16,3-3 0 0,0-1 1 16,3-6 0-16,11-4-1 15,-2-8 0-15,9-4 0 16,-2-4 0-16,6-6 0 16,6-7-4-16,7-7 4 0,5 0-3 15,1 0-2-15,3-21 3 16,-3-4 1-16,-6-4-3 15,-9-1 4-15,-9-2 0 16,-11 5 3-16,-9 1-1 16,0 8 3-1,0 4 16-15,0 4 0 16,-9 5 3-16,3 1-15 16,2 4-3-16,-1 0-5 15,0 0-1-15,1 0 0 16,-5 16-4-16,-3 8 3 15,6 3 2-15,1 6-4 16,5 1 3-16,0 2 0 0,0 0 0 16,0-1 0-16,21-6 0 15,6-5 0-15,6-5 0 16,7-4 2-16,5-7 0 0,-3-8-2 16,-2 0 1-16,-2-14 1 15,-6-18 3-15,-3-6-4 16,-6-5-1-16,-7 4 3 0,-5 5-2 15,-7 7 0-15,0 8 0 16,-2 8 18-16,-2 8-2 16,0 1-10-16,2 2-7 15,1 0-5-15,7 0-3 16,4 16 2-16,1 6 6 16,3 5 0-1,-1 4-1-15,-3-4-1 16,-5 5-5-16,-7 1-20 15,-2-1-19-15,0 0-24 16,0-10-97-16,0-8-143 16</inkml:trace>
  <inkml:trace contextRef="#ctx0" brushRef="#br0" timeOffset="118859.1">14794 14013 566 0,'0'0'335'32,"0"0"-303"-32,0 0-16 0,0 0-11 15,0 0-3-15,0 0-2 16,-36 51 1-16,18-12 0 16,3-1-1-16,4-13 1 15,5-2 0-15,5-5 2 16,1-6-3-16,0-5-1 0,0-2 0 0,0-5-3 15,0 0 3 1,15-14 1-16,8-23-15 16,-1-2-11-16,1-9 2 15,-5 3-7-15,-1 5 30 16,-6 11 1-16,-4 12 6 16,-4 10 31-16,-3 5 2 0,0 2-33 15,0 0-6-15,3 0 0 16,9 0-7-16,6 2 6 15,6 5 0-15,12-5 1 0,2-2 1 16,4 0-1-16,3-7 1 16,-5-20 0-16,-7-5-1 15,-6-6 1-15,-4-8-1 16,-6-2 4-16,1-10-1 16,-7 0-2-1,-1 1 1 1,-4 5 12-16,-6 10 15 0,0 12 11 15,0 11-22-15,0 10 17 16,0 7-17-16,0 2-13 16,0 0-5-16,0 6-8 15,-2 28-4-15,-15 24 9 16,-3 19 3-16,0 5 1 0,1 4-1 16,-2-2 2-16,2-2-3 15,3-1 2-15,5-3 1 0,9-6-1 16,2-10-1-1,0-6 1-15,6-11 0 0,12-10-1 16,0-4 0-16,-2-12 1 16,-5-7-1-1,-5-5 1-15,-1-5 1 16,-5-2-1-16,2 0 2 16,1 0 0-16,3-4 1 15,5-20-4-15,5-10-5 16,1-9 0-16,-1-3 1 15,-3 0 3-15,-3 2-1 16,-8 3-5-16,-2 9 7 0,0 8 0 16,0 7 2-16,0 7 3 15,0 6-5-15,0 1 4 16,0 3-2-16,0 0-2 16,0 0-1-16,0 0-7 15,17 0 4-15,28 0-10 16,24 0-8-1,23-5-97-15,-3-23-718 16</inkml:trace>
  <inkml:trace contextRef="#ctx0" brushRef="#br0" timeOffset="121280.93">15644 14016 680 0,'0'0'108'0,"0"0"-104"0,0 0-4 16,0 0 2-1,0 0-4-15,0 0 2 0,-34 50 0 16,25-25-1-16,-1-3 1 16,7-1-2-16,3-1 2 0,0-3-1 15,0-3 1 1,0 1-2-16,2-6 2 0,4-1 1 16,1-4-1-16,0-2 4 15,0-2-4-15,-3 0 4 31,2 0 13-31,-2-11 19 0,0-8-4 16,-2-1 7-16,-2-2-33 0,0 2 8 16,0 8-2-16,0-2-10 15,-7 5-2-15,2 9 0 16,-1-3 0-16,4 3 0 16,-3 0 0-16,-1 0-2 15,-4 0 2-15,4 0 0 16,2 8-1-16,4-8 1 15,0 2-1-15,0-2-1 16,0 0 0-16,0 0 2 0,0 0-2 16,0 0-2-1,4 0 4-15,16 0 1 0,9 0 0 32,7-10 0-32,-1-3 0 15,3 4 1-15,-7 4 0 0,-4 3-2 16,-7 2-1-16,-2 0 1 15,-4 2 0-15,-2 16-3 16,1 5 1-16,-1 4 2 16,-3 4 0-16,0-1 0 15,-2-2-1-15,-5-8 1 0,2-5 0 16,-4-6 0-16,0-1 0 16,0-8 1-16,0 0 1 15,0 0 9-15,0 0 41 16,0-5-3-16,0-18-24 15,0-7-22-15,9-10-3 16,9-10-14 0,9 2-26-16,2-1-76 15,-10 6-390-15</inkml:trace>
  <inkml:trace contextRef="#ctx0" brushRef="#br0" timeOffset="123567.98">17010 13462 535 0,'0'0'333'0,"0"0"-295"0,0 0-7 16,0 0-11-16,0 0-16 16,0 0-4-16,-18 14-2 15,16 15 1-15,-1 12-1 0,3 6 2 16,0 6 0-16,0 1 1 15,0 2 1-15,0 0-2 16,3-2 1-16,-1 2-1 16,-2-3 1-16,0 1-1 15,-13-4-29-15,-19-2-38 16,-5-9-73 0,1-14-168-16</inkml:trace>
  <inkml:trace contextRef="#ctx0" brushRef="#br0" timeOffset="123783.09">16785 14002 248 0,'0'0'670'0,"0"0"-648"16,0 0 1-16,0 0 9 15,0 0-14-15,0 0-13 16,107-49-4-16,-14 18-1 15,21-5 0-15,11 1-1 32,-5-2-43-32,-20 2-42 0,-36 2-349 15</inkml:trace>
  <inkml:trace contextRef="#ctx0" brushRef="#br0" timeOffset="125087.39">17536 13488 811 0,'0'0'77'0,"0"0"-71"0,0 0-1 16,0 0-5-16,0 0 0 15,0 0 2-15,-11 90 6 16,7-41 0-16,2 8-5 31,-2-1-1-31,4-5 1 0,-2 2-1 16,-3-7-2-16,2-2 1 15,-3-6 0-15,1-6 1 16,0-6-2-16,0-6 0 16,3-4 2-16,2-7 0 15,0-5-2-15,0-4 4 16,0 0-3-16,0 0 2 16,0 0 4-16,0-3-1 0,17-21 2 15,11-3-4-15,4-4-4 16,-4 8 2-16,-7 2 0 15,-6 5 1-15,-7 6 7 16,1 4 3-16,-6 4 1 16,-1 0-7-16,-2 2-5 15,3 0-2-15,-3 0-4 0,0 0-5 0,4 8 4 16,0 11 4-16,3 4 1 16,0 3 1-16,2 0 0 15,1 3 1 1,1-5-2-16,3-4 1 0,2-2 0 15,2-5-1-15,2-2 5 16,2-8-5 0,4-3 2-1,3 0 0-15,5-3 5 0,2-20-6 16,4-6 2-16,-2-7-1 16,-1-5-1-16,-2-6-1 15,-12-2 0-15,-2 7 2 16,-10 3-1-16,-6 4-1 15,-3 12 3-15,-2 8-2 0,0 3 1 16,0 7 3-16,-6 2-5 16,-4 3 0-16,-1 0-5 15,-1 1 5-15,-1 16-1 16,5 0 1-16,0 4-2 16,8-4-2-16,0 3 3 15,0 3 1 1,8 0-3-16,6-2 2 15,5 3 1-15,-2-1 0 16,2-4 0-16,-6 2 0 0,-4-3 1 16,-4-2-2-1,-5-4 1-15,0-3-2 0,0 4-2 16,0-5-1-16,0-1 4 16,0 0 1-16,0-1 1 0,0-1 0 15,0 2-1-15,0 2 0 16,8-4 2-16,8-1 0 15,10-4 0-15,8 0-1 16,8 0 1-16,10-16-1 16,1-11-1-16,0-2 1 15,1-5 0 1,-8-1 0-16,-10 3 0 16,-13 4 0-16,-12 4 3 15,-6 2 0-15,-5 4 7 16,0 3-3-16,0 2 8 15,0 3-5-15,-9 1-5 16,2 7-6-16,0 2 0 0,3 0-4 16,-3 0 1-16,-1 7 0 0,-4 13 1 15,-1 4 2-15,-1 2 0 16,3 4 1-16,0 1-1 16,6-2-1-16,1 2 1 15,4-7-2-15,0-3 2 16,4 2 0-16,17-7 1 15,7-6 3 1,10-2-4-16,9-6 4 0,7-2-4 0,6 0 1 16,2-13 1-16,3-10 1 15,-2-8-3-15,-7-5 0 16,-14-1 0-16,-11 0 0 16,-13 4-1-16,-14 4 1 15,-4 9 3 1,0 4 0-16,-18 3-1 15,-9 8-2-15,-7 3-1 16,1 2 1-16,2 2-4 16,2 18 4-16,7 6-2 15,7 6 1-15,10 6-2 0,5-1 2 16,2 2-3-16,40-2-21 16,25-5-37-16,27-6-142 0,15-8-220 15</inkml:trace>
  <inkml:trace contextRef="#ctx0" brushRef="#br0" timeOffset="126506.77">20121 13858 149 0,'0'0'195'0,"0"0"-110"15,0 0 46 1,0 0 15-16,0 0-31 16,0 0-29-16,10-72-30 15,-10 70-10-15,0 2-22 16,0 0-15-16,0 0-9 15,-14 4-3-15,-5 22 2 16,-6 6 1-16,1 5 0 16,7 2 0-16,6-3 0 0,7 0 0 15,4-4 1-15,0-6-1 16,0-5 0-16,0-7-2 16,9-5-2-16,-1-9-12 0,7 0-6 15,3-7 5 1,-3-21-1-16,1-12-24 0,-8-1 29 15,-6 0-10 1,-2 6 23-16,0 5 2 16,0 10 16-16,0 10 25 15,0 6-16-15,0 1-9 0,0 3-18 16,0 0-3-16,5 0 0 16,15 0 1-1,11 3 2-15,16-1 0 0,9-2 1 16,-1 0-1-16,1-17 3 15,-9-18-3-15,-12-8-2 16,-5-8-7-16,-8-12 1 16,-6-4 8-16,-8-8-3 15,-8 2 1-15,0 1 2 16,0 14 1-16,0 12 17 16,-10 18 17-16,2 14 6 0,4 10-30 15,2 4 5-15,2 0-14 0,-2 0-2 16,-7 25-10-1,-3 25 3-15,-5 20 6 0,-1 19 1 16,3 10-1-16,3 3 1 16,5 2 0-16,7-2 4 15,0-3-1 1,-2-5 5-16,0-2-8 16,0-7 1-16,0-8 0 15,2-14 0-15,-3-15 0 16,3-16 0-16,-2-11-1 15,2-11 1-15,-2-6 0 0,2-4 0 16,0 0 6-16,0 0-3 16,-2 0 4-16,0 0 30 15,-3-16-14-15,-1-7-14 16,5-5-6-16,1-8-4 16,0-4 3-16,0-4-2 0,23-8-1 15,10 0 0 1,11-6-5-16,7 6 4 0,3 6 0 31,-4 7-1-31,-10 16-2 16,-9 9 2-16,-9 7 2 0,-4 7-1 15,-4 0-4-15,-6 0 1 16,-4 12 2-16,-4 8-10 16,0 6-5-16,-24 5 4 15,-18-4 2-15,-12-2-7 16,3-7 1-16,6-8 8 0,16-4-11 15,13-6-5-15,16 0-14 16,0 0-30-16,29-16-275 16</inkml:trace>
  <inkml:trace contextRef="#ctx0" brushRef="#br0" timeOffset="128311.14">20946 14083 656 0,'0'0'11'0,"0"0"21"15,0 0 41-15,0 0-15 16,0 0-17-16,0 0-29 16,5 1-3-16,13-1 2 15,11-8 8 1,4-11 5-16,2-9-18 16,-2-2 3-16,-5-5-2 15,-6 0 4-15,-4-2-6 16,-9 5-4-16,-9 4 7 15,0 6 12-15,0 3 7 16,0 7-7-16,-3 3-4 16,-3 1-7-16,2 5-3 0,-1 3 7 15,3 0-13-15,-7 0-3 16,-5 27-4-16,-3 12 3 16,-4 2 4-16,9 2 0 15,2 1 0-15,9-3 0 16,-1-1-1-16,2-1 1 15,0-5 0 1,0-7 1-16,6-2-1 16,9-11 1-16,6-2-1 0,5-8 3 15,3-4-3 1,5 0 2-16,3-12 2 0,3-18-3 16,5-10 1-16,-1-5-2 15,-5-1 0-15,-12 2-10 16,-10 6 2-1,-10 8 7-15,-7 6 1 0,0 8 0 16,-3 6-2-16,-12 7 1 16,-1 3 1-16,1 0-5 15,-1 5-1-15,5 17 2 0,3 4 2 0,5-1-3 16,3 1 4-16,0-1-2 16,0 3 2-16,4-2-1 15,8 1 2-15,-4-8 1 16,2 2-1-16,-4-9 0 15,1 2 0-15,-3-4 0 16,1-2 0-16,6 1 0 16,6-4-10-16,13-3 5 15,10 0 1 1,7-2-8-16,4 0-2 16,0-4-3-16,-6-14 13 0,-10-8 1 15,-8-6 1-15,-12-3 2 16,-9 0 1-16,-6 1 2 15,0 1 7-15,-12 9 11 16,-13 0 4-16,1 9-8 16,-2 4 8-16,3 11-21 0,-4 0-4 15,0 4-3-15,0 20 1 16,2 10-1-16,0 3 2 16,7 3 0-16,5-3-1 15,11-1 2-15,2-1 0 16,0-12 0-16,17 0 0 15,3-9 0 1,3-6 0-16,-2-6 0 16,4-2-3-16,4 0 3 15,0-23 0-15,2-2-7 16,0-9-5-16,-8 3 4 16,-10 5-10-16,-7 9 16 15,-2 9 2-15,-4 4 3 16,0 4 0-16,0 0-3 0,0 0-2 15,0 12-3-15,0 10-1 0,0 6 6 16,0 2-1-16,6-2 1 16,3-6 0-16,5-5-1 15,3-6-21-15,-3-2-37 16,3-9-32-16,1 0 1 16,-3-13-14-1,4-13 2-15,-4-4 102 16,3-5 3-16,-1 0 11 15,1 0 41-15,1 8-33 16,-6 7 8-16,-5 9 33 16,0 10 18-16,-6 1-47 15,2 0-25-15,0 0-9 16,3 13 0-16,-3 13 0 0,2 5 5 16,-6 3-2-16,0-4 0 15,0-4 1-15,0-6-2 16,0-8-2-16,0-3 2 15,0-4-1-15,0-1 0 0,0-4 0 16,6 0 3-16,7 0-4 16,12-9 10-16,6-8-7 15,4-3-3-15,3 2-1 0,-2 1 0 16,4 1 1-16,0 5 0 16,1 3 0-16,3 4-4 15,3-3-9-15,4 5-19 16,3-1 0-16,3 1 10 15,2 2 11 1,1 0 9-16,-6-5 2 16,-8 4 2-16,-13-2-2 15,-15-1 1-15,-11 3 1 16,-7-7 24-16,0-2 89 16,-4 1-72-16,-15-6-27 15,-4 0 11-15,-7 5-20 16,2-2 0-16,-4 6 1 0,6 6-3 15,-3 0-3-15,3 0-2 16,6 4 0-16,3 12 0 16,5 4-1-16,4 2 1 15,5 2-1-15,3 1 1 0,0-1 0 16,19-2 0-16,12-10 3 16,9-6-2-1,8-6 1-15,8-4-1 16,0-31 3-16,2-12-1 15,-5-19 1-15,-3-18-4 16,0-15 0-16,-6-10 0 16,-7-7-8-16,-8-2-12 15,-16 8 11-15,-13 11 7 16,0 23 2-16,-8 33 20 0,-6 20 16 16,4 17-4-16,0 6-7 15,-10 6-10-15,-20 37-13 16,-11 20-2-16,-12 28-2 15,6 11 2-15,12 10 1 16,12 13-1-16,15 1 0 16,18 5-1-16,5-1-16 0,41 2-25 15,10-2-22-15,3-10-82 16,7-20-462-16</inkml:trace>
  <inkml:trace contextRef="#ctx0" brushRef="#br0" timeOffset="129466.02">18325 14512 747 0,'0'0'40'16,"0"0"27"-16,0 0-31 15,0 0-29-15,0 0-3 0,0 0-4 16,6-27-9-16,2 39-116 16,3 13 35-16,1-1-119 15,5 0-80-15</inkml:trace>
  <inkml:trace contextRef="#ctx0" brushRef="#br0" timeOffset="132232.06">21901 14737 659 0,'0'0'86'16,"0"0"-70"-16,0 0 53 0,0 0-43 16,0 0-20-16,0 0-6 15,-32-11-36-15,43 27-6 16,8 0-112-16,-4-4-149 15</inkml:trace>
  <inkml:trace contextRef="#ctx0" brushRef="#br0" timeOffset="133285.97">23550 14698 680 0,'0'0'210'16,"0"0"-139"-16,0 0-14 15,0 0-51-15,0 0-4 16,0 0-2-16,20-78-9 16,-44 72-212-1</inkml:trace>
  <inkml:trace contextRef="#ctx0" brushRef="#br0" timeOffset="162313.88">5099 13718 159 0,'0'0'121'16,"0"0"-73"-16,0 0 25 16,0 0 4-16,0 0-6 15,0 0-37-15,0-10-9 16,0 10-11-16,0 0 2 0,0 0 10 15,0 0 0-15,0 0-4 0,0 0-8 16,0 0-6 0,0 0-3-16,0 0-5 0,0 0 1 15,0 6 3-15,-2 6-1 16,0 0 3-16,2 4-1 16,-2-3 2-16,2 4 3 0,0 1-7 15,0 5 0-15,-3-4 0 16,3 8-1-16,-2 0 0 15,0 1 3-15,0 1 0 16,-2-2 1-16,4-5-5 16,0-4 4-16,-3-3-3 15,3-4-1 1,0 2 0-16,0-8 2 16,-2 4-3-16,2-1 3 15,-2 0-1-15,2-3-2 16,-2 0 2-16,2 1-1 15,0-3-1-15,0 0 0 16,0 3 0-16,0 0 0 0,0 2 1 16,0 1-1-16,0 3 0 15,0-1 2-15,0 1-2 0,0-2 3 16,0-2-1-16,0 2-1 16,0-3 0-16,0 2 0 15,-3-4 0-15,3 2-1 16,0-1 1-16,0-2-1 15,0 0 0 1,0-2 1-16,0 0-1 16,0 0 1-16,0-2 1 15,0 5-4-15,0-5 1 16,0 3 1-16,0 1-93 16,0-4-162-16,0-4-217 15</inkml:trace>
  <inkml:trace contextRef="#ctx0" brushRef="#br0" timeOffset="162915.44">5365 13752 312 0,'0'0'19'0,"0"0"39"16,0 0-7-16,0 0-10 15,0 0 17-15,0 0-3 16,-11-14-13-16,11 14-6 0,-3 0-2 16,3 0 5-16,0 0-17 15,0 0-20-15,0 0-2 16,0 14 6-16,0 4-6 15,0 5 5 1,0 4-1-16,-2 4 3 16,2-2-3-16,-2 3 5 15,0 0-3-15,-3 0-2 16,3 0-1-16,-5 3-2 16,3 1 2-16,-3-2 0 15,1 0 0-15,-2-2-2 16,2 1 0-16,0-4 0 0,-1-3-1 15,2-2 3-15,-2-4-3 16,7-3 0-16,0-6-104 16,0-7-23-16,7-4-75 15,15-6-148-15</inkml:trace>
  <inkml:trace contextRef="#ctx0" brushRef="#br0" timeOffset="163431.55">5610 13979 474 0,'0'0'45'0,"0"0"22"0,0 0 19 16,0 0-29-16,0 0-15 15,0 0-10-15,-36-21-21 16,28 21-9-16,-1 4-2 15,-6 5 2-15,5 2 0 16,1 1 2-16,0 2-2 16,0 3 0-16,5 1 3 15,-3 0 0-15,2 1 3 16,5 4-6-16,-4-1 0 0,4 4-1 16,0 0 2-16,-3 4-2 15,3-2-1 1,0 0 1-16,0-4 2 0,0-2-3 15,7-3 2 1,6-5-1-16,1-1 0 16,2-6 0-16,4-5 1 15,4-2 0-15,2 0 5 16,6-9 4-16,4-17 5 16,1-10-7-16,-1-4 8 15,-6-4-12-15,-13-2 1 16,-5 2 6-16,-12 1-7 0,0 10 0 15,0-2 8-15,-20 9-13 16,-3 8-2-16,-4 11-7 16,-3 7-15-16,-2 0-49 15,1 22-90-15,6 5-80 16,8 0-99-16</inkml:trace>
  <inkml:trace contextRef="#ctx0" brushRef="#br0" timeOffset="164556.8">6390 14200 94 0,'0'0'214'0,"0"0"-122"0,0 0 28 16,0 0 9-16,0 0-23 0,0 0-26 15,-15 0-21-15,15 0-17 16,0 0-12-16,0 0-10 16,0-5-14-16,0-1-1 15,0-4 0-15,0-8-2 16,24-10-3-16,2-2 0 16,2-4 2-1,-6-2-1-15,-5 5-1 16,-3 1 2-16,-5 8 2 15,-8 8-2-15,-1 7 9 16,0 2-5-16,0 5 3 0,0 0-4 16,0 0-5-1,0 0-1-15,0 15-7 0,-8 18 4 16,-6 10 4-16,-1 6 0 0,1-3 1 16,8-2-1-16,4-9 0 15,2-5 0-15,0-4 0 16,0-4-1-16,2-5 1 15,8-4-4-15,-3-6 4 16,1-6-4-16,-2-1 2 16,2 0 2-1,5 0 0-15,1-16 0 0,9-12 3 16,4-7-3-16,-2-2 0 16,-1 2-1-16,-4 0 0 15,-2 5-3-15,-5 7 1 16,-3 9 3-16,-6 5 2 15,0 4-2-15,-2 5 0 16,-2 0 0-16,5 0-3 16,1 0 0-16,8 9-2 15,1 6 5-15,4 6-3 16,-4 1 3-16,1 4-4 0,-3 2 4 16,-4-2 0-16,-2 1-1 15,-5-4 1-15,-2 0-5 16,0-6 3-16,0-8 2 0,0-4 0 15,0-3 0-15,0-2 1 16,0 0 1-16,0 0 6 16,0 0-7-16,9-16 9 15,11-18-10-15,9-7-1 16,9-5-2-16,-3 5-1 16,-5 11-3-1,-2 11 7-15,-10 12-3 16,-3 7 3-16,-1 0-2 15,-1 0 0-15,0 18 0 16,-1 8-4-16,-4 6 4 16,-3 1-2-16,-5 1-14 15,0-1-41-15,-9-5-67 0,-24-8-75 16,-13-10-250-16</inkml:trace>
  <inkml:trace contextRef="#ctx0" brushRef="#br0" timeOffset="164737.25">6662 13772 726 0,'0'0'10'0,"0"0"-10"0,0 0-47 15,0 0-62-15,0 0-45 16,0 0-112-16</inkml:trace>
  <inkml:trace contextRef="#ctx0" brushRef="#br0" timeOffset="165241.67">7563 13876 524 0,'0'0'22'16,"0"0"94"-16,0 0-20 15,0 0-38-15,0 0 20 16,0 0-27-16,-23-30-36 0,23 30-15 16,-2 8-3-16,-2 16-1 15,4 10 4-15,-4 2 3 16,4 0-3-16,0 1 1 15,-3-10-1-15,0 5 1 16,1-2 0-16,0 2-1 0,-2 5 1 31,-3-4-1-31,3 2 1 16,-3-1-1-16,2-4 0 0,-1 1 0 16,1-6 0-16,3-1 0 15,0-2-4-15,0-12-55 16,2-1-58-16,0-9-74 0,0-7-28 15</inkml:trace>
  <inkml:trace contextRef="#ctx0" brushRef="#br0" timeOffset="165573.18">7599 13916 643 0,'0'0'84'0,"0"0"-20"0,0 0 26 15,0 0-50-15,0 0-21 16,0 0-18-16,0-18-1 16,6 36-1-16,14 7 1 0,4 5 2 15,3 1-1 1,2-3 3-16,0 3-2 0,-2 1-1 31,-2 0 0-31,-5 2-1 0,-5 2-1 16,-4 2 1-16,-2-1-4 15,-2-2 4-15,-1-1 1 16,1-4 2-16,-2-2-3 16,-5-3 0-16,0-3-1 15,0-2-2-15,-2-1-7 16,-14-2-56-16,-7-1-68 0,-2-12-71 16,4-4-190-16</inkml:trace>
  <inkml:trace contextRef="#ctx0" brushRef="#br0" timeOffset="165747.15">7594 14311 642 0,'0'0'159'0,"0"0"-142"0,0 0 7 16,0 0-21-16,0 0-3 15,0 0 1-15,131-32-1 16,-65 32-9-16,4-4-172 15,-5-1-313-15</inkml:trace>
  <inkml:trace contextRef="#ctx0" brushRef="#br0" timeOffset="167107.82">8811 14096 385 0,'0'0'171'16,"0"0"-98"-16,0 0 28 16,0 0-39-1,0 0-6-15,0 0-44 16,-72-83 0-16,62 76-5 16,-1 3 0-16,1 4-2 15,-1 0 9-15,3 0-6 16,-4 0-5-16,-1 2-1 0,-3 19-2 15,1 1 1 1,1 2-1-16,3 1 0 0,7 1 0 16,-1-1 1-16,5 1 0 15,0 1-1-15,0-10 0 16,0 5 0-16,7-10 0 16,4 2 3-16,3-4-2 15,-4-6 1-15,4-4-2 16,-1 0 3-16,6 0-1 15,2-9 3-15,4-16-3 16,0-3 2-16,-1-2-1 16,-4 2-3-16,-2 3 0 15,-9 10 1-15,-5 1-1 16,-3 10 3-16,-1-1 1 16,0 5 11-16,0 0-12 15,0 0-3-15,0 0-5 0,0 23-1 16,-12 7 5-16,-1 8 1 15,-1 0 0-15,8-2-1 16,1 0 2-16,5-8-1 16,0-2 0-16,3-3 0 15,12-6 0-15,5-7 1 16,3-6 1-16,3-4 1 0,8-1 0 16,8-26 1-16,5-13-3 0,-1-8-1 15,-3-2 4-15,-10-9-4 16,-10 8-10-16,-12 2 2 15,-11 14 8-15,0 11 1 16,0 7 1-16,-14 10 6 16,-1 4-7-1,-5 3-1-15,-2 0-4 16,-3 12 2-16,1 11 2 16,5 0 0-16,8 0-2 15,7-2 0-15,4-2 1 16,0-1 0-16,0-4 1 15,17-2 0-15,6-3 1 16,2 0 0-16,2-6-1 0,-1 0 0 16,-1-1 0-16,-5 0-1 15,-4 0 2-15,-8 2-1 16,-1 3 0-16,-5-7 0 16,-2 9-1-16,0 1 0 15,0 2-5-15,0 2 6 16,0 2-1-1,0 2 2-15,0-6-1 16,4 1 0-16,6-1 0 0,3-5 2 16,5-2-2-16,11-5 3 15,4 0 1-15,7-9-4 16,10-17 1-16,0-9 1 16,4-11-2-16,0-1-2 15,-15-3-3-15,-10 1-5 0,-17 9 7 16,-12 8 3-16,0 10 7 15,-16 7 12-15,-9 4-9 16,-8 9-6-16,0 2-3 16,-5 4-2-16,3 23-1 15,5 2 2-15,6 5 1 16,8 4-1-16,12 1-2 0,4 5 1 16,0-3-3-16,37 2-33 15,23-11-151-15,18-16-266 16</inkml:trace>
  <inkml:trace contextRef="#ctx0" brushRef="#br0" timeOffset="173245.58">8935 14991 692 0,'0'0'199'0,"0"0"-188"0,0 0-4 0,0 0 4 31,0 0 1-31,0 0-9 15,0 0-3-15,0 0 0 16,0 6-3-16,0 10 3 16,0 4 0-16,0 4 1 0,-1 6 1 15,-8 2-2-15,4 0 1 16,-2 3-1 0,5-3-1-16,-4-5-21 15,-1 4-32-15,-2-9-43 16,-5 0-40-16,-1-14-75 0,-3-6-132 0</inkml:trace>
  <inkml:trace contextRef="#ctx0" brushRef="#br0" timeOffset="173418.58">8909 14851 561 0,'0'0'108'0,"0"0"-105"0,0 0-1 15,0 0-2 1,0 0-28-16,0 0-126 16,29-26 81-16,-18 54-14 15,1 0-98-15</inkml:trace>
  <inkml:trace contextRef="#ctx0" brushRef="#br0" timeOffset="174181.39">9312 14950 19 0,'0'0'752'15,"0"0"-714"-15,0 0-38 16,0 0-9-16,0 0 9 16,0 0 5-1,31 70 1-15,-19-33-3 16,0-3-1-16,0 2-1 15,0-4 2-15,-1 0-2 16,-3 3 0-16,-3-11-1 0,0-2 0 16,-5-6-2-16,0-2 2 15,0-8 1-15,0-6 0 16,0 0 5-16,0 0 0 0,0 0 0 16,0 0 42-16,2-4 0 15,2-14-24-15,7-6-20 16,5-12-4-16,5-4 0 15,2 1 2-15,4 4 0 16,-4 10-1-16,-5 4-1 0,-5 9 1 16,-9 5-1-16,-2 7 2 15,0 0 3-15,1 0-4 16,2 0-1-16,-1 0-1 16,6 8-1-16,2 12 1 15,0 2 1-15,3 8-2 16,-4 2 2-16,2 0 0 0,0 3 1 31,1-3 1-31,-1-4-4 16,3-3 4-16,-1-6-3 15,-1-7 1-15,-3-6 0 16,-1-4 4-16,-6-2-3 0,4 0 0 16,11-13 1-16,5-16 18 15,2-9-17-15,1-2 4 16,-6 1-6-16,-6 7 0 0,-3 6 0 15,-6 6 1-15,-4 8 12 16,-2 2-2-16,0 6 5 16,0 4-7-16,0 0-10 15,0 0-1-15,0 0-1 16,0 0-4-16,0 0 3 16,0 4-1-1,0 10 3-15,0 5-1 16,0-6 2-16,7 4 0 15,13-1 0-15,-1 1-3 0,6 0 3 16,0-3 0-16,-5-2-2 16,-8 2-26-16,-12 5-18 15,0 6-65-15,-16 3-21 16,-25-2-51-16,-2-11-215 16</inkml:trace>
  <inkml:trace contextRef="#ctx0" brushRef="#br0" timeOffset="174463.51">10298 14730 629 0,'0'0'222'16,"0"0"-185"-16,0 0 1 15,0 0-32-15,0 0-6 16,0 0-1-16,0 0 1 15,22 139 1 1,-17-79 3-16,-1 2 0 16,1 1-4-16,-1 2 2 15,-2-2-1-15,2-1 1 16,-4 2-2-16,0-3-3 16,0-8-38-16,0-2-64 15,-10-20-85-15,-4-11-76 0</inkml:trace>
  <inkml:trace contextRef="#ctx0" brushRef="#br0" timeOffset="174641.99">10230 15337 639 0,'0'0'111'16,"0"0"-60"-16,0 0 16 15,0 0-32-15,0 0-18 16,0 0-17-16,59-92 0 15,-8 80-7-15,3 9-72 16,0 3-126-16,-11 0-256 16</inkml:trace>
  <inkml:trace contextRef="#ctx0" brushRef="#br0" timeOffset="175843.06">10548 15430 685 0,'0'0'61'15,"0"0"1"-15,0 0 27 16,0 0-28-16,0 0-28 16,0 0-28-16,13-56-5 0,16 19 1 31,4 2 0-31,3-4-1 0,-3 4 3 16,-1-2-2-16,-11 9 1 15,0 1-1-15,-7 3-1 16,-6 9 1-16,-1 5 1 15,-7 2 0-15,2 7 3 16,-2 1 5-16,0 0-6 0,0 0-4 16,0 0-4-16,0 0 0 15,0 19 0-15,0 9 3 16,0 6 1-16,-2-3 0 16,2 0 1-16,0-2-1 15,0-3 0-15,2 0-1 16,7-3 1-16,0 3 0 0,-4 1 0 15,-3-5 0-15,0-4 0 16,0-6-1-16,0-1 1 16,5-8 0-16,0 1 0 0,2-4-1 15,6 0 1 1,7 0 1-16,12-4 2 0,11-18-3 31,5-8 0-31,4-2 0 16,-2-3 0-16,-8-6-2 0,-5 5-6 15,-10 6 7-15,-10 2 0 16,-8 8 2-16,-6 5 4 16,-5 7-4-16,0 6 20 15,0-2 0-15,0 4-8 16,0 0-13-16,0 0-2 0,0 0 2 16,0 14-6-16,0 8 6 15,-2 5 0-15,-2-1 0 16,-2 2 0-1,4-2-1-15,2-6 1 0,0 1 0 16,0-2-1 0,0-3 0-16,0-2 1 15,4-5-2-15,10-9 0 16,7 3 0-16,7-3-1 0,8 0 1 16,10-20-2-16,2-9-14 15,-2-6-1-15,-1-5 1 16,-9 4 8-16,-10 5 7 15,-10 11 3-15,-7 8 1 16,-9 8 4-16,0 4 25 16,0 0-12-16,0 0-17 0,0 0-1 15,0 0-3-15,0 6-2 16,0 11 5-16,2 5 0 16,3-5-1-16,1 6 2 15,1-5-1-15,4-1 0 16,2-5 0-16,3 1 0 0,4-1-1 15,5-12 1-15,5 0 0 16,14 0 0-16,4-22 1 16,10-10-1-16,5-4 0 15,-3-4-3-15,-4 5 1 16,-10 9 2 0,-12 6 0-16,-14 6 0 15,-9 6 1-15,-6 8-1 16,-3 0 0-16,-2 0 0 15,0 0-1-15,0 0-1 16,0 0-4-16,0 0 6 0,0 0-1 16,0 0-1-1,0 0 2-15,0 0 1 0,0 0 0 16,0 0 0-16,0 0 4 16,0 0 2-16,0 0-7 0,-7 0 10 15,-13 0-8-15,-5 4-1 16,-6 10-2-16,0 9 0 15,4-2 0-15,8 2 0 16,5 0 1-16,9 4-2 16,5-5 1-1,0 0 1-15,13-5 0 16,21-5-1-16,19-1 1 16,14-11 1-16,9 0-1 15,9-8-24-15,-9-16-59 16,-8-14-223-16</inkml:trace>
  <inkml:trace contextRef="#ctx0" brushRef="#br0" timeOffset="176348.11">12545 14712 910 0,'0'0'23'0,"0"0"-18"0,0 0-3 16,0 0-2-16,0 0 0 15,0 0 1-15,-2 131 5 0,2-75-3 16,0-2-3-16,0 1 0 16,0-8 1-16,0-1-1 15,0-6 0-15,0-6 0 16,-8-4 1-16,2-2-1 16,2-7 0-1,-3-3-9-15,3-4-15 16,-4-6-12-16,4-4-8 15,1 0-7-15,0-4 32 16,-2 0 18-16,-3-4 1 16,-6-18-56-16,-1-2-24 15,-6-2-80-15,3 0 48 16,1-1 96-16,3 4 16 0,5 2 82 16,3 5 10-16,6 4 45 15,0 0-47-15,0 1-75 16,13 2-12-16,9 6 1 0,3-2-3 15,4 5 0-15,-2 0 1 16,2 12 4-16,2 8-3 16,0 6 0-1,-2 0 2-15,-2 2-2 16,-7-1-1-16,-4-1-2 16,-8-4 0-16,-4-7-2 15,-4 1-118-15,0-11-99 16,-4-5-7-16</inkml:trace>
  <inkml:trace contextRef="#ctx0" brushRef="#br0" timeOffset="176497.15">12687 15033 312 0,'0'0'73'16,"0"0"-73"-16,0 0 0 0,0 0-15 15,0 0-150-15</inkml:trace>
  <inkml:trace contextRef="#ctx0" brushRef="#br0" timeOffset="177260.81">12687 15033 377 0,'152'104'330'16,"-152"-104"-252"-1,0 0-1-15,0 0-21 16,0 0-36-16,0 8-17 15,0 6-2-15,0 9 2 16,-3 4-2-16,3 4-1 16,0-5-1-16,0-4-1 15,0-2 2-15,12-3-1 16,0-8-5-16,5-6 1 0,-2-3 4 16,6 0 1-16,1-12 2 15,4-19-2-15,3-15 0 16,0-7 0-16,-4 3-24 15,-13 6 0-15,-10 12 24 16,-2 10 8-16,0 8 22 16,-10 6-2-1,0 8-15-15,1 0-8 16,-3 0-5-16,-1 18-2 16,-1 5 0-16,1 2 1 15,7 3 1-15,2-6 0 0,1-8-2 16,3 1 2-16,0-3-4 15,0-3 0-15,0 0 2 16,13-5 0-16,1-3 2 16,10-1 1-16,5 0-1 0,6-1 2 15,11-16-2-15,0 0 1 16,3-6 0-16,-5 3-1 16,-3 2 0-16,-5 2-1 15,-12 6 1-15,-7 5 3 16,-7 5-3-16,-9 0 0 0,3 0 0 15,0 0-5-15,2 9 4 16,1 13-3-16,0 5 3 16,0 0-1-16,-3 4 2 15,5-4 0-15,2-4 0 0,0-4 0 16,2-3 0-16,1-4 4 31,-3-5-3-31,1-3 4 16,-6-4-5-16,3 0 1 0,5-4 6 15,3-15-5-15,6-8 3 16,1-4-4-16,-2 5 0 16,-2 1 1-16,1 5-1 15,-6 6 12-15,3 2-5 16,-6 7-8-16,7-1 3 0,-4 6-3 16,6 0 0-16,1 0-1 15,2 0 1-15,1 12-2 16,-1 4 2-16,1 2-1 15,-7 5-85-15,-5-11-233 16</inkml:trace>
  <inkml:trace contextRef="#ctx0" brushRef="#br0" timeOffset="177399.26">14085 15061 898 0,'0'0'45'15,"0"0"4"-15,0 0-23 16,0 0-25-16,0 0-1 0,0 0-50 16,-10-73-523-16</inkml:trace>
  <inkml:trace contextRef="#ctx0" brushRef="#br0" timeOffset="181420.48">733 16052 114 0,'0'0'137'0,"0"0"-38"16,0 0-14-16,0 0 38 15,0 0 0-15,0 0-12 16,-5-89-58-16,0 81-16 15,3 7-4-15,0 1-7 16,2 0-7-16,0 0-9 0,0 0-6 16,0 0-4-16,0 0 0 15,0 0-3-15,0 1 3 16,0 15 0-16,0 3 0 16,0-1 1-16,6 0 0 15,4 4-1-15,-3 5 1 0,1-4-2 31,1 3 0-31,0 4 1 16,0 7 0-16,0-5 0 0,-1-3 1 16,-2 0-2-1,0-3 1-15,-4-4 0 0,3-5 1 16,-3 2 0-16,0-14-1 16,0 3 0-16,-2-8 1 15,0 5 1-15,0-5-1 0,0 0 0 16,0 0 3-16,0 0 0 15,0-14 16-15,7-21-11 16,4-1-9-16,0-12-1 16,5 10-1-16,-5 8 1 15,-4 8 1-15,-2 12 0 16,-3 2 2 0,-2 4-1-16,2 4 0 15,0-2-1-15,-2 2 0 16,1 0 0-16,-1 0-1 15,0 0-2-15,0 0 3 16,0 0-3-16,0 0 1 16,3 0 1-16,0 0 1 0,-3 0-1 15,2 0 2-15,-2 0-1 16,0 0 0-16,0 0 1 16,0 0 0-16,0 0-1 15,0 2 0-15,0-2 0 0,0 0 1 16,0 0 0-16,0 0 1 15,0 0-1-15,0 0-1 16,0 0-1-16,0 0-10 0,2 0-30 31,-2 7-59-31,0 2-137 16,-17 2-82-16</inkml:trace>
  <inkml:trace contextRef="#ctx0" brushRef="#br0" timeOffset="181636.76">791 16016 10 0,'0'0'0'16</inkml:trace>
  <inkml:trace contextRef="#ctx0" brushRef="#br0" timeOffset="183479.14">791 16016 66 0,'-29'10'287'0,"29"-19"-261"0,0 5 16 15,0 3 17-15,0-3-23 16,0-1 20 0,0-3-32-1,0 7 28-15,0-3 9 0,0 0 13 16,0 4-9-16,0 0-15 16,-3 0-16-16,3 0-9 15,0 0-8-15,0 0-6 16,0 0-6-16,0 0-4 15,0 0-1-15,0 17-2 0,0 6 2 16,3 7 1-16,6 6-1 16,1 0 1-16,0 4 1 15,1 0-2-15,0-4 1 16,0 4-1-16,-2-4 1 16,1-3-1-16,0-3 0 15,-5-9 0-15,1-6 0 0,-4-7 1 16,0-4-1-16,1-2 1 15,-1-2-1-15,-2 0 1 16,0 0 3-16,4-6-1 0,10-24 22 16,9-21-13-16,6-11-12 15,2 4 1-15,-3 9 1 16,-6 14-2 0,-6 13 1-16,-7 12 0 15,-5 6 0-15,-3 4 11 16,-1 0-11-16,4 0-1 15,3 0-2-15,2 0-2 16,4 14 3-16,5 2 1 16,-1 4 0-16,1 3 0 15,1-2-1-15,-4 2 1 0,-1-9-1 16,1-1-8-16,-4-5-14 16,-4 0 7-16,-3-4-14 15,-2-4 12-15,3 0 10 16,-2-18 7-16,7-8-3 15,-3-6-30-15,0 6 34 16,-5 3 0 0,0 11 18-16,0-1 3 15,0 6-1-15,5 4-16 0,7 3-3 16,8-4-1 0,12-4-1-16,12 2 0 0,8-2 1 15,10-1 2-15,4-12-2 16,3-4-1-16,-7-6-11 15,-12-4-12-15,-14-5-9 0,-16-2 22 16,-13-6 11-16,-9-6 7 16,0 2 25-16,0-2-7 15,-16 8 5-15,3 12 8 16,4 11-17-16,2 10 15 16,4 8-17-16,1 5-5 15,2 0-14-15,0 0-16 0,0 14-8 16,0 27-3-16,0 11 27 15,0 16 3-15,0-2-1 16,0 6-2-16,2-5 3 16,12-4-2-16,4-2-1 15,-4-7 1-15,1-14-1 16,-2-8 0 0,-2-10 1-16,0-3 0 15,-9-10-1-15,4-1 0 0,-6-8-27 16,2 0 25-16,0 0 2 15,-2 0 2-15,2 0 0 16,0 0-1-16,3 0 3 16,3-5-3-16,1-4-1 15,5-3 1-15,0 2-1 16,1 2 3-16,-4 3-2 0,5 5-1 16,-1 0 0-16,3 0-2 15,2 0 1-15,5 13 0 16,-1 6-1-16,0 7 2 0,3-5-2 15,0-3 2 1,0-4 0 0,2-5 0-16,2-4 0 15,3-5 0-15,5 0 0 16,1-28 2-16,2-8-2 16,-5-2 0-16,-6-4 3 15,-9 3-1-15,-9 0 0 0,-3 7-2 16,-10 6 1-1,0 7 2-15,0 5-3 0,-16 6-8 0,-9 7-3 16,-2 1 11-16,-4 0-2 16,0 14 2-1,6 7 0-15,7 4 2 16,8 1-2-16,3 0 1 16,7-4-1-16,0 0 0 15,0 0 0-15,16-3-2 16,9-2-7-16,6-2 8 15,4-12-3-15,3-3-9 16,-1 0-40-16,2-3-61 0,-8-24-44 16,-6-1-41-1,-3-4 22-15,-11 6 70 0,-4 0 107 16,-3 8 154-16,-2 6-1 16,-2 6 34-16,2 2-74 15,1 4-52-15,-1 0-35 16,5 0-26-16,4 0-1 0,4 8 1 15,3 6 1-15,0 7 21 16,0 8-9 0,2 5-6-16,-3 7-5 15,0-2 6-15,-7 3-6 0,-3-2 0 0,-5-6-2 16,-2-5 1-16,0-16 3 16,0-4-4-16,0-5 0 15,0-4 6-15,0 0 0 16,0-13 4-16,7-14 34 15,14-14-44 1,11 2-4-16,5 2 1 16,-6 11 2-16,-4 12 1 15,-8 10-1-15,-4 4 1 16,3 0-3-16,1 8-4 16,1 16 4-16,2 10-1 15,7 7-36-15,8-2-74 0,11-2-129 16,5-9-221-16</inkml:trace>
  <inkml:trace contextRef="#ctx0" brushRef="#br0" timeOffset="183844.74">4214 16048 916 0,'0'0'45'0,"0"0"-33"0,0 0 12 15,0 0-12-15,0 0-11 16,0 0-1 0,-75 18-1-16,54 18 0 15,4 7 1-15,1-2 1 16,5 3-1-16,0 2 0 15,2-2 1-15,-2 11-1 16,-1-11 2-16,2-1-1 0,-1-10-1 16,-1-3-9-16,-1-8-16 15,1-8-23-15,2-9-17 0,3-5 2 16,5 0 21-16,2-31-53 16,2-23-99-16,25-16-22 15</inkml:trace>
  <inkml:trace contextRef="#ctx0" brushRef="#br0" timeOffset="184084.87">4207 16012 402 0,'0'0'126'0,"0"0"-29"0,0 0 19 15,0 0-48-15,0 0-53 32,0 0-5-32,128-18 44 0,-96 46-30 0,-2 2-21 15,-3 5 4-15,-3 2-4 16,-5 4-3-16,-8-2-3 15,-5 1 3-15,-4 0 2 16,-2 1-2-16,0-1 2 16,0-8-1-16,0-10-1 0,-4-5 3 15,2-8-1 1,0-4-2-16,2 0-44 16,-5-5-86-16,-7 0-47 15,-5 0-153 1</inkml:trace>
  <inkml:trace contextRef="#ctx0" brushRef="#br0" timeOffset="184259.13">4181 16325 377 0,'0'0'432'0,"0"0"-382"0,0 0-6 16,0 0-2-16,0 0-18 15,0 0-15-15,20-18-8 16,29 9-1-16,18-1 0 15,3 3-5-15,8-2-62 16,-5 3-133-16,0-6-362 16</inkml:trace>
  <inkml:trace contextRef="#ctx0" brushRef="#br0" timeOffset="184480.94">5201 16204 852 0,'0'0'87'16,"0"0"-28"-16,0 0-6 0,0 0-22 15,0 0-11-15,0 0-18 16,45-54 0-16,-2 49-4 16,-1 5 0-16,-6 0-19 15,-5 0-34-15,-9 15-50 16,-15 7-156-16,-7 7-124 15</inkml:trace>
  <inkml:trace contextRef="#ctx0" brushRef="#br0" timeOffset="184658.93">5159 16547 243 0,'0'0'193'16,"0"0"-156"-16,0 0 30 15,0 0 75-15,0 0-20 16,0 0-47-16,-11 0-38 15,27 0-27-15,20-7-7 16,12-8-3-16,20 3-21 0,7-2-69 16,12 0-192-16</inkml:trace>
  <inkml:trace contextRef="#ctx0" brushRef="#br0" timeOffset="185282.69">6076 16128 611 0,'0'0'79'15,"0"0"-5"-15,0 0 4 16,0 0-9-16,0 0-33 16,0 0-20-16,-16-8-11 15,16 8-5 1,0 0 3-16,0 0-2 15,0 16 0-15,0 13 9 16,0 0 1-16,0 7-2 16,0 6 2-16,0 6-7 0,0 1-2 15,0 1 0 1,0 0-2-16,-9-2 3 0,-2 1-2 16,0-14 0-16,2-9-1 0,7-6 1 15,0-4-1-15,2-9 0 16,0 0 1-16,0-7-2 15,0 0-29-15,0 0 11 16,2 0 4-16,27-26-24 16,8-20-306-16</inkml:trace>
  <inkml:trace contextRef="#ctx0" brushRef="#br0" timeOffset="185628.2">6476 16174 656 0,'0'0'207'0,"0"0"-154"15,0 0-8-15,0 0 10 16,0 0-21-16,0 0-22 16,-7-9-12-16,7 16 0 0,0 12 0 15,0 16 0-15,0 1 4 16,-4 0-3-16,4 5-1 15,-2-2 0-15,0-2 1 0,-2-3 0 16,0-2-1-16,-1-5 0 16,3-4 2-16,0 0-2 15,0-6 0-15,2-5 0 32,0-2 0-32,0-5 0 15,0-2-9-15,0-3-24 16,0 0-6-16,0 0-2 0,0 0-19 15,17-18-80-15,6-18-402 16</inkml:trace>
  <inkml:trace contextRef="#ctx0" brushRef="#br0" timeOffset="185923.45">6841 16133 780 0,'0'0'76'0,"0"0"-23"16,0 0-8-16,0 0-2 15,0 0-14 1,0 0-20-16,0 0-9 16,0 0 0-16,0 0 0 15,0 23 0-15,0 3 9 16,-4 6-2-16,-1 4-2 15,-2 9-4-15,-4 3 2 16,0 1-1-16,-1 6-2 16,-2-3 0-16,1 3-1 15,-6-4-53-15,-9-11-128 16,-2-12-354-16</inkml:trace>
  <inkml:trace contextRef="#ctx0" brushRef="#br0" timeOffset="188172.03">7728 16583 241 0,'0'0'115'0,"0"0"-45"16,0 0 16-16,0 0 25 16,0 0-32-16,0 0-10 15,-3-8-27-15,3 8-13 16,0 0-5-16,0 0-12 0,0 0-7 15,0 0-4-15,-2 0-1 16,2 0-2 0,0 0-8-16,-4 18-16 15,-8 13-26-15,-7 1-100 16,-9-2-109-16</inkml:trace>
  <inkml:trace contextRef="#ctx0" brushRef="#br0" timeOffset="192866.78">8393 16154 150 0,'0'0'113'0,"0"0"-62"15,0 0-19-15,0 0 24 16,0 0 20-16,0 0-5 16,0 0-2-16,0-26 0 15,0 26 11-15,0 0-22 0,0 0-15 16,0 0-12-16,0 0-11 15,0 0-4-15,0 0 2 16,0 0-4-16,0 0-6 16,0 0-4-16,3 0-2 15,20-4 0-15,15 0-1 16,22-10 6 0,16 0 3-16,8-3-9 15,5-2 0-15,-4 7 1 0,-11 2-2 16,-11 2-4-16,-21 8-35 15,-20 0-79-15,-22 0-215 16</inkml:trace>
  <inkml:trace contextRef="#ctx0" brushRef="#br0" timeOffset="193179.14">8706 16094 630 0,'0'0'201'16,"0"0"-152"-16,0 0-18 15,0 0 0-15,0 0 1 16,0 0-16-16,-9 0-11 16,9 0-5-16,0 12 0 15,7 15 0-15,4 0 1 16,-2 9-1-16,-2 8 2 15,-1 4 2-15,2 7-8 0,-6-1 8 0,0-4-8 16,-2 2-16 0,0-8-49-16,0-4-34 0,0-11-118 15,0-14-91-15</inkml:trace>
  <inkml:trace contextRef="#ctx0" brushRef="#br0" timeOffset="193895.41">8911 16211 485 0,'0'0'422'0,"0"0"-386"15,0 0-29-15,0 0-3 16,0 0 4 0,0 0-7-16,7 19 2 15,-3 13 0-15,-1 4-3 16,4 9 1-16,-4-5 1 15,0-4-2-15,1-5 1 16,-1 0-2-16,1-4 2 16,-2-6 1-16,0-3-2 0,4-8 2 15,-4-1-6-15,0-9 4 0,0 0-1 16,2 0 1-16,9 0 0 16,10-9 0-16,10-17 2 15,4-2 2-15,-2-2-3 16,-6 4-1-16,-9 10 0 15,-9 4 0-15,-5 8 1 16,-3 0 1 0,-1 4 1-16,-2 0-2 0,0 0-1 15,2 0-1-15,0 0-2 16,3 18 3-16,1 3 1 16,4 6-1-16,0 4 0 15,7-4 1-15,2-1-1 16,6-4 0-16,8-7 1 15,10-6-1-15,3-4 0 16,6-5 1-16,2 0 0 16,3-29-1-16,3-7 2 15,-2-12-2-15,-6-6 0 16,-13-1 3-16,-12 4-3 16,-11 0 2-16,-11 15 0 0,-5 10 3 15,0 8 11-15,-10 6-1 0,-10 7-3 16,-2 5-12-1,-5 0-1-15,0 0 0 0,-2 23 1 16,8 7 0-16,5 2 0 16,7 3 0-16,7-3 0 15,2 0-1-15,0 2 2 16,9-7-2 0,14-1 0-16,7-3 1 15,10-5 1-15,7-4 0 16,0-11-2-16,2 2 0 15,-2-5-27-15,-6 0-17 16,-1-8-77-16,-3-14-128 16,-6-6-77-16</inkml:trace>
  <inkml:trace contextRef="#ctx0" brushRef="#br0" timeOffset="194249.9">10130 16293 360 0,'0'0'206'15,"0"0"-98"-15,0 0-7 16,0 0-37-16,0 0-22 15,0 0-30-15,9-9-11 16,-1 27-1 0,2 5 17-16,-1 8 0 0,-2 0-10 15,-2 5-5-15,-3 0 2 16,-2-4 0-16,0-3-2 16,0-2-2-16,0-13 2 15,0-4 0-15,0-10-1 16,0 0 0-16,0 0-1 15,0 0 6-15,4-5 10 0,9-18 3 16,10-3-16-16,6-4-3 16,-2 5 1-16,-3 8-1 15,-4 8 0-15,-2 2 0 16,0 7-1-16,-1 0-1 16,6 7 2-16,-3 16-2 15,0 5 0 1,0 5-3-16,3 4-38 0,-1-1-40 15,4-5-98 1,5-8-139-16</inkml:trace>
  <inkml:trace contextRef="#ctx0" brushRef="#br0" timeOffset="195707.81">11390 16120 896 0,'0'0'40'0,"0"0"3"15,0 0-7-15,0 0-17 16,0 0-9-16,0 0-10 15,-18-14 0-15,18 28-3 0,0 16 3 32,-2 2 2-32,2 9-2 15,0-6 1-15,0 5-2 0,0 1 2 16,0-10-1 0,0 3 0-16,0-11 1 15,2-14 0-15,3 2-1 16,1-8 0-16,-1-3 0 0,2 0 0 15,8 0 1-15,7-17 3 0,11-19-1 16,3-5-2-16,-2-4 0 16,-4 4 0-16,-5 3-1 15,-2 10 0-15,-7 10 1 16,-5 4 1-16,-7 7 0 16,0 2 11-16,-4 5-1 15,0 0-4 1,3 0-8-16,-3 0 0 15,4 0-4-15,3 5 1 16,2 12 3-16,2 9-1 16,1-2 1-16,-4 2 0 0,1 0-1 15,0-3 1 1,-3-1-1-16,1-8-8 0,-2-9-9 16,-1-2-2-16,-4-3 8 15,4 0 11-15,4-8-2 0,0-24 3 16,11-9-28-16,-6 1 16 15,3 1 4-15,-6 8 7 16,-4 4 1-16,1 6 0 16,-4 11 2-16,-1 0 7 15,1 5 4 1,-3 5 11-16,2 0-20 16,0 0-4-16,7 0-8 15,2 15 6-15,7 3 1 16,2 4 1-16,6-10 1 15,11-1 1-15,4-8-1 16,9-3 1-16,0 0-2 16,-2-3 0-16,-6-20-3 0,-11-13 3 15,-2-4-7-15,-9-4 4 0,-4-7 3 16,-5-7 0 0,-9 2 1-16,-2 6-1 0,0 4-1 15,0 12 1 1,0 12 6-16,-2 12 1 0,0 6 7 15,-1 4-3-15,2 0-11 0,-7 4-1 16,-7 28-6-16,-2 11 7 16,3 12-3-16,0 1 3 15,8 0 0-15,4 1 0 16,2-3 3-16,0-6-5 16,0-2 2-16,6-2 0 15,6-4 0 1,-4-8 2-16,2-2-4 0,-1-6 2 15,-5-7 0-15,0-3 0 16,-4-14 0-16,2 3 0 0,-2-3 2 16,5 0 0-16,-1 0-1 15,9-16 3-15,5-3-4 16,0-2 0 0,5 7 2-16,-8-4-2 15,3 9 0-15,-5 4 0 0,-2 1 0 16,1 4 0-16,-4 0-2 15,-1 0-1-15,3 0 1 16,-4 18 0-16,0 5 0 16,1-2-1-16,0 6 2 15,2-8 1 1,0 8-1-16,1-10 1 16,2 0-2-16,3-3 2 0,8-10 4 15,4-4-4-15,6 0 1 16,9-8 3-16,7-14-3 15,7-6 0-15,2-2-1 0,-4-2 0 16,-5-3 0 0,-12 7 0-16,-10-2 0 15,-14 7 0-15,-8 6 0 0,-5 3 1 16,0 4-1 0,-15 5 0-16,-7 2-1 15,-3 3 1-15,-2 0-1 0,2 8-3 16,6 10 3-16,1 5 0 15,3 4-2-15,7-1 3 0,4-4-1 16,4-4-1 0,0 0 1-1,0 0 1-15,18-4 0 16,13 0 0-16,11-1-6 16,6-9-22-16,4-4-28 0,4 0-115 15,0-12-186 1</inkml:trace>
  <inkml:trace contextRef="#ctx0" brushRef="#br0" timeOffset="196071.41">13372 16128 800 0,'0'0'57'16,"0"0"-11"-16,0 0-20 0,0 0-13 15,0 0-10-15,0 0-3 0,-4 44 3 16,4-12 3-16,0 4-1 15,4 0-2-15,0 4-2 16,-2-3 2-16,-2-3-2 16,0-10-1-16,0-4 0 15,0-10 0 1,0-6 1-16,0-4 0 16,0 0 1-16,0 0 4 15,0 0 2-15,9-18-1 16,14-8 11-16,8-10-16 15,4 1-2-15,2 12 0 16,-6 4 0-16,-7 12 0 16,-6 2 0-16,0 5-3 0,-5 0 1 15,0 8 0-15,1 19-1 16,-8 8-1-16,-6 16-16 16,0-7-86-16,0-8-318 15</inkml:trace>
  <inkml:trace contextRef="#ctx0" brushRef="#br0" timeOffset="199809.91">14772 16003 229 0,'0'0'204'0,"0"0"-121"0,0 0 31 16,0 0-13-16,0 0 14 15,0 0-32-15,-32-62-34 16,32 62-24-16,0 0-19 15,0 0-1-15,0 0-3 16,-2 0-2-16,-2 0 1 0,0 16 0 16,-6 7 0-16,-2 0-1 15,2 8 1-15,-1 5-1 16,0 4 0-16,-5 0 0 16,3 1 0-16,-3 3-1 15,1-3 2-15,2 3-2 0,-3 1 1 16,0-9 0-16,2-1-1 15,2-12 0-15,2-5-30 16,4-8-18-16,1-2-7 16,5-8-16-16,-2 0-5 0,2-14-74 15,0-22-243-15</inkml:trace>
  <inkml:trace contextRef="#ctx0" brushRef="#br0" timeOffset="200115.34">14765 15968 528 0,'0'0'145'0,"0"0"-22"0,0 0-41 15,0 0-28-15,0 0-18 16,0 0-24 0,2-23-9-16,7 23-3 0,3 12 1 0,1 9 1 15,3 4 1-15,-1 6-3 16,1 1 0-16,3 4 3 15,-3-5-3-15,4 8 0 16,-4-3 0-16,-1 5 1 31,-1-2 1-31,-3-2-1 16,-2-6-2-16,-2-4 0 0,-3-6 1 16,-2-6 0-1,-2 2-38-15,0-8-17 0,0-4 4 16,-24 4-21-16,-12-9-133 15,-2 0-142-15</inkml:trace>
  <inkml:trace contextRef="#ctx0" brushRef="#br0" timeOffset="200296.56">14678 16204 596 0,'0'0'125'0,"0"0"-32"16,0 0-13-16,0 0-28 0,0 0-20 15,0 0-19-15,2-13-13 16,25 13-4-16,11-5 3 16,9 5-12-16,-1 0-108 0,-1 0-259 31</inkml:trace>
  <inkml:trace contextRef="#ctx0" brushRef="#br0" timeOffset="203470.1">14778 16258 235 0,'0'0'72'16,"0"0"-9"0,0 0-7-16,0 0 44 15,0 0-22-15,0 0-26 16,-8-46-2-16,8 42-18 15,-3 4 27-15,-1 0-17 16,4 0-21-16,-2 0-13 16,-2 0 1-16,-6 0-7 0,-12 15-2 15,-9 20 1-15,-10 9 1 0,4 5 2 16,1 1-2 0,7-6 0-16,11-4-1 0,5-8 0 15,9 0-1-15,4-2 0 16,0-4 0-16,0-7 0 15,0-2-1-15,13-2-1 16,5-12 1-16,2 1 1 0,10-4 2 16,7-4-1-1,3-26 1-15,4-6 1 16,-4-8-1-16,-4-6-1 16,-9 0 1-1,-10-2-1-15,-7 1 3 0,-9 7 0 16,-1 12 12-16,0 12 5 15,0 10-1-15,-3 2 5 16,-9 8-25-16,-3 0 0 16,-8 5 0-16,-3 24 0 15,-4 16 0-15,4 0 0 16,3 3-1-16,8-3 1 16,4-9 0-16,8-8 0 15,3-6-1-15,0-3-2 0,0-12 0 0,10-2-2 16,9-5 5-1,8 0 0-15,8-23 1 16,2-7 1-16,-2-6-1 16,-3-5-1-16,-8 6 1 15,-4-1 0-15,-4 0-1 16,-5 9 0-16,-7 6-8 16,-4 2-3-16,0 11-30 15,0 4-123-15,-17 4-68 16,-6 0-115-16</inkml:trace>
  <inkml:trace contextRef="#ctx0" brushRef="#br0" timeOffset="207145.2">15536 16048 95 0,'0'0'131'16,"0"0"-39"-16,0 0-27 15,0 0 19-15,0 0 25 16,0 0-27-16,0 0-10 16,-2-35-23-16,2 35-20 15,0 0-3-15,0 0-1 16,0 0-15-16,0 0-5 16,0 0 1-16,-3 0-5 0,-1 0-1 15,-4 13 0-15,-6 5 2 16,0 4-1-16,1-4 4 15,2 4-4-15,0 5-1 16,2-6 1-16,0 7-1 0,1 4 0 16,-2-2 0-16,-1 2 1 15,0-1-1-15,2 1 0 16,0-6 0-16,1-3 0 0,3-2 0 16,1-7 1-16,1-4-1 15,1-2-3-15,-1-2-9 16,-2 2-53-16,2-4-61 15,1-4-49-15,0 0 29 16,2-10-167 0</inkml:trace>
  <inkml:trace contextRef="#ctx0" brushRef="#br0" timeOffset="207808.22">15503 16084 32 0,'0'0'124'0,"0"0"-64"15,0 0-10-15,0 0 3 16,0 0-22-16,0 0-11 16,0-9 2-16,0 9 1 0,0 0 3 15,-2-5 11-15,2 5-2 16,-3 0-7-1,1-4-1-15,2 4-2 0,0-4 0 0,0 4-1 16,0 0-7-16,0 0 1 16,0-4-1-16,0 4 0 15,-2-2 2-15,2 2 4 16,0-2 3-16,0 0-11 16,0 2-4-16,0 0 2 0,0 0 7 15,0 0-1 1,0 0-6-16,0 0-5 0,0 0-8 15,0 0 0-15,0 0 0 16,9 6 0 0,9 11 0-16,5 0 5 15,-2 4 3-15,0-1-6 16,-1 7 2-16,-5-1-3 16,1 6 0-16,-5-1 2 15,-3-8-3-15,-3 3 1 0,-3-4 1 16,-2-3-2-16,0-2 0 15,0 2 0-15,0-4 0 16,-2 4-3-16,-11-1-24 16,-5 0-39-16,-2-1-81 15,-4-6-55-15,-1-7-33 16</inkml:trace>
  <inkml:trace contextRef="#ctx0" brushRef="#br0" timeOffset="208008.91">15307 16351 658 0,'0'0'78'0,"0"0"13"16,0 0-41-16,0 0-33 16,0 0-11-16,0 0-3 0,100-70-3 15,-42 61 2-15,8 7-2 16,4 2-3-16,-1 0-29 15,-4 0-122-15,-11 0-162 16</inkml:trace>
  <inkml:trace contextRef="#ctx0" brushRef="#br0" timeOffset="208964.48">15960 16307 355 0,'0'0'113'16,"0"0"-39"-16,0 0 25 0,0 0-14 16,0 0-18-16,0 0-34 15,-7-12-9-15,7 12-5 16,0 0-10-16,0 0 6 16,0 0 3-16,0 0-3 0,0 0-6 15,0 0-6 1,0 0 5-16,0 0-7 0,0-2 4 15,0 2-5-15,7-3 4 16,9 3-3-16,1-2 10 16,6 2-5-16,-3 0-2 15,-1-4 0 1,2 4-3-16,-1 0 0 16,-3-3 0-16,3 3-1 0,-1 0 1 0,-4 0 0 15,1 0-1-15,-5 0 0 16,-7 0 2-16,-2 0-2 15,-2 0-3-15,0 0 3 16,0 12 0 0,-8 15 0-16,-21 9 3 15,-10 5-1-15,2-7 0 16,-1-6-2-16,9-6 1 16,9-8 0-16,7-6-1 15,8-3 0-15,5-5 0 0,0 0 0 16,0 0 0-16,0 5 1 15,0-5-1-15,0 0-2 0,13 7 2 16,10-2 0 0,1-1 0-16,3 2 2 0,-4-1-4 15,-4 2 5-15,-6 0-5 16,-4 0 2-16,-2-2 0 16,-5 0 1-16,1-1-1 15,-3 0 0 1,0 4-3-16,-7 3 3 15,-15-4 0-15,-5 0 3 16,-1-4-3-16,-5 1 0 16,10-4 1-16,0 0-1 15,7 0 1-15,3 0-4 16,5 0 1-16,5 0-16 16,3-7-24-16,0-12-51 0,22-8-218 15,17-4-119-15</inkml:trace>
  <inkml:trace contextRef="#ctx0" brushRef="#br0" timeOffset="209951.66">16481 16339 155 0,'0'0'164'15,"0"0"-115"-15,0 0-2 16,0 0 20-16,0 0-2 16,0 0-2-16,0-37 1 0,-2 33-35 15,2 1-13-15,-4 1 4 16,1-3-11-16,-1 5-4 15,-2 0-3-15,4-4-1 0,-6 1 0 16,6-2 2 0,-2 5-1-16,-1-6 7 0,3 6 3 15,2 0 8 1,0-4-4-16,0 4-1 16,0 0-1-16,0-4 0 15,0 4-5-15,0 0-1 16,0-4-3-16,0-4-5 15,2 7 0-15,12-4 0 16,1 1 0-16,4 4-2 16,-2 0 2-16,-1 0 0 0,1 14 0 15,-1 13 1-15,-7 3 0 0,-3 5-1 16,-4 6 4-16,-2-1-3 16,0 0 2-16,-2 1 3 15,-13-6-3-15,-3-7-1 16,-5-6-2-16,2-3 0 31,0-12 4-31,-1-2-3 16,3 0 2-16,0-5 1 0,6 0 2 15,-2 0 0 1,5 0 0-16,6-10 8 0,2-4-10 16,2-12-4-1,0 1-2-15,20-2-4 0,2 3-1 16,1 6 4-16,-4 10 3 0,1 0 0 15,-3 6 0-15,-2 2 0 16,1 0 0-16,3 0-1 16,2 0 1-16,3 10 0 15,5 0 0-15,0 2 0 16,7 2 0-16,4-2-53 16,3-2-103-16,2-10-250 0</inkml:trace>
  <inkml:trace contextRef="#ctx0" brushRef="#br0" timeOffset="210536.76">17235 16172 746 0,'0'0'76'0,"0"0"-9"16,0 0-43-16,0 0 13 15,0 0-17-15,0 0-13 16,49-80-3-16,-49 75 24 16,0 5 4-16,0-3-9 0,0 3-6 15,0 0-9-15,0 0-4 16,0 0-4-16,0 0-2 16,0 0 2-16,0 0-5 15,0 0 1-15,0 18-2 16,0 4 6-16,0 6 2 15,0 6 0 1,-2-2-2-16,0-6 0 16,2 0 0-16,0-8 1 15,0-8-2-15,0-1-1 0,0-5-4 0,0-4 6 16,0 0-1-16,2 0 1 16,17 0 0-16,8-18 3 15,9-5-1 1,2 2-2-16,0-5 0 15,2 3 0-15,1 5 0 0,-4 1 0 16,-6 2 0 0,-1 10 3-16,-6 2-3 0,-2 3 0 15,-2 0 0-15,1 0-1 16,-6 0-1-16,1 14 1 16,-5 2 0-1,-3-2-2-15,-6 0 3 16,0-2-2-16,-2 2-1 15,0-3-4-15,0 2 6 16,-23 3-5-16,-15-1-7 16,-13 2-31-16,-16-8-19 0,-6-5-65 0,1-4-120 15,5-9-160 1</inkml:trace>
  <inkml:trace contextRef="#ctx0" brushRef="#br0" timeOffset="210707.4">17215 15932 749 0,'0'0'67'0,"0"0"19"16,0 0-36-16,0 0-20 0,0 0-10 15,0 0-20-15,0-57-10 16,0 63-102 0,0 12-139-16,0 6-247 15</inkml:trace>
  <inkml:trace contextRef="#ctx0" brushRef="#br0" timeOffset="211828.93">18603 16013 317 0,'0'0'371'0,"0"0"-303"15,0 0 22-15,0 0-38 16,0 0-26-16,0 0-15 16,-15-18-6-1,15 18-4-15,-2 0 0 16,2 8 0-16,-3 5-1 16,2 5 3-16,-1 0-2 15,-4 5-1-15,2 4 2 16,2-1-1-16,0 2 0 0,-1 2-1 15,1 2 0-15,2-1 0 16,0 1 1-16,-2-2-1 0,2-2 0 16,0-2 0-16,0-8 0 15,0 0-3-15,-2-4-40 16,-2-2-16 0,-8-8-47-16,1 1-35 15,-3-5-88-15</inkml:trace>
  <inkml:trace contextRef="#ctx0" brushRef="#br0" timeOffset="212087.81">18482 16029 498 0,'0'0'126'0,"0"0"-56"16,0 0-30-1,0 0 46-15,0 0-77 0,0 0 34 16,-47-48-31-16,47 48-12 16,0 0 0-16,0 0-13 15,0 0-21-15,0 0-12 16,6 5-19-16,0 12-3 0,1 2-97 16,-7-1 11-16,0 0-78 15</inkml:trace>
  <inkml:trace contextRef="#ctx0" brushRef="#br0" timeOffset="212357.29">18318 16436 452 0,'0'0'256'16,"0"0"-217"-16,0 0 20 0,0 0 26 16,0 0-26-1,0 0-26-15,-6 0-22 0,6 0-10 16,19 0 0-16,12 0 0 16,12 0-1-16,6 0 0 15,7 0-12-15,4 0-76 16,2 0-229-16</inkml:trace>
  <inkml:trace contextRef="#ctx0" brushRef="#br0" timeOffset="-213818.45">18510 16080 17 0,'0'0'94'0,"0"0"-27"16,0 0-4-16,0 0-33 15,0 0 31-15,0 0-10 16,0 0-7 0,0-28-6-16,0 28 9 15,0-4-20-15,0 0 8 16,0 4 8-16,0-4-16 15,0 2-9-15,0 0 1 16,0 0-5-16,0-3-1 16,0 5-3-16,0-3-2 15,0-1 0-15,0-1 7 0,0 4 3 16,0-2-5-16,0 2-4 16,0 1-1-16,0-4 0 15,0 4 0-15,0 0-1 16,0-5 3-16,0 5 0 15,0 0 2-15,0-3-4 0,0 3 2 16,0-2 4-16,0-1-4 16,0 3-3-16,-2-1 2 0,0-3-6 15,-3 4-3 1,3-4 2-16,-4 4-1 0,-5 0 1 16,-1 0-2-16,-4 0 0 15,-1 0-1-15,-2 0 2 16,6 0-1-1,2 4 0-15,-1 0 0 16,4 2 1-16,-1 2-1 16,0-3 0-16,0 8 0 15,1-5 1-15,-2 6-1 16,2 0 0-16,1-1 0 16,1 6 1-16,-1-1 0 15,6 3-1-15,-1-2 0 0,0 1-1 16,2-1 1-16,0-6 1 15,0 6-1-15,0-7 0 16,0 2 2 0,0-5-2-16,0 3 0 0,0-1 0 15,0 1 0-15,0-3 0 16,0 1 1 0,0 3-1-16,0-6 0 15,0 7 0-15,0-4 0 0,0-1 0 16,0-4 0-1,0 3 0-15,0 1 1 0,2-6-1 16,0 4 0-16,2-3 1 16,2 4 1-16,-2-6-2 15,0 2 1-15,3 4-1 0,-1-4 1 16,2-4 0-16,0 2-1 16,-1 2 3-16,-1-4-3 15,4 3 1-15,-1-3 1 16,-1 0 0-16,1 0 0 15,0 0 1-15,-2 0-2 16,-1 0 0-16,1 0 0 0,0 0 0 16,2 0 1-16,0 0-1 15,2-3 1-15,0-3 4 16,-2-2 1-16,0-2 3 16,2 2 2-16,-2-5 0 15,0 3-4-15,2 1 1 0,0-4-7 31,1 3 3-31,-2-4 0 16,-1 11-3-16,1-6 1 0,-4 0-1 16,1 5-1-1,-1-5 0-15,1 1 0 0,0 2 2 16,0-2 0-16,1-2-2 16,-1-2 9-16,-2 2-7 15,-1 1 1-15,3 0 0 0,-3-3 3 16,0 6-1-16,-2-6 2 15,3 2-6-15,-2 1 3 16,0 0-1-16,3-3 8 16,-4 6-1-16,-1-6-8 15,-1 2 1-15,3 2-1 16,-1-2-1 0,-2-4 0-16,0 2-2 15,0-2 6-15,0-2-5 16,0-4-1-16,0 2 0 15,-2 0 0-15,-7 0 0 0,0 6 0 16,0-2-4-16,1 5 1 16,-3 0-13-16,-7 5-24 15,-9 4-43-15,-7 0-72 16,-1 4-188-16</inkml:trace>
  <inkml:trace contextRef="#ctx0" brushRef="#br0" timeOffset="-212568.58">19052 16078 353 0,'0'0'130'0,"0"0"22"0,0 0-43 16,0 0-13-16,0 0-29 16,0 0-38-16,-7-16-19 15,7 16-9-15,-2 0 0 16,-4 0-1-16,-4 0 0 15,-2 16 0-15,2 4 0 16,-1 2 1-16,0 3-1 0,2 2 0 31,2 1 0-31,2 7 1 0,3 0-1 0,2-3 0 16,0-2 0-16,0-1 0 16,0-2-1-16,7-6 0 31,5-7 1-31,3-8-1 15,1-4 2-15,3-2-1 0,4 0 2 16,4-12 0-16,-1-17 0 16,1 0 2-16,-5-12-3 15,-8 2 0-15,-7 2 1 16,-1 1 2-16,-6 2-3 16,0 10 7-16,0 2 1 15,-7 6-7-15,-4 6 1 0,0 6 2 16,4 0-5-16,3 4 0 0,2 0 1 15,0 0-2-15,2 0 0 16,-5 0 0-16,1 4-1 16,-4 8 1-16,6-2 1 15,-1 3 0-15,3-1 0 16,0-3-3 0,0 2 3-16,0-8 0 15,0 1 1-15,0 1-1 16,0-3 0-16,0-2 0 15,0 0 0-15,0 0 0 16,3 0 0-16,11 0 2 16,4 0-2-16,2-2 3 15,0-3-3-15,0 1 0 0,2 1 0 16,-1 3 1-16,0 0-1 16,0 0 0-16,-3 0 0 15,-1 9-2-15,-1 8 2 16,-3 6-1-16,1 7 0 0,-7-2-1 15,-1 2 2-15,-2-2-1 16,-2-2 1 0,-2-12 0-1,0-1 0-15,0-9 0 0,0-4 0 16,0 0 1-16,0 0 2 16,0 0 1-16,0 0 16 15,0-12 8-15,0-7-10 16,0-8-11-16,0-9-7 15,14 1 1-15,6 0-1 0,5-2 0 16,6 3-6-16,6 6-8 16,6 0-25-16,11 7-8 15,1 8-61-15,3-1-107 16,-6 4-109-16</inkml:trace>
  <inkml:trace contextRef="#ctx0" brushRef="#br0" timeOffset="-212145.93">20137 16003 518 0,'0'0'88'15,"0"0"18"-15,0 0-7 16,0 0-31-16,0 0-26 16,0 0-13-16,-11-9-11 15,11 5-2-15,0 4-5 0,0 0-3 16,0 0-7-16,0 0-1 16,-2 0 0-16,-1 0-1 15,-3 13 1-15,-1 6 1 16,-2 7-1-16,0 1 0 15,3 8 0-15,1-3 1 0,3-2-1 32,2 2 0-32,0-1 0 15,0 0 0-15,0-7-1 16,0-2 1-16,0-2 0 0,0-6-1 16,0-9-6-1,0 0-15-15,2-5-17 0,1 0-28 16,-3 0-48-16,2-10-72 15</inkml:trace>
  <inkml:trace contextRef="#ctx0" brushRef="#br0" timeOffset="-211914.08">20057 15973 539 0,'0'0'48'16,"0"0"112"-16,0 0-91 15,0 0-2-15,0 0-34 0,0 0-12 16,-4-60-12 0,4 60-9-16,0 0-4 0,0 0 4 15,0 0-21-15,0 10-22 32,0 12 0-32,0 4-51 0,0 6-92 15,0-6-121-15</inkml:trace>
  <inkml:trace contextRef="#ctx0" brushRef="#br0" timeOffset="-211697.69">19858 16485 711 0,'0'0'62'15,"0"0"-5"-15,0 0 30 16,0 0-23-16,0 0-27 15,0 0-26-15,34-16-9 16,15 9-2 0,11 0 0-16,2 2 0 15,4 5-25-15,1-3-98 16,-3-8-274-16</inkml:trace>
  <inkml:trace contextRef="#ctx0" brushRef="#br0" timeOffset="-209562.68">21133 16284 301 0,'0'0'182'15,"0"0"-114"-15,0 0 32 16,0 0 7-16,0 0-41 16,0 0-17-16,-11 0-14 15,11 0-18-15,0 0 10 16,0 0 4-16,0 0-7 16,0-3-7-16,0-12-3 15,8-2-8-15,11-2-4 16,8-7 0-16,0-4 0 15,3 1-2-15,-2-3 2 16,-5 3-2-16,-6-1 4 0,-4 2-1 16,-6 5 8-16,-4 0-1 15,1 11-2-15,-4-1 4 0,0 12 5 16,0-3-7 0,0 4-7-16,0 0-3 0,0 0-7 15,-5 13 5-15,-9 18 0 16,4 1 1-16,-1 8 1 15,7-4-6-15,4 0 5 0,0 3-5 16,0-2 1-16,17-1-8 16,6-2-7-16,10-2-8 15,0-5-9-15,5-14-47 16,0-13-102-16,-2 0-187 16</inkml:trace>
  <inkml:trace contextRef="#ctx0" brushRef="#br0" timeOffset="-209378.03">21585 15816 789 0,'0'0'29'0,"0"0"22"0,0 0-13 16,0 0-35-16,0 0-3 15,0 0-16-15,23 5-32 0,-2 17-36 16,-1 4-82-16,-1-8-81 15</inkml:trace>
  <inkml:trace contextRef="#ctx0" brushRef="#br0" timeOffset="-209117.21">21892 15816 573 0,'0'0'106'15,"0"0"-4"-15,0 0-37 16,0 0-45-16,0 0-15 16,0 0-3-16,-5 63 0 0,0-15 6 15,1 6-1-15,4 5-6 16,0-1 2-16,0 4 0 16,0-4-3-16,4-4 0 0,4 3-3 15,-8-11-61-15,0-12-94 16,0-12-84-16,-5-20-96 15</inkml:trace>
  <inkml:trace contextRef="#ctx0" brushRef="#br0" timeOffset="-208961.21">21799 16212 624 0,'0'0'66'16,"0"0"37"-16,0 0-32 15,0 0-35 1,0 0-15-16,0 0-20 15,37-44-1-15,7 41 0 16,6-2-1-16,12 5-38 16,9-4-78-16,10-2-136 15,4-8-66-15</inkml:trace>
  <inkml:trace contextRef="#ctx0" brushRef="#br0" timeOffset="-207869.31">22819 15839 512 0,'0'0'178'0,"0"0"-97"0,0 0-19 15,0 0-24 1,0 0-17-16,-125-42-6 16,98 42-12-16,0 19-1 15,-5 1-2-15,6 6 3 16,3 3-2-16,0 3 0 15,7-1 0-15,7 5 0 16,1 0-2-16,8-4 2 16,0 4-2-16,0 3 1 0,19-7-2 15,15-3-3-15,13-5-16 16,9-2 4-16,6-12-10 16,5-8-17-16,5-2-16 15,-8 0-12-15,-11-22 4 16,-10-4 48-16,-16-6 20 15,-10 5 12 1,-11-2 52-16,-2 5 27 16,-4 2 0-16,0 0-19 0,-12 8-20 15,-1 2-27-15,-1 6-4 16,3 3-6-16,3 3-9 16,-6 0-6-16,-4 9-1 15,-2 9 1-15,0 4-1 16,4 0 1-16,5 4-1 0,2-3 1 15,7-2 0-15,0 2 0 16,2 0-1-16,0-5 1 16,0-6 0-16,4 2 0 15,7-8 3-15,0-4-2 16,5-2 2-16,2 0 0 16,5-8-1-16,-2-10 1 0,1-8-2 15,-1 5 2-15,-8 2-2 16,-3 4 0-16,-6 3 8 15,-2 7 3-15,-1 5-1 16,-1-4-1-16,0 4-6 16,0 0-4-16,0 0-3 15,0 0-5-15,0 12 6 16,0 12 0 0,0 2 2-16,0 0 0 0,0 2 0 15,0-6 0-15,9-3-4 16,4-2 4-16,-3-4 0 15,1-8 1-15,-1-1-1 16,-4-4 2-16,5 0-1 16,7-13 2-16,2-10-3 0,4-9 3 15,1-2-2-15,-2 7-1 16,-3-4 1-16,4 4-1 16,-7 10 0-16,-3 7 1 15,-2-2 0-15,-6 10-1 16,-1-3 0-16,-1 5-2 15,2 0 0 1,6 5-2-16,-1 13 3 16,3 8-1-16,-6 6 0 15,0 4 1-15,-3-3 0 16,-3 0 0-16,-2-5-1 16,0-6 2-16,0-10-1 0,0-5 1 15,0-7 0-15,0 0 1 16,0 0 0-16,3 0 2 0,11-10 2 15,8-17-1-15,9-3-4 16,5 2-1-16,-1 7 1 16,-6 6-1-16,-8 11 0 15,-8 4 1-15,-4 0-2 16,4 0-1-16,-2 7 1 16,3 12-6-1,-5 9-19-15,1-2-9 0,-1 6-13 16,-2-2-50-16,6-1-91 15,2-14-62-15</inkml:trace>
  <inkml:trace contextRef="#ctx0" brushRef="#br0" timeOffset="-207016.59">24204 15781 847 0,'0'0'33'15,"0"0"17"-15,0 0-34 16,0 0-11-16,0 0-5 16,0 0 0-16,-34 76 0 15,22-24 2-15,4 2-2 16,-1 0 1-16,3 4-1 0,-2 0 2 15,5 0-4 1,3-9 5-16,0-1-4 16,0-7 1-16,0-9 0 15,0-10 0-15,0-8-2 0,0-10 2 16,0-1 0-16,0-3 3 16,0 0 1-16,0 0 2 15,8-17 5-15,3-14 0 16,7 0-10-16,0-6-1 15,-3 7 1-15,1 2 1 16,-5 6-2-16,1 5 2 0,-6 8-2 16,3-1 0-16,-5 10 0 15,6 0 0-15,-2 0-3 16,3 0 1-16,1 0-2 16,-4 14 3-16,-4 8-1 0,-4 5-1 15,0 4 1-15,0-2 2 16,-17 1-4-16,-7-4 8 15,-1-7-4-15,0-2 0 16,8-14 1-16,3-1 0 16,6-2 0-16,3 0 1 15,5 0 2 1,0 0 2-16,0 0 5 16,0 0-3-16,2 0-8 15,27-14-2-15,13 1 1 16,14-6 1-16,1 2-4 15,2-5-7-15,2-4 3 16,-1 3 6-16,-2-5-2 16,-8-2 4-16,-9 4-1 0,-14 2 2 15,-10 2 2-15,-10 4-3 16,-7 4 3-16,0 2 5 0,-2 3 6 16,-18 4-12-16,-7 1 5 15,-4 4-6-15,-2 4-1 16,-2 13-2-16,3 6 1 15,7 3 1 1,5 3-1-16,4 0 1 16,9 0 0-16,7-2 0 15,0-1 0-15,7 0 0 16,20 1 0-16,16-8 1 16,13-2-1-16,6-7-2 15,9-7-38-15,2-3-82 16,-5 0-284-16</inkml:trace>
  <inkml:trace contextRef="#ctx0" brushRef="#br0" timeOffset="-206871.7">25055 16232 48 0,'0'0'777'16,"0"0"-730"-1,0 0 48-15,0 0-52 0,0 0-8 16,0 0-23-16,-31-38-12 15,31 38-26-15,-16 0-84 16,-18 0-467-16</inkml:trace>
  <inkml:trace contextRef="#ctx0" brushRef="#br0" timeOffset="-199788.06">5005 17096 439 0,'0'0'217'15,"0"0"-115"-15,0 0-58 16,0 0 1-16,0 0-9 16,0 0-9-16,0 0-15 15,0-17-9-15,0 17-1 16,0 0-1 0,0 0 2-16,0 0-3 0,0 0 0 15,0 0 1 1,0 0 0-16,0 0 2 0,-2 0-1 15,-6 0 1-15,-5 0 1 16,-3 0-3-16,0 0 0 16,3 0 0-16,2 0-1 15,1 0 0-15,3 0 4 0,3 0-4 16,2-9 4-16,0 5-4 16,2-5-2-16,0-3 1 15,0-2 1-15,0-1 0 16,7 3 0-16,7 2-1 15,3 6 1-15,-1 1-2 16,3 3 0 0,6 0-4-16,0 12 6 15,-1 9 1-15,-4 7-1 16,-2 4-1-16,-7 7 1 16,-4 3 0-16,-7-3 0 15,0 5 1-15,0 2-1 16,-9-11 0-16,-13-5 0 0,-7-6 0 15,-7-2 0-15,-2-3 0 16,-2-2 4-16,2-5-3 0,2-6-1 16,10 3 2-16,4-9 0 15,3 0-2-15,9 0 2 16,0 0 0-16,6-5-1 16,4-5 1-16,0-6 0 15,0 3-2-15,4-6 0 0,16 1-1 31,5 4 1-31,6 0 0 0,5 2-1 0,5 2 0 16,0 6 0-16,4 0 1 31,2 4 0-31,-3 0-1 0,-1 0-23 16,-3 0-37-16,-3 4-50 16,4 3-124-16,-5-4 17 15</inkml:trace>
  <inkml:trace contextRef="#ctx0" brushRef="#br0" timeOffset="-197367.62">6168 17058 13 0,'0'0'66'0,"0"0"-54"0,0 0 28 15,0 0 3-15,0 0 18 16,0 0 15-16,0-18-3 16,0 16 4-16,0-2 23 15,0 1-10 1,0-2 14-16,-3 5-21 16,0 0-30-16,1-4-8 15,2 4-15-15,0 0-19 16,0 0-4-16,0 0-4 15,0 0-1-15,-4 0-2 16,-3 0-2-16,-1 23 2 16,-6-2 0-16,5 9 0 0,1-2 0 15,3 2 0-15,3-1 0 16,2 0 2-16,0 3 0 16,0-6-2-16,0 3 0 15,0-3-2-15,9-3 2 16,3-6 0-16,5-3 0 15,2-6 0-15,4-4-3 0,6-4 3 16,4-8 0-16,6-24 0 0,2-3 3 16,-9-11-1-1,-5 7-1-15,-12-6-1 0,-6 1 0 16,-6 5-2-16,-3 6-5 16,0 8-9-16,-10 6 7 15,-6 5-37 1,-4 14-53-16,-2 0-54 15,-2 0-87-15,4 8-92 16</inkml:trace>
  <inkml:trace contextRef="#ctx0" brushRef="#br0" timeOffset="-196836.72">6720 16932 817 0,'0'0'86'16,"0"0"-70"-16,0 0-16 15,0 0 0-15,0 0 0 16,0 0 0-16,9 99 3 16,-5-51-1-16,-2 1 0 15,4-4-1-15,0 5 2 16,1-6-2-16,-1 0-1 15,3-4 1-15,-1-8-1 16,0-9 0-16,-2-9 1 16,-4-2-1-16,0-11 2 0,-2-1-1 15,0 0 0-15,0 0 8 16,0 0 35-16,0 0-5 16,0-13-10-16,0-16-25 15,0-11-2-15,0-4 0 16,0-5-2-16,5-4 2 15,4-5 1-15,4 0-1 0,6 3-2 16,-3 1 0-16,7 10 0 16,-2 8 0-16,1 2 1 15,-2 10-2-15,0-2 0 16,3 12 1-16,-4 6 0 16,-3 8-1-16,-3 0-2 15,-6 0-1-15,-7 26-5 16,0 10-18-1,-7 8-7-15,-26 10-3 0,-5-4-22 16,-5-2-87-16,3-11-36 16,9-11-79-16</inkml:trace>
  <inkml:trace contextRef="#ctx0" brushRef="#br0" timeOffset="-195247.73">7168 17106 395 0,'0'0'47'0,"0"0"-14"0,0 0 65 16,0 0 8-1,0 0-75 1,0 0 12-16,47 67-11 16,-33-57-24-16,-6 2-3 15,7-7-5-15,-1 4 7 0,-5-6-3 16,3-3-2-1,-6 0 1-15,5 0 1 0,4 0 2 16,8-3 9-16,1-15 9 16,-1-8-13-16,-2-1-2 0,-2 0 5 15,-3-4-8-15,-3 3 0 16,-7 2 1-16,-4 8 9 16,-2 9 18-16,0 0 4 15,0 9-17 1,0-3-3-16,0 3-10 15,0 0-8-15,0 0-5 0,0 7 1 0,0 15 4 16,-7 2-1-16,1 10 1 16,4-5 0-16,2 5 0 15,0 2 0-15,0-4-1 16,15 4 1-16,6-7 0 31,1-6 0-31,1-5-1 16,1-8 1-16,0-6 0 0,-1-4 0 15,-1 0 2-15,2 0-1 16,-1-14 3-16,4-7-4 0,-3-6 2 16,1-5-2-1,0-4 2-15,-7 2 0 0,-1 1-2 16,-6 3 1-16,-7 11 0 16,-2 6 0-16,-2 4 0 0,0 9 1 15,0 0-2-15,0 0 0 16,0 0-3-16,0 0 0 15,0 0 1-15,0 5-13 16,0 12 15-16,0 0-3 16,3 2 2-1,4-1 1-15,-3 3 0 16,3 2 0-16,-2-5-1 16,3 4 2-16,4-4-1 15,-2 0 0-15,6-1-1 16,0-2 0-16,4-1 1 15,2-2-8-15,4-2-6 0,6-2 3 16,6-8 6 0,3 0 1-16,12 0 1 0,3-4 2 0,-2-10-4 15,0-7-1 1,-10-2 4-16,-9-3 1 0,-11-3 1 16,-11 3 2-16,-8 5 1 15,-5-2 2-15,0 9 23 16,0 5-6-16,0 1-4 15,-5 3 0 1,1 5-12-16,0 0-6 16,-6 0 0-16,-4 5-2 15,2 12 0-15,0 9 0 16,4-1 2-16,6 1 1 16,2 0-1-16,0-4-5 15,0-5 4-15,8-2 0 16,6-1 1-16,1-2 0 0,1-7 0 15,-3 0 1-15,0-5-1 16,-3 0 0-16,1 0 0 16,-5 0 2-16,6 0 0 15,-1 0 0-15,-1-10-1 0,4-2-1 16,-1 3 1-16,3-4-1 16,5-1 0-16,-2 0-1 0,-1 2 1 15,0 2 0-15,-4 2 0 16,-1 1 0-16,1 4-1 15,-4-1-1-15,6 4-3 16,2 0-4-16,0 0 1 16,3 0-13-16,4 0 6 31,4 4 4-31,2 4 8 0,5-6 3 16,2-2 0-16,2 0 2 15,0 0-2-15,1 0 0 16,-3 0 0-16,-7-2 0 15,-11-6 0-15,-7-1 0 0,-10 9 1 16,-3 0 24-16,0 0 14 16,0 0-16-16,0 0-10 0,0 0-9 15,-1 0-4 1,-14 0-1-16,-5 9 1 0,-1 13-1 16,2 0 0-16,3 6-1 15,8-7 1-15,5 6-1 16,3-8 0-16,0-2 0 15,13-3-1 1,14-2 3-16,2-6 4 16,9-6-3-16,4 0 0 15,7-6 0-15,2-20 1 16,3-6-1-16,-7-8-1 16,-7-4-1-16,-6-8 1 15,-14-3-4-15,-7-3-1 16,-11 0-1-16,-2 8 6 0,-2 10 3 15,-18 14 3-15,-1 4 10 16,6 12 7-16,-2 6-2 16,7 4-21-16,-1 9 0 15,-2 23-5-15,-3 11 5 16,7 11 0-16,7 4-3 0,2 5 1 31,0-1-17-31,21 6-18 0,22-6-19 16,14-13-15-16,29-3-52 15,19-12-166-15,18-17-117 16</inkml:trace>
  <inkml:trace contextRef="#ctx0" brushRef="#br0" timeOffset="-194676.99">10501 17138 628 0,'0'0'122'15,"0"0"-20"-15,0 0-32 16,0 0-30-16,0 0-25 16,0 0-13-1,-32-1-2-15,30 25 1 16,-2 6 1-16,4-2-2 15,0-3 1-15,0 1-1 16,0 3 2-16,0-7-2 0,0-4 1 16,0 0-1-16,0-6-15 15,0-2-15-15,0-10-46 16,0 0-16-16,0 0 33 0,0-17-162 16,0-16-124-16</inkml:trace>
  <inkml:trace contextRef="#ctx0" brushRef="#br0" timeOffset="-194530.41">10483 16976 442 0,'0'-18'96'0,"0"6"40"0,-2 7-53 15,2 5-10-15,0 0-26 16,0 0-47-16,0 0 0 16,6 5-53-16,8 17-26 15,4 0-124-15,-10 4-214 16</inkml:trace>
  <inkml:trace contextRef="#ctx0" brushRef="#br0" timeOffset="-194429.29">10501 17138 693 0</inkml:trace>
  <inkml:trace contextRef="#ctx0" brushRef="#br0" timeOffset="-193807.33">10501 17138 693 0,'151'48'74'0,"-146"-48"-25"0,0 0-20 0,1 0 4 0,3 0-18 0,2 0-10 15,3 0-1-15,0 14-1 16,-2 9-3-16,-5 3 4 16,-3 6-1-16,-4-2 1 15,0-2-2-15,0 2 0 16,0-12 0-16,0 1-2 16,0-10 2-1,0-4-1-15,2-5-1 16,-2 0 1-16,1 0 1 15,-1 0 2-15,11 0 15 16,0-14 8-16,7-5-20 0,1-3-6 16,0-4 2-1,1 3 0-15,-3 6-2 0,1-1 0 16,-5 7 0-16,-4 4 0 16,-3 7 10-16,-2 0-5 0,-4 0-6 15,2 0 0-15,2 0-3 16,0 0 0-16,10 7 3 15,-2 13-2-15,8-3 1 16,-3 9 1-16,-1-2 1 16,1-2-1-1,-1 0 1-15,1-3-1 0,0-7 1 16,0-3 0-16,-5-5-1 16,1-4 0-16,5 0 1 0,-1 0 2 15,3-13 0-15,1-10-2 16,-2 1 2-16,-1-8-3 15,1-2 1 1,-4 0 3-16,-2-3-3 16,-2 4 0-16,0-1-1 15,-3 10 0-15,-6 3 1 16,0 12 0-16,-2 2-1 0,0 5 0 16,2 0-1-16,0 0-1 15,1 0-2-15,5 0-1 16,1 19 5-16,0 6 0 15,0 1 0-15,-3-1 0 0,-1 1-1 16,-2-4-24-16,-3 0-7 16,0-4-38-16,0-4-21 15,-8-2-71-15,-2-12 7 16,-2 0-46-16</inkml:trace>
  <inkml:trace contextRef="#ctx0" brushRef="#br0" timeOffset="-193535.33">11733 16892 757 0,'0'0'118'16,"0"0"-99"-16,0 0-14 0,0 0-3 15,0 0-1-15,0 0 22 16,36 88-6-16,-24-42-10 15,-6 2-5-15,-4 2 1 16,0 3-1-16,-2-3 0 16,0-7 0-1,0-2-2-15,0-1 1 16,0-4-2-16,0-8-2 16,0-6-42-16,0-4-40 15,0-6-20-15,0-6-76 0,0-6-71 16</inkml:trace>
  <inkml:trace contextRef="#ctx0" brushRef="#br0" timeOffset="-193316.68">11565 17316 588 0,'0'0'215'0,"0"0"-109"15,0 0-55-15,0 0-26 16,0 0-13-16,0 0-7 15,86-93-5-15,-17 75 0 0,9 4 0 16,9 2-11-16,0 6-24 31,-6 6-74-31,-16 0-130 0,-11 4-108 16</inkml:trace>
  <inkml:trace contextRef="#ctx0" brushRef="#br0" timeOffset="-192635.28">12263 17237 0 0,'0'0'546'0,"0"0"-435"16,0 0-26-16,0 0-7 15,0 0-19-15,0 0-14 16,-46-28-28-16,46 28-13 0,0-4-4 16,0 4 2-16,0 0-1 15,0 0-1-15,0 0 0 16,0 0 0-16,0 0 0 15,0 0 1-15,0 0-1 0,0 0 0 16,0 0-2 0,0 0-2-16,0 14 4 15,0 2 3 1,-4 7 0-16,-1-4 1 0,3-1-4 16,-1 3 3-16,3-8-3 15,0-3 0-15,0-1 0 0,0-6 0 16,0-3 1-16,0 0-1 15,3 0 0-15,9 0 2 16,12-3-2 0,5-20 3-16,4-9-2 15,-2 2 0-15,-7-2 1 16,-3 6-2-16,-7 4 0 16,-9 12 2-16,0 2 3 15,-5 4 24-15,0 4-2 16,0 0-11-16,0 0-10 0,0 0-6 0,0 0 0 15,0 0 0-15,0 0-3 16,0 0 1-16,0 0 2 16,0 4-1-16,0 0 1 15,0 0 1-15,0 0-1 0,0-4 0 16,0 0 1-16,0 0-1 16,0 0 0-1,0 0 1-15,0 0 2 16,0 0-2-16,0 0 1 15,0 0 0-15,0 0-1 16,0 0 1-16,0 0-2 16,0 0 0-16,0 0 0 15,0 0 0-15,0 0 0 16,0 0 0-16,0 0-3 0,0 6-10 16,0 2-49-16,0 10-4 15,-15 4-40-15,-19-4-144 16,-4 0-84-16</inkml:trace>
  <inkml:trace contextRef="#ctx0" brushRef="#br0" timeOffset="-192203.06">12034 17197 423 0,'0'0'97'0,"0"0"21"0,0 0-44 15,0 0 9-15,0 0-36 16,0 0-18-16,13-32-20 16,3 32-6-16,2 0 8 15,0 12-4-15,1 8 1 16,2 2 2-16,-3 0-3 16,5 4-3-16,-5 0-2 15,2 2 1-15,0-1-2 16,-7-6-1-1,-3-3 2-15,0-4-1 16,-4-2 0-16,-3-5-2 16,-1-4 2-16,-2 1 0 15,0-4 3-15,0 0-3 16,0 0 5-16,0 0 2 0,0-12 38 16,-5-9-35-16,-3-4-8 15,2-8 2-15,6-4-2 0,0 1-2 16,0-4 0-1,12 8-1-15,9 2 0 0,1 2-2 16,8 10-6-16,-5 9-27 16,-2 9-31-16,-8 0-128 15,-1 0-169-15</inkml:trace>
  <inkml:trace contextRef="#ctx0" brushRef="#br0" timeOffset="-191270.76">12446 17142 473 0,'0'0'126'16,"0"0"-58"-1,0 0-2-15,0 0-8 16,0 0-13-16,0 0-17 16,25-46-18-16,-18 46-7 15,0 7-2-15,2 14 5 16,-5 9 12-16,-3-1-7 0,-1 7-6 15,0-6-3-15,0 2 2 16,0-2-3-16,0-12 0 0,0 1 0 16,0-10-1-16,0-4 0 15,0-2 1-15,0-3-1 16,3 0 2-16,-1 0 0 16,10 0 3-1,3-8 1-15,8-10-4 0,1-5-1 16,3 6 1-1,-2-1-1-15,-1-5-1 16,0 9 1-16,-2-3 1 16,-6 9-2-16,-2-2 10 15,-5 6 2-15,-5-1-3 16,-2 5-2-16,-2-3 0 16,0 3 2-16,0 0-1 15,0 0-4-15,0 0-4 0,2 0 0 16,0 0-3-16,4 15 3 15,-2 4 0-15,3 3-2 16,-3 0 4-16,2-2-3 16,2 1 2-16,-2-4-1 0,4-2 0 15,5-1 0-15,-2-7 1 16,3-2 0-16,3-5-1 16,-1 0 2-16,5 0-2 0,3 0 2 15,1-9 1-15,2-5-3 31,0-8 1-31,-3 4 0 0,2 0-1 16,-6 2 0-16,-5-3 1 16,0 5 0-16,-4 5 0 15,-2 1-1-15,-4 4 0 16,-1 0 1-16,1-3 0 16,0 7-1-16,-1-3 0 15,-1 3-1-15,-1 0 0 16,-3 0 0-16,-1 0 0 15,0 0 0-15,0 0 0 16,0 0 1-16,0 0 0 0,0 0 1 16,0 0-1-16,0 0 1 15,0 0 3-15,0-4 0 16,0 4 1-16,0 0 16 16,0 0-12-16,0 0 1 0,-12 0-10 15,-10 0-2-15,-5 12 2 31,0 6 0-31,8 0 0 0,7-1 0 16,3 3-3-16,7-3 3 0,2 1 0 16,0-4-2-16,0 2 0 15,19-2 1-15,13-4 0 16,9-6 1-16,9 0-11 16,10-4-7-16,6 0-32 15,1-18-39-15,-3-8-147 16,-6-15-73-16</inkml:trace>
  <inkml:trace contextRef="#ctx0" brushRef="#br0" timeOffset="-190846.45">13565 16895 768 0,'0'0'80'0,"0"0"-35"0,0 0-2 31,0 0-22-31,0 0-12 15,0 0-6-15,-19 11-3 16,17 24 1-16,0 4 2 16,2 1-3-16,0 2 4 15,0-1-4-15,0-2 3 0,0 2-2 16,2-5 0-16,2-6-1 16,3 2 1-16,-3-6-1 15,5-4 1-15,0-3-1 16,0-5 1-16,-2-7-1 15,-1-2 1 1,-1 4-3-16,-1-9 2 0,-1 0-3 0,-3 4 1 16,0-4-7-16,0 0 7 15,0 0 1-15,0 0-7 16,0 0-4-16,0 0-3 16,0 0-8-16,0-4 2 15,-7-5-15-15,2 4 18 0,-1 1-8 31,5 4-6-31,1 0 0 0,0 0-19 16,0 0-29 0,0 0-44-16,0 0 6 0,-2 0 22 0,-5 0-179 15</inkml:trace>
  <inkml:trace contextRef="#ctx0" brushRef="#br0" timeOffset="-190432.99">13399 17321 641 0,'0'0'82'15,"0"0"1"-15,0 0-36 16,0 0-14 0,0 0-27-16,0 0-2 15,116-51-4-15,-70 44 1 16,8 2 2-16,2-9-3 15,0 5 1-15,-6-3-1 0,-5 1 2 16,-11 4 0-16,-10-3-2 16,-13 6 7-16,-8-1 28 15,-3 2 9-15,0 3 0 16,0 0-19-16,0 0-6 0,0 0-11 16,0 0-8-16,0 0-3 15,0 12-5-15,0 5 7 16,0 12 1-16,0 0 1 15,0-4 1-15,0 1 0 16,0 1-2-16,0-10-1 0,0-3-11 16,0-2-36-16,0-2-3 15,0-10 5-15,0 0-91 16,0 0-81 0,0-22-215-16</inkml:trace>
  <inkml:trace contextRef="#ctx0" brushRef="#br0" timeOffset="-190269.09">13929 17080 573 0,'0'0'109'0,"0"0"6"15,0 0-38-15,0 0-32 0,0 0-34 16,0 0-11 0,14-23-4-16,-3 28-3 0,2 12-33 15,-2 10-90-15,-4-5-108 0,-1 1-103 16</inkml:trace>
  <inkml:trace contextRef="#ctx0" brushRef="#br0" timeOffset="-189498.96">14112 17231 255 0,'0'0'140'0,"0"0"6"16,0 0-7-16,0 0-2 15,0 0-45-15,0 0-54 16,3-19-16-16,-3 19-14 15,0 0-6-15,0 0-2 16,-3 7 0-16,-13 9 0 16,-2 7 0-16,1 0 0 15,5-5 0-15,4-1 1 0,-1 0-1 16,7-2 0-16,0-6 0 16,2-1 1-16,0 1 0 15,0-9-1-15,0 0-1 0,0 0 1 16,17 0 1-16,5-17 2 15,7-7-1-15,-2-7 2 16,-7 4-2-16,-7-4 0 0,-4 6-2 16,-7 6 0-16,-2 5 1 15,0 11-1-15,0-3 2 16,-6 6 1-16,-10 0 0 16,-3 0-3-16,0 2-3 15,0 14 3-15,6-6 0 16,5-3 0-1,4 0 0-15,4 1-3 16,0-4 3-16,0-4 0 16,0 0-1-16,0 4 1 15,0-4 0-15,4 0 0 16,14 0 0-16,6 0 1 16,2 0 2-16,6-8-2 0,2 0-1 15,1 1 0 1,0 4 3-16,-2-1-3 0,-4-1 0 15,-2 5-1-15,-3 0 1 16,-4 0 2-16,-8 12-2 16,1 3-1-16,-9 7 0 15,-2-1 0-15,-2 2 2 0,0-5-2 32,0-4 2-32,0-3-2 0,0-4 2 15,0-7-1-15,0 0 0 16,0 0 0-16,0 0 3 15,0 0 5-15,0 0 15 16,4 0 0-16,10-22-11 16,8-4-12-16,7 1-2 15,4-1 2-15,-4 9 0 0,-2 2-4 16,-6 12 4-16,-8-1-1 16,0 4-3-16,0 0 2 15,1 0 1-15,-1 14 1 16,-2 4-2-16,1 3-26 15,-1 2-24-15,-3 3-79 16,4-4-154-16</inkml:trace>
  <inkml:trace contextRef="#ctx0" brushRef="#br0" timeOffset="-189321.93">15326 17307 899 0,'0'0'48'15,"0"0"45"-15,0 0-36 16,0 0-2-16,0 0-29 16,0 0-26-16,21-72-1 15,-21 72-53-15,-13-4-111 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05T09:04:12.910"/>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00B050"/>
    </inkml:brush>
  </inkml:definitions>
  <inkml:trace contextRef="#ctx0" brushRef="#br0">4821 8468 653 0,'0'0'25'31,"0"0"46"-31,0 0-66 16,0 0-5-16,0 0-64 0,0 0-124 15,16 8 58-15,1 1-72 16</inkml:trace>
  <inkml:trace contextRef="#ctx0" brushRef="#br0" timeOffset="101989.29">1376 7928 449 0,'0'0'57'0,"0"0"-56"15,0 0 0-15,0 0 6 16,0 0 7-16,0 0 4 0,0 0-11 16,0 0-7-16,0 0-1 15,0 0 0-15,0 0 1 16,0 0-1-16,0 4 1 15,0 11 2-15,0 3-2 16,0 3 1-16,-3 4-2 16,-5-1 1-1,2 2 0-15,1 0 0 16,1-3 2-16,0 0-2 16,-1 3 0-16,-1 0 0 15,1 3 1-15,-4-1 2 16,0-5-3-16,2-2-31 15,0-11-97-15,3-10-83 0</inkml:trace>
  <inkml:trace contextRef="#ctx0" brushRef="#br0" timeOffset="102375.11">1327 7954 568 0,'0'0'25'16,"0"0"17"-1,0 0 24-15,0 0-28 16,0 0-23-16,0 0-13 16,8-9-2-16,7 9-4 15,3 0 2-15,4-2 1 16,-2 2 1-16,1 0 0 16,-2 0-2-16,4 0 2 15,-5 4 0-15,1 10-3 0,0 4 0 16,-7 6-1-16,2 4-3 15,-5 5 3-15,-3-2 2 16,-3 3 2-16,-3-2 0 16,0 2 3-16,0-1 1 15,-11-1 1-15,-10-3-4 16,-5 2 6-16,-13-5-3 16,-4-3 2-16,-9-6 0 15,3-8-5-15,7-9 3 16,11 0 0-16,6-3-4 15,14-24-4-15,11-13-65 0,0-6-188 16,29-2-163-16</inkml:trace>
  <inkml:trace contextRef="#ctx0" brushRef="#br0" timeOffset="103054.21">1847 8115 538 0,'0'0'124'0,"0"0"-104"0,0 0-2 16,0 0-10-1,0 0-8-15,0 0-2 16,0-2-2-16,0 2-1 16,0 0 0-16,0 0 0 15,2 14 4-15,3 4 2 16,-5 8-1-16,0 6 2 15,0 3 1-15,0 4-2 16,0 2 0-16,0 1 1 0,0 2-2 16,0-4 0-16,-7 1-18 15,-10-6-107-15,-4-12-60 16</inkml:trace>
  <inkml:trace contextRef="#ctx0" brushRef="#br0" timeOffset="103201.27">1894 7994 61 0,'0'0'0'15</inkml:trace>
  <inkml:trace contextRef="#ctx0" brushRef="#br0" timeOffset="103824.36">2117 8173 771 0,'0'0'20'0,"0"0"-10"16,0 0-3 0,0 0-7-16,0 0-2 15,0 0-3-15,14-5-3 16,-8 24 3-16,0 5 5 16,-1 3 0-16,1 5 0 0,-1-1 0 0,0 4 1 15,0-3-1-15,1-2 0 16,-2-2 2-16,0-4-2 15,4-4 2-15,-4-5-4 16,3-3-2-16,-5-7-19 16,2-3-4-16,-4-2 15 15,0 0 12-15,1 0 16 16,2-14 30-16,3-16-27 16,-2-12-16-16,0 2-3 15,1-2 0-15,-1 2 1 16,0 11 1-1,1 9 2-15,0 8 1 16,-3 8 13-16,-2 2-5 16,2 2-13-16,2 0-2 15,8 0-10-15,8 0 9 16,11 0 2-16,2 0 1 16,9 4-3-16,1-2 1 0,1-2 2 15,-1 0 1-15,-5 0-1 16,-10 0 0-16,-9 0-1 0,-6 0 1 15,-7 0 0-15,-6 0 0 16,3 0 0-16,-1 0-1 16,-2 5-8-16,4 15-4 15,-4 8-60-15,0 7-12 16,0 6 2 0,0-5-61-16,0-6-60 15</inkml:trace>
  <inkml:trace contextRef="#ctx0" brushRef="#br0" timeOffset="103976.14">2775 8124 620 0,'0'0'0'0,"0"0"-57"0,0 0-144 15,0 0 183-15,0 0-57 16,0 0-182-16</inkml:trace>
  <inkml:trace contextRef="#ctx0" brushRef="#br0" timeOffset="104594.6">3011 8279 339 0,'0'0'355'0,"0"0"-337"15,0 0 39-15,0 0-43 16,0 0-8-16,0 0-6 15,-27-7-2-15,13 24-4 16,-4 12 2-16,3 2 4 16,4 6-8-16,3-3-6 15,4 2-11-15,4 2 7 16,0-1-12-16,0-2 25 16,0-5 3-16,10-6 1 15,7-9-3-15,6-12-20 0,8-3 6 16,6-20 18-16,7-22 10 15,-2-20-5-15,-5-12-3 16,1-10-1-16,-8-2 1 0,-11 3 5 16,-11 11 7-16,-8 10 43 15,0 8 15-15,-14 12 1 16,-7 12-32 0,6 10 11-16,5 12-13 15,2 8-27-15,6 0-12 16,0 0 0-16,-5 15-8 0,-9 28-4 15,-6 15 11-15,0 10 1 16,3 0-1-16,9 0-1 16,6-4 0-16,4-5 0 15,0-6 0-15,4-8-1 16,14-11-6-16,6-6-8 16,3-8-1-16,8-10-3 15,6-8 4-15,5-2 6 16,6-14-24-16,0-16-23 0,-10-2 11 15,-11 0 40 1,-11 8 7-16,-11 5 6 0,-7 8 35 16,-2 7 20-16,0 1-21 0,0 3-24 15,0 0-16-15,2 0-13 16,-1 13-49-16,8 15 18 16,-1 7-3-16,3 2-125 15,1-1-44-15</inkml:trace>
  <inkml:trace contextRef="#ctx0" brushRef="#br0" timeOffset="104795.17">3709 8229 803 0,'0'0'26'16,"0"0"-22"-16,0 0-4 15,0 0-15-15,0 0-59 16,0 0-63-16,29 23 137 16,-8-8-137-16,2 1-18 15,-7-3-49-15</inkml:trace>
  <inkml:trace contextRef="#ctx0" brushRef="#br0" timeOffset="105566.05">3709 8229 26 0,'122'135'100'16,"-119"-116"-38"-16,3 5-24 0,-1 2-14 15,5 6-8-15,0 0-8 16,-4-1 0-16,3-4-2 16,-4-6-2-16,4-1-1 15,2-6-2-15,-3-6 1 16,0-6-1-16,0-2 2 16,3 0 25-16,5-19 12 15,1-8-16-15,4-2 9 16,-5 0 31-16,-1 3 38 15,-4 6-23-15,-6 6-3 16,-1 6-23-16,-3 6 1 0,3 2-34 31,-2 0-18-31,9 0-2 16,5 0-3-16,8 0 2 16,8 0 2-16,5 0-2 15,9 0 0-15,10 0 0 0,7 0-5 16,7 0-8-16,1-7 3 15,2-10 11-15,-3-7-1 16,-8-5 1-16,-8-4-2 0,-15-7 2 16,-12 1 0-16,-7 1 5 15,-9 6 1-15,-8 8 27 16,-3 6 6-16,0 4 12 16,0 5-25-16,-16-2-11 15,-4 7-11-15,-5 4-4 0,-8 0-4 16,-6 3 4-16,2 16 0 15,6 5 0-15,3 2 0 0,11 2-3 16,6 0-1-16,6-3-9 31,5-3-12-31,0-4 7 16,0-3-9-16,16-2 12 16,6-8 10-16,1-5 2 15,1 0 3-15,1-3 0 16,-2-16 0-16,-6-1 4 0,-1 6-1 15,-5 4-2-15,-5 6 9 16,-2 2-9-16,3 2-1 16,0 0 0-16,4 22-5 15,-2 18-8-15,0 13 5 0,-5 17 8 16,-4 8-1-16,0 8 3 16,0 4 1-16,0-5-3 15,-13-5 0-15,-7-10 3 16,-4-12-3-16,-5-15 0 15,-7-18 0-15,-2-11 3 16,0-11 2 0,2-3-1-16,9-17 15 15,12-25 14-15,15-24-29 16,13-18-4-16,49-15-48 0,28-3-77 16,11 8-242-1</inkml:trace>
  <inkml:trace contextRef="#ctx0" brushRef="#br0" timeOffset="106528.54">5922 7977 568 0,'0'0'56'0,"0"0"46"16,0 0-42-16,0 0-20 16,0 0-11-16,0 0-11 15,-7-8-12-15,7 8-5 16,0 0-1-16,0 0-1 15,0 0-1-15,0 0-3 0,14 0 5 16,15 3 1-16,15-1-1 16,14-2 5-16,9 0-2 15,3 0-1-15,-10-2 1 16,-14-1-1-16,-17 1-2 16,-15 2 1-16,-10 0-1 15,-4 0-3-15,0 2-4 0,-4 15 1 16,-21 10 6-16,-12 5 2 15,-2 1 1-15,-3-1-1 0,1-1-2 16,6-7 1-16,4-4 0 16,9-6 0-16,8-8-1 15,8-3 0-15,6 0 0 16,0-3 0 0,0 0 0-16,0 3-1 15,0-2 1-15,8 5-2 16,13 2 2-16,10 5 0 15,4-2 1-15,3 6-1 16,-3 1 1-16,-2 0-1 16,-10 1 0-16,-7 0-1 15,-7-3 0-15,-7-2 0 0,-2-5-5 16,0 3-13-16,-8-5 19 16,-21 1 0-16,-7-4 3 15,-3-2 1-15,4-2 0 16,1 0-3-16,8 0 1 0,6-4 2 15,9-10-4-15,11-8-25 32,2-7-116-32,41-7-353 15</inkml:trace>
  <inkml:trace contextRef="#ctx0" brushRef="#br0" timeOffset="106913.01">6857 7945 632 0,'0'0'173'15,"0"0"-127"-15,0 0 13 0,0 0-33 16,0 0-14-16,0 0 0 16,-45-50-12-16,24 55-2 15,-8 22 1-15,-4 7 0 0,2 4 1 16,4 2 0-16,2-1-2 15,5 2 4-15,5 1-4 16,6 2 1-16,9-2 1 16,0-1-2-16,9-1-1 0,24-7-2 31,14 1-6-31,9-13 5 16,4-11 5-16,-4-9-2 15,-16-1 3-15,-13-1 0 16,-16-21 3-16,-7-6 1 0,-4-1 3 15,0 4 5-15,-19 3-12 16,-22 10 0-16,-8 6-1 16,-11 6-45-16,4 0-61 15,9 4-234-15</inkml:trace>
  <inkml:trace contextRef="#ctx0" brushRef="#br0" timeOffset="108061.3">7269 7994 218 0,'0'0'145'16,"0"0"-72"-16,0 0 40 0,0 0-12 15,0 0 1 1,0 0-45-16,6-41-19 0,-6 41-19 15,0 0-11-15,0 0-7 16,0 0-1-16,2 0-1 16,2 5-5-16,6 18 2 15,-3 9 2-15,-1 10 1 0,-6 7 1 16,0 10 0 0,0-1 4-16,0 0-3 0,0-5 1 15,0-11-4-15,0-10 2 16,0-11-4-16,0-8-3 15,0-9-1-15,0-4 1 0,0 0 7 32,0 0 3-32,0 0 8 15,0-17 25-15,0-12-16 16,9-11-19-16,11-4-2 16,5 5 0-16,2 6 0 15,-6 8 1-15,4 9 0 16,-5 4-1-16,3 8-1 15,-2 4 2-15,6 0-3 0,0 2 1 16,2 19 1-16,2 6-1 16,-2 8 2-16,-7 1-3 15,-2 4 3-15,-6-4 0 0,-5-4-1 16,-7-6-2-16,-2-6-3 16,0-6-1-16,-9-6 4 15,-11 0 3 1,-6-4 3-16,4-1 2 0,1-3-1 0,1 0 0 15,5 0-1-15,6-9 4 16,4-11 8-16,5-4-14 16,0-4 7-16,9-5-5 15,18-1-3-15,7 3 0 16,8 2-1 0,-3 3-3-16,0 10 4 15,-4 4-2-15,-8 6 1 16,-2 6-2-16,-9 0-1 15,1 0 1-15,-6 18-6 16,-7 9-27-16,-4 6 0 16,0 4-51-16,0-5-20 15,0-6-38-15,0-8-14 0,0-11 21 16,0-7 1-16,5 0 86 16,7-15 51-16,-2-14 28 0,1-5 56 15,-1-1 13-15,-4 0 9 16,1 8 5-16,-3 3 11 31,-2 7-18-31,-2 5-49 16,0 7-44-16,1 5-11 0,6 0-11 15,1 0-101-15,9 0-96 16,6 3 144-16,2 5-183 16</inkml:trace>
  <inkml:trace contextRef="#ctx0" brushRef="#br0" timeOffset="108299.57">8296 7939 709 0,'0'0'69'16,"0"0"59"-16,0 0-74 16,0 0-22-16,0 0-23 15,0 0-9-15,0-26-7 16,0 52-3-16,0 14 10 0,0 13 0 15,0 10 1 1,0 1-1-16,-6 6 0 0,3-1-1 16,-2-6-25-16,3 2-8 15,-5-9-60-15,3-6-14 16,0-12-60-16,4-16-27 0</inkml:trace>
  <inkml:trace contextRef="#ctx0" brushRef="#br0" timeOffset="108462.43">8222 8356 204 0,'0'0'537'0,"0"0"-451"0,0 0-8 15,0 0-57-15,0 0-10 16,0 0-11-16,8-23 0 16,38 18-30-16,16-8-77 15,7-2-309-15</inkml:trace>
  <inkml:trace contextRef="#ctx0" brushRef="#br0" timeOffset="112085.81">9335 8051 798 0,'0'0'32'0,"0"0"-27"15,0 0 6-15,0 0-2 16,0 0-9-16,0 0 0 15,0 0-2-15,-4 2-3 16,4 6 2-16,0 6 3 0,0 1 0 16,0 10 0-16,0 3 0 15,-5 11-1-15,1 2 1 16,-6 8-2-16,4 2-10 16,2 0-54-16,-3-7-67 0,3-16-101 15</inkml:trace>
  <inkml:trace contextRef="#ctx0" brushRef="#br0" timeOffset="112270.32">9433 7872 819 0,'0'0'88'0,"0"0"-88"0,0 0-2 15,0 0-13-15,0 0-67 16,0 0 26-16,27 41-69 16,-20-11-222-16</inkml:trace>
  <inkml:trace contextRef="#ctx0" brushRef="#br0" timeOffset="112925.37">9642 8104 531 0,'0'0'257'0,"0"0"-250"0,0 0 6 15,0 0 3 1,0 0-16-16,0 0-6 0,16 49 6 16,-13-13 3-16,-3 8 0 15,0 0 0-15,0 1-3 16,0-3 1-1,-5-6 1-15,0-9-2 16,2-8 0-16,0-9 0 16,3-4 0-16,0-6 0 0,0 0 0 0,0 0 9 15,0 0 2-15,0-23 36 16,18-14-25-16,9-9-21 16,4 0-1-16,-3 10 0 15,-9 7 1-15,-4 12-1 16,-9 6 8-16,-3 8 15 15,-3 3 3 1,0 0-17-16,0 0-9 16,0 0-2-16,0 0-1 15,2 3-8-15,2 18 10 0,1 2 1 16,0 9 0-16,1 3 0 16,3-2-6-16,2-2 4 15,1-3-11-15,3-7 0 16,-1-2 1-16,-2-5 9 0,0-6-2 15,-5-5 2-15,1-3 0 16,6 0 3-16,4-23 5 16,0-7-5-16,1-7 4 15,-3 0-1-15,2-1 5 16,2 1-6-16,-2 10 1 0,-4 4-3 31,-1 9 0-31,-7 9 1 16,-1 5-1-16,3 0-5 15,1 0 1-15,3 14 1 0,-1 14-1 16,-2 9 2 0,-7 6-7-16,-2 2-38 0,0-4-12 15,0-5-67 1,0-8-9-16,0-15-83 0</inkml:trace>
  <inkml:trace contextRef="#ctx0" brushRef="#br0" timeOffset="113172.66">10514 7931 502 0,'0'0'300'16,"0"0"-284"0,0 0-16-1,0 0-5-15,0 0 2 0,0 0 3 0,0 89 1 16,0-43-1-16,0 5 0 15,0 2 0 1,0 0 0-16,0 3 1 16,0 2-3-16,0 3 2 15,0 1-64-15,-2-6-136 16,-4-12-98-16</inkml:trace>
  <inkml:trace contextRef="#ctx0" brushRef="#br0" timeOffset="113357.57">10451 8407 777 0,'0'0'75'0,"0"0"-19"16,0 0-22-16,0 0-34 16,0 0 0-1,0 0-5-15,61-65-31 16,-28 65-109-16,-6 0-230 15</inkml:trace>
  <inkml:trace contextRef="#ctx0" brushRef="#br0" timeOffset="114312.86">10451 8407 717 0,'146'65'69'0,"-146"-84"-33"0,0-7 4 16,17 1-18-16,6-8-16 15,6 0-5-15,2-2 1 16,-2 4 2-16,0 1-3 31,-6 4 0-31,-6 6-1 0,-6 5 4 16,-6 9 6-16,-3 4 13 16,-2 2-9-16,0 0-13 15,0 0-1-15,0 0-9 16,0 14-3-16,0 12 11 15,-11 8 1-15,6-2 0 16,3 1 3-16,2-3-3 0,0-5 0 16,0 2 0-16,0-7-1 15,0-5-4-15,4-1 0 16,3-5 2-16,-2-6 0 16,-1 0 0-16,-2-3 1 15,-2 0 0-15,0 0 4 0,3 0-2 16,9 0 0-16,13-10 0 0,9-10 2 15,6-6-2-15,0-2 1 16,2-4-2-16,-3-1 1 16,-8 1 0-16,-12 6 1 31,-7 6 2-31,-8 5 0 16,-4 6 25-16,0 5 7 0,0 4-1 15,0 0-26-15,0 0-8 16,0 0-4-16,0 0-2 15,0 14-5-15,0 13 10 16,0 3 1-16,0-1 0 16,0 0-1-16,0-3-10 15,13 0 4-15,3-6-2 16,4-4 5-16,2-10-3 0,5-6 6 16,4 0 1-16,11-17 0 15,10-12 0-15,6-13 0 16,8-3 1-16,-6 1-1 15,0 5 0-15,-9 8 0 0,-14 10 1 16,-10 4 2-16,-14 9-2 31,-6 4 0-31,-4 1-1 16,-3 3 0-16,0 0-1 0,0 0 0 16,0 0-2-16,2 0-1 15,-1 0 1-15,2 0 2 16,-1 5-1-16,-2-1-1 15,0-1-6-15,0-3 5 16,0 0 4-16,0 0 1 0,0 0 0 16,0 0 4-1,0 0 16-15,-11 0-8 0,0-3-13 16,-2 1 0-16,-1 2-1 16,-2 0 0-16,-4 0-2 15,3 20 0-15,1 2 2 16,5 6-2-16,4 0 3 0,5 3-3 15,2-2 3-15,2 4-4 16,27-4-6-16,16-2-1 16,15-5 4-16,9-10 2 15,9-8-83-15,-4-4-130 16,-12-12-239-16</inkml:trace>
  <inkml:trace contextRef="#ctx0" brushRef="#br0" timeOffset="114631.59">12186 7900 800 0,'0'0'63'0,"0"0"-29"16,0 0-18-16,0 0-13 0,0 0-3 16,0 0-6-16,-9 25 4 15,9 15 2-15,0 6 0 16,-7 8 1-16,0 3-1 15,-5-2 0-15,-2 1 0 16,3-1 0-16,2-6 1 16,2-4-1-1,4-7 0-15,1-14-1 16,0-10-22-16,0-8-1 16,-2-6 12-16,-5 0 12 15,-3 0 0-15,-1-11-11 0,0-18-41 16,6-7-9-16,7-6-69 15,0-3-17-15,4 4 47 16,6 2-200-16</inkml:trace>
  <inkml:trace contextRef="#ctx0" brushRef="#br0" timeOffset="114729.15">12053 8139 247 0,'0'0'150'16,"0"0"-49"-16,0 0-101 16,0 0-13-16,0 0 10 15,0 0-14-15,77 24-22 16,-44-16-59-16,-1-4-55 0</inkml:trace>
  <inkml:trace contextRef="#ctx0" brushRef="#br0" timeOffset="114861.2">12293 8189 288 0,'0'0'64'16,"0"0"-37"-1,0 0 43-15,0 0 8 16,0 0-71-16,0 0-7 15,3 2-131-15,-1 4-75 16</inkml:trace>
  <inkml:trace contextRef="#ctx0" brushRef="#br0" timeOffset="115408.06">12293 8189 41 0,'153'16'40'15,"-153"-16"118"-15,0 0-5 16,0 0-40-16,-11 0-90 15,-9 12-20-15,-1 9 1 16,2-2 1-16,6 1-3 16,4 1 0-1,4-5-2-15,5-2 2 16,0-9-1-16,0-1-1 16,0-1 0-16,0-3 2 15,0 0 60-15,0-4 71 0,0-18-7 16,0-9-76-16,7-3-44 15,-4 4-5-15,-2 6 4 16,-1 6-5-16,0 11 4 16,0 2-2-16,0 3-2 15,0-2 0-15,10-2-2 0,5-2-2 16,7-1 2-16,5 2 2 16,-2 5 0-16,2 2-1 15,2 0-2 1,0 6-1-16,2 18 1 15,0 6 0-15,-4 9 3 16,-3 0-4-16,-10 6 3 16,-6-6-4-16,-6-5-1 15,-2-10-32-15,0-5-23 16,0-13 12-16,0-5 19 16,0-1 30-16,-2 0 31 15,-2-13 20-15,0-15-35 0,4-4 34 16,0-5-31-16,19 5-15 15,6 4 3-15,-3 8-6 16,8 5-1-16,3 6-2 16,7 5 0-16,9 4-78 15,4 0-454-15</inkml:trace>
  <inkml:trace contextRef="#ctx0" brushRef="#br0" timeOffset="116912.26">13869 8323 387 0,'0'0'247'0,"0"0"-244"0,0 0 3 16,0 0 8-16,0 0 10 31,0 0 28-31,-20 19 1 16,20-19-12-16,11-2-17 0,23-24 4 15,17-11 1-15,0-11-25 16,-6-2 1-16,-12-5-2 16,-8-11-1-16,-10-3-2 15,-3-9 5-15,-12-1 13 16,0 11-16-16,0 16 24 16,0 18 3-16,-11 12-14 15,5 11-2-15,4 6-11 0,-2 5-2 16,-9 0-6-16,-10 22 6 15,-10 19 0-15,-2 8 0 16,3 7 0-16,8 3 0 16,3 1 0-16,6 2 0 15,6 0-1-15,4 2 0 16,5 0 1-16,0-3 0 0,19-8-5 16,10-9-19-16,8-13-8 0,7-13 15 15,1-14 3 1,7-4 6-16,-6-7-7 0,-1-22 7 15,-3-18 8-15,-4-3-1 16,-5-6 1-16,-10 6 1 16,-9 9 5-1,-12 4 25 1,-2 13 1-16,0 6-9 0,0 7-4 16,0 6-7-16,0 5-12 15,-6 0 0-15,-4 5-7 16,-1 20 6-16,-5 8 1 15,7 4 0-15,9 1-4 16,0-4-17-16,0-4 4 0,13 0-1 16,3-5 4-16,-3-9 1 15,-1-6-5-15,-1-8 3 16,2-2 12-16,7-9 3 16,9-17 1-16,7-4 2 15,-3 2-2-15,-4 6 2 16,-7 7 6-1,-5 4-7-15,-6 9 6 16,-5 2-6-16,0 0-2 0,4 0-2 0,0 11 0 31,0 10 0-31,-1 7-3 0,-7 4 4 16,0-4 0-16,-2-2 1 16,3-7 0-16,-1-9 0 0,0-5 1 15,0-5-1-15,0 0 1 16,3 0 3-16,6 0-1 15,9-9-2-15,7-13 1 16,2 2 1-16,-2 1-3 16,-5 4 0-16,0 6 0 15,-2 6 0-15,3 3-2 16,3 0 1-16,3 0 0 0,7 0 1 16,5 5-1-16,12 2 1 15,2-6-1-15,3-1-1 16,3 0 2-16,-9-6 0 15,-6-15 0-15,-15 0 0 16,-11-1 2-16,-11-2 9 16,-7 1 22-16,-2 0 6 15,0-1-16 1,-9 6-14-16,-11 2-4 0,-1 8-5 16,0 4-3-1,-4 4 2-15,0 0-1 0,0 4 1 16,1 18 0-16,7 6-5 15,5-1 2-15,10 2-18 16,2-3 15-16,0-4-14 0,9-4 8 16,11-6 6-16,5-8 5 15,-1-4 2-15,5 0 0 16,-2-6 1-16,0-8 0 16,-8 2 1-16,-2 4-2 15,-9 4 4-15,-6 4-4 16,3 0 0-1,-2 0-5-15,1 23-3 16,0 12 5-16,-4 9-2 16,0 7 3-16,0 3 0 15,0-4 2-15,-9-4 0 16,-2-6 0-16,2-8 0 0,0-6 0 16,-4-8-6-16,-5-6-14 15,-6-7-15-15,-5-5 35 0,0 0 3 16,4-5-1-16,7-13-2 15,4-8 3-15,11-2 2 16,3-11-5-16,15-4-21 16,32-9-91-16,14-13-262 15</inkml:trace>
  <inkml:trace contextRef="#ctx0" brushRef="#br0" timeOffset="117117.51">15866 7766 142 0,'0'0'726'16,"0"0"-708"-16,0 0 12 16,0 0-30-1,0 0-5-15,0 0 5 16,-15 124 0-16,3-56 2 16,-1 6-2-16,-1 1 0 15,-1 1-1-15,-1-3-3 16,-1-9-40-16,-1-15-48 0,3-14-38 15,-4-15-84-15,1-14-28 16</inkml:trace>
  <inkml:trace contextRef="#ctx0" brushRef="#br0" timeOffset="117565.57">15644 8263 688 0,'0'0'77'16,"0"0"42"-16,0 0-42 15,0 0-24-15,0 0-32 16,0 0-16-1,-9-40-5-15,35 34-5 16,17-3-2-16,7-4-18 16,2-3-48-16,-5-4-48 15,-11-6-31-15,-9-4-56 16,-6-7 2-16,-5 2 60 16,-5-3 146-16,-4 3 51 15,-5 8 137-15,1 4-16 0,-3 10 53 16,0 6-107-16,0 7-53 0,0 0-40 15,0 0-25 1,0 25-11-16,0 12 10 0,0 19 1 16,-3 4 3-16,-4 7 0 15,-1-3-1-15,3 0-2 0,3-10 0 32,0-11 0-32,0-15 0 15,2-10 0-15,-2-10 1 16,2-8-1-16,0 0 0 15,0 0 8-15,0-12 3 16,26-16 1-16,12-7-10 16,6 4 1-16,-5 8-3 15,-8 12 1-15,-2 6-2 0,-3 5 0 16,8 12-4-16,6 20-4 16,2 1-137-16,-1-3-488 15</inkml:trace>
  <inkml:trace contextRef="#ctx0" brushRef="#br0" timeOffset="119401.02">17247 7939 383 0,'0'0'89'16,"0"0"41"-16,0 0-3 0,0 0-44 16,0 0-22-1,0 0-16-15,0-8-15 0,0 8-9 16,-3 0-5-16,3 0-9 16,0 0-6-16,0 0-1 15,0 0-3-15,-5 9-3 0,-1 18 5 16,-3 9 0-16,0 6-2 15,-2 2-29-15,4 3-44 16,-4-1 7-16,0-2-56 16,2-14-115-16,0-12-159 15</inkml:trace>
  <inkml:trace contextRef="#ctx0" brushRef="#br0" timeOffset="119574.43">17305 7885 609 0,'0'0'147'16,"0"0"-147"-16,0 0 1 16,0 0-1-16,0 0-79 15,0 0-176-15,35 15 30 16</inkml:trace>
  <inkml:trace contextRef="#ctx0" brushRef="#br0" timeOffset="119986.2">17494 8017 762 0,'0'0'109'0,"0"0"-105"0,0 0 5 16,0 0-9-16,0 0 0 15,0 0-2-15,31 64 2 16,-20-28 0-16,-7 3 1 16,-4 0-2-16,0 4 0 15,0-4 1-15,0-1-2 16,-6-7-3-16,-1-9 5 16,-1-8-4-16,4-8-3 0,2-4-2 15,0-2 9-15,2 0 9 31,0-14 6-31,8-22-15 0,17-13-15 0,7 3 13 0,0 4-22 16,-6 12 8-16,-8 13 16 31,-11 8 0-31,-1 5 1 16,-1 4-1-16,-1 0-2 16,3 10-4-16,1 16 6 0,2 10 0 15,-1 5-1-15,-3-1-2 16,7-3-31-16,0-5-107 15,1-7-48-15,4-9-13 16</inkml:trace>
  <inkml:trace contextRef="#ctx0" brushRef="#br0" timeOffset="120224.25">17968 7819 776 0,'0'0'68'16,"0"0"-31"0,0 0-37-16,0 0 0 15,0 0-10-15,0 0 9 0,0 121 1 16,0-61-1-16,0 5 0 16,0-1 1-16,-9 2-5 15,-11-5-70-15,-11-11-58 16,-5-14-94-16,-4-14-160 15</inkml:trace>
  <inkml:trace contextRef="#ctx0" brushRef="#br0" timeOffset="120597.81">17752 8228 437 0,'0'0'163'0,"0"0"-96"16,0 0-7-16,0 0-2 15,0 0-23 1,132-99-28-16,-88 85-1 15,-2 2-5-15,-3 4-1 0,-8 3 2 16,-14 2-1-16,-9 3 0 16,-6 0-1-16,0 0-3 15,-2 3-3-15,0 17 5 16,0 6 1-16,0 6 2 16,0 3-1-16,0 2-1 15,-2 0 0-15,2-3 0 16,0-3 2-16,0-8-1 0,17-6-1 0,3-7 2 15,7-7-1-15,2-3 4 16,7-3-2-16,4-21 2 16,0-12 10-16,-6-5 19 15,-7-5-3-15,-12 0-3 16,-7 6-14-16,-8 5-8 16,0 12-6-16,-19 11-16 15,-28 8-50-15,-6 2-200 16</inkml:trace>
  <inkml:trace contextRef="#ctx0" brushRef="#br0" timeOffset="121189.51">19527 7793 753 0,'0'0'74'0,"0"0"-1"0,0 0-6 16,0 0-33-16,0 0-1 15,0 0-23-15,-4-18-10 16,4 18-3-16,0 15-7 15,0 17 4-15,0 13 6 0,0 6 0 16,0 5 0 0,-7 7-11-16,-3 3-11 15,1 4-23-15,-2-3-39 16,-2-9-41-16,2-12-153 16,2-22 13-16</inkml:trace>
  <inkml:trace contextRef="#ctx0" brushRef="#br0" timeOffset="121558.87">19529 7798 134 0,'0'0'639'16,"0"0"-619"-1,0 0 50-15,0 0-58 16,0 0-12-16,0 0-4 15,-49 22 4-15,15 18-1 16,1-1 2-16,8-6 0 16,3-3 0-16,4-6-1 15,2-3 1-15,-1-3-1 16,3-2 1-16,3-6 1 16,5-4-2-16,4-5 0 0,2-1 0 15,0 3 0-15,0-3 2 16,0 3-1-16,0-3 3 15,21 0 5-15,27 0-3 16,17 0 1-16,21 2-4 16,9 1-3-16,15-1 0 0,11 2-48 15,-6-4-109 1,-14 0-454-16</inkml:trace>
  <inkml:trace contextRef="#ctx0" brushRef="#br0" timeOffset="121975.63">20470 7715 632 0,'0'0'204'0,"0"0"-146"0,0 0 8 31,0 0-51-31,0 0-15 0,0 0 0 0,-45-26-4 16,3 43 4-1,-6 5 1-15,11-1-1 0,10 2 1 16,6 0-1-16,6-2 0 16,7 2-1-16,6-4-1 0,2 4 0 31,0-4-7-31,8-3 0 16,21 3 6-16,8-5 1 15,9 2 2-15,-1 0-2 16,1 2 2-16,-4 3 0 15,-4-2 0-15,-7 3 0 16,-6-2 0-16,-11 0-1 16,-9-2-1-16,-5-1 1 15,0 3-2-15,-32-3-1 16,-17-1 3-16,-16-6 0 0,-4-4 1 16,9-4-8-16,17-2-9 0,24 0-25 15,19-6-23-15,10-18-134 16</inkml:trace>
  <inkml:trace contextRef="#ctx0" brushRef="#br0" timeOffset="122678.04">20701 8020 719 0,'0'0'35'0,"0"0"-34"15,0 0 6-15,0 0 3 16,0 0-3-16,0 0 1 15,29 0 5-15,7 0-5 16,13 0 3-16,2-7-4 16,-5-9-3-16,-5-2 1 0,-14 0 0 15,-9 0 0-15,-14 0 4 16,-4 0 14-16,0 6-19 16,-4-1 6-16,-16 5-10 15,2 4 0-15,0 4 0 16,-4 0-3-16,-6 0-1 15,2 20 3-15,0 8 1 0,5 3-1 16,8 5 1-16,7 2-1 16,4 4-1-16,2-3 2 15,0 0 0-15,17-9-2 16,14-6-2-16,10-7 2 0,3-12-7 16,10-5-3-1,-4 0 1 1,7-20 8-16,-2-9 3 15,-3-8 0-15,-6-1 1 0,-5 4-1 16,-10 5 2-16,-12 5 1 16,-5 9 5-16,-7 7 10 15,-3 2 11-15,-2 6-9 16,-2 0-8-16,2 0-12 16,3 0-1-16,4 0-2 0,4 0-1 15,1 7 2-15,-1 4 2 16,-4-5-2-16,-4-2-12 15,-3-4 5-15,-2 0 8 16,0 0 1-16,0 0 8 16,0-7 11-16,-18-7-15 0,-5 2-3 31,-1 7 1-31,-2 3-1 16,-4 2-1-16,2 0-2 15,1 12 1-15,0 12 0 16,7 5-1-16,4 8 0 15,5 4 0-15,11 2 1 0,0 1 0 16,16-1-6-16,16-8 3 16,11-7-13-16,13-9-33 0,4-13-44 15,2-6-169-15</inkml:trace>
  <inkml:trace contextRef="#ctx0" brushRef="#br0" timeOffset="123150.23">21722 7656 277 0,'0'0'535'0,"0"0"-522"0,0 0 2 16,0 0-15-16,0 0-6 16,0 0 5-16,-4 68 1 15,6-20 0 1,5 7 1-16,4-1 0 15,-2 0-1-15,-5-3 0 16,-2-2 0-16,-2-3 0 0,0-3 0 16,0-2 0-16,0-5 0 15,0-6 0-15,0-8-1 16,0-5-5-16,-2-8-38 16,0-2-30-16,-4-7-8 15,-8 0 65-15,-1-3-6 16,-6-17-7-16,1-3 18 0,0-9 12 15,4-1 1-15,6-1 1 16,7 0 16-16,3 5 28 16,0 0-2-16,23 3-12 15,8 3-11 1,6 6-21-16,6 5 1 16,0 3 0-16,-4 8 2 15,-3 1-2-15,-6 0-1 16,-4 0 2-16,-6 4-2 15,-3 10 0-15,-3 0 0 16,-3 1-2-16,-4 4 1 0,-5-1-11 16,-2 1-76-16,0-5-138 15</inkml:trace>
  <inkml:trace contextRef="#ctx0" brushRef="#br0" timeOffset="123696.68">22219 7940 656 0,'0'0'75'16,"0"0"-62"-16,0 0-10 16,0 0-1-16,0 0-2 15,0 0 1-15,-67 115-1 16,59-75-1-16,8-2 0 0,0-8-40 15,0-6-29-15,10-12 8 16,7-10 11-16,-2-2 49 16,1-10 2-16,1-22 7 15,-1-3 30-15,-1-8 5 16,-1 3-7-16,-3 5 14 0,-2 0-17 16,-2 13 6-16,-3 4 31 0,-4 8-27 15,0 7-6 1,2 3-18-16,-2 0-18 0,3 0-2 15,1 0-8-15,-1 14 5 16,6 8 5-16,-1 1 0 16,-1-1 2-16,-5-1-2 31,0-4-1-31,-2-1-9 0,0-8-10 16,0-3 11-16,0-2-2 15,0-3 11-15,0 0 0 16,0 0 2-16,12 0 0 15,8 0-2-15,13-8-1 16,7-4 0-16,-2 0 1 16,-3 2 0-16,-3 3 0 0,-3 2 1 15,-2 5-2-15,-3 0 1 16,-6 0 0-16,-7 8-3 16,-11 10-72-16,0-4-306 0</inkml:trace>
  <inkml:trace contextRef="#ctx0" brushRef="#br0" timeOffset="129604.85">2610 9807 394 0,'0'0'79'0,"0"0"-7"16,0 0-23-16,0 0-25 15,0 0 1-15,0 0-15 16,-12-9-10-16,12 9 2 16,0 0-2-16,0 0 1 15,0 0 7-15,0 0 23 0,0 0 19 16,0 0-17-16,0 0-10 0,0 0-8 16,0 0-9-16,0 0-2 15,0 0-2-15,0 0-2 16,0 0-4-16,0 0-1 15,9 0 5-15,16 0 1 16,6 0 5-16,6 0 2 16,13 0-5-1,6 0 0-15,6 0 0 16,9 0 0-16,2 0-2 0,6 0 0 16,-3-5 1-1,-1 5-1 1,-1 0-1-16,-7-2 0 0,0 2 2 15,-7 0-1-15,4 0-1 16,1 0 1-16,-3-4-1 0,8 1 0 16,-6 0-1-16,1-1 1 15,-2 1 0-15,-8 1 0 16,-1-3 0-16,-3 1 0 16,-4 1-1-16,-3-1 1 15,-5 1 0-15,-13 3 1 0,-6-1-1 31,-6 1 0-31,-8 0 0 0,-1-3 1 16,-5 3 0-16,2-2 0 16,-2 0 1-16,0 0 2 15,0 1-1-15,0 1 1 16,0 0-3-16,0 0 2 16,0 0-2-16,0 0 3 15,0 0-4-15,1 0-1 0,-1 0 1 16,5 0-1-16,4 0 1 15,3 0 0-15,5 0 0 16,3 0 1-16,3-2 0 16,2 2 0-16,-6 0-1 15,-1-2 1-15,-7 2-1 16,-7-3 0-16,-1 3 0 0,-3 0 2 16,0 0-2-16,0 0 0 15,-9 0-89-15,-24 3-161 16,-14 4-294-16</inkml:trace>
  <inkml:trace contextRef="#ctx0" brushRef="#br0" timeOffset="131006.93">2507 9740 257 0,'0'0'137'15,"0"0"-129"-15,0 0-4 16,0 0 5-16,0 0 21 0,0 0 12 16,20 60-4-1,-20-37-25-15,0 3-7 0,0 1-3 16,0-3-2-16,0 2-1 15,0 4 3-15,0-1 2 16,0 2 6-16,0 1-3 16,0 0-4-1,-7 3 4-15,0-3-3 0,1-1-3 16,2 1 4-16,-1 1-5 16,1 1 0-16,-1-2-1 15,-2-2 0-15,3-2 1 16,0-4-1-16,-1-2 1 15,5-5 3-15,-2-3-4 16,0 1 2-16,0-3-2 16,2 0 0-16,-4-6 3 15,2 0-3-15,2-4 0 16,0 0 0-16,0-2 1 16,0 0 1-16,0 0 0 0,0 0 3 15,0 0 3-15,0 0-2 16,0 0-6-16,0 0 1 15,0 0-1-15,0 0 0 16,0 0-1-16,0 3 1 0,0-2 0 16,0 1 6-16,0 3-4 15,8 0 1-15,1 2 4 16,6-4 0 0,5 3 6-16,13-2 31 15,12-4 2-15,14 0-33 16,9 0-11-16,8 0 3 15,11-10-2-15,4-2 9 16,0 4 7-16,-3-2-13 16,-8 5-3-16,-7 0-1 15,-4 1-2-15,-4 2 3 0,-2-1-2 16,4-2-1-16,-5 3 0 16,0 0 0-16,-5 0 0 15,-4 2 0-15,-6-1 1 0,4-2-2 16,-2-1 1-16,6 0 0 15,-1-5 0-15,-2 2 0 16,0 0 0-16,2-5 1 16,0 3 33-16,-3 1-17 0,-4 0-13 15,-10 1 0 1,-6 4-4-16,-4 1 3 0,-4-2 1 16,-5-1 3-16,-3 5 4 15,-3-5 3-15,-1 5-4 16,-1-2-4-1,4 2-3-15,-3 0-2 16,3 0-1-16,-1 0 1 16,-5 0 1-16,2 0-1 15,-3 0-1-15,-1-2 0 16,-1 2 1-16,-1-3 0 16,-2 3 0-16,0 0-1 15,1 0 0-15,-1 0 0 0,-2 0 0 16,0 0-1-16,3 0-31 15,-3 0-73-15,0-5-93 16,-5-5-291-16</inkml:trace>
  <inkml:trace contextRef="#ctx0" brushRef="#br0" timeOffset="131444.83">4468 9825 194 0,'0'0'13'0,"0"0"0"0,0 0 5 16,0 0 81-16,0 0-21 16,0 0 6-16,0-19 11 15,0 19-15 1,0 0-4-16,0 0-21 16,0 0-8-16,0 0-13 15,0 0-22-15,0 0-12 16,0 0 0-16,0 0-1 15,0 12-5-15,0 7 6 16,0 8 0-16,0 7 0 0,0 7 0 16,0 0 1-16,0 5 0 15,0 4-1-15,-1 5 0 16,-11 7-1-16,-5-2-66 16,-10-12-291-16</inkml:trace>
  <inkml:trace contextRef="#ctx0" brushRef="#br0" timeOffset="132908.95">3358 9956 621 0,'0'0'38'0,"0"0"26"15,0 0-38-15,0 0-22 16,0 0-4 0,0 0 0-1,-14 64 0-15,8-28 0 0,-3 2 0 16,1 0 1-16,-1 3-1 15,-3-4 1-15,2 0-1 16,1-9 2-16,-1-6-2 16,2-8 0-16,6-6 0 15,-1-6 0-15,3 0 0 0,0-2 3 16,0 0 0-16,0 0 3 16,0 0 12-16,0 0 58 15,0 0-27-15,0-2-21 16,0-14-7-16,18-4-21 0,4 0 0 15,1 8 0-15,0 6-1 32,0 3-1-32,2 3-2 15,-3 0 4-15,-2 12-2 0,-6 9-2 16,-8 1-1 0,-6-2-18-16,0-2 1 0,0 0 2 15,-13-6 7-15,-7-2 12 16,-3-6 2-16,4-2-1 15,1-2 4-15,1 0-3 16,6 0 0-16,5-11-1 0,6-6-19 16,0-5-80-16,2-4-115 15,17 0-140-15</inkml:trace>
  <inkml:trace contextRef="#ctx0" brushRef="#br0" timeOffset="133209.44">3555 10185 139 0,'0'0'2'16,"0"0"21"-16,0 0 23 16,0 0-12-1,0 0-14-15,0 0-7 0,39 0 4 16,-39 0 21-16,0 0-20 15,0 0-4-15,0 1 0 16,0 6-14-16,0-2 0 16,0 5 11-16,0 3-5 15,0-3-3-15,0-2 7 0,-1 2-8 16,-7-3 4-16,-3 4-2 16,-4 1-4-16,-3-2-22 15,3-5-179-15</inkml:trace>
  <inkml:trace contextRef="#ctx0" brushRef="#br0" timeOffset="133410.35">3678 9948 688 0,'0'0'8'16,"0"0"-8"-16,0 0-58 0,0 0-134 16,0 0 115-16,0 0-251 15</inkml:trace>
  <inkml:trace contextRef="#ctx0" brushRef="#br0" timeOffset="133710.94">4000 9872 660 0,'0'0'112'0,"0"0"-78"16,0 0-14-16,0 0-20 15,0 0-4-15,0 0 4 16,0 86 0-16,-2-45 2 15,-2 0-1-15,-1-5 0 16,1-4-1-16,4-8 1 16,0 0-1-16,0-5 0 15,-2-5 0-15,2-3 0 0,-2-1 0 16,2-1 0-16,-2-6-50 0,-2 4-77 16,-2-7-60-1,2 0-159-15</inkml:trace>
  <inkml:trace contextRef="#ctx0" brushRef="#br0" timeOffset="133877.3">3905 10147 641 0,'0'0'65'16,"0"0"1"-16,0 0-22 15,0 0-42-15,0 0-2 0,0 0 0 16,131-73-5-16,-78 63-60 15,8 1-162-15,5-8-169 16</inkml:trace>
  <inkml:trace contextRef="#ctx0" brushRef="#br0" timeOffset="149972.76">4471 9810 5 0,'0'0'27'0,"0"0"25"0,0 0 5 16,0 0 13-16,0 0-18 16,0 0 2-16,2-4 0 15,-2 4 7 1,0 0 0-16,0 0 4 15,0 0-24 1,0 0-20-16,0 0-9 0,0 0-7 0,0 0-1 16,0 0-4-16,0 0 0 15,0 0-3-15,0 8 3 16,0 13 0-16,-5 2 1 16,-4 0 2-16,1 3-2 15,1-1 0-15,-1 1 1 16,-1-2 0-16,4 0 1 15,0 1-3-15,-1 1 4 16,2 3-2-16,-6 3-2 16,-1 2 0-16,0 3 1 15,0-2 0 1,0-1-1-16,7-3 1 16,-1-4-1-16,2-3 0 15,1 3 2-15,0-5-4 16,0 0 2-16,-1-1 0 0,1 0 2 15,-2-3-2-15,2 0 0 16,0 0 1-16,-3-1 0 16,3-2-1-16,-3-1 0 15,2 1 0-15,2-1 0 0,1-2 0 16,0 0 0-16,0-3 0 16,0 2 1-16,0-4-1 15,0 3 0-15,0-3-66 16,0-7-191-16</inkml:trace>
  <inkml:trace contextRef="#ctx0" brushRef="#br0" timeOffset="159641.52">4540 9731 164 0,'0'0'50'0,"0"0"-48"16,0 0 0-16,0 0 8 16,0 0 4-16,0 0-13 15,-9-5 3-15,9 5 0 16,0 0 33-16,0 0 26 15,0 0 0-15,0 0-12 16,0 0-4-16,-3 0-4 16,3 0-24-16,0 0-11 15,-1 0-8-15,1 0-1 0,0 0 0 16,0 0 1-16,0 0 2 16,0 0-1-16,0 0 3 15,0 0 5-15,0 0 12 0,0 0-7 16,0 0-4-16,0 0-2 15,0 0-6-15,0 0-2 32,0 0 2-32,0 0-2 15,0 0 3-15,0 0-2 0,15 0 1 16,3 0 20 0,6-3-8-16,0 3-8 0,4 0-4 15,-2 0-1-15,3 0 1 16,-2 0 0-16,2 0-2 15,-2 0 0-15,0 0 0 0,-1 0 4 0,1 0-4 16,0 3 3 0,4-3 1-16,2 0-1 0,6 0 2 15,3 0 1-15,0 0-2 16,0 0 4-16,-2 0-4 16,-4 0 2-16,-3 0 0 15,-4 0-3-15,0 0 2 31,-5 0-1-31,2 0-2 0,-4 0-1 16,0 0 0-16,-2 0 2 16,3 0 0-16,2 0-2 15,-3 0 4-15,8 0-1 0,2 0-4 16,-1 0 0-16,-3 0 2 16,2 0-3-1,-5 0 1-15,-1 0 0 0,-2 0 0 16,2 0 0-16,1 0 1 15,6 0-1-15,6 0-1 16,1 0 1-16,1 0 3 16,-1-3 1-16,1-1-4 0,-2 0 2 15,-1 4-2 1,1-1 0-16,2 1 1 0,-1-3-1 16,-3 3 0-16,1-2 1 15,-5 2-1-15,1 0 0 16,3-2 0-16,3 2 3 15,2 0-3-15,4 0 0 16,-1 0 0 0,-2 0 1-16,-2 2-1 15,-3 8 0-15,-3-3 1 16,-1 0-1-16,-3-5 1 16,-6-2-1-16,4 0 0 0,-2 0 2 0,2 0-2 15,-5 0 1-15,-4 0-1 16,-8 0 0-1,-2 0-1-15,-8 0 1 16,0 14-26-16,-8 4-223 16,-34 4-54-16</inkml:trace>
  <inkml:trace contextRef="#ctx0" brushRef="#br0" timeOffset="160992.03">4295 10489 138 0,'0'0'4'16,"0"0"48"-16,0 0 15 16,0 0-8-16,0 0-5 15,0 0-4-15,0 0-1 0,0 0-9 16,0 0-12-16,0 0-13 16,0 0-11-16,0 0-1 15,4 0 1-15,4 0-2 0,4 0 5 16,4 0 12-16,4 0-10 15,5 0 35-15,3 0-8 16,6 0-10 0,-3 0-19-16,-2 1 0 15,0 4-4-15,-2-3 2 16,-1 3-3-16,1 3 1 16,2-3-3-16,2-1 1 15,10 2 1-15,1-4 2 16,9 2 5-16,4 0-6 15,11-2 5-15,1 0-1 0,-1 2-2 16,-1 1-3-16,-5-2-1 16,-3 3 0-16,2-2-1 15,1-1 1-15,3-3 1 16,5 0-1-16,2 0-1 16,-1 0 1-16,-2 0-1 15,2 0 0-15,0 0 0 0,-2-4 2 16,-2-1-2-16,-1 1 0 15,-2 1-1-15,3-3 1 16,-1-1 0-16,-2 3 2 16,0 0-1-16,-7 4-1 15,1-2 0-15,-2 2 0 16,-3 0-1 0,2 0 2-16,-4 0 1 15,-5 0-1-15,-1 0-2 0,-7 0 1 16,-6 2 0-16,-6 0 0 15,-5-2 0-15,-5 0 0 16,-1 0 3-16,1 0 1 16,1 0 38-16,3 0-14 15,5 0-22-15,-4-5-5 0,2 0 2 16,-3-1-2-16,-3 3-1 16,1-2 0-16,-1 2-1 15,1 0 0-15,4 1-39 16,-7-2-131-16,-6-4-269 15</inkml:trace>
  <inkml:trace contextRef="#ctx0" brushRef="#br0" timeOffset="162415.21">6553 9743 308 0,'0'0'38'0,"0"0"-8"16,0 0 17-16,0 0-14 15,0 0-7-15,0 0-14 16,2 0-4-16,12 0-3 16,3 0 4-16,1 0-3 15,4 0 11-15,6 0-10 16,1 0-4-16,5 0 1 15,0 0-2-15,0 0 1 0,-3 0-1 16,-2 0-1-16,-2 0 3 0,0 0-3 16,4 0 1-16,0 0-1 15,5 0-1-15,-1 0 3 16,0 0-1-16,4 0 0 16,-8 2 1-16,0 0-2 15,3-2 0-15,-5 2 3 16,-1-2 0-16,0 0 0 0,-7 0 4 15,4 0 15-15,0 0 6 16,-5 0-2-16,-7 0 0 31,-6 0-15-31,-6 0-10 16,-1 0-1-16,3 0-2 16,-3 0 1-16,0 0 0 0,0 0 0 15,0 0 0-15,2 0 2 16,0 7 0-16,-2 0-2 15,4-1 0-15,4 2 0 16,-2-1 6-16,5 0-6 16,-1 0 0-16,1-2 2 15,-3 2-1-15,0-3-1 0,-4 1-1 16,-2-3 1-16,-2 0 1 0,0 0-1 16,0 5-1-1,0 1-2-15,0 6 3 0,2 1 1 16,-2 4 2-16,0 0-3 15,0 1 2-15,0 3-1 16,0-3-1 0,2 0 0-1,3 1 2-15,-5 2 1 0,2 0-1 16,-2 4 0-16,0 2 0 16,0-4 7-16,0 3-3 15,0-4-2-15,0-2-3 16,0-1 0-16,0-5 2 15,0 0-3-15,0 0 1 0,0-6-1 16,0 1 2-16,0-4-2 16,0-2 1-16,0-5-1 15,0 2 0-15,0 1 1 16,0-1-1-16,0 0 0 16,0-2 0-16,0 3-1 15,0-3 1 1,0 5 0-16,0-3 2 15,-4 2-2-15,-1-1 1 0,-3 4 0 16,-5-1-1-16,3 1 1 16,-6 0 1-16,1-2-2 15,-1 2 3-15,1-3-2 16,1-2-1-16,0-1 0 16,1 4 1-16,-4-3-1 0,1 0 0 15,-2 0 3-15,0-2-2 16,-4 0-1-16,-6 0 2 15,-9 0 0-15,-5 0 0 16,0 0-2-16,-3 0 0 16,1 10-1-16,-6 6 0 15,-1 8-2-15,-5-4-119 0,1-4-232 16</inkml:trace>
  <inkml:trace contextRef="#ctx0" brushRef="#br0" timeOffset="163749.98">7505 9717 225 0,'0'0'62'0,"0"0"-13"16,0 0 3-16,0 0-11 15,0 0-11-15,0 0-11 0,-2 0-1 16,2 0-2-16,0 0 1 16,0 0 5-16,0 0-7 15,0 0-8-15,0 0-5 16,0 0-2-16,0 0 0 16,0 0 1-16,0 0 0 15,0 0-1 1,0 2 0-16,0 0 0 15,0 3 5-15,0-2-5 16,7 1 3-16,10 3 8 0,3-2 3 16,7-1 18-1,4-1-21-15,7-2 1 0,7-1-6 16,7 0 2 0,8 0 2-16,4 0-5 0,1 0-2 0,3-8 0 15,1 1-1 1,0-2-1-16,1 3 4 0,-3 0-1 15,-1 3 2-15,1-2 3 16,5 5 8-16,-1 0-8 16,-2 0 0-1,-7 0-6-15,-4 0 1 16,-2 5-2-16,-4 2-2 0,-1-2 1 16,-5 0 0-16,0-1 2 15,-4-1-3-15,-1-1 0 16,2-2 1-16,-1 0-1 0,4 0 0 15,0 0 1-15,3 0-1 32,2 0 0-32,0 0-1 0,3 0 1 15,0 0 0-15,-6 3 0 16,4-3 0-16,-1 0 0 16,-1 0 1-16,9 0 0 15,-1 0 7-15,-2 0-2 16,-7 0-1-16,-4 0-1 15,0 0-2-15,-1 0-2 0,7 0 1 0,2 2 0 16,5 2 1-16,2 0 0 16,1 0 1-16,-7 2 3 15,-1-2 3-15,-11 1-1 16,-11-3-6-16,-13-1 3 16,-9 1-5-16,-7-2 2 15,-2 0 0 1,0 0 1-16,0 0-1 15,0 4-2-15,-11 2-16 16,-36-2-191-16</inkml:trace>
  <inkml:trace contextRef="#ctx0" brushRef="#br0" timeOffset="165684.74">7520 9980 149 0,'0'0'197'0,"0"0"-192"15,0 0-3-15,0 0-2 16,0 0 5-16,0 0-3 16,0 12 6-16,0-2-6 15,-2 2 0-15,0 2 35 16,-4-2-25-16,5 0-1 15,-3 2 17-15,2 2-8 16,-1 3 20 0,-2 0-26-16,1 3 5 0,-2 0 16 0,1 0-14 15,-1 2-17-15,2 2 3 16,-4 1-2-16,-1-1-1 16,3 4-3-16,-4 0 0 15,2-2 0 1,1 0 1-16,-1-3-2 0,-2-2 0 15,5-5 0-15,-3-1 1 16,2-2-1-16,1 1 0 16,-2 0 0-16,-2-1 0 15,3-4 0-15,-3 1 1 16,2 0-1-16,4-1 0 16,1 1 0-16,2-1-1 0,0 1 1 15,0 2 0-15,0 1 0 16,0-6 0-16,0-1 0 15,0-1 0-15,0-2 0 16,0-2 0-16,0-1 1 16,0 0-1-16,0-2 0 15,0 0-1 1,0 0 3-16,0 0-2 16,0 0 0-16,0 0 0 15,0 0 2-15,0 0 0 16,0 0-1-16,0 0 5 0,0 0 4 15,0 0 18 1,0 0-13-16,0 0-8 0,0 0-1 16,0 0-4-16,0 0-2 0,0 0 0 15,0 0-2-15,0 0 0 16,0 0 2-16,0 0-1 16,0 0 1-16,0 0-1 15,0 0 0-15,5 0 1 16,4 0 0-16,-4 0-1 15,-2 0 0-15,2 0 1 0,-3 0 0 16,3 0 0-16,-3 0 0 16,0 0 0-16,1 0 0 15,-3 0 0-15,2 0 0 16,3 0-1-16,1 2 1 16,5 0-3-16,3-1 3 15,3 1 0 1,3 3 1-16,7-1-2 15,7 2 1-15,1-2 0 16,3-2 0-16,3 0 0 16,-2-2 1-16,1 0 1 15,4 0-2-15,5 0-2 16,8 0 2-16,3 0 0 0,2-2 2 16,0 0-2-16,4 1 1 0,1-2-1 15,-1 3 0-15,8-3 1 16,-2 3-1-16,1 0 0 15,1 0 1-15,-5 0-1 16,2 0 0-16,1 0 2 16,-4 0-1-16,1 6 1 15,2-1 0 1,1-1-1-16,1 1 0 16,-5 2 2-16,3-2-2 15,-6 0-2-15,-3-3 1 16,1 0 0-16,1-2 2 15,5 0-1-15,3 0-1 16,1 0 1-16,3 0-1 16,-1 0 2-16,-1 0 1 0,2 0-1 15,-2 0-1-15,-4-2 3 16,-2-3 1-16,-6 3 0 16,-4-1-2-16,-2 1-1 15,-5 0-2-15,-6 0 3 16,-6-1 0-16,-7 3 3 15,-10-5-1-15,-4 1 1 16,2-1-2-16,-4-1-2 16,-5 5 0-16,3-5-2 15,-4-1-2-15,3 0 2 16,4-3-62-16,-3-5-201 16</inkml:trace>
  <inkml:trace contextRef="#ctx0" brushRef="#br0" timeOffset="167071.17">10356 9791 236 0,'0'0'58'15,"0"0"-28"-15,0 0 8 16,0 0-16-16,0 0-12 15,0 0 17 1,-27-35-3-16,18 31-19 16,2-1 6-16,1 0 34 0,0 1 21 15,5-3-35 1,-3 2 2-16,2 2 6 0,2 1 2 16,0 2-10-16,0 0-20 15,0 0-9-15,0 0-2 16,0 0-5-16,0 0 2 0,0 14 1 15,7-2 2-15,12 4-5 16,5-4 10-16,10 0-5 16,4-3 5-16,9-5-5 15,2-4 1-15,0 0 1 16,0 0 4-16,5 0-2 16,-2 0-3-16,4-7-1 0,2 1 2 15,3-2-1-15,-1 4 2 16,0-4-1-16,0 2-1 15,-7 2 1-15,-6 0-2 0,-8 4 3 16,-8-1-3 0,-12 1-2-16,-5 0 2 0,-5-5 3 15,-5 5-2 1,-4-2 0 0,0 2 4-16,0 0 16 0,0 0 2 15,0 0-8-15,0 0-3 16,0 0-5-16,0 0-5 15,0 0-4-15,0 0 1 16,2 0 1-16,4 0-2 16,0 2 2-16,-1 4 0 0,1 1 0 15,0 0 0-15,-1 5 0 16,2 0 0-16,-2 0-1 16,-3 3 1-16,0-1-1 15,0 3 1-15,-2 2 2 16,0 3 0-16,0 0 0 15,0 5-2 1,0-1-1-16,0 8 1 16,0 5 1-16,-6-1-1 15,-4 3-1-15,6-4 0 16,-3-1 1-16,7 0 0 0,0-4-2 16,0-1 2-16,0-4-1 15,0 0 1-15,0-3-1 16,4-2 1-16,3-4-1 15,-4-2 1-15,1-2 0 0,-4-2-1 16,0 0 2-16,0-4-1 0,0-1 0 16,0-2-2-1,0 3 2 1,0-2 0-16,0 1 0 0,0-4 0 16,0 3 0-16,0-2 0 0,0 3 0 15,0-2 1-15,0-1-1 16,0 0 0-16,0-2 0 31,0 3-1-31,0-4 1 16,0 4 0-16,-4-2 0 15,-1 3 0-15,-2 1 0 16,1-2 0-16,-3 4 1 0,3-4 0 16,-6 4-1-16,-1-4 0 15,-5 2 1-15,-7-1 1 16,-8-2 1-16,-3 0-2 0,-6-4 0 15,-3 1 1-15,-3-1-1 16,-4 3-1-16,-6-3 1 16,2 4-2-16,-4-2 1 15,-2 1-1-15,-3 4 1 0,1-2-12 16,-5 6-72-16,-1-3-59 16,8-2-167-16</inkml:trace>
  <inkml:trace contextRef="#ctx0" brushRef="#br0" timeOffset="168256.56">11169 10615 28 0,'0'0'83'0,"0"0"-83"0,0 0 2 31,0 0 2-31,0 0 45 16,0 0 4-16,0 4-23 15,0-4-9-15,0 0-6 0,2 0 0 16,8 0-7-16,-4 0 1 15,3 0 13-15,1 0-4 16,0 0 9-16,3 0-14 0,2 0-3 16,5 0 0-1,-1 0-7-15,4 0-2 0,6 0 0 16,4 0 0-16,11 0 2 16,5-5 0-16,5 1 8 15,4 0 1-15,0 2 12 16,2-1 28-16,3 3-27 15,0 0-12-15,5 0 11 0,-1 0-3 16,-5 0-12 0,-6 0 3-16,-2 0 2 0,-1 0-4 15,5-2 3-15,3-3 12 16,2 3-9-16,5-3 0 16,3 3-9-16,3 0 1 15,3-1 0-15,0 1 10 0,-6-1-12 31,-5-1-1-31,-5 1 3 16,-4-4-2-16,8 1 3 0,5 1 3 16,3-2-4-16,0 1-1 15,-5 0-6-15,-5 0 1 16,-1 0 0-16,-4-2-2 16,-8 2 1-16,-9 0-1 15,-17 2 1-15,-12 2 0 16,-10 2 0-16,-2-3-1 0,0 2-1 15,-25-3-141-15,-19-5-442 16</inkml:trace>
  <inkml:trace contextRef="#ctx0" brushRef="#br0" timeOffset="180116.81">2877 10066 309 0,'0'0'133'0,"0"0"-86"16,0 0 23-16,0 0-16 16,0 0-32-16,0 0-16 15,-2 0-5-15,2 0-1 16,0 0 0-16,0 0 4 16,0 0 14-16,0 0 5 15,0 0 20-15,0 0-13 16,0 0-12-16,0-4-16 0,11-1-2 15,11 0 1 1,7-4 1-16,-2 2 0 0,1 2-3 16,-2 0 2-1,-2 3-2-15,-4 2 0 16,-6 0 1-16,-8 0-3 0,1 0 2 16,-5 0 0-1,-2 10-6-15,0 4 1 16,0 2 6-16,0 6 3 0,-7 0-2 15,-8 2 1-15,-5-2-1 16,1-1 0-16,4-3 1 16,-1-3 1-16,6-1-3 15,-1-3 0-15,1-1 1 16,4-6-1-16,1 2 0 16,5-6 0-16,0 0 0 15,0 1 2-15,0-1-2 16,0 0 0-16,0 0-1 0,0 0 0 15,0 0 1-15,9 0 0 16,11 0 0-16,3 0 5 16,0 2-4-16,-3 3-2 0,-3 1 3 15,-6 2-4-15,-5 2-1 16,-3 2 2-16,-3 2-1 16,0 3 1-1,0 4 1-15,-11 2 0 16,-12-2 1-16,-4 1 0 15,-4-2-1-15,0-2 0 16,2-4 5-16,3-8-1 16,10-3 2-16,2-3 24 15,3 0 25-15,0 0-17 16,3 0-14-16,0-12-15 0,4-1-3 16,2 3-6-16,0 1-3 15,2 7 3-15,0 2-52 16,0 0-11-16,0 0-124 15,4 0-303-15</inkml:trace>
  <inkml:trace contextRef="#ctx0" brushRef="#br0" timeOffset="182537.74">5541 9878 374 0,'0'0'84'0,"0"0"46"15,0 0-43-15,0 0-29 31,0 0-23-31,0 0-17 16,0-9-12-16,0 9-3 16,0 0 0-16,0 0-1 0,0 0-1 15,0 0-2-15,0 0-2 16,0 23 3-16,0 9 4 16,0 4-4-16,-9 6 2 15,0-1-2-15,-4-2 0 0,2-1 1 16,-3-2 0-16,-1 1-1 15,-1-4 0-15,4-5 0 16,6-5-17-16,3-6-78 16,3-9-10-16,0-8-94 15,19 0-8-15</inkml:trace>
  <inkml:trace contextRef="#ctx0" brushRef="#br0" timeOffset="183006.6">5795 9992 446 0,'0'0'137'0,"0"0"-60"15,0 0-13-15,0 0-44 16,0 0-20-16,0 0 2 16,-34 28-2-16,15-5 0 0,0 0-1 15,9 0 1-15,-2-6 1 16,6 1 0-16,1-4-1 15,-2-2 0-15,6 2-1 16,-5-2 2-16,6-3-1 0,0-5 0 16,0-3-2-16,0 2-4 15,0-3 4-15,6 1 2 16,7-1 3-16,3 0-1 16,-1 0 2-16,2 0-1 15,1 9-3-15,3-2 0 16,-3 7 1-1,-3 2 1-15,-2 2-1 16,-6 1-1-16,-2-2 1 16,-3 0-1-16,-2-2 1 0,0 2-1 15,0-3 0-15,0-4 0 16,0 0 3 0,-9-2-1-16,-9 2-1 0,-5 0 3 15,-3 0-4-15,0-2 2 16,-3-1-2-16,6-7-5 15,3 0-28-15,9 0-83 0,7-19-18 16</inkml:trace>
  <inkml:trace contextRef="#ctx0" brushRef="#br0" timeOffset="183191.82">5802 10043 349 0,'0'0'309'0,"0"0"-260"15,0 0 19-15,0 0-35 16,0 0-13-16,0 0-6 16,9-19-12-16,1 17-2 15,11-2 0-15,10-3 1 0,9-2-1 16,5 1 0-16,1-1-24 16,1 0-125-16,-9-3-250 0</inkml:trace>
  <inkml:trace contextRef="#ctx0" brushRef="#br0" timeOffset="183360.47">6165 9932 675 0,'0'0'65'15,"0"0"-65"-15,0 0 0 0,0 0-111 16,0 0-111-16,0 0-12 15</inkml:trace>
  <inkml:trace contextRef="#ctx0" brushRef="#br0" timeOffset="184607.91">6357 9833 214 0,'0'0'120'0,"0"0"-59"15,0 0 23-15,0 0-1 16,0 0-39 0,0 0-26-16,-2-1-11 0,2 1-3 0,0 0-3 15,0 0-1-15,0 1-1 32,0 20 1-32,-3 8 2 15,1 6-1-15,0 3-1 16,0 5 1-16,-1 1-1 0,-1 2 2 15,0 0-2 1,1-5 0-16,1-2 0 0,-3-7 1 16,3-9-1-16,0-4 1 15,2-7-1-15,-2-4 0 0,2-3 1 16,-2-5 0-16,2 2 2 16,0-2 0-16,-3 0 12 15,3 0 63-15,0 0-10 16,0-5-17-16,0-13-51 15,5-5 2-15,10 4-2 16,3-3 0-16,0 1 0 0,0 6 0 31,2 0-2-31,0 8 1 16,0 2 1-16,1 5-1 16,-6 0-3-16,-1 0 2 15,-4 9 0-15,-3 9 0 16,-7 4-9-16,0 2 2 0,0 0 8 15,-7-2-4-15,-7-2 4 16,-1-4-1-16,-3-2 0 16,1-2 2-16,-6-4-4 0,1-3 2 15,2 0-3-15,2-5-9 16,7 0 7-16,7 0-1 16,1-5 3-16,3-15-18 15,0-4-27-15,14-1 20 0,8-3 27 16,-2 1 3-16,-2 8 1 15,-3 5 0-15,-5 4 20 16,-4 3 14-16,1 6-16 16,-1 1-12-16,2 0-7 15,-1 0 0-15,1 0-3 16,0 13 2 0,0-1-4-16,-2 2-8 15,1 1-23-15,3-5-21 16,3-5-34-16,6-5-24 15,-1 0-99-15</inkml:trace>
  <inkml:trace contextRef="#ctx0" brushRef="#br0" timeOffset="184823.67">6716 9988 593 0,'0'0'128'15,"0"0"-85"-15,0 0 6 16,0 0-36-16,0 0-13 15,0 0-6-15,-14 18-1 16,14 16 7-16,0 4 1 0,0 1-1 16,-4 0-1-16,1 1-23 15,-3 0-70-15,-3 1-56 16,0-7-1-16,-4-6-123 31</inkml:trace>
  <inkml:trace contextRef="#ctx0" brushRef="#br0" timeOffset="184946.2">6598 10301 582 0,'0'0'59'16,"0"0"-1"-16,0 0-34 16,0 0-24-16,0 0 0 15,0 0-9-15,174-43-202 0</inkml:trace>
  <inkml:trace contextRef="#ctx0" brushRef="#br0" timeOffset="185848.77">8668 9964 679 0,'0'0'84'16,"0"0"-17"-16,0 0-11 15,0 0-31-15,0 0-14 16,0 0-11-16,0-4-1 16,0 16-4-16,0 13 5 15,-10 6 0-15,-4 5 0 0,3 4 0 16,-3 3 0-16,-1 0 0 16,1 2-33-16,-2-1-13 15,-1-2-49-15,4-6-91 16,6-10-10-16</inkml:trace>
  <inkml:trace contextRef="#ctx0" brushRef="#br0" timeOffset="186213">8849 10104 258 0,'0'0'525'0,"0"0"-510"15,0 0-15-15,0 0 5 16,0 0-5-16,0 0 0 16,0 0-3-16,-15 23 3 0,1 0 1 15,1-5-1-15,3-1 0 16,6-6 0-16,2 1 0 16,2-1 0-16,0-1 0 15,0 0-3-15,0-2 2 0,0 1 0 16,6 2 1-16,4 1 0 15,3 0-1-15,0 2 1 16,1 0 1-16,-1 0 0 16,1 0 0-16,-1 2-1 15,-7 0-1 1,1 0 0-16,-7 0 1 0,0 3-35 0,-7 0-33 16,-19-3-39-16,-1-5-50 15,0-11-72-15</inkml:trace>
  <inkml:trace contextRef="#ctx0" brushRef="#br0" timeOffset="186365.71">8795 10156 648 0,'0'0'14'0,"0"0"14"0,0 0-6 16,0 0-16-16,0 0-3 15,0 0-3-15,143-67-2 16,-101 67-44-16,-3 0-219 15</inkml:trace>
  <inkml:trace contextRef="#ctx0" brushRef="#br0" timeOffset="187129.47">9219 10080 452 0,'0'0'281'0,"0"0"-229"0,0 0 5 0,0 0-34 16,0 0-15-16,0 0-8 15,-3-6-4-15,3 26 0 16,0 8 4-16,0 4 3 16,0 4-2-16,-2 0 0 15,-4 3-1-15,0-2 0 0,2 0 0 16,2-4 0-16,2-8 0 15,0-4-1-15,0-7 0 16,0-2-2-16,0-9 0 16,0-1-2-16,0-2 3 15,0 0 2-15,0 0 2 0,0 0 11 16,6-8 18-16,13-18-11 16,8-8-17-16,-3 2 1 15,-1 6-4-15,-4 2 1 16,4 4 1-16,-3 4-1 15,0 4-2-15,0 5 1 16,0 6-1 0,-2 1-1-16,0 0 0 15,-4 1-2-15,1 18 0 16,-4 5-1-16,-1 3 4 16,-8 4-3-16,-2-2 3 15,0 2-8-15,0-6-12 16,0-2-1-16,-12-5-2 15,-1-4 18-15,-1-6 5 0,-1-2 1 16,-1-2 0-16,1-4 3 0,-1 0-3 16,3 0 0-16,1 0-6 15,8-14-7-15,4-6-18 16,0-5 9-16,0-4 21 16,4 0 1-16,10 3 1 15,-1 3 5 1,3 2 0-16,-1 4 8 15,3-1-14-15,5 4 2 16,-6 1-4-16,3 6 2 16,3 0-2-16,-4 7 2 15,2 0 0-15,-3 0-2 16,-3 0 0-16,-1 0 0 16,-5 9-9-16,-5-2-34 0,-2 2-12 15,0-1 33-15,-2-2 22 16,0 0-7-16,0 0-43 15,0-3-33-15,5 2-14 16,4-5-72-16</inkml:trace>
  <inkml:trace contextRef="#ctx0" brushRef="#br0" timeOffset="187406.09">9930 9985 404 0,'0'0'177'0,"0"0"-20"0,0 0-41 16,0 0-57 0,0 0-27-16,0 0-25 15,0-15-7-15,0 15-4 16,0 12-4-16,0 14 7 16,0 9 1-16,3 4 3 15,-1 3-2-15,-2 5 1 16,0-3-2-16,0 2 0 15,0 0 0-15,0-6-15 0,0-2-56 16,0-5 13 0,-10-7-111-16,-1-9-34 15,3-11-166-15</inkml:trace>
  <inkml:trace contextRef="#ctx0" brushRef="#br0" timeOffset="187568.31">9908 10267 779 0,'0'0'43'16,"0"0"-4"-16,0 0-4 15,0 0-28-15,0 0-7 16,0 0 0-16,116-16-2 16,-41 8-132-16,-10-2-511 0</inkml:trace>
  <inkml:trace contextRef="#ctx0" brushRef="#br0" timeOffset="189325.28">12211 9904 72 0,'0'0'431'0,"0"0"-382"16,0 0 5-16,0 0 4 15,0 0-6-15,0 0-23 16,-8-9-12-16,8 9-6 16,0 0 4-16,0 0-1 15,0 0-2-15,0 0-4 16,0 0 0-16,0 0-1 0,0 0 1 15,0 0-6-15,0 0 1 16,3 0-3-16,15 0 1 16,2-2 1-16,7 2-2 15,-2 0 1-15,-6 0-1 16,-1 0 0-16,-7 0-3 0,-7 7 2 16,-4 5-5-16,0 6 6 0,0 5-6 15,-21 4 6-15,-13 4 4 16,-4-6-4-16,7-4 0 15,2-2 1-15,9-5 0 16,8-3-1-16,6-8 0 16,6 1-1-16,0 1 0 15,0 2-4 1,4 4 1-16,19 2 0 16,8-3 4-16,-2 2 1 15,0-2-1-15,-9 0 0 16,-7 0 0-16,-6-1 0 15,-5-4-2-15,-2 2-13 16,0 2-20-16,-13 4 25 16,-22 1 10-16,-8 0-1 0,-1-2-14 15,-4-4-27-15,6-2-12 16,7-2-32-16,12-4-34 16,19 0-11-16,4-3-103 15</inkml:trace>
  <inkml:trace contextRef="#ctx0" brushRef="#br0" timeOffset="189991.61">12481 9830 699 0,'0'0'31'0,"0"0"-8"0,0 0-8 15,0 0-4-15,0 0-11 16,0 0-1-16,8 44 1 15,-6-8 3-15,1 2 1 16,-1 2-4-16,-2 3-1 16,0 2 1-16,0 1 0 15,-2-2 1-15,-5-7 0 16,1-7-1-16,0-10 0 16,4-6-2-16,0-6 2 0,2-4 0 15,0-4-1-15,0 0 1 16,0 0 6-16,0 0 0 15,0 0 20-15,0-6 15 0,12-18-14 16,11-8-26 0,10 0-1-16,-5-1 1 0,-1 5 1 31,-3 8-2-31,-2 5 0 0,-4 6 0 16,0 5-1-16,1 4-1 15,-2 0-5 1,1 6 5-16,-3 13 0 15,-3 8-2-15,-6 4 1 16,-6-4 1-16,0 2-3 16,0-5 3-16,-4-5-17 0,-15-2 0 0,-3-3 11 15,-7-4-3-15,-4 0 1 16,2-5-11-16,4-5-7 16,10 0 19-16,6 0 9 15,8-3 2-15,3-9-1 16,0-6-1-16,16-5 0 0,13 1-8 31,4 1 8-31,0 0 1 16,-6 5-1-16,-6 4 8 15,-11 6 15-15,-3 5 5 16,-5 1-7-16,-2 0-17 0,4 0-4 16,4 0 0-16,1 14 0 15,-3 2-1-15,0 2-21 16,0-1-70-16,-2-1-90 0,5-5 12 15,1-9-65-15</inkml:trace>
  <inkml:trace contextRef="#ctx0" brushRef="#br0" timeOffset="190215.55">12940 9904 542 0,'0'0'199'0,"0"0"-139"0,0 0-19 16,0 0-39-16,0 0-2 16,0 0-10-16,0 49 10 15,0-5 1-15,0 2-1 16,0-3 2-16,0 2-2 16,0-5-25-16,0-1-72 0,0-2-122 15,-8-9-72 1</inkml:trace>
  <inkml:trace contextRef="#ctx0" brushRef="#br0" timeOffset="190374.41">12904 10135 693 0,'0'0'171'0,"0"0"-160"15,0 0 3-15,0 0-14 16,0 0-6-16,0 0 4 15,154-41-17 1,-90 25-257-16</inkml:trace>
  <inkml:trace contextRef="#ctx0" brushRef="#br0" timeOffset="-206903.01">3983 9284 481 0,'0'0'11'0,"0"0"74"0,0 0-45 0,0 0-27 16,0 0-13-16,0 0 0 16,0-3-6-16,0 3-3 15,0 0 3-15,0 0 1 16,0 0 1-16,0 0 3 15,0 0-2-15,0 0-3 16,0 0 1-16,0 0 2 0,0 0-4 16,0 0-2-16,0 0 4 15,0 0 5-15,0 0-2 16,0 0-2-16,0 3-22 16,0 6-55-16,0 0 31 15,-2-1-125-15</inkml:trace>
  <inkml:trace contextRef="#ctx0" brushRef="#br0" timeOffset="-194118.34">11312 9756 80 0,'0'0'256'0,"0"0"-227"0,0 0 20 15,0 0 2-15,0 0-7 16,0 0-4-16,-4-7-15 15,4 7-5-15,0 0 0 16,0 0 8-16,0 0-6 16,0 0-14-1,0 0 2-15,0 0-2 16,0 0-4-16,0 0 3 16,0 0-1-16,0 0-1 15,0 0 0-15,0 0 0 16,0 0-4-16,2 0-1 15,18 0 8-15,7 0-2 16,-1 0-4-16,5 0-1 0,1 0 1 16,2 0 0-16,1 0-2 15,1 0 2-15,-3 0-2 16,2 0 0-16,3 0 1 16,1 0 0-16,3 0 1 15,-2 0-2-15,-2 0 3 16,0 0-1-16,-3 0 0 15,5 0 6 1,-2 0 3-16,2 0-8 0,-6 0-1 16,-1 3-2-16,0-2 2 15,1 3 1-15,11-1-2 16,1 0 0-16,2 1 2 16,1 1-3-16,-9-2 0 15,-3 1 1-15,-4-4 0 0,1 2 0 16,-5-2 0-16,-4 0 4 15,-3 0 4-15,-6 0 0 16,0 0-6-16,-1 3-3 16,7-1 0-16,5 1 4 15,4 4-4-15,5-3 0 16,5 2 0-16,5-1 0 0,5-2 0 16,5-2 0-16,-1-1 1 0,-1 3 1 15,-5-3-2-15,-2 0 1 16,-4 0-1-1,-8 0 1 1,-8 0 2-16,-8 0-2 0,-7 0 0 0,-3 0 4 16,-1 0 14-1,2-3-8-15,-2 2-4 16,9-2 2-16,2-1-4 16,8 0-4-16,6 2 0 15,8 1-1-15,-1-1 1 16,-2 2-1-16,-3 0 0 15,-2 0 2-15,-1 0-2 16,-3 0 1-16,0 0 1 0,0 0-1 16,-2 0-1-16,2 0 1 15,0 0-1-15,0 0 0 16,0 0 0-16,2 0 1 16,2 0-1-16,5 0 0 15,-3 0 0-15,2 0 3 16,-8 0-3-1,-5 0 0-15,-8 0 0 0,-6 0 1 0,-5 0-1 16,-2 0 1-16,-3 0 0 16,0 0-1-16,0 0 2 15,0 0-1-15,0 0 1 16,0 0 0-16,0 0-2 16,0 0 0-1,0 0 2-15,0 0-4 0,0 0 0 16,0 0 2-16,0 0-1 15,0 3 0-15,2 7 1 16,2 9-1-16,1-3 0 16,-1 3 1-16,-2 2 0 15,0-1 0-15,0 1 0 16,1 3 1-16,-1 1-2 0,-1 1 1 16,3 0 0-16,0 2 0 15,-1 0 0-15,3-2-2 16,-3 0 2-16,0-2-1 15,2-2 1-15,-3 1-1 16,-2-4-1-16,0-3 2 16,0 0 0-1,0-5 0-15,0-3-2 16,0-2 2-16,0-2 0 0,0 2 1 16,0-3 2-1,0 0-2-15,0-3 0 0,0 2-1 16,0-2-1-16,0 2-3 15,0 4 4-15,0 1 3 16,0 0-2-16,-2 0 0 0,0 2-1 16,-4-1 0-16,5 0 0 15,-3 2 0-15,2-1 0 16,0 2-1-16,-1 1 1 16,-1 0 1-16,0-1-1 15,3-2 0-15,1-4 1 16,-2-2-1-1,2-3 0-15,0 2 0 16,-3-2 0-16,-5 2-6 16,-10 3 6-16,-2-2 5 15,-9 3-1-15,4-2-3 16,-4-2-1-16,-10 0 1 16,-9 1 1-16,-12-2-1 15,-9 1-1-15,-2 2 1 0,-3 1-1 16,3 2 1-16,-1 3-2 15,-1 7 0-15,-5 0-8 0,-2 6-79 16,6-8-165-16</inkml:trace>
  <inkml:trace contextRef="#ctx0" brushRef="#br0" timeOffset="-192115.83">3238 9230 655 0,'0'0'47'0,"0"0"4"16,0 0-16-16,0 0-18 15,0 0-3-15,0 0-11 16,0 0-1-1,0 19-2-15,-2-2 1 16,-3 3-1-16,-1 4 0 16,-4 5 0-16,0 0 2 15,-5 5-1-15,-2 4-1 16,-1 3 1-16,3-2-1 0,-1-4 1 16,1-1-2-16,4-8 1 15,-1-5 0-15,2 0 0 0,3-7 0 16,0-3-23-1,2-11-80-15,0 0-101 0,4-14-147 16</inkml:trace>
  <inkml:trace contextRef="#ctx0" brushRef="#br0" timeOffset="-191824.12">3293 9242 526 0,'0'0'145'15,"0"0"-139"-15,0 0-5 0,0 0 0 16,0 0 8-16,0 0 3 16,72 22-3-1,-54-4 4-15,-1 5-6 16,-3-2-2-16,-3 4-2 16,-2 2 1-16,-4 6 2 0,-1 2 1 15,-4 4-5 1,0 1 0-16,0-1 1 0,0-4-2 15,0-3 1-15,-6-4-2 16,-6-5 0 0,-1-6 0-16,-6-1-11 15,0-5-75-15,-5-4-47 0,-1-7-76 16</inkml:trace>
  <inkml:trace contextRef="#ctx0" brushRef="#br0" timeOffset="-191648">3129 9532 632 0,'0'0'69'15,"0"0"-7"-15,0 0-14 16,0 0-35-16,0 0-7 16,0 0-3-16,134-67-2 0,-68 55-1 15,11 3-1 1,-4 4-48-16,-2-2-257 15</inkml:trace>
  <inkml:trace contextRef="#ctx0" brushRef="#br0" timeOffset="-190876.37">5396 9228 315 0,'0'0'523'0,"0"0"-463"0,0 0 2 16,0 0-19-16,0 0-27 15,0 0-16-15,0-4 1 16,0 4-1-16,0 0-4 16,0 11 0-16,0 12 1 15,0 5 3-15,-2 2 0 0,-7 5 0 16,0-4-4-16,0 1-6 16,0-2-12-16,2-2-22 15,-3-3-10-15,7-7-21 16,-2-4-54-16,5-6-75 15,0-8-34 1</inkml:trace>
  <inkml:trace contextRef="#ctx0" brushRef="#br0" timeOffset="-190359.69">5431 9261 293 0,'0'0'287'0,"0"0"-196"16,0 0 3-16,0 0-59 15,0 0-2-15,0 0-3 0,51-113-18 16,-26 96-10-16,7 1-2 16,3 2 0-1,3 0 1-15,3 5-1 0,1 4-3 16,-7 5 3-16,-4 0 0 0,-2 10-1 16,-8 11-5-1,-4 3 2-15,-10 2 1 0,-7 2-3 16,0 0 1-16,-7-3-3 15,-15-2 6-15,2-7 2 16,5-8-2-16,7-4 2 16,4-4 4-16,4 0 0 15,0 0 7-15,0 0 7 16,0 0 7 0,0 0-10-16,2 0-11 15,16-8-2-15,5 2-2 16,-2 4-2-16,2 2 1 15,2 0 0-15,-3 0 0 16,0 6-3-16,-4 11 0 16,-5 6-1-16,-3 0 0 0,-8-2 3 15,-2 0-3-15,0-5-3 0,0-4 3 16,-23 2 5-16,-9-1 2 16,-4-1 1-16,-12 0-2 15,2-1 1-15,1-3-2 16,3-2 0-16,6-5-8 15,7-1-26-15,0 0-56 16,7 0-92 0,1 0-148-16</inkml:trace>
  <inkml:trace contextRef="#ctx0" brushRef="#br0" timeOffset="-188909.25">8953 9224 514 0,'0'0'78'16,"0"0"0"-16,0 0 17 16,0 0-35-16,0 0 1 15,0 0-23-15,-4-21-17 0,4 21-6 31,-2-3-1-31,0 1-2 0,-3 0-4 16,-1 0 0-16,2 2-7 16,-8-3-1-16,1 3-1 15,-5 0-3-15,-1 0 4 16,-2 0 0-16,-2 5-1 16,5 5-1-16,-5 4 2 15,4 1-1-15,1 2 1 0,-1 5-2 16,3 0 2-16,-1 4-1 15,1 0-3-15,7 0 4 16,3 0-2-16,4 2 1 16,0 2 0-16,0 1 0 15,9 0-9-15,13 1-1 0,12-3-15 16,13-5 3-16,23-7-26 16,20-17-104-16,10 0-335 15</inkml:trace>
  <inkml:trace contextRef="#ctx0" brushRef="#br0" timeOffset="-187891.91">12558 9157 323 0,'0'0'226'16,"0"0"-155"-16,0 0 45 16,0 0-35-16,0 0-12 0,0 0-16 15,-11-15-15-15,11 15-22 16,0 0-6-16,-2 0-8 15,2 0-2-15,-2 0 0 16,-1 2-4-16,-4 16 0 16,1 9 4-16,-2 8-1 15,1 2 1-15,5 2-1 0,-4 3 0 16,1 2 1-16,5 1-1 0,-1-2-32 16,1-6-39-16,0-5-63 15,-2-11-126-15,-3-12-113 31</inkml:trace>
  <inkml:trace contextRef="#ctx0" brushRef="#br0" timeOffset="-187470.55">12489 9110 560 0,'0'0'93'16,"0"0"-65"-16,0 0 35 15,0 0-14-15,0 0-8 16,0 0-21-16,56-54-17 16,-31 51-3-16,3 1 0 15,6 2 0-15,0 0 2 16,0 0 0-16,-2 2-1 15,-1 9-1-15,-2 0 0 16,0 8 0-16,-4 1 0 16,-1 4-1-16,-2 2 0 15,-3 1 1-15,-4 4-1 16,-3-1-3-16,-9 2 4 16,2 0 0-16,-5 0 0 0,0 1 1 15,0-3-1-15,0-1-1 16,-2 0 1-16,-10-5-1 15,-9 0 1-15,-11-4 0 16,-23 4 1-16,-26 0-1 16,-26-2-49-1,-17-5-185-15,-15-5-283 0</inkml:trace>
  <inkml:trace contextRef="#ctx0" brushRef="#br1" timeOffset="-178754.7">14302 10599 287 0,'0'0'82'0,"0"0"-49"0,0 0 14 15,0 0 7-15,0 0 12 16,0 0-18-16,-8 0-19 16,8 0 9-16,0 0 7 15,-2 0-10-15,2 0-4 16,-4 0-13-16,2 0-11 0,-3 0-3 16,0 0-3-16,0 0 0 15,-3 0-1-15,0 0-2 16,-3 0 2-16,1 0 0 15,6 0 0-15,2 0 0 16,2 0 0-16,-2 0 0 16,-8 0-2-1,2 0 1-15,-4 7 1 16,0 2 0-16,-2 2 0 16,0 1-1-16,3-2 1 15,0-1 0-15,5 2-1 16,-3-2 1-16,-1 0 0 15,4 1 0-15,2-5 0 16,1 4 1-16,1-4-1 0,0 2 0 0,0 1-2 16,0 2 4-1,-1-3-3-15,3 4 1 0,-5-2 0 16,3-2-1-16,-1 3 2 16,0-1 0-16,3 0-1 15,0 1 0-15,0 0-1 31,0-2-1-31,0 1 2 0,0-2 0 16,0-2 0-16,0 2 0 16,0-1 1-16,0-2-1 15,0 2 0-15,0-2-1 16,0-2 1-16,0 0 0 16,0 2-3-16,3 0 1 15,2-2 1-15,7 3 2 0,-3-3-2 16,2 1 2-16,5-1 1 15,-1-2 0-15,-2 0-2 16,3 0 1-16,-2 0 3 16,-4 0-4-16,4-2 3 15,-3-8 9-15,0-2-1 0,3-3-5 16,-5 1 11-16,1 2-8 16,0-1 2-1,-4 3 5-15,-1 1-7 0,-3 2 6 16,2 0-3-16,-2-6-4 15,4 3 2-15,-2-2-3 16,0-2-4-16,1 2 4 16,-3 1-3-16,-1-2 6 15,2 1-7-15,-3-2 6 16,0 0-6-16,0 0 1 16,0-2 8-16,0 2-10 15,0 0-2-15,-15 1-2 16,-16 12-25-16,-26 1-38 15,-11 0-113-15,-17 8-506 0</inkml:trace>
  <inkml:trace contextRef="#ctx0" brushRef="#br1" timeOffset="-176119.58">10907 10940 99 0,'0'0'27'16,"0"0"85"-16,0 0-18 15,0 0-11-15,0 0 2 16,0 0 1-16,0-8-14 16,0 8 2-16,0-2-6 15,0 2-16-15,0-2-29 16,0 2-14-16,0 0-5 15,0 0-4-15,0 0 0 0,0 0 0 16,0 0-4-16,0 0 3 16,10 0 0-16,9-2-1 15,5 1 3-15,2-2-1 16,-1-1 1-16,2 3-1 16,0-2 0-16,-9 1 0 15,-7 2 0-15,-5-2 0 0,-6 2-2 16,0 0 0-16,0 0 1 15,0 0-10-15,0 0 5 16,-2 0 6-16,-12 15 4 16,-1 0 1-16,0 0-1 15,-1-2-3-15,1 2-1 16,-6-1 0 0,5-3 1-16,3 2 1 15,5-7-1-15,6-3-2 16,2-3 1-16,0 2-5 0,0-2-6 15,0 5-8-15,10-1 6 16,13-1 13-16,4 0 4 16,-4-3-2-16,2 1-1 15,-4 3-1-15,-6 1 0 0,-1 2-1 16,-6 0-1-16,-6 5-2 16,-2 2-3-16,0 2 4 15,0 0-5-15,0 0 8 16,-4 0 1-16,-11 0 3 15,-8-2-3-15,-8 2-1 16,-12-2 4 0,-3-2-1-16,-8-2 2 15,3-6-4-15,2-2 3 16,6-2-3-16,10 0-1 16,6 0 20-16,10-2 4 15,4-7 5-15,10-3-7 0,1 5-9 16,2-3 5-1,0 4-18-15,0 0-2 0,0 3-47 16,0 3-171-16</inkml:trace>
  <inkml:trace contextRef="#ctx0" brushRef="#br1" timeOffset="-173498.11">7012 10930 675 0,'0'0'48'0,"0"0"0"16,0 0 23-16,0 0-30 15,0 0-15-15,0 0-22 0,-9-4-2 16,9 4-2-16,0 0-5 16,0 0 3-16,-2 2 0 31,-2 18 2-31,-5 7-3 0,-2 2 3 0,1 6 0 16,1 1 0-16,2 2 0 15,1 2-2 1,4-2-42-16,0-3-45 15,2-4-35-15,0-7-66 16,0-9-58-16</inkml:trace>
  <inkml:trace contextRef="#ctx0" brushRef="#br1" timeOffset="-172958.08">7333 10926 702 0,'0'0'5'15,"0"0"40"1,0 0-41-16,0 0-4 16,0 0 0-16,0 0-3 15,-100-12 0-15,77 15 3 16,3 8-2-16,3 1 2 15,1 3-2-15,7-3 0 16,5 0-1-16,2-1 0 16,2 2 1-16,0-3-2 0,0 2-2 15,8-2-1-15,15-1-4 16,6 2 11-16,4-2 1 16,3-2-1-16,-8 3 0 15,2 2 2-15,-10-2-4 16,-7 2 1-16,-4 0 1 0,-5 3-4 15,-1 0 2-15,-3 3 0 16,0 1 2-16,-12 4 1 16,-8-1 2-16,-4-6 0 15,0 1 0-15,1-10 1 0,0 1-2 16,2-3-2 0,0-5 3-16,3 0 2 0,1 0 10 31,-1 0 14-31,5-3 41 0,3-13-29 0,2-4-9 15,8-10-14 1,0-11-18-16,6-8-11 0,35-8-34 16,7-2-43-16,4 2-276 15</inkml:trace>
  <inkml:trace contextRef="#ctx0" brushRef="#br1" timeOffset="-169923.15">3983 10882 632 0,'0'0'122'0,"0"0"-119"0,0 0 3 15,0 0-6 1,0 0-2-16,0 0 2 16,0-4-7-16,0 4 0 15,6 0 7-15,10 0 6 0,2 0-4 16,-2 0-2-16,1 0 0 15,-1 0 0-15,-3 8 1 16,0 3-2-16,-3-4 1 16,-2 3-2-16,-3 1-1 0,-5 0-1 15,0 3 3-15,0 3 1 16,0 5 0-16,-15-3 1 16,-5 3 1-16,4-4-1 15,0-2 0-15,5-4 1 16,4-3-2-16,2-5 1 15,3-3-1 1,2-1 1-16,0 0-1 16,0 0 0-16,0 0-5 15,0 0 3-15,7 3 2 16,9 1 1-16,2 0 0 16,1 0 0-16,2 1-1 15,-5 0 0-15,1 2-1 16,-8-2 1-16,-5 1-1 0,-4 0-3 15,0 3-8-15,-4 6 12 16,-22 2 2-16,-6 4 1 16,-8-1 0-16,0-3-3 15,-3 0-1-15,6-7-17 0,8-2-7 16,8-4-49-16,15-4-74 16,6 0-6-16</inkml:trace>
  <inkml:trace contextRef="#ctx0" brushRef="#br1" timeOffset="-169475.32">4199 10962 575 0,'0'0'41'15,"0"0"-23"-15,0 0-6 16,0 0-1-16,0 0 1 15,0 0-6-15,80-30-2 16,-66 28-2-16,-1 2 2 16,-2 0 8-16,-2 0-7 0,0 0-4 15,2 0-1-15,-2 0-1 16,0 0 0-16,-6 6-6 0,0 4 0 16,-3 6 7-16,0 3 0 15,0 4 5-15,-21 3 5 16,-4 1-5-16,0-3-4 15,5-6 1 1,8-7 0-16,9-4 0 16,3-5-2-16,0 1 0 15,0-3-4-15,2 5 1 16,16-1 3-16,4 0 4 16,2 0 1-16,1 0 0 15,-5 0-3-15,-8 0 2 16,-4 2-4-16,-6 2-1 0,-2 7 1 15,-13 12-7-15,-30 5-3 16,-21 6-71-16,-10-4-179 16</inkml:trace>
  <inkml:trace contextRef="#ctx0" brushRef="#br1" timeOffset="-138409.57">11553 9286 134 0,'0'0'274'0,"0"0"-248"0,0 0 19 16,0 0 34-16,0 0-21 16,0 0-19-16,0 0-16 15,0-4-5-15,0 4 1 0,0 0 4 16,0 0-4-16,0-1-5 15,0-2-9-15,-9 1-5 16,-5 2 1-16,3-2-1 16,3 0 0-16,0 0 2 15,2 0-2 1,2 0 1-16,-1 2 0 16,-1-5 2-16,2 5-2 15,-2-5 0-15,6 1 0 16,-2 1 0-16,2 1 0 15,0-3-1-15,0-2-6 16,0 4 6-16,0-1 0 16,0 0-2-16,8 0 2 0,-1 2-3 15,1-1 1-15,2 2-3 0,4 1 5 16,-3 0-3-16,1 0 2 16,-1 0-1-16,-3 0 0 15,-2 0 1-15,2 0-3 16,-1 6 4-16,-3 2 0 15,0 2 0 1,1 1-1-16,-3 1 1 16,3 1 1-16,-3-1-1 15,-2 2-2-15,0 2 2 16,0 2 0-16,-7 2 2 16,-10 4-2-16,-4 0 0 15,-4 0 2-15,2-2 2 16,-1-1-3-16,3-4 1 0,0 0-2 15,2-3 0-15,-2-2 1 16,3-2-1-16,3-2 1 16,-3-3 1-16,3 0-1 15,3-1-1-15,5-4 6 16,3 0 13-16,4 0 3 16,-2 0-1-16,0 0-2 0,-2 0 8 15,4-10-1-15,0-2-26 16,0 0 13-16,0 0-11 15,0 3-2-15,0-3 0 0,0 7 0 16,6-1 0-16,3-1 0 16,5 3-3-16,-5 1 3 15,4 1 0 1,-6 2-2-16,-1 0 1 16,1 0 1-16,-3 0-2 15,3 0 1-15,-2 0-1 16,1 0 2-16,0 2-4 15,3 5 4-15,1 6 0 16,3 1 1-16,3 0-1 16,3 4-1-16,2-1 1 0,3 2 0 15,3-1 1-15,2 0-1 16,4-3-19-16,3-1-55 16,0-1-54-16,-3-5-131 15,-4-6-161-15</inkml:trace>
  <inkml:trace contextRef="#ctx0" brushRef="#br1" timeOffset="-138169.3">11646 9605 473 0,'0'0'78'16,"0"0"-77"-16,0 0-1 16,0 0-54-1,0 0-145-15</inkml:trace>
  <inkml:trace contextRef="#ctx0" brushRef="#br1" timeOffset="-123359.62">7500 9307 118 0,'0'0'110'0,"0"0"-105"0,0 0-3 15,0 0 5-15,0 0 18 16,0 0 8-16,-13-5 5 0,13 3 3 16,-2 0-4-16,2 0-5 15,-3 2-2-15,3 0 38 16,0 0-12-16,-2 0-20 16,2 0-5-16,-2 0-12 15,2 0-7-15,-2 0-11 16,2 0 2-1,0 0-3-15,0 0 0 16,0 0 0-16,0 0 0 16,0 0-1-16,0 0 1 15,0 0 0-15,0 0 1 16,0 0-1-16,0 0-1 0,0 0-1 16,0 0 1-1,0 2-2-15,0 12 3 0,-2 0 2 0,0 0-2 16,2 2 0-1,0 0 1-15,0 4-1 0,0-1 0 16,0 2 0-16,0 2 2 16,0-4-2-16,0 1 0 15,0 1 0-15,0-1 0 16,0-3 0 0,0 2 1-16,0-1-1 15,0 0 0-15,-2 2 0 16,-6-2 0-16,-5 2-1 15,1 0-6-15,-1-6-103 16,5-6-65-16,6-8-131 16</inkml:trace>
  <inkml:trace contextRef="#ctx0" brushRef="#br1" timeOffset="-122751.98">7600 9388 409 0,'0'0'53'0,"0"0"31"15,0 0-20 1,0 0-23-16,0 0 0 15,0 0-17-15,0 0-10 16,0 0-4-16,0 0-1 16,-1 0 17-16,-2 0-3 15,3 0-1-15,0 0-4 16,0 0-11-16,0 0-6 16,0 0 0-16,0 0-1 15,0 0-1-15,0 0 0 0,0 0 0 16,0 0-1-16,0 0 2 15,14 0 0-15,10 0 0 0,2 0 0 16,6 0 3 0,6 0-3-16,-3-3 0 0,4-4 2 15,-4-1 2 1,-6 3-4-16,-9 0 1 16,-8 5 1-16,-8-2-2 15,-4 2 0-15,0 0 3 16,0 0 8-16,0 0-5 15,0 0-3-15,0 0-3 16,0 0-3-16,0 0 1 16,0 0 0-16,0 9 2 15,0 9 3-15,0 3 2 0,-7 1-4 16,-2 0 1-16,2 2-1 16,-1 3-1-16,-4 4 0 15,-1 6 1-15,-3 4-2 16,-1 0 1-16,2 5-21 15,5-3-128-15,-1-16-205 16</inkml:trace>
  <inkml:trace contextRef="#ctx0" brushRef="#br1" timeOffset="-120248.61">4264 9367 347 0,'0'0'56'16,"0"0"39"-16,0 0 3 15,0 0-34-15,0 0-35 16,0 0-24-16,-5-7-3 15,5 7-2-15,0 0 0 0,0-2 4 32,0 2-3-32,0 0 8 15,0-2 4-15,0 2-5 0,5 0-6 16,8 0 3 0,5 0 2-16,4-2-7 0,2-1 0 15,5-2 2-15,2 1 0 16,-2-2 1-16,-2 2-2 15,-4 0 0-15,-7 2-1 0,-5 0 0 16,-7 2 1-16,-4 0-1 16,0 0 0-16,0 0-2 15,0 0-2-15,0 0 4 16,0 2 0-16,-4 12 1 16,-10 6 1-16,1 1 3 15,0-3-4-15,-1-3 1 0,3 2 0 16,-1-4-2-16,1 1 1 15,-1 2 1-15,0 0-2 16,-1 0 0-16,4-2 2 16,3-3-2-16,6-3 0 15,0-4 0-15,0 0-2 0,0-4 0 32,0 2-1-32,15 0 3 15,2-1 4-15,-1 2-3 16,-4 1 2-16,-1-2-3 15,-5 1-3-15,-4 2 3 0,0-1-1 16,-2 1-3-16,0 2-1 16,0 3 5-16,-16 2 0 15,-8 3 6-15,-4-6-5 0,1-1 4 16,1-2-4-16,6-4 3 16,10 0 7-16,0-2-7 15,7 0 3-15,-2 0-7 16,0 0 0-16,-2 0-14 15,-1 0-57-15,2 0-133 16,-4 0-54 0</inkml:trace>
  <inkml:trace contextRef="#ctx0" brushRef="#br1" timeOffset="-119400.09">4825 9381 251 0,'0'0'75'16,"0"0"-70"-16,0 0 2 16,0 0 2-16,0 0 4 15,0 0-5-15,-16 0-5 16,16 0-2 0,-1 0 9-16,-2 0 47 15,1 0 9-15,0 0-24 16,0 0-13-16,2-4-1 15,0-1 25-15,0 0-37 16,0-2-9-16,0 1-6 16,0 0-1-16,0 4 0 15,0-2 0-15,0 1 7 0,9-4-6 16,1 1-1-16,4-1 0 0,-1 4-1 16,-4 3 0-16,0 0 1 15,-4 0-3-15,1 0 1 16,1 6 2-16,-3 8-1 15,-4 4 1-15,0 5 0 16,0 0 4 0,0 5-3-16,-2-1 2 15,-12 1-2-15,1-5 1 16,0-2-1-16,0-1 1 16,-3-3-1-16,-4 2 0 15,0 1 1-15,-5-4 1 0,1 1-1 16,1-2 0-16,2-5 0 15,2-3-1-15,6 0 1 16,2-5 3-16,1-2 2 16,5 0 1-16,0 0 10 15,3 0 30-15,-1 0-17 0,3 0 5 16,0-4-21-16,0-8-8 16,0-4-3-16,0 2-3 15,14 0-1 1,-3 2 0-1,0 6-2-15,0 0 1 0,0 6-1 16,3 0 2-16,-3 0-3 16,1 0 2-16,-2 0-1 15,3 0 1-15,-1 10-3 16,3 0 2-16,3 4 1 16,5 0 0-16,5 1-10 0,13-6-47 15,9-3-65-15,6-6-194 16</inkml:trace>
  <inkml:trace contextRef="#ctx0" brushRef="#br1" timeOffset="-59844.7">2092 10802 238 0,'0'0'22'0,"0"0"3"0,0 0-18 15,0 0-3-15,0 0 7 16,0 0 5-16,0 0 8 16,0 0 3-16,0 0 14 15,0 0 6-15,0 0-3 16,0 0-8-16,0 0-11 15,0 0-20-15,0 0-4 0,0 0-1 16,0 0 1-16,0 0-2 16,0 0 0-16,0 0-1 15,0 0 2-15,0 0 0 16,0 0 0-16,0 0 2 16,0 0-2-16,0 0 1 15,0 0-1 1,5 0 6-16,8 0 7 15,0 0-3-15,3-4-5 16,2-1-1-16,0-4-4 0,2 1 2 16,3-1 2-1,-4-2 0-15,1 2 3 0,-2 2 0 16,-4 2 0 0,-8 5-7-16,-4 0-1 0,-2 0 1 0,0 0-6 15,0 0-9-15,0 7 15 16,0 11 4-16,0 0 3 15,-6 0-6-15,-3-2 4 16,-4 2-3-16,1 3-2 16,-4-1 4-16,-3 6-3 15,1-2 3-15,3-2-4 0,1-7 0 16,5-2 0-16,2-8 0 16,5-2 1-16,-1-1 0 15,3-2 2-15,0 0-3 16,0 0 0-16,0 0-7 15,0 0 6-15,3 0 1 16,8 0 0 0,4 0 1-16,4 0 1 15,-2 0-1-15,-1 0 0 16,-5 2-1-16,-2 4-1 16,-2 4-10-16,-5 2 3 0,0 4 8 15,-2-2 1-15,0 4 2 16,0-2 0-16,-13-1-3 15,-7 2 0-15,-4-2 6 0,0-4-3 16,3-2 0-16,0-6 21 16,1-3-3-16,3 0 40 15,-1 0-48-15,5 0 24 16,4 0-17-16,1-3 5 16,4-10-5-16,4 1-18 15,0 0-4 1,0 3 2-16,0 2-7 15,0 5-23-15,0-2-81 16,9 2-52-16,7-1-14 16,-1 0-79-16</inkml:trace>
  <inkml:trace contextRef="#ctx0" brushRef="#br1" timeOffset="-59070.47">2594 10782 151 0,'0'0'63'0,"0"0"-20"0,0 0-11 15,0 0-3-15,0 0 8 16,0 0-4-16,0 0-15 16,0 0-9-16,0 0-7 15,0 0 0-15,0 0 1 0,0 0 3 16,0 0-6-16,0 8 1 15,-4 9 7-15,-8 2-5 0,3-3 0 16,1 0 1-16,3-3 1 16,-1-4-4-16,5-1-1 15,-1 1 0-15,2-4 1 16,0 2-1-16,0-6 0 16,0 1 0-16,0-2-1 15,0 0 0 1,9 0 1-16,4 0 0 15,5 0 8-15,4 0 2 16,-2-2-2-16,1-2-5 0,-4 2-1 0,-3 0 2 16,-1 2-4-16,-1 0 0 31,-4 0-1-31,-1 2 0 16,-3 11-2-16,0 0 3 0,-1 1 5 15,-3 4-1-15,0 1-1 16,0-1 1-16,-7 4 0 0,-10-4 1 15,-1-2 1-15,-2-4 1 16,6-4 8-16,1-2 8 16,4-2 12-16,2-4-12 31,3 0 4-31,0 0-8 0,2 0 1 16,2 0 7-16,0 0-3 15,0 0-20-15,0 0 5 16,0-4 0-16,0-1-8 15,0 2-1-15,0 3-1 16,0 0-2-16,0 0-1 16,0 0 2-16,0 0-41 0,0 0-54 15,0 0-34-15,0 0 7 16,0 0-5-16</inkml:trace>
  <inkml:trace contextRef="#ctx0" brushRef="#br1" timeOffset="-58601.13">2629 10798 106 0,'0'0'38'15,"0"0"19"-15,0 0-9 16,0 0-10-16,0 0-18 16,0 0 11-16,-15-14 1 0,15 12 4 15,-4-2 13 1,4 2 14-16,-1 2-12 15,1-2 8-15,-2 2-24 16,0 0-5-16,2 0-5 16,-2 0-6-16,2 0-4 15,-3 0-2-15,3 0 2 16,0 0 10-16,-2 0 1 0,2 0 8 16,-2 0-3-1,2 0-7-15,0 0-3 0,0 0-6 16,0 0-10-16,0 0-5 15,0-7-3-15,29-6-4 16,23-3 2-16,10-1-77 16,-4-8-178-16</inkml:trace>
  <inkml:trace contextRef="#ctx0" brushRef="#br0" timeOffset="1092.62">18920 11779 708 0,'0'0'39'0,"0"0"3"16,0 0 6-16,0 0-35 15,0 0-9-15,0 0-4 16,22-26-6-16,-10 26-40 16,1 15-9-16,3 6-130 15,-5-3-107-15</inkml:trace>
  <inkml:trace contextRef="#ctx0" brushRef="#br0" timeOffset="97699.75">1341 14739 16 0,'0'-17'72'0,"0"13"-3"0,0 3-10 16,0-2 18-16,0 1-18 31,0 2-21-31,0 0-4 0,0 0 18 15,0 0 6-15,0 0 2 16,0 0-3-16,0 0-8 16,0 0-31-16,0 0-10 15,0 0-7-15,0 0-1 16,0 0-39-16,7 0-140 16,6 0 3-16</inkml:trace>
  <inkml:trace contextRef="#ctx0" brushRef="#br0" timeOffset="181636.76">791 16016 10 0,'0'0'0'16</inkml:trace>
  <inkml:trace contextRef="#ctx0" brushRef="#br0" timeOffset="188172.03">7728 16583 241 0,'0'0'115'0,"0"0"-45"16,0 0 16-16,0 0 25 16,0 0-32-16,0 0-10 15,-3-8-27-15,3 8-13 16,0 0-5-16,0 0-12 0,0 0-7 15,0 0-4-15,-2 0-1 16,2 0-2 0,0 0-8-16,-4 18-16 15,-8 13-26-15,-7 1-100 16,-9-2-109-16</inkml:trace>
  <inkml:trace contextRef="#ctx0" brushRef="#br0" timeOffset="200296.56">14678 16204 596 0,'0'0'125'0,"0"0"-32"16,0 0-13-16,0 0-28 0,0 0-20 15,0 0-19-15,2-13-13 16,25 13-4-16,11-5 3 16,9 5-12-16,-1 0-108 0,-1 0-259 31</inkml:trace>
  <inkml:trace contextRef="#ctx0" brushRef="#br0" timeOffset="-209378.03">21585 15816 789 0,'0'0'29'0,"0"0"22"0,0 0-13 16,0 0-35-16,0 0-3 15,0 0-16-15,23 5-32 0,-2 17-36 16,-1 4-82-16,-1-8-81 15</inkml:trace>
  <inkml:trace contextRef="#ctx0" brushRef="#br0" timeOffset="-206871.7">25055 16232 48 0,'0'0'777'16,"0"0"-730"-1,0 0 48-15,0 0-52 0,0 0-8 16,0 0-23-16,-31-38-12 15,31 38-26-15,-16 0-84 16,-18 0-467-16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6-05T09:18:15.095"/>
    </inkml:context>
    <inkml:brush xml:id="br0">
      <inkml:brushProperty name="width" value="0.05292" units="cm"/>
      <inkml:brushProperty name="height" value="0.05292" units="cm"/>
      <inkml:brushProperty name="color" value="#7030A0"/>
    </inkml:brush>
  </inkml:definitions>
  <inkml:trace contextRef="#ctx0" brushRef="#br0">1504 12380 214 0,'0'0'41'0,"0"0"10"0,0 0-13 16,0 0-10-16,0 0-2 15,0 0 12-15,-9-26-14 0,9 20-18 16,-2 2-2-16,2-3-1 16,-2-2 3-16,-3 1 3 15,2 2-2-15,-4 0 7 16,6 0 45-16,-4 0 2 16,1 0-18-16,2 0 1 0,-2 1-2 31,4-1-12-31,-3 6-8 15,0 0-6-15,3 0-7 16,0 0-8-16,0 0 28 16,0 0 0-16,0 0-18 0,-2 0-1 15,2 3-4 1,-4 11-5-16,0 6 3 0,-1 9 5 0,-1 3-5 16,2-1-4-16,-2 1 4 15,4 1 2-15,0-3-5 16,2-1 1-16,0 0-1 15,0-1-1-15,0-4 1 16,0-4-2-16,0 0 2 16,0-2-2-16,0-3-3 15,0-4-33-15,0-2-50 0,0-9-65 32,0 0-94-32</inkml:trace>
  <inkml:trace contextRef="#ctx0" brushRef="#br0" timeOffset="445.21">1462 12235 388 0,'0'0'53'16,"0"0"57"-16,0 0-15 15,0 0-24-15,0 0-17 16,0 0-21-16,-14-73-12 15,14 66-16-15,0-1 1 0,6 2 5 16,6 1-2-16,1 2-3 16,3 3-4-16,1 0-1 15,7 0 7-15,4 0-1 16,-1 10-3-16,-2 9-2 16,-2 1 2-16,-2 6-4 15,1 4 2 1,-1 4 0-16,-7 4 2 15,-2 3-2-15,-7 0-1 16,-5-1 0-16,0 0 2 16,-5 1-1-16,-19-6 0 15,-7 1-1-15,-7-3 0 16,-3-5 5-16,1-5-5 0,5-6 1 16,4-5-1-16,6-6 2 15,9-4-2-15,3-2-1 16,7 0-7-16,0-5-58 15,6-18-91-15,0-5-213 0</inkml:trace>
  <inkml:trace contextRef="#ctx0" brushRef="#br0" timeOffset="934.53">2069 12436 592 0,'0'0'16'0,"0"0"32"15,0 0 12-15,0 0-34 16,0 0 5-16,0 0-11 16,0 0-17-16,0 0-1 15,0 0-2-15,0 0 0 16,4 0 0-16,4 0 0 0,3 0 0 15,3 0 3-15,1 0-2 16,3-12 0-16,0-2 0 0,-2 1 1 16,-6-8 0-16,0 3 0 15,-4 0 8-15,-3 4 5 16,-3 6 0-16,0 0 31 16,0 3-34-16,-5 2-7 15,-13 1-3 1,1 2-2-16,1 0 1 15,-2 0-1-15,2 0 1 16,-6 5-2-16,0 15 1 16,2 3 0-16,-5 7 1 15,5 4-1-15,0 4 1 16,4-1 0-16,5-3 0 16,9-3-1-16,2-2-1 0,0-7 1 15,27-4 0-15,13-10-2 16,12-8-8-16,12 0-49 0,7-12-51 31,3-21-181-31</inkml:trace>
  <inkml:trace contextRef="#ctx0" brushRef="#br0" timeOffset="1532.85">2486 12031 627 0,'0'0'11'15,"0"0"48"-15,0 0 7 16,0 0-53-16,0 0-12 16,0 0-1-16,-10 37 9 15,10 5 6-15,4 8 38 16,2 2-30-16,2 0-12 15,1 2 16-15,-3-1-14 0,0-2 0 16,-1-1-11-16,-2-1 2 16,-3-6-1-16,0-2-2 15,0-7 0-15,0-5 0 0,0-6-1 16,0-7 1-16,0-6-1 16,0-4 0-16,0-3 3 15,0-3-2 1,0 0 1-1,0 0 1-15,0 0 2 0,0 0 5 16,0-12 20-16,2-17-28 16,7-7 0-16,6-4-2 15,5-7 1-15,1 6-1 16,6-1 0-16,-1 7 0 16,-4 12 0-16,3 4 0 0,-4 9 0 15,-5 6 0-15,-2 4-4 16,-7 0 3-16,-7 18-1 15,0 8 0-15,-5 9 2 16,-30-3 0-16,-10 2 0 16,-4-5 0-16,2-7-3 15,9-5-2 1,7-9-11-16,13-7-23 16,7-1-33-16,11 0 1 15,0-7-164-15,7-15-140 16</inkml:trace>
  <inkml:trace contextRef="#ctx0" brushRef="#br0" timeOffset="2671.51">2897 12402 569 0,'0'0'109'15,"0"0"-12"-15,0 0-37 16,0 0-35-16,0 0-12 15,0 0-4-15,38-28-3 0,-24 28-4 16,-1 0-2-16,3 0 3 16,-2 21-2-16,1 2-1 15,-7 9 2-15,-1 5 9 16,-3 2-6-16,-4-1-1 16,0-1-3-16,0-7 0 15,0-6 0 1,0-6 0-16,0-6-2 15,0-4 2-15,0-6 0 0,0-2 0 16,0 0 1-16,4 0 1 16,13-18 3-16,7-12 0 15,5-4-4-15,0 2-2 16,-6 3 0-16,-4 7 1 16,-6 8 0-16,-4 6-1 0,-2 4 0 15,-2 3 0-15,-3 1 0 16,2 0-1-16,0 0 1 15,4 0 0-15,0 0-1 16,1 3 1-16,4 9 0 16,1 0 0-16,6 1-2 15,7-4-17 1,2-2-10-16,9-4-3 16,4-3-23-16,5 0-32 15,4 0 8-15,-4 0-1 16,-3-10 25-16,-7-1 50 0,-16-1 5 0,-3-1 8 15,-15 1 78-15,-3 0 23 16,0 3-29-16,0-3-30 16,-11 3 2-1,-10 2-16-15,1 2-22 0,-2 5 0 16,4 0-7-16,3 0-5 16,-1 12 0-16,3 13-2 15,-1 6 0-15,6 8 0 16,-4 0 0-16,7 4 0 15,1-5 0 1,4-8 1-16,0-6-1 16,0-9 0-16,16-8-5 15,11-7 0-15,6 0 1 16,9-18 0-16,6-17-16 16,-2-14-4-16,-3-6 5 15,-8-8 12-15,-8-6 1 16,-12-3 5-16,-6-2-1 0,-9 0 2 15,0 7 2-15,0 12 23 16,-18 13 3-16,0 10 13 16,3 15-18-16,1 8-3 15,4 2-7-15,1 7-5 0,-5 0-8 16,-1 22-1-16,-3 19 1 16,-1 9 1-16,7 8 1 15,1 3-2-15,3 4 0 0,6-1 1 16,2-4-1-16,0-7 1 15,0-7-1-15,8-5 1 16,5-2-1-16,-1-7 0 16,7-4 1-16,3-8-2 15,7-6 1 1,9-8 0-16,4-6 1 16,5 0-1-16,3-15-4 15,-2-10-3-15,-1-3-4 16,-6-6 7-16,-4 4-4 15,-10 4 8-15,-10 4 0 16,-7 8 0-16,-8 4 3 16,-2 5-2-16,0 5 6 0,0 0 3 15,0 0-9-15,0 0-1 16,0 5-1-16,0 13-4 16,-7 3-4-16,5 4-11 15,2-1-26-15,0-4-36 0,0-5-53 16,7-4-68-16,5-11-124 15</inkml:trace>
  <inkml:trace contextRef="#ctx0" brushRef="#br0" timeOffset="2849.65">4154 12305 764 0,'0'0'15'0,"0"0"-11"0,0 0 11 15,0 0-11 1,0 0-4-16,0 0-4 16,-4 11-7-16,20 13-92 15,-1-1-147-15</inkml:trace>
  <inkml:trace contextRef="#ctx0" brushRef="#br0" timeOffset="3673.12">4367 12397 514 0,'0'0'143'16,"0"0"-96"-16,0 0-11 0,0 0-20 16,0 0 21-1,0 0-12-15,32 86-6 16,-23-56-6-16,0 0-9 16,0-4-2-16,1 1 2 15,-4-8-4-15,-2-1 3 16,3-2-1-16,-1-6-2 15,2-4 0-15,3-6-1 16,1 0-7-16,9-2-2 16,1-16 6-16,5-8 2 15,0 3 1-15,-1-4 1 16,-1 5 1-16,-3 0 2 0,-1 3 4 16,-6 5-1-16,-2 5-2 15,-1 5-3-15,-4 1-1 16,6 3 0-16,1 0-2 15,6 3 0 1,1 7 2-16,7-2 0 16,9-4-1-16,3-4 1 15,9 0-2-15,0 0 1 16,-2-14 1-16,-10-6 1 16,-9-4 0-16,-9-7-1 0,-11-1 5 15,-7 0 54 1,-2-2-7-16,0 4-21 0,-13 2-6 0,-12 7 8 15,-2 7-18-15,-4 5-8 16,2 9 0-16,-1 0-6 16,4 9-1-16,5 14-2 15,7 5 1-15,7 2 1 16,5-2-1-16,2 2 1 16,0-4 0-16,7-3-5 0,11-8-15 15,3-5 0-15,2-5 8 16,2-5-7-16,1 0 4 15,1-10 12-15,-4-13 1 16,-1 3-4-16,-4 2 5 16,-8 1 2-16,-3 10-1 15,-5 3 8 1,-2 4 2-16,0 0-6 16,0 4-4-16,0 30 0 15,0 14 1-15,0 15 2 0,-2 10 3 16,-7 6-5-16,5 6-1 15,0-2 0-15,-3-6 0 16,-2-12 1-16,-9-10-1 16,-8-13 2-16,-12-15-2 0,-5-12 2 15,-9-15-2-15,2-1 4 16,-2-33 0-16,6-15-1 16,5-13-2-16,12-15-1 15,16-13 0-15,11-10-1 16,2-4-43-16,0 7-99 15,-2 16-338 1</inkml:trace>
  <inkml:trace contextRef="#ctx0" brushRef="#br0" timeOffset="4652.88">2868 12675 346 0,'0'0'30'0,"0"0"28"0,0 0-13 15,0 0 1-15,0 0 10 16,0 0-22-16,-6-7-27 16,6 7-7-16,0 0 0 15,0-3 0-15,0 1 0 16,0-2 0-16,6-6 2 16,7-2-1-16,-2-3 2 15,1-2-1-15,-5-1 16 16,0-3-13-16,-7 5 12 15,0 3 7-15,0 5 12 16,-10 5-9-16,-6 3-12 0,-5 0-14 16,1 19 2-16,-1 7-3 15,5 4 0-15,6 0 0 16,7 0 0-16,3-2 0 0,5 0 0 16,30-2-3-16,19-11-83 15,13-12-212-15</inkml:trace>
  <inkml:trace contextRef="#ctx0" brushRef="#br0" timeOffset="5792.14">5828 12252 632 0,'0'0'76'0,"0"0"-3"16,0 0-2-1,0 0-42-15,0 0-21 0,0 0 1 16,0 0 9-16,-42 38-10 0,35-14-3 16,5 6-5-16,2 2 1 15,0 4 2-15,0 0 0 16,0 1-3-16,0-7 0 15,0-7 2-15,6 0-2 16,1-9 1-16,5-5-1 16,-3-2 0-16,3-7 1 0,5 0-1 15,5 0 3-15,7-20 1 16,7-13-3-16,1-6-1 16,-3-5 0-16,-5-2 0 15,-9 1 0-15,-7 3 0 16,-6 8 2-16,-5 8-2 15,-2 8 0 1,0 9 1-16,0 4 0 16,0 5 6-16,0 0-7 15,0 14 1-15,0 12-2 16,0 4 1-16,0 2 0 0,14 0 0 16,15-6 0-16,6-6-17 15,5-6-41-15,1-8-6 16,3-6-101-16,-4 0-103 0</inkml:trace>
  <inkml:trace contextRef="#ctx0" brushRef="#br0" timeOffset="6300.1">6425 11865 686 0,'0'0'66'0,"0"0"2"0,0 0-38 16,0 0-11-16,0 0-18 15,0 0 18-15,-35 131 11 16,30-42-8-16,4 10-13 16,1 3-6-16,-2 0 3 15,2-7-5 1,0-12 0-16,0-10 2 0,0-12 0 16,0-14-1-16,0-10-2 15,0-12 0-15,0-11 1 16,0-7 0-16,0-5-1 0,0-2 1 15,0 0 4-15,0-4 0 16,0-17-3-16,0-9-1 16,-3-8-1-1,3-8 0-15,0-10 0 16,3-6 1-16,26-7-1 16,4 6 0-16,7 5 0 15,-1 12 0-15,-2 15-1 16,-8 13 1-16,-7 14-1 15,-4 4-2-15,-3 0 1 16,-1 19 1-16,-8 10 0 0,-6 1 2 16,0 3-2-16,-16 0 2 15,-16-5-1-15,-2-3 0 16,0-11-9-16,7-7-1 16,6-7-11-16,9 0-21 15,10-1-27-15,2-22-85 0,14-9-95 16,19-6-122-16</inkml:trace>
  <inkml:trace contextRef="#ctx0" brushRef="#br0" timeOffset="6609.66">6837 12214 609 0,'0'0'132'16,"0"0"-119"-16,0 0 8 15,0 0 25-15,0 0-4 16,-65 120 0-16,53-80-14 15,3 0-18-15,7-1-7 16,2-5-2-16,0-3-1 16,5-4 3-16,17-8-3 15,5-4 1-15,4-7-1 16,0-8-2-16,-2 0 1 0,-6-3-5 16,1-19-4-16,-4-10 10 15,-7-6 0-15,-3-8 0 16,-6 0 0-16,-4 4 0 15,0 4 0-15,0 11-1 16,-14 10-5-16,5 7-48 0,2 8 16 31,6 2-85-31,1 0-109 16,0 2-5-16</inkml:trace>
  <inkml:trace contextRef="#ctx0" brushRef="#br0" timeOffset="6926.58">7118 12293 352 0,'0'0'63'0,"0"0"22"16,0 0 8-16,0 0-38 15,0 0 36-15,0 0-39 16,90 83-25-16,-71-50-17 16,-4-1-3-16,-5-1-2 15,-3 0 0-15,-7-5-3 16,0-5 2-16,0-5-2 0,0-7-2 15,0-5 1-15,0-4 0 0,7 0 0 16,8-13-1 0,10-18-1-16,6-7-1 0,5-4 2 15,0 5 0-15,-5 9 0 16,-7 10 0-16,-3 10 0 16,-6 8-2-1,-6 0-4-15,0 8-10 16,-3 18-35-16,-3 2-46 15,0 1-171-15</inkml:trace>
  <inkml:trace contextRef="#ctx0" brushRef="#br0" timeOffset="7227.1">8606 11933 941 0,'0'0'25'0,"0"0"-22"16,0 0 2-16,0 0-5 15,0 0 0-15,0 0 4 16,-18 84 1-16,18-30-4 15,0 6 2-15,6 5-1 16,-1-1-2-16,-5-6-4 0,0-2-52 16,-2-6-63-16,-22-14-189 15</inkml:trace>
  <inkml:trace contextRef="#ctx0" brushRef="#br0" timeOffset="7403.93">8419 12364 837 0,'0'0'42'16,"0"0"25"-16,0 0 1 0,0 0-39 15,0 0-15 1,0 0-6-16,64-36-8 0,15 18 0 16,12-4-8-16,-5 1-57 15,-16-2-138-15,-24-5-413 0</inkml:trace>
  <inkml:trace contextRef="#ctx0" brushRef="#br0" timeOffset="7960.19">8842 11927 716 0,'0'0'105'0,"0"0"-88"16,0 0 41-16,0 0-52 16,0 0-6-16,0 0 1 15,-11 66 24-15,11-8 5 16,0 6-13-16,0 3-11 15,0-5-4-15,2-6 0 16,-2-5-1-16,0-14 0 16,0-7 1-1,0-7-1-15,5-9-1 16,2-9 0-16,-1-5-4 16,12 0-5-16,4-10 5 15,11-19-1-15,10-7 3 16,-1-3-2-16,1 1 4 0,-7 9-1 15,-10 4 1-15,-8 13 0 16,-9 8 3-16,-7 4 6 0,-2 0-8 16,0 0-1-16,0 22 0 15,3 6 1-15,3 4 3 16,3-1-4-16,5-4 1 16,3-3-1-16,5-4 0 15,3-6 0-15,2-4-1 16,2-8 1-1,2-2 0-15,3-2-1 16,5-23 1-16,6-13-5 16,2-11 5-16,-2-3-2 15,-5-4-6-15,-13 7 8 16,-15 12 0-16,-12 9 10 16,0 12 29-16,-12 5-6 15,-23 11-9-15,-6 0-20 0,3 11-4 16,2 19 1-16,5 7-2 15,13 1 1-15,9 5-1 0,9 1 1 16,7-12-65 0,32-6-215-16</inkml:trace>
  <inkml:trace contextRef="#ctx0" brushRef="#br0" timeOffset="9399.3">10566 12115 450 0,'0'0'28'0,"0"0"117"16,0 0-43-16,0 0-27 15,0 0-4-15,0 0-27 0,0-105-29 16,0 98-9-16,17 1-5 16,10 6-1-16,2 0 0 15,6 13 1-15,-1 16-1 16,-3 7 2-16,0 4-1 15,-10 5 1-15,-10-1-2 16,-4-1 0-16,-7 0 0 0,0-7 3 16,0-6-2-16,-12-10-1 15,3-6 0 1,3-6 2-16,4-4-1 16,2-4-1-16,0 0 4 15,0 0 0-15,12-17 2 16,18-17-6-16,10-12 2 15,1 1-1-15,2-3-1 0,-6 4 0 16,-7 5 2 0,-12 10 0-16,-6 9 13 0,-6 9 5 15,-3 6-6-15,-3 5 11 16,0 0-15-16,0 0-10 16,0 0 0-16,0 18-1 15,0 12 1-15,-9 8 0 0,4 3 0 16,3-2 0-16,2-5 1 15,0-2-1-15,0-3 0 16,7-6 0-16,10-3 0 16,-4-3 0-16,6-7 1 15,1-5-2-15,-1-5 2 16,8 0-1 0,7-10 1-16,1-14 0 15,8-10-1-15,-5-5 0 16,1-4 0-16,-1-3 0 15,-4-7 1-15,-5 7 1 16,-9 9-2-16,-4 10 1 0,-10 13 10 16,-3 9 17-1,-3 2-3-15,0 3-7 0,0 0-18 0,0 3-5 16,0 22 5 0,-13 10 0-16,-2 6 0 0,5 2-2 15,6-3 4-15,4-2-2 16,0-6 0-16,0-3 0 15,6-8 0-15,15-3 0 16,0-8-3-16,5-8-6 0,6-2-7 16,6-8 2-16,3-20 5 15,-6-10-4-15,-2-6 7 16,-8 2 3-16,-8 0-6 16,-3 7 9-16,-8 13 2 15,-6 8 8-15,0 9 10 16,0 5 12-1,0 0-24-15,0 0-8 16,0 11-1-16,0 17-2 16,-4 13 1-16,2-3 1 15,2 1 1-15,0-8 0 16,27-4-17-16,9-6-8 0,13-7-17 16,4-5-13-16,1-9-81 15,-3 0-226-15</inkml:trace>
  <inkml:trace contextRef="#ctx0" brushRef="#br0" timeOffset="10278.83">12137 12092 210 0,'0'0'109'0,"0"0"-40"15,0 0 77-15,0 0 8 16,0 0-58-1,0 0-50-15,0-9 15 16,0 9-40-16,7 0-16 16,4 0-4-16,4 13 0 15,-1 17-1-15,-3 10 6 16,-5 10-3-16,-6 0-1 16,0-4-1-16,0-7 0 15,0-4 0-15,0-11-1 0,2-8 3 16,-2-6-2-16,0-5 0 15,3-5-1-15,4 0 1 0,6-11 3 16,5-17 1-16,5-6-3 16,3-6 0-16,-1 0-1 15,1-1 14-15,-1 0-9 32,-5 11 0-32,-7 8-1 0,-6 11 1 15,-5 8 4-15,-2 3-5 16,0 0-5-16,0 18-5 15,0 11 5-15,0 8 1 16,0 1-1-16,0-7 0 16,0-2 1-16,2-7-1 15,4-8-5-15,2-4 2 0,0-7 0 16,1-3 3-16,6 0-1 16,1-25 1-16,3-5 0 15,5-7-1-15,-3-4 0 16,-1 1 1-16,2 5 0 15,-5 10 0-15,-8 9 0 16,-4 8 0-16,-1 8 0 0,-4 0-4 16,7 1-4-16,0 22 4 15,-1 5 3-15,5 4 1 0,2-2-8 16,-1-4-43-16,3-4-40 16,1-10-81-16,-3-7-144 15</inkml:trace>
  <inkml:trace contextRef="#ctx0" brushRef="#br0" timeOffset="11081.27">12915 11705 611 0,'0'0'23'0,"0"0"126"15,0 0-82-15,0 0-1 0,0 0-41 16,0 0-24-16,11-12 3 15,-11 73 2-15,0 6 3 16,0 5-7-16,0 0 3 16,0-2-3-16,0-4-2 15,0-5 4-15,0-9-3 0,-2-8-2 32,2-9 0-32,-3-8-16 0,1-7-8 15,0-9 9 1,0-6-3-16,0-3 6 0,0-2 10 15,2 0 3-15,-3 0 3 16,1 0-3-16,2-10 3 16,0-8-3-16,0-2 3 15,0-4-2-15,13-4 0 0,14 0 0 16,2 2 3-16,0 6-4 0,-4 8 0 16,-1 6-3-16,-6 6 3 15,-2 0-1-15,-5 0-1 16,-8 14-4-16,-3 7 5 15,0 10 1-15,-10-1 5 16,-14-2-4-16,-2-2 1 16,6-5 3-16,5-7-5 31,5-1 0-31,4-6-2 16,6-2 1-16,0 2 0 15,0 0 0-15,0 1 1 16,18-2 0-16,12-1 0 0,7-5 0 15,13 0 0-15,7 0-7 16,2-14 6-16,1-9 1 16,-7-3 0-16,-6-2 0 0,-5-6 0 15,-9 0 18 1,-8 0-3-16,-7 4-1 0,-9 7 18 16,-7 11-9-16,-2 7 0 15,0 5-15-15,0 0 2 0,0 5-10 16,-11 24-5-16,-9 5 4 15,4 2 1-15,3-2-1 16,11-4 1-16,2-4-1 16,0-3-5-16,0-10-3 15,10-3 0-15,5-6-6 16,5-4-5 0,-5 0-1-16,3-5 5 15,-1-12 5-15,-1 3 3 16,-3 2 8-16,-1 4-3 15,-1 6-22-15,-3 2-4 0,3 0-48 16,-1 0-119-16,-2 12-149 16</inkml:trace>
  <inkml:trace contextRef="#ctx0" brushRef="#br0" timeOffset="11887.23">14070 12154 903 0,'0'0'5'0,"0"0"-3"16,0 0-2-16,0 0-4 16,0 0 3-16,0 0-1 15,-9 76 4-15,9-46-4 16,11-2-11-16,2-4-49 15,1-4-8-15,-6-6-38 0,-3-6-16 16,-2-6 41-16,1-2 73 0,0 0 10 16,3-22 26-1,-3-4 30-15,-3-2 49 0,2 0-10 16,2 2-26-16,0 1-19 16,2 4-7-16,1 1-31 15,3 1-2-15,3 6-8 16,3 0-2-16,6 6 0 15,1 0 0-15,3 3 0 0,-4-1 0 16,1-5 1-16,-4-6-1 16,-4-7 3-16,1-7-2 15,-3-14-1-15,-5-7 0 32,-1-20 2-32,-3-18-1 0,2-9 49 15,-2-2-7-15,1 14-6 16,-2 17-4-16,1 24-17 15,-3 13 3-15,-2 14 6 16,0 8 1-16,0 7-7 16,0 3-19-16,0 33-9 0,0 30 7 15,-20 36 2-15,-4 19 0 16,-5 12 0-16,-3 5 0 16,1-7 0-16,2-9 0 15,6-13-1-15,9-14-9 0,8-15-5 31,6-14 5-31,0-10 7 0,0-11 2 0,14-13 1 16,138-283-39 93,-152 200 46-109,0-1-6 0,0 0 1 16,-2 8 0-16,-1 11-2 16,3 10-3-16,0 12-20 15,0 8-17-15,0 6-31 16,16 0-95-16,8 0-84 16,5 11 68-16,2-2-178 0</inkml:trace>
  <inkml:trace contextRef="#ctx0" brushRef="#br0" timeOffset="13873.17">15334 11825 242 0,'0'0'433'0,"0"0"-399"16,0 0-5-16,0 0 24 15,0 0 4-15,0 0-16 0,-12-13-21 16,12 13-13-16,0 0-5 16,0 0-2-16,0 0 0 15,-2 0-5-15,-8 17 2 16,-5 7 2-16,-2 8 1 15,-1 1 0-15,3-4 1 16,5-3-1 0,5-2 0-16,5-4 1 15,0-3-1-15,0-5 1 16,0-10-2-16,7-2-17 16,6 0 16-16,3-1 2 15,0-21 6-15,-1-6-6 16,-5-4 5-16,-7 0-5 15,-3 0 4-15,0 8-2 0,0 4 7 16,-3 10 17-16,-1 6-1 0,2 1-21 16,2 3-4-1,0 0-2-15,0 0-5 0,23 0-10 16,20 0 9-16,15 3 5 16,7-3-14-16,-1 0-31 15,-6-20-25 1,-11-10-38-16,-9-9-28 15,-14-15 26-15,-8-10 62 16,-12-8 51-16,-4-4 57 16,0 6 64-16,-9 7-15 15,-6 12-2-15,2 12-7 16,3 12-48-16,4 8-16 16,4 9 9-16,2 8-8 0,0 2-34 15,-3 16-8-15,-5 33 2 16,-1 25 4-16,-6 30 1 15,8 18 2-15,-2 14-1 16,-3 2 4-16,-1-8-3 16,-3-9 0-16,1-12 0 15,1-15 0-15,0-22 0 0,7-18-1 16,-3-18 2-16,3-13-2 0,3-11 0 16,0-8 3-16,2-4-3 15,0 0 5-15,-4-12 7 16,2-19-8-16,4-11-4 15,0-16 1-15,20-7 0 16,14-10 2 0,8-3-3-16,1 6-3 15,1 12 3-15,-4 16-1 16,-6 19 1-16,-5 16-2 16,-5 9-3-16,-2 0 1 15,-6 23-3-15,-7 17 3 16,-5 4 2-16,-4 1 1 15,0-5 0-15,0-12 1 0,-8-8-13 0,-15-8 1 16,-2-12 2-16,-8 0 6 16,-3-6-10-16,7-20-14 15,7-10-6-15,15-7-85 16,7-3-104-16,7-3-197 16</inkml:trace>
  <inkml:trace contextRef="#ctx0" brushRef="#br0" timeOffset="14709.16">16292 11710 289 0,'0'0'415'0,"0"0"-408"0,0 0 69 15,0 0-32-15,0 0-23 16,0 0-1-16,-92-16-14 15,82 36-6-15,-9 13 0 16,0 7 0-16,3 4 0 16,3 2 1-16,1 0 0 15,6 0 1-15,1-2-2 0,3 0 2 16,2-1 0-16,0-5 0 16,0-8-1-16,20-9 2 0,7-6-3 15,4-10-21 1,12-5-2-16,-1 0-4 15,5-22 7-15,-3-7-4 16,-6-10 9-16,-7 0 15 16,-13-4 0-16,-5 7 32 15,-5 6 12-15,-8 9 19 16,0 8-10-16,0 6-14 16,0 7-4-16,0 0-35 15,0 0-4-15,0 14-2 16,0 15 6-16,0 3 0 15,0 0 0-15,0-3-3 0,0-6-8 16,2-7-8-16,6-6 5 16,-1-3-5-16,-1-6 2 15,0-1 1-15,0 0 13 16,3-8 0-16,-1-15-4 16,2-5 6-16,-4-1-10 15,3-1 9 1,3 6 2-16,1 2 0 15,3 4 2-15,1 7 0 16,8-1-2-16,8 12-2 0,5 0 0 16,9 0 0-16,0 0 0 15,6 0-7-15,-1 9-27 16,1-3 3-16,-2-2 19 16,-4-4 7-16,-11 0 7 0,-14 0 2 15,-11 0 7-15,-11-2 43 16,0-6 20-16,0-1-38 15,-17-4-10-15,-14 5-15 16,-10 6-2-16,-3 2 0 16,3 0-4-16,8 2-1 15,4 12 0 1,7 5-2-16,6 6 0 16,5 3 0-16,7 2 0 15,2 0-2-15,2 2 1 16,0-6 0-16,17-1-3 15,12-8-14-15,6-6-2 0,10-10-15 16,2-1-21 0,4-19-61-16,-1-25-97 0,-6-11-61 0</inkml:trace>
  <inkml:trace contextRef="#ctx0" brushRef="#br0" timeOffset="15358.06">17324 11407 545 0,'0'0'149'16,"0"0"-5"-16,0 0-72 15,0 0-29-15,0 0-43 0,0 0-1 16,-27 19 1-16,8 45 1 16,3 8 3-16,7 4-4 15,7-2 3-15,-1-3-3 16,3-5 1-16,0-6 0 31,0-4 0-31,0-8 2 0,14-7-2 16,2-12-1-16,3-8-9 15,6-13-13-15,4-8 7 16,4 0 14-16,3-20 1 0,2-13 1 16,-2-4 0-16,-7-4 1 15,-4 1-1-15,-8 3 5 0,-9 2 16 16,-2 6-1 0,-6 8 12-16,0 7-1 0,0 6-5 15,0 5-6-15,0 3-19 16,0 0-2-16,-8 7-9 15,-4 21 5-15,1 6 4 16,1 7-1-16,3-4 4 16,5 1-6-16,2 0 3 15,0-1 0 1,0-8 0-16,13-2 0 16,10-11 0-16,1-6-2 15,6-10 1-15,-1 0-2 16,4-8 1-16,0-20 1 15,-2-8-1-15,3-5-1 16,-5-1 3-16,-5 2-1 16,-5 4 2-16,-6 3-1 0,-3 10 0 0,-5 3 5 15,-5 7 8-15,1 9-1 16,-1 4-2-16,0 0-10 16,6 0-4-16,3 14-9 15,-1 15 13-15,9 5 0 16,-5 2 1-16,2-2-1 15,-3-2 0 1,-4-1-11-16,-1-5-28 16,-3-1 7-16,-3-2-50 15,-5-7-78-15,-19-13-218 16</inkml:trace>
  <inkml:trace contextRef="#ctx0" brushRef="#br0" timeOffset="18317.54">19008 11652 283 0,'0'0'32'16,"0"0"-23"-16,0 0 126 16,0 0 40-16,0 0-128 31,0 0 36-31,0 0-21 15,-21-39-8-15,21 39-13 16,-2 0-12-16,2 0-17 0,0 0-7 16,0 0-3-16,0 8-2 15,0 9 1-15,0 9 2 16,0 3 1-16,0 4 5 16,0 2-4-16,0 1-3 15,0 1-1-15,0 1-1 16,0 3 1-16,0 1 1 0,0 0 2 15,-10-4-4-15,2-4 0 16,-1-6 1-16,5-8 0 16,2-8 0-16,-1-8 0 15,3-4 0-15,0 0 5 0,0-5-2 16,5-23 30 0,20-13-31-16,6-3-3 15,4 0 3 1,-1 3 1-16,-3 9-3 0,-7 9 0 15,-8 8-1-15,-7 10 3 16,-5 3-2-16,-2 2-1 0,-2 0 0 16,3 0-2-1,3 16-4-15,3 10 4 16,3 6 2-16,-4 0 1 16,3 0 0-16,-1 0-1 15,-2-1 0-15,3-5 1 16,1-6-1-16,-4-6 0 15,-1-6 1-15,-2-4-1 16,2-4 0-16,-5 0 1 0,2 0 5 16,7-14-1-1,3-15 14-15,5-7-19 16,4-3 4-16,-5-2-4 16,1-5 0-16,4 0-1 0,4 0 1 15,0 0 0-15,8 7-27 16,5 7-16-16,5 13-36 15,-1 10-140-15,-1 9-193 16</inkml:trace>
  <inkml:trace contextRef="#ctx0" brushRef="#br0" timeOffset="18681.47">19783 11991 637 0,'0'0'82'16,"0"0"18"-16,0 0 3 0,0 0-66 15,0 0-15-15,0 0-13 16,72-84-6-16,-35 58-3 16,-1 2 0-16,-3-4 2 15,-4-3-2-15,-6 4 2 16,-10-4-1-16,-9 5-1 16,-4 5 5-1,0 4-1-15,0 3 19 16,-4 8-9-16,-16 4-10 15,-4 2-1-15,-10 0-3 0,-4 22 0 16,0 7 0-16,0 6 0 16,5 4 0-16,4 3 0 15,2 2-1-15,9 0-1 16,5 0 1-16,13 0 1 0,0-6-8 16,22-4-7-16,27-3-1 15,15-9-14-15,15-8-22 16,10-14-102-16,5 0-236 15</inkml:trace>
  <inkml:trace contextRef="#ctx0" brushRef="#br0" timeOffset="19751.94">20779 11572 794 0,'0'0'57'0,"0"0"-49"15,0 0 31-15,-118-26-27 16,98 26-6-16,5 14-1 0,6 8 1 16,-3 2-3-16,4 6-2 15,-3 2 0-15,-1 5 0 16,-1 1 1-16,2 2-2 16,4-2 1-16,7 1 0 15,0-2 0-15,6-4-1 16,29-6-5-16,9-8-13 0,14-6-8 15,7-11-15-15,7-2-29 16,3 0-69-16,-4-10-51 16,-5-9 71-16,-10-10 108 15,-11-3 11-15,-14-6 57 16,-8-2 108-16,-12 0-37 16,-9 1 0-1,-2 9-36-15,0 2-23 16,-7 6-17-16,-11 6-18 15,-2 6-27-15,0 5-3 16,2 5-2-16,-1 0-2 16,-2 3 0-16,-1 20-1 0,-4 7 1 15,6 7-2-15,-1 2 1 16,5 3 1-16,5-2 0 16,5-2 0-16,6-2 0 15,0-4 0-15,0-4 0 0,14-6 1 16,6-8-2-16,4-9 1 15,1-5-2 1,0 0 1-16,1-14 1 16,2-13 0-16,-3-1 0 15,-7-2 0-15,-3 0 0 16,-6 2 1-16,-2 3 1 16,-2 8 9-16,-5 5 4 15,0 6 0-15,0 3-8 16,0 3-7-16,0 0-1 15,0 17-6-15,0 15 4 16,-5 8 2-16,-4 4 1 0,7-3 0 16,2-4 0-16,0-4 0 15,0-8-2-15,7-9-1 16,4-6 2-16,0-6-1 16,2-4 2-16,5 0 2 0,6-21 1 15,8-8-2-15,-1-7 0 16,2 0-1-16,0 0 2 0,-3 4-1 15,-4 4-1-15,-4 5 0 16,-1 6 3-16,-6 0 0 31,-1 5-3-31,-1 7 0 16,-4 3 0-16,3 2-2 16,-2 0-3-16,1 5 2 15,1 20 2-15,-3 7 0 0,-7 4-2 16,-2 0 3-16,0 2-1 15,0-4 1-15,0-8 0 16,0-6 0-16,0-8 1 16,0-5-2-16,0-5 1 15,0-2 0-15,25-2 2 16,10-22 0-16,12-8-1 0,2-2-2 16,-2-1 2-16,-7 7-2 15,-7 7 1-15,-10 6 0 0,-10 7 0 16,-8 8 0-1,-1 0-1-15,-2 0-2 0,3 2-5 16,1 16 8-16,1 8-1 16,2 0-34-1,2-3-11-15,7-2-59 16,4-7-142-16,3-8-233 16</inkml:trace>
  <inkml:trace contextRef="#ctx0" brushRef="#br0" timeOffset="19885.78">22271 11863 182 0,'0'0'655'16,"0"0"-624"-16,0 0 49 0,0 0-55 15,0 0 4-15,0 0-29 16,-7-62-1-16,-22 62-84 16,-19 0-626-16</inkml:trace>
  <inkml:trace contextRef="#ctx0" brushRef="#br0" timeOffset="25132.93">1934 13122 346 0,'0'0'130'16,"0"0"-71"-16,0 0 26 15,0 0-24-15,0 0 6 16,0 0-20-16,0 0-12 15,-40-40-15-15,38 40-5 16,2 0 8-16,-2 0-4 16,2 0-4-16,-2 0-4 15,-9 0-3-15,1 0-3 16,-12 0-5-16,-3 12 0 16,-4 7 0-16,1 1 0 0,1 6 0 15,0 6 1-15,2-2-1 16,3 0 0-16,2-2 1 15,7-9 0-15,4-1-1 0,5-5 0 16,4-8 0-16,0 4-1 16,0-1 1-16,1-2 0 15,18 4 0-15,9-5 1 16,13 4-1-16,5-1 1 16,6-2-1-16,-6 6 3 15,-5 2-3 1,-14 0 0-16,-10 1 0 15,-11-3 0-15,-6 5-3 16,0 7 3-16,-19 4 1 16,-20 2 0-16,-5-2-1 15,0-2-1-15,10-5-10 16,11-10-13-16,10-3-35 16,9-8-29-16,4 0-113 0,4-14-164 15</inkml:trace>
  <inkml:trace contextRef="#ctx0" brushRef="#br0" timeOffset="25595.7">2175 13465 319 0,'0'0'338'0,"0"0"-335"0,0 0 0 16,0 0 16-16,0 0 6 15,0 0-3-15,0 14-17 16,6-8-2-16,6 0-1 15,1-1 3-15,0-2 0 16,-1-3 2-16,-2 0 14 16,2 0-10-16,1 0-1 15,5-6 1-15,-3-14-4 16,1-3 1-16,-5 0-6 16,-4 0 5-16,-7 2-4 15,0 1 29-15,0 3-8 16,-5 4-5-16,-10 1-1 0,1 3-4 15,1 6-3-15,2 1 4 16,2 2-12-16,-2 0 0 16,-5 7-3-16,1 22-3 0,-3 9 3 15,3 4-1-15,3 2 0 16,6-3 1-16,6-6-1 16,0 0 1-16,4-9 0 15,23-4 0 1,10-10 0-16,15-9-1 15,14-3-9-15,13-1-6 16,1-27-51-16,-4-9-124 16,-19-9-198-16</inkml:trace>
  <inkml:trace contextRef="#ctx0" brushRef="#br0" timeOffset="26349.51">2706 13060 803 0,'0'0'8'0,"0"0"-7"15,0 0 4-15,0 0-5 0,0 0 0 16,-45 129 10 0,42-71-2-16,1 0-4 0,2 0-1 31,0-8-2-31,0-6 1 16,0-2-1-16,2-7 0 15,7 0 0-15,7-4-1 0,-1-7 2 16,4-2 0-16,1-9-2 15,-1-4 2-15,6-9-2 16,4 0 0-16,4-18 3 16,3-6 0-16,-4-6-1 0,-4 0-1 15,-3-5 2-15,-7 1 0 16,-5-1-3-16,-4 3 3 16,-6 6 8-16,-3 9 4 15,0 7 13-15,0 5 12 16,0 5-9-16,0 0-15 15,-8 11-16-15,-5 17-4 0,-1 8 4 16,1 6 0-16,9-4-1 16,4 1 0-16,0-4 1 15,11-9 0-15,15-6 0 16,8-8-5-16,11-9-3 16,8-3-11-16,3-8 14 0,6-20-7 31,-6-6-4-31,-4-3 5 15,-9 2 8-15,-3 4 0 16,-17 9 3-16,-7 10 0 16,-7 7 0-16,-9 5 0 0,2 0-3 15,-1 0-6-15,2 0-1 16,4 0 4-16,-2 12 6 16,-1 2 2-16,3-1-2 0,-3-3 1 15,-2-6 0-15,1-2-1 16,-3 1 5-16,0-3-1 15,0 0 4-15,0 0 38 16,-9 0-19-16,-8-5-22 16,-2-1 1-16,-3 6 2 15,-3 0-6 1,4 0-1-16,-2 4-1 16,3 17 0-16,5 0-3 15,3 5 2-15,7 1 1 16,5-1 0-16,0-1-3 15,19-2 2-15,16-6-8 16,13-4-16-16,16-12-13 0,11-1-29 16,10-5-87-16,-2-21-162 15</inkml:trace>
  <inkml:trace contextRef="#ctx0" brushRef="#br0" timeOffset="26581.56">3950 13082 859 0,'0'0'15'0,"0"0"24"16,0 0-37-16,0 0-2 15,0 0-3-15,0 0 3 16,35 150 1-16,-20-82 2 16,-3 3-1-16,-3-7 0 15,-5-6-1 1,-3-8 3-16,-1-1-4 15,0-8-14-15,0-2-42 16,-1-10-42-16,-6-12-117 16,1-14-41-16</inkml:trace>
  <inkml:trace contextRef="#ctx0" brushRef="#br0" timeOffset="26733.86">3885 13580 355 0,'0'0'337'0,"0"0"-300"0,0 0 39 0,0 0-18 16,0 0-28-16,0 0-15 16,30-26-15-16,28 18-14 15,19-7-45 1,8-1-250-16</inkml:trace>
  <inkml:trace contextRef="#ctx0" brushRef="#br0" timeOffset="27699.22">4976 13355 447 0,'0'0'178'15,"0"0"-133"-15,0 0 50 16,0 0-36-16,0 0-8 15,-129-41-30-15,100 46 0 16,0 17-11-16,-2 9-6 16,4 4-3-16,5 1 4 15,4 2-3-15,8-2-1 16,4-2 0-16,4-2 0 0,2-6 2 16,0-2-3-16,6-3 0 15,9-7 3-15,0-5-2 16,3-4-1-16,2-5 0 15,7 0-1-15,4-20 2 16,3-15 1-16,-4-7-2 16,2 3 1-16,-7-2 0 0,-8 7 0 15,-5 8-1-15,-7 11 0 16,-5 8 21-16,0 5 11 16,0 2-6-16,0 0-25 15,0 0-1-15,0 0 0 16,0 0-3-16,0 18-2 15,0 8 5-15,8 2 0 0,0 1 2 16,9-2-2-16,-1-3-1 16,5-1 1-16,2-5 0 15,1-6 2-15,-1-9-2 0,5-3-1 16,-6 0 1-16,1-2 0 16,0-20 0-16,-6-8 1 31,1-6 1-31,-3-6-1 0,-1 0 1 15,-3-2-2-15,-2 8 0 16,-2 7 1-16,-3 9-1 16,-4 8 2-16,3 7 2 15,-1 5-4-15,2 0 0 16,7 0-4-16,5 17-2 16,4 14 6-16,4 7 0 0,1 0-1 15,-3 0 1-15,-1-4-11 16,-4 0-14-16,-3-4-76 15,-6-7-84-15,-8-11-347 16</inkml:trace>
  <inkml:trace contextRef="#ctx0" brushRef="#br0" timeOffset="29949.37">5979 13240 370 0,'0'0'138'16,"0"0"-37"-16,0 0 22 15,0 0-35-15,0 0-38 0,0 0-19 16,0-49-23 0,4 49-8-16,9 21-3 0,5 16 3 15,2 9 1-15,2 5 1 16,-4-2-1-16,-5-1 1 16,-4-3-1-16,-2-8 1 0,-3-8 0 15,-1-10-1-15,-1-9-1 16,-2-6 1-16,0-4-1 15,2 0 3-15,2-4 7 16,7-24 20-16,7-10-26 16,7-8-3-16,4-2 0 15,0 0-1 1,-2 7 0-16,-6 7 1 16,-5 10-1-16,-7 13 0 15,-5 2 2-15,-1 7 2 16,-3 2 1-16,2 0-5 15,3 7-5-15,3 15 4 16,-1 7 1-16,2 5 0 0,0-1 4 16,0-3-4-16,2-2-1 15,-2-3 1-15,2-8 3 0,0-5-3 16,3-6 1 0,-1-4-1-16,1-2 1 0,3 0 1 15,6-8-1-15,1-14-1 16,3-4 2-16,0 1 1 15,-5-2-3 1,0-1 1-16,-4-1 0 16,0-3-1-16,0 2 1 15,-7 2-1-15,0 5 0 16,-4 2 0-16,-3 7 1 16,0 4 0-16,-1 6 8 15,-1 3-3-15,0 1-6 16,0 0-3-16,2 0 1 0,4 20-5 15,1 7 7-15,-1 4 0 16,6-1 0-16,-1 0-1 16,7-2 0-16,5-5-6 15,2-6-10-15,6-7-2 16,5-6 2-16,0-4-8 0,5 0 11 16,-4-16-3-16,1-6-3 15,-5-5 13-15,-3 1 5 0,-7-6 2 16,-5-2 1-16,-7 5 1 15,-7-2 4-15,-6 9 22 16,0 3 9-16,0 8-8 16,-8 3 0-16,-7 4-7 15,-1 4-13 1,-2 0-9-16,-2 12 0 16,0 14-2-16,4 10 2 15,2 5 0-15,4 0-2 16,3 0 4-16,5-5-4 15,2-7 4-15,0-4-2 16,0-7 0-16,13-6-3 16,4-4 0-16,6-8-6 0,-1 0-1 15,-1 0 8-15,-2-14 0 16,2-3 1-16,-6-3 1 16,-1 3 0-16,-4 1 0 0,0-1 0 15,-6 2 0-15,5 1 1 16,-7 2-1-16,2-1 0 15,-4 8 4 1,0 2 16-16,0 2-15 16,0 1-5-16,0 0-6 15,0 0 2-15,0 12-7 16,0 7 11-16,0-2 0 16,3-2 0-16,1 0 0 15,1-6-1-15,0 2 1 16,1-5-3-16,0-2 0 0,2 0-2 15,1-3-4-15,-1-1 1 16,4 0 2-16,1 0 4 16,2-7 1-16,1-10-5 15,-3 0-3-15,1-7 3 16,1-2 0-16,-1-6 4 16,3 0 2-16,1 1-2 0,1 5 1 15,0 8 1-15,-3 6-1 0,-3 8 1 16,1 4-1-1,-3 0-6-15,0 0 4 0,0 21 1 16,-2 6 2-16,-5 5 2 16,-2 3-2-16,-2-1 1 15,0-2 0 1,0-8 0-16,0-2-1 16,0-6 0-16,3-2 0 15,4-5 0-15,0-6 0 16,1-3 1-16,1 0 2 15,5 0-2-15,1-20 1 16,3-2-2-16,2-4 1 16,2-1-1-16,-4 2 1 0,-1-1-1 15,0 4 1-15,-7 5 3 16,-2 5 3-16,-6 9 12 16,0 3-9-16,-2 0-5 15,2 0-5-15,0 0-5 0,1 15-1 16,1 10 6-1,0-1 0-15,6 2 3 16,1-4-2 0,4-7-1-16,6 0 1 0,9-9-1 15,6-6 0-15,5 0-1 16,-4 0-3 0,-1-16 0-16,-3-9 0 0,-5-5 4 15,-6 0 0-15,-7 2 1 16,-4 7 1-16,-4 5 6 0,-5 1 3 15,0 7 4-15,-1 4 3 16,-1 1-8-16,3 3-10 16,0 0 0-16,1 0-8 15,0 7 4-15,6 11 1 16,1 1 2-16,-3-1-1 16,6-2-9-1,-3-2-2-15,2-4-2 16,1-5-1-16,0-5 4 15,-2 0 5-15,2-10 6 0,0-14 2 16,-4-1-1 0,0 2 1-16,-4 3-1 0,-1 8 5 15,-4 5 5-15,2 7 5 16,-3 0-10-16,2 0-5 0,-2 31-16 16,0 15 16-16,0 11 5 15,-11 5-4-15,-5 4 0 16,1 0 1-16,1 4-1 15,-1-1-1-15,0-8 0 16,3-6 2-16,2-16-2 16,0-10 1-16,1-15-1 0,1-10 2 15,-4-4 1-15,1 0-1 16,-3-9 4-16,6-17 8 16,2-11-1-1,6-9 1-15,0-7-7 16,22-8-7-16,20-10 0 15,18-13-30-15,9-18-108 16,1-6-709-16</inkml:trace>
  <inkml:trace contextRef="#ctx0" brushRef="#br0" timeOffset="35293.52">9250 13295 203 0,'0'0'73'0,"0"0"-25"0,0 0 54 16,0 0-13-16,0 0-5 16,0 0-19-16,0 0-4 15,-24-69-8-15,21 61-19 0,-4 0 4 16,1 3-18-16,-2 0 6 15,-9 3-12-15,2 2-4 16,-7 0-5-16,-5 10-2 16,-2 12 1-16,2 1 4 15,4-1-2-15,11 0-3 16,3 0-2-16,1 5-1 0,8-4 1 16,0 3 0-16,0-3-1 15,0-2 0-15,8-1 1 16,3-3 0-16,2-2-1 0,1-5 0 15,-2-3 0-15,2-4-2 16,-3-3 2-16,5 0-2 16,-2 0 2-1,6-12 2 1,-1-8-1-16,1-6-1 0,1-4 0 16,-4-1 1-16,-1 2-1 15,-3 0 0-15,-1 6 2 16,-6 5-2-16,1 4 0 15,-3 3 1-15,-4 6 0 16,0 0 0-16,0 3 2 0,0 2 1 16,0 0-4-16,0 0 0 15,0 2-3-15,0 20 1 16,0 9 2-16,0 1 0 16,0 0 1-16,0-3-1 15,0-3 0-15,7-6 1 16,7 3-1-1,3-7 0-15,3-6 0 16,3-4 0-16,-1-6 0 16,1 0 0-16,-3 0 3 15,2-20-3-15,-5-3 1 0,-1-9 1 16,-3-1-2-16,-3 1 0 16,-7 0 2-16,0 6 0 15,-3 3 2-15,0 5 11 0,0 8 11 16,0 5-16-16,0 3-5 15,0 2-5-15,0 0-3 16,2 22-1-16,7 7 4 16,3 2-2-16,2-4 2 15,0-4 0-15,2-3-6 16,0-3-6-16,-7-5-8 0,-1-1-8 31,-8-2-18-31,0 3-62 0,0-5-60 0,-20-3-64 16,3-4-159-16</inkml:trace>
  <inkml:trace contextRef="#ctx0" brushRef="#br0" timeOffset="36596.05">9370 13225 421 0,'0'0'67'0,"0"0"15"16,0 0 21-16,0 0-36 15,0 0-16-15,0 0-3 16,-37-43-24-16,30 43-23 16,-9 12 3-16,3 6-3 0,-1 7-1 15,-2 1 0-15,3 2 0 16,0 4 1-16,3 2-1 16,2 0 1-16,8-4-1 15,0-6 0-15,0-2 0 16,18-8 2-16,8-2-2 15,9-8 1-15,2-4-1 16,6 0-5-16,-1-8-1 0,-2-14 5 16,-9-4-4-16,-6-2 5 15,-9-4 4-15,-16-3-3 16,0 0 10-16,-9 0-3 16,-21 10 7-16,-1 6-6 0,-2 9-3 15,2 10-5-15,2 0 0 16,11 17-1-1,6 12 0 1,12 3-10-16,5 1-51 0,40-8-69 16,19-11-142-16</inkml:trace>
  <inkml:trace contextRef="#ctx0" brushRef="#br0" timeOffset="37281.05">10173 12966 801 0,'0'0'41'0,"0"0"-6"0,0 0 24 15,0 0-35-15,0 0-11 32,0 0-8-32,-16-43-5 15,16 76-5-15,-2 17 5 16,-3 14 1-16,2 4 3 15,-2 4-2-15,2-6-2 16,-1-5 1-16,2-7-1 0,-3-12 0 16,3-8 2-16,0-10 0 15,2-7-2-15,0-5 0 16,0-7 0-16,0-3-5 0,0-2-1 16,0 0-2-16,18-4 8 15,4-14 0-15,2-6 1 16,3-4-1-16,2-2 0 15,3-2 0-15,2 1 0 16,3 4 0-16,-4 5-1 0,1 6-1 16,-7 12 1-16,-3 4 0 15,-6 0-1-15,-3 25 0 16,-5 10 1-16,-6 5-2 16,-4 2 3-16,0 1 0 15,0-6 2-15,0-4 0 16,-12-8-2-1,-1-4 1-15,-1-9 0 16,-1-2-1-16,2-7 1 16,-3-1-1-16,1-2 1 15,1 0 1-15,1 0-2 16,6-18 2-16,7-3-2 0,0-12 0 16,10-3-10-16,21-4 4 15,2 2 4-15,0 6-4 16,-1 8-5-16,-3 7 8 0,-7 10 2 15,-1 7-1-15,-2 0-1 16,-6 0 0-16,-1 10-3 16,-6 10 2-16,-2 1 4 15,1 2-49-15,-3-3-28 16,3-5-62 0,0-6-38-16,3-4-16 15,3-5-44-15</inkml:trace>
  <inkml:trace contextRef="#ctx0" brushRef="#br0" timeOffset="37387.6">10722 13369 172 0,'0'0'104'0,"0"0"-10"15,0 0-34-15,0 0-24 0,0 0-28 16,0 0-8-16,42-81-4 16,-24 73-76-16,1-1-173 15</inkml:trace>
  <inkml:trace contextRef="#ctx0" brushRef="#br0" timeOffset="37649.84">11038 12959 708 0,'0'0'72'0,"0"0"34"0,0 0-36 16,0 0-29-16,0 0-30 15,0 0-11-15,0 5-1 16,0 33 1-1,0 15 2-15,0 5-2 16,0 3 0-16,0 7 5 16,0-3-5-16,0-3-2 15,0-8-20-15,-2-4-17 16,-5-10-16-16,-5-10-48 16,4-7-51-16,1-14-30 15,-1-4-21-15</inkml:trace>
  <inkml:trace contextRef="#ctx0" brushRef="#br0" timeOffset="37812.69">10943 13423 553 0,'0'0'109'15,"0"0"33"-15,0 0-52 16,0 0-37 0,-12-102 5-16,12 88-42 15,24 2-16-15,9 4 0 16,13 8 0-16,0 0-46 15,3 0-101-15,-7 15-244 16</inkml:trace>
  <inkml:trace contextRef="#ctx0" brushRef="#br0" timeOffset="38081.04">11299 13437 655 0,'0'0'49'16,"0"0"-12"-16,0 0 15 0,0 0 2 15,78-128-3-15,-58 98-29 16,-5 4 12-16,-5 2-17 16,-7 9-4-16,-3 6 6 15,0 4-4-15,0 5-4 16,0 0-11-16,-13 30-3 16,0 8 3-16,2 6 0 0,11 1-1 15,0-5-17-15,5-7-22 16,21-1 12-1,6-9-61-15,-1-3-69 16,-4-3-108-16,-8-8-94 16</inkml:trace>
  <inkml:trace contextRef="#ctx0" brushRef="#br0" timeOffset="38866.53">11960 13191 489 0,'0'0'413'16,"0"0"-413"0,0 0-4-16,0 0 4 0,0 0 3 15,16 121-2 1,-13-80 2-16,-1-2-2 0,4-6 1 15,2-8-2-15,0-6-20 16,-1-7-7-16,-3-5-3 16,3-7-1-16,0 0-1 15,-1-9 27-15,5-17-48 0,-3-9 45 16,-4-2 8-16,-4-5 5 16,0-2 22-16,0 5 24 15,0 8 0-15,0 9-4 16,-2 12-10-16,0 8-12 15,2 2-22-15,0 16-3 0,0 16-1 16,10 5 1 0,17 3 2-1,9-10-2-15,6-1-8 0,1-13-14 16,-3-8-6-16,-5-8-10 16,-8 0 10-16,-7-15 21 15,-5-20 7-15,-5-14 1 0,-4-11 6 16,-1-6 15-1,-3-7 11-15,0 6 1 16,-2 4-6-16,0 8 2 16,0 15 16-16,0 10-19 0,0 14 14 15,0 11-17-15,0 5-12 16,0 0-12-16,4 12-7 16,1 27-2-16,2 19 9 15,2 14 0-15,-3 9 0 0,-1 6 0 16,-1-3 0-16,-2 4 4 15,8-9-4-15,0-7-2 16,7-8 2-16,0-11 0 16,-1-17-4-16,-5-13-6 15,-5-10-16-15,-4-13 3 16,-2 0 5 0,0-14 16-16,-8-18-6 15,-7-7-4-15,1-5 12 16,5 2 0-16,5 3 10 15,4 6 8-15,0 8 3 16,0 4-11-16,13 5-9 0,9 0 0 16,12 6-2-16,8 4 0 15,12 3-6-15,16 3-47 16,1-3-51-16,3-3-291 16</inkml:trace>
  <inkml:trace contextRef="#ctx0" brushRef="#br0" timeOffset="39630.28">13160 13060 775 0,'0'0'135'16,"0"0"-66"-16,0 0-7 15,0 0-30-15,0 0-8 16,0 0-8-1,2-2-16-15,16 40 1 16,2 16 2-16,-6 8-1 16,-10-2 0-16,-4 1 0 15,0-5 2-15,-2-6-4 16,-10-8 1-16,4-15 2 0,4-10-3 16,3-8 0-16,1-9 1 15,0 0 1-15,0 0 3 0,0-23 1 16,0-15-6-1,13-10 2-15,1-8-2 0,3-13 1 16,-1-9 0-16,5-4-1 16,-1-3 1-16,4 6-1 15,1 12 1-15,2 13-1 16,-5 15 1 0,-5 14-1-16,-3 13 0 15,-5 10-1-15,0 2-1 16,4 12-5-16,0 24 2 15,0 15 4-15,-3 3 0 16,-8 6 0-16,-2-4 2 16,0-4-1-16,0-5 0 15,0-12-1-15,-7-8 0 0,-3-12 0 16,5-7-1-16,0-6 1 16,5-2 1-16,0 0 0 15,0-10 4-15,5-16-4 16,19-4-4-16,12 0 3 0,1 8-1 15,0 9-1-15,-5 13 1 32,-2 0 1-32,-1 9-2 0,-5 28-1 15,-4 10 0 1,-7 12 0-16,-7 0 3 0,-6 1 1 16,0-7-1-16,0-9 2 15,-10-12-4-15,-7-8 1 16,-10-10-1-16,-11-7 2 0,-15-7 2 15,-10 0-2-15,-7-5 1 16,4-14 0-16,3-7 1 16,6-5-1-16,12 1-2 15,12-1-17-15,15-1-11 16,18 1-18-16,8-5-125 16</inkml:trace>
  <inkml:trace contextRef="#ctx0" brushRef="#br0" timeOffset="40581.75">14367 13104 870 0,'0'0'9'0,"0"0"-8"16,0 0 10-16,0 0-4 15,0 0 5-15,0 0 9 16,-36-36-15-16,31 36-6 16,2 7 0-16,-4 5 1 15,6-7 0-15,-4 1 0 0,5-3-1 16,0 0 1-16,0-1-1 16,0-2 1-16,0 0 0 15,0 0 1-15,0 0 2 16,0 0 0-16,0 0 13 15,0 0-3-15,0 0-3 16,0 0-3 0,0 0-5-16,0 0 0 0,0 0 4 15,0 0-3-15,0-2 2 16,0-1 3-16,-2 3 4 16,-4 0 1-16,-8 7-10 15,-7 18-3-15,-2 13-1 16,0 3 1-16,5 3-1 15,7-3 1-15,3 1-1 0,5-6 0 16,3-2 0-16,0-6 1 16,0-3-1-16,9-6 2 15,11-9-2-15,4-5 1 16,3-5-1-16,0-5 2 16,1-24 1-16,0-6-2 15,-6-8-1-15,-7 5 1 0,-5 3-1 31,-4 11 1-31,-3 8-1 0,-3 6 2 0,0 5 0 16,0 5-1-16,0 0-1 16,2 0-3-16,0 15-2 15,0 11 1-15,2 6 4 0,1-1 0 32,4 1 0-32,2-1 0 0,5-4 0 15,-1-8 0-15,1 0-5 16,4-8-4-16,-2-7 4 15,9-4 3-15,2 0 2 16,0-7 0-16,0-22 1 16,-3-8-1-16,1-6 1 15,-3-7 4-15,-1-7 0 0,-4 3 3 16,0 0-2-16,-5 8-6 16,-4 12 4-16,-1 12 0 15,-9 10 7-15,2 9 9 16,-2 3-15-16,0 0-5 15,0 0-3-15,0 20-2 16,0 13 4 0,0 4 1-16,0 0 1 15,10 2-1-15,9 1 0 16,8-4 0-16,11-2 4 16,5-5-4-16,1-2-2 0,-3-5 0 15,-10-4-7-15,-10-6-8 16,-12-1-11-16,-9-4-19 15,-24 3-35-15,-40-1-38 0,-23-2-368 16</inkml:trace>
  <inkml:trace contextRef="#ctx0" brushRef="#br0" timeOffset="43363.18">15841 13375 682 0,'0'0'112'15,"0"0"-54"-15,0 0 28 16,0 0-35-16,0 0-14 16,-21-143-12-16,45 85-10 0,10-8-1 15,-1 1-5-15,-2 6 2 16,-2 5-4-16,-7 7 3 15,-8 10-4-15,-5 7-1 0,-9 11-2 16,0 11-1-16,0 6-1 16,0 2-1-16,-7 2-7 15,-19 25 0-15,1 8 7 0,-2 2-1 16,12-5 1-16,8-4-1 16,7-5 0-16,0-2 0 15,0-1 1-15,7-3-1 16,8 2 1-1,9-1-1-15,3 0-1 0,4-1-1 16,-2-2-2 0,-2-1-1-16,-4 3 3 15,-4 0 2-15,-6-1-5 16,1 2 2-16,-3-2 1 16,3-4-2-16,-1-4 3 15,3-3 2-15,4-5 0 16,8 0 0-16,9 0 0 15,5-17 0-15,0-11 0 0,1-7 0 16,-6-3 1-16,-3-5 0 16,-5 1-1-16,-8 0 0 15,-5 4 0-15,-8 5 4 0,-8 7 11 16,0 8 5-16,-6 4-8 16,-12 8-3-16,-3 6-2 15,-8 0-6 1,-3 13-1-16,1 11-2 15,9 3 2-15,6 8-4 16,12 3 3-16,4 6 1 0,0 0-1 16,34 0 0-16,17-1 0 15,12-9-14-15,14-13-6 16,10-7-2-16,7-10-13 16,6-4-10-16,1-10 9 15,-1-21 12-15,-11-13 11 16,-16-1 9-16,-17-1 5 15,-21 4 1-15,-14 6 3 16,-19 4 14-16,-2 6 26 16,-2 7 6-16,-25 7-10 15,-9 8-22 1,-5 4-9-16,-2 0-8 16,3 15-1-16,2 7 0 15,9 8 0-15,2 2 0 16,4 4 2-16,11 0-2 0,2-3-2 15,10-1 2-15,0-9 2 16,0-3-2-16,1-5-3 16,16-8-3-16,4-7 3 0,8 0 3 15,6-14 0-15,3-11 3 16,-5-1-3-16,-6 1 0 16,-9 7 1-16,-7 8 1 15,-4 5 0-15,-7 5 0 16,0 0 1-16,0 0-3 15,0 5-4-15,0 23-2 0,-7 12 5 16,-7 6 1-16,-1 0 0 16,4-3 1-16,2-3-1 15,2-8 0-15,3-4 0 16,4-7 0-16,0-7 0 16,0-5 0-16,6-3-2 15,13-6-3 1,5 0 3-16,10-6 2 15,6-20-1-15,4-10 1 0,1-4 0 16,-1-9 0 0,-3-1-1-16,-8 0 1 0,-2 7 0 15,-8 8 1-15,-8 12 0 16,-10 14 8-16,-2 7 12 16,-3 2-6-16,0 0-14 0,0 0-1 15,0 11-8-15,0 18 6 16,-13 12 2-16,-3 0 0 15,6-2 1-15,3-1-1 16,5-8 0-16,2-7 0 16,0 0 0-16,4-5 1 15,9-4 0 1,5-4-2-16,3-7 2 16,3-3 0-16,7 0 3 15,3-17-2-15,-1-11 0 16,3-9-1-16,-5-7-1 15,-2-2 0-15,0 0 1 0,-6 2 0 16,-3 6-1-16,-3 12 0 16,-6 4 2-16,-4 10 1 15,-5 8 6-15,-2 0 10 0,2 4-9 16,-2 0-10-16,0 0-4 16,0 10-6-16,0 16 7 15,0 12 3-15,0 0 0 16,0-4 2-16,0 0-2 15,0-8 0-15,0-1 0 0,0-6 1 16,14-6-2-16,1-8 2 16,5-5 0-16,1 0 2 15,0-9-3-15,11-19 4 16,0-7-3-16,-1-3-2 16,-3-3 1-16,-8 6 0 15,1 7 2 1,-11 8-2-16,-1 6 2 15,-1 7-2-15,-7 7 0 16,2 0-1-16,-3 0-1 0,2 0-4 16,-2 19-1-16,2 8 7 15,3 4 0-15,-1-4 1 16,2-1 2 0,6-3-3-16,-1-7-1 15,3-4 1-15,-1-5 0 0,-3-6 2 16,4-1-2-16,-3 0 3 15,5-20-1-15,-3-7-1 16,1-2-1-16,-1 5 0 16,-4 2 0-16,-2 6 0 0,-3 6 0 15,1 4 1 1,-3 4-1-16,4 0 0 16,4 2-3-16,7 0-19 0,8 0 3 15,8 15-9-15,5-1-28 16,7-2-5-16,4-3-12 15,-1-1-26-15,2-5-3 16,-9-3 54-16,-6 0 48 16,-8 0 5-16,-7-15 6 15,-5-2 23-15,-6-2 23 16,-4 1 5-16,-5-2 5 0,0 5-23 16,0 2-14-16,0 3 10 15,-5 4-9-15,-2 6-12 16,-4 0-12-16,-3 0-7 15,-3 21-1 1,-1 8 1-16,3 8 0 16,3 1 0-16,8-1 0 15,4-1 0-15,0-4 1 16,0-3-1-16,20-8 1 16,5-5-1-16,2-9 0 15,8-7 0-15,3-4 0 16,4-36 0-16,1-16 0 0,-5-13 1 15,-9-7-1-15,-3 1 1 0,-8-3-1 16,-7 6 0-16,-4 12 0 16,-7 8 3-16,0 18 44 15,0 13-3-15,0 9-4 16,0 9-12-16,0 3-28 16,0 0-3-16,-11 22-8 0,-5 17 7 15,1 12 4-15,-3 2-1 16,5-3-2-16,-1-4-28 15,-1-7-3-15,-6-4-15 16,-1-7-1-16,-12-8-27 16,-5-8-96-16,-17-12-278 15</inkml:trace>
  <inkml:trace contextRef="#ctx0" brushRef="#br0" timeOffset="43516.15">17897 12448 913 0,'0'0'32'16,"0"0"27"-16,0 0-17 0,0 0-37 15,0 0-5-15,0 0-3 16,81-7 1-16,-33 46-34 31,1 7-96-31,-4-3-288 0</inkml:trace>
  <inkml:trace contextRef="#ctx0" brushRef="#br0" timeOffset="45050.32">19741 13186 261 0,'0'0'375'16,"0"0"-289"-16,0 0 25 15,0 0-27-15,0 0-47 32,0 0-12-32,-16 0-18 15,14 8-7-15,-7 12-1 16,-11 15-1-16,-10 11 1 15,-11-2-100-15,-11-4-384 16</inkml:trace>
  <inkml:trace contextRef="#ctx0" brushRef="#br0" timeOffset="46999.65">1295 14679 789 0,'0'0'62'16,"0"0"-29"-16,0 0 15 15,0 0-27-15,0 0-14 16,0 0-5-16,-3-17-2 0,3 31-4 16,0 18 0-16,0 9 8 0,0 7-2 15,0 6-1-15,0 6-1 16,0 0 0-16,0 0 3 15,0-2-1-15,0-10-2 16,0-8 0-16,-4-5 0 16,-1-11-3-1,5-6-13-15,0-5-20 16,0-4-45-16,0-9-64 16,20 0-108-16</inkml:trace>
  <inkml:trace contextRef="#ctx0" brushRef="#br0" timeOffset="47299.86">1693 14691 663 0,'0'0'183'16,"0"0"-170"-16,0 0-3 0,0 0-10 15,0 0-3-15,0 0 3 16,-2 41 2-16,0-7-1 0,-3 7 1 15,1-7-1-15,0 4 1 16,-4-1 4-16,2 6-5 16,-3 1 4-16,1-4-2 15,-2-4-2-15,1-2 0 16,0-2-1-16,0-5 0 16,3-5 0-1,6-7-22-15,0-3-46 16,0-12-75-16,0 0-82 15,0 0-20-15</inkml:trace>
  <inkml:trace contextRef="#ctx0" brushRef="#br0" timeOffset="47597.34">1876 14757 485 0,'0'0'222'0,"0"0"-158"15,0 0 34-15,0 0-49 16,0 0-31-16,0 0-14 16,0 1-2-16,0 38 4 15,0 10-3-15,-5 2 7 16,-3 2-7-16,1-4 1 16,-2 3-2-16,2-2-1 15,-1-4 0-15,-1-2 0 16,-1-3-1-16,2-6 0 15,1 0-15-15,-2-7-24 16,4-8-83-16,1-8 54 16,0-12-148-16,2 0-98 15</inkml:trace>
  <inkml:trace contextRef="#ctx0" brushRef="#br0" timeOffset="49132.38">2054 14546 312 0,'0'0'398'0,"0"0"-332"0,0 0 18 0,0 0-45 16,0 0-16-16,0 0-18 15,4-12-5-15,7 12-2 16,8 9 2-16,1 14-1 15,0 3 1-15,0 0 2 16,-2 1 0-16,-5-4-1 16,-3 0-1-1,-6-10 1-15,-2 0 0 16,-2-8-1-16,0-1 0 16,0-4 2-16,0 0 3 15,0 0 13-15,-4-14 6 16,-10-7-20-16,1-16 6 15,3-7-1-15,6-11-5 0,4-5-3 16,0-3-2-16,7 0 1 16,15 5-10-16,5 14-14 15,6 10-14-15,3 20-79 0,-2 14-114 16,-1 0-181-16</inkml:trace>
  <inkml:trace contextRef="#ctx0" brushRef="#br0" timeOffset="49875.51">2447 14652 374 0,'0'0'443'16,"0"0"-398"-16,0 0 19 16,0 0-24-16,0 0-25 15,0 0-11-15,-15 2-4 16,15 16-2-16,0 8 2 15,4 15 0-15,2 3 2 16,1 2-2-16,1-6 0 16,2-5 0-16,5-10-1 15,6-13-14-15,3-8 3 0,7-4 2 32,2-6 6-32,1-24 2 0,-1-10 1 15,-4-14-2-15,-6 5 2 16,-4 0 1-16,-7 11 1 15,-3 9 1-15,-5 5 6 16,-2 8 11-16,-2 10-2 16,0 2-5-16,0 2-2 15,2 2-1-15,-2 0-9 0,0 0-5 16,3 0-1-16,0 12 0 16,1 2 6-16,-1 2 0 15,3 0 1-15,0 0 4 16,1-8-5-16,0-2 0 15,-3-1 1-15,1-5-1 16,-1 0 1-16,0 0-1 0,-1-7 3 16,1-3 2-16,-4 4-3 15,2 6-1-15,-2 0 13 16,0 0-2-16,0 0-4 0,0 0-8 16,0 0-5-1,0 16-3-15,0 37 5 0,0 21 3 16,0 24 1-1,0 13-1-15,0 6 2 16,0 4 1-16,0-1 1 16,0-10-2-16,0-10-1 15,0-11 2-15,-2-17-2 16,-9-10 0-16,-2-18-1 16,-3-8 2-16,-4-14-1 15,-2-8 1-15,-6-9-1 0,-4-5 6 16,-1 0 15-16,-4-23-4 15,4-21-3-15,11-24-8 16,13-17 1-16,9-22-8 0,20-22-4 16,32-10-26-1,21-8-36-15,18-3-70 0,9 9-369 32</inkml:trace>
  <inkml:trace contextRef="#ctx0" brushRef="#br0" timeOffset="56775.74">4025 14776 193 0,'0'0'120'0,"0"0"-12"16,0 0 73-16,0 0-15 16,0 0-57-16,0 0-32 0,0 0-13 15,-31-78-13-15,26 76-3 16,5 2-16-16,0 0-10 16,0 0-19-16,0 0-3 15,0 0-6-15,0 30-1 16,0 19 6-16,0 9 1 15,5 1 1 1,-1 2 0-16,0-3 0 16,-1-3 0-16,-1-12-1 15,-2-1-16-15,0-7-14 0,0-8-15 16,0-7-4 0,0-9-21-16,0-11-40 0,0 0-44 15,0-23-24-15</inkml:trace>
  <inkml:trace contextRef="#ctx0" brushRef="#br0" timeOffset="56947.9">4007 14668 448 0,'0'0'46'16,"0"0"33"-16,0 0-23 16,0 0-22-1,70-104-2-15,-29 92 2 16,11 0-25-16,-6 12-7 15,-3 0-2-15,-15 24-41 16,-18 13-198-16,-10 12-134 0</inkml:trace>
  <inkml:trace contextRef="#ctx0" brushRef="#br0" timeOffset="57107.65">4079 15031 666 0,'0'0'28'0,"0"0"-26"15,0 0 38-15,0 0-1 16,0 0 0-16,0 0-29 16,166-11-10-1,-101-1-15-15,-2-1-95 0,-4 3-84 16,-9-6-38-16</inkml:trace>
  <inkml:trace contextRef="#ctx0" brushRef="#br0" timeOffset="57593.35">4556 14950 172 0,'0'0'243'0,"0"0"-106"15,0 0-31-15,0 0-55 16,0 0-10-16,0 0-22 0,-72 58 3 16,63-26-5-16,5-1-9 15,1 3 1-15,3-7-4 16,0 0 2-16,0 0 3 16,0-9-7-16,10-1 0 0,0-6 3 15,4-3-1 1,-3-4 0-16,-2-4-2 0,-3 0 3 0,-3-8 0 15,-3-19 13 1,0-5-14-16,0-4-2 0,0-4-3 16,0 5 4-16,-3 0-3 15,3 7 0-15,0 10 35 16,0 4-28-16,0 5 0 16,3 2-8-1,14 2 0-15,8 5-2 16,6 0-2-16,5 0 0 15,3 19 4-15,0 7 0 16,-5 4 1-16,-7 2-1 16,-12-2 1-16,-10 2-2 15,-5-10 1-15,0-4 0 16,-3-4 0-16,-14-5 2 0,-3-5-2 16,6-4 0-16,-2 0 5 15,5-13-1-15,5-10-3 16,3-12 4-16,3-5-4 15,3-8 0-15,26-6-1 16,15-3-10-16,18-1-29 0,15 7-99 31,2 5-152-31</inkml:trace>
  <inkml:trace contextRef="#ctx0" brushRef="#br0" timeOffset="57840.65">5458 14633 752 0,'0'0'134'16,"0"0"-96"-16,0 0-12 15,0 0-23-15,0 0-3 16,0 0 7 0,23 106 13-16,-7-45-18 0,-11 4 0 15,-2 6-2-15,-3-4 0 16,0-9-13-16,0-4 13 0,-16-14-52 15,3-9-7-15,-5-8-41 16,-1-6-70-16,-2-17-42 16,3 0-56-16</inkml:trace>
  <inkml:trace contextRef="#ctx0" brushRef="#br0" timeOffset="57978.88">5358 15129 293 0,'0'0'169'16,"0"0"10"-16,0 0-49 15,0 0-48-15,0 0-25 16,-4-104-26-16,33 87-12 15,13 3-7-15,14-7-2 16,12-2-8-16,11 0-2 16,-2-3 0-16,-3 0-11 15,-10-3-119-15,-16-5-221 16</inkml:trace>
  <inkml:trace contextRef="#ctx0" brushRef="#br0" timeOffset="58526.82">5973 14575 162 0,'0'0'587'15,"0"0"-509"-15,0 0-7 16,0 0-52-16,0 0-18 16,0 0-1-1,-13 58 20-15,11-7-2 16,2 9-13-16,-2 3-3 16,0-5 2-16,-4-5-2 15,-2-4-2-15,-1-1 3 0,0-6-2 16,0-6 0-16,7-5-1 15,2-10 0-15,0-7 3 16,0-10-2-16,13-4 0 0,11-9 1 16,7-18 1-16,4-3-1 15,-6-1-2-15,-5 8 0 16,-7 5 1-16,-3 1 15 16,-5 8-10-16,-6 7 0 15,-1 2-6-15,0 0-1 16,4 0-3-1,1 18 2-15,0 7 2 16,2 1 1-16,2-5 0 16,3-3 1-16,5 1-1 15,8-10 0-15,10-1 0 16,9-8 0-16,5 0 2 16,4-12-1-16,1-16-1 0,-7-7 2 15,-11-4-3-15,-13 3 0 16,-17 7 1-16,-8 6-1 15,0 11 6-15,-10 0 29 0,-15 12-17 16,-4 0-13-16,0 8-5 16,6 19 1-16,8-4-1 15,11 7-1-15,4-4 1 16,13 0-5-16,41-8-50 0,37-4-63 16,34-4 0-16,28-2-181 15</inkml:trace>
  <inkml:trace contextRef="#ctx0" brushRef="#br0" timeOffset="59097.59">7941 14604 637 0,'0'0'53'0,"0"0"51"0,0 0 0 0,0 0-53 16,0 0-20-16,-145-26-8 15,108 58-6-15,1 14-3 16,3 10 7-16,3 4-5 16,8 2-4-1,7-4-1-15,6 0-10 16,5-9 0-16,4-1 2 15,0-12-2-15,6-7 0 16,14-9 0-16,7-11 0 0,6-9-1 16,5 0-3-1,3-32 1-15,-6-11 2 0,-6-8 0 16,-11-9 1-16,-9-3-1 0,-9 1 0 16,0 8 0-16,0 12-1 15,-18 12 0-15,0 17 1 16,5 4-14-16,4 9-15 15,5 0-34-15,4 18-46 16,0 2-93-16,13-8-207 16</inkml:trace>
  <inkml:trace contextRef="#ctx0" brushRef="#br0" timeOffset="59328.28">8273 14359 718 0,'0'0'86'16,"0"0"-15"-16,0 0 8 0,0 0-40 15,0 0-39 1,0 0 4-16,-10 82 7 0,-1-1 8 16,4 7-11-16,-5 10-4 15,5 1-1-15,-1-9 0 31,-1-2-3-31,-2-18-1 0,-2-6-23 16,-6-20-39-16,2-13-90 16,-6-20-219-16</inkml:trace>
  <inkml:trace contextRef="#ctx0" brushRef="#br0" timeOffset="59512.82">8051 14971 754 0,'0'0'76'0,"0"0"-3"15,0 0-31-15,0 0-19 16,0 0 14-16,160-62-10 0,-81 40-21 16,3 0-4-16,-2-4-1 15,-9-2-1-15,-15 5-34 16,-18-4-58-16,-16-4-85 16,-15-8-147-16</inkml:trace>
  <inkml:trace contextRef="#ctx0" brushRef="#br0" timeOffset="60347.11">8626 14471 347 0,'0'0'262'16,"0"0"-98"-16,0 0-43 16,0 0-58-16,0 0-34 15,0 0-25-15,-16-7-2 16,16 43 11-16,0 5 23 16,0 10-18-16,0 2-7 15,0 10-8-15,0-5-2 16,-6 1 0-16,-1-12 0 15,-2-4 2-15,2-8-2 16,3-14-1-16,1-7 0 0,3-8-1 16,0-3-4-16,0-3-1 15,0 0 5-15,20-21-2 16,10-13 1-16,1-4 4 16,3-2-1-16,-5 0-1 15,0 3-3-15,-8 10 3 0,-2 2 3 31,-4 10-3-31,-4 1 0 16,-4 7 0-16,-5 5-1 16,0 2 1-16,-2 0-4 0,2 6-1 15,-2 20 3-15,3 5 2 16,-1 0 0-16,0 6 3 16,5-9-2-16,0 0 0 0,4-5-1 15,5 0 1-15,-1-9-1 16,7-5 2-16,2-4 1 15,8-5-1-15,1 0-1 16,5-14 1-16,-2-11 0 16,0-4-1-16,0-12 1 15,-7-5 0-15,0 0-4 16,-8 0 2-16,-7 10 0 0,-5 6 5 16,-5 12-5-16,-4 8 19 15,0 10 1-15,0 0 4 16,0 0-24-16,0 2-2 15,0 24-3-15,-6 12 5 16,-5 8-1-16,7 3 4 0,-1-3-4 31,5-2 2-31,0-10-2 16,26-6 2-16,7-10-1 0,9-13 0 16,8-5 1-1,-1 0 0-15,1-20-1 0,-8-18 0 16,-9-8-3-16,-6-12-2 15,-11 0-4-15,-10 4 6 16,-6 11 1-16,0 14 2 0,-11 9 0 16,-10 11 1-16,6 9-1 15,0 0-1-15,1 12-7 16,5 17 8-16,5 9 0 16,4 4-4-16,0 2 4 15,16-4 0-15,14-4 2 16,9-1-2-1,1-3-3-15,6-2-15 16,0 2-1-16,-3-4-36 16,-6 2-45-16,-8-6-93 15,-10-4-213-15</inkml:trace>
  <inkml:trace contextRef="#ctx0" brushRef="#br0" timeOffset="60582.51">10315 14758 456 0,'0'0'0'0,"0"0"-2"0,0 0-48 16,0 0-61-16,0 0-68 16</inkml:trace>
  <inkml:trace contextRef="#ctx0" brushRef="#br0" timeOffset="62383.6">10722 14441 328 0,'0'0'137'16,"0"0"-17"-16,0 0-8 16,0 0-28-16,0 0-23 15,0 0-13-15,-60-51-22 0,43 56-22 16,-5 18-4-16,0 5 5 16,2 6 5-16,0 6-2 15,1 6 0-15,2 6-3 16,2 6 6-16,3 3-9 0,4-5 0 15,3-6 0-15,5-6-1 16,0-15-1-16,6 0 4 16,17-12-2-16,4-8 2 15,9-7-4-15,8-2 2 16,3 0-2-16,1-20-7 16,-2-6-9-16,-7-6 6 15,0-6 7-15,-13-7 3 0,-1-1 0 31,-9 0 1-31,-8 5 0 16,-3 7 1-16,-5 5 10 0,0 13 0 16,0 8 14-1,-5 3-3-15,-7 5-3 0,4 0-20 16,-5 11 0-16,0 19 0 16,-1 6-1-16,2 3 0 15,6 7 1-15,4-7-1 0,2 2 1 16,0-9 0-16,0-6 0 15,0-4 0-15,7-4 0 16,0-12-1-16,-3 0 0 16,-2-4-2-16,0-2 2 0,0 0 1 15,-2 0 0-15,3 0 2 32,4-4-2-32,-1-15-2 15,7-2-12-15,2-6 8 16,-1-4 5-16,7-8 1 15,4 0-1-15,-5-2 0 0,6 12 1 16,-1 6 0-16,-3 11-2 16,0 6 2-16,0 6-4 15,1 0 2-15,-3 6 0 16,0 18-1-16,-4 8 3 0,-6 0 0 16,-3 4-1-16,-3-4 1 15,-1-5 0-15,-3-11 1 16,0-6-1-16,0-6 0 15,0-3 0-15,3-1 0 16,5 0 0-16,13-5 0 0,8-19-24 16,8-2-27-16,12-1-70 15,2 1-36-15,5 4-18 16,-2 2 58-16,-8 8 71 16,-5 2 46-16,-14 3 12 15,-8 7 22-15,-8-5 33 16,-9 5 18-1,-2 0 12-15,0 0 33 16,0 0-19-16,-13 0-46 16,-12 0-35-16,-9 14-9 15,6 4 9-15,-1 3-3 0,4 1-19 16,6 5-3 0,0 0-4-16,9 1 0 0,1-1 1 15,4 0-2-15,5-6 1 16,0-2-1-16,7-6 1 0,15-4-1 15,7-6 0-15,7-3 0 16,4 0-1-16,7-21 0 16,0-11-10-16,-3-16-8 15,3-15-13-15,-7-9 2 16,-4-9-19 0,-7 0-12-16,-11 0 11 15,-10 3 29-15,-8 10 21 16,0 6 15-16,-6 16 48 0,-14 17 17 0,2 6-9 15,2 12-22-15,5 11-19 16,-5 0-14-16,-3 21-16 16,-4 21-3-1,-1 13 3-15,2 11 1 16,10 6 1-16,4 1-1 16,1 7 3-16,2 3-3 15,3-1 1-15,2 3 0 0,0-13-2 16,22-14 1-16,18-14 0 15,14-18-1-15,10-14-1 16,6-12-10-16,3 0-7 16,3-12-4-16,-4-14 0 0,-10-6-7 15,-14-6 12-15,-15 6 10 16,-18 4 6-16,-11 5 1 16,-4 6 1-16,0 4 0 15,0 4 14-15,-7 9 0 16,1 0-10-1,-6 0-5-15,6 22-1 16,-3 6 1-16,3 2-1 16,4-1 1-16,2 5 0 15,0-8-2-15,0 1-23 16,0-10-26-16,13-3-8 16,5-11-85-16,-1-3-322 15</inkml:trace>
  <inkml:trace contextRef="#ctx0" brushRef="#br0" timeOffset="62546.83">12369 14654 682 0,'0'0'113'15,"0"0"-33"1,0 0-16-16,0 0-35 16,0 0-11-16,0 0-13 15,-25-62-5-15,27 62-9 16,19 9-36-16,-1 6-114 15,-3-7-369-15</inkml:trace>
  <inkml:trace contextRef="#ctx0" brushRef="#br0" timeOffset="63046.81">12745 14258 844 0,'0'0'57'15,"0"0"28"-15,0 0-47 16,0 0-38-16,0 0-5 0,0 0 5 16,0 130 9-16,0-50 2 0,0 4-5 15,-2 6-3 1,2 0-1-16,0 3-2 0,16-9 3 16,5-11-2-16,6-12-1 15,-6-13 1-15,-3-14 0 16,-7-9-1-1,-2-12 0-15,-5-8-4 16,-4-5-11-16,0 0 11 16,-4-9 2-16,-18-14-8 15,-7-8-19-15,-8-3 10 16,2-4 2-16,6-4 4 16,12 1 12-16,5 4 1 15,12 1 0-15,0 5 0 0,10 1-1 16,19 9-2-16,4 1 2 15,5 7-1-15,-3 5 0 16,1 6 1-16,-5-1 0 16,0 3 0-16,-4 0 1 15,-7 0 0-15,-4 0-1 16,-3 12 1 0,-6 3-5-16,-1 4-80 15,-2-3-8-15,0-2-16 16,2-5-13-16,3-6-117 15</inkml:trace>
  <inkml:trace contextRef="#ctx0" brushRef="#br0" timeOffset="63684.67">13242 14708 796 0,'0'0'77'16,"0"0"-22"-16,0 0-32 15,0 0-20-15,0 0 11 16,-64 104 2-16,55-61-9 15,7-1-4-15,2-3-1 16,0-13 0-16,0-3-2 16,15-9-1-16,7-5 0 15,1-9-8-15,-1 0 6 16,-1 0-3-16,-9-23-2 16,-3-9-3-16,-4-6 5 15,-5-5 4-15,0 0 2 16,0 2 1-1,0 5 1-15,-14 10 3 16,6 8 16-16,2 10 9 0,2 6-8 16,4 2-14-1,0 0-8-15,0 0-5 0,0 16 4 16,0 0 0-16,0-2 1 16,4-1 0-16,6-8 1 15,4-1-1-15,6-4 1 0,0 0 2 16,7-4-2-16,1-9-1 15,1-4 2-15,0 5-1 16,-2 6-1-16,-6 6-1 16,3 0 1-16,-8 8-4 15,-3 24 4-15,-7 7-2 16,-6 5 1 0,0 0 2-16,0-7-1 15,0-2 2-15,-4-12-4 16,0-8 4-16,4-7-2 15,-2-4 1-15,2-4 0 16,0 0 0-16,0-8 0 16,17-18 2-16,16-10-3 15,8-5-1-15,0 4-21 0,-1 7 4 16,-4 7-2-16,-7 18 9 16,-6 5 8-16,-1 0-4 15,-1 15-36-15,0 10-55 0,4 7-11 16,2-4-85-16,4-2-167 15</inkml:trace>
  <inkml:trace contextRef="#ctx0" brushRef="#br0" timeOffset="64501.97">14701 14714 384 0,'0'0'430'16,"0"0"-341"-1,0 0-10-15,0 0-57 16,0 0-22-16,0 0-1 16,0 16 1-16,0 20 3 15,-7 5 3-15,4-11-4 16,3-2-1-16,0-5 0 0,0-2 0 16,0-12-1-1,7 2 0-15,3-10 1 0,0-1-1 0,4 0-5 16,-1-14-1-16,0-14-12 15,1-3 1-15,-4-7 14 16,-4-1 3-16,-4 8 1 16,-2 2 1-16,0 7-2 15,0 8 14-15,0 9-2 16,0 0-2 0,0 5 1-16,0 0-11 15,0 0-6-15,2 12 0 16,11 5 6-16,10-2 0 15,3-3 0-15,8-5 2 16,6-7-4-16,3 0 1 16,-2-17 0-16,-4-12 1 15,-7-17 0-15,-5-3-1 0,-7-9 2 16,-3-4-1-16,-6-9 4 16,0 3-3-16,-6 1 1 15,-1 9 5-15,-2 12 29 16,0 21-2-16,0 6-6 15,0 12 2-15,0 7-21 16,0 0-9-16,0 5-8 16,0 36-5-16,0 17 13 15,-10 22 0-15,-7 7 1 16,-1 5 0-16,2 5-1 16,6-8 0-16,4 1 0 15,6-3 0-15,0-12 1 16,0-9-1-16,0-15 1 15,10-15 0-15,-1-10-1 0,-2-12-4 16,-1-4 0-16,-4-5-7 16,1-5 3-16,-3 0 0 15,2 0 7-15,-2 0 1 16,2-23-4-16,5 0-7 16,1-8 8-16,6-3 2 15,1-3 1-15,4 0 0 0,-2 2 1 16,1 0 0-16,-3 5 1 15,-2 6-2-15,1 7 0 16,-2 7-1-16,-6 1 3 16,1 2-1-16,-1 5-1 0,8 2-3 15,6-4 2-15,11 4 1 16,7-4-4 0,7-1-66-16,-3-10-248 15</inkml:trace>
  <inkml:trace contextRef="#ctx0" brushRef="#br0" timeOffset="77753.08">16107 14388 395 0,'0'0'220'0,"0"0"-131"0,0 0-1 15,0 0-27 1,0 0-12-16,0 0-10 0,0 0-18 15,0 0-4-15,0 0-5 16,0 0-6-16,0 0 0 16,0 0-4-16,0 3-2 15,-4 15 1-15,-16 10 0 0,2 6 0 16,-5 7 5-16,3-1-2 16,1 6-4-16,-1 1 1 15,3-1 1-15,2 0-2 16,1-7 1-16,5-3-1 15,3-9 2-15,2-5-2 16,2-4 0 0,2-6 0-16,0-6-15 15,0-4-32-15,0-2-14 16,0 0 14-16,0-16-47 16,6-16-240-16,4-12-73 0</inkml:trace>
  <inkml:trace contextRef="#ctx0" brushRef="#br0" timeOffset="78091.86">16098 14395 596 0,'0'0'116'0,"0"0"-49"16,0 0-15-16,0 0-18 16,0 0 22-16,0 0-27 15,44-45-17 1,-32 45-7-16,5 5 1 15,2 17 10-15,0 5-9 16,-1 5 5-16,1 3-8 16,-6 6-2-16,-3-1 0 15,2 2 0-15,-5 0 0 16,-1 1 0-16,-2-2 0 16,2 0-1-16,-4-5-1 0,-2-4 0 15,0-4 0 1,0-4 2-16,0-4-2 15,0-5-3-15,0-2-15 0,0-3-21 16,-2 1-26-16,-8-6-24 16,-1-1-57-16,2-4-113 0,0 0-115 0</inkml:trace>
  <inkml:trace contextRef="#ctx0" brushRef="#br0" timeOffset="78297.47">16092 14734 680 0,'0'0'68'16,"0"0"-5"-16,0 0 6 15,0 0-20-15,0 0-18 16,0 0-21-16,84-40-7 16,-22 30-3-16,0 6 0 15,-1 4-5-15,-5 0-52 16,-9 0-74-16,-12 0-180 0</inkml:trace>
  <inkml:trace contextRef="#ctx0" brushRef="#br0" timeOffset="78994.52">16638 14754 330 0,'0'0'188'15,"0"0"-72"-15,0 0 5 16,0 0-31-16,0 0-20 15,0 0-22-15,-13-12-15 0,13 12-8 16,0 0-12 0,0 0-4-16,0 0-2 0,0 0-5 31,0-2 0-31,10 1 0 16,10-1 0-16,9-1 0 0,0 3-2 15,0-2 1-15,0 2 0 16,-2 0 1-16,-4 0-4 15,-6 0 2-15,-9 5 0 16,-2 7-3-16,-6 1 3 16,0 8-2-16,-16 3 2 0,-20 2 0 15,-1-1 1-15,-1-2 1 16,8-5-2-16,6-6 0 16,6 0 2-16,12-8-2 15,1-4 2-15,5 2-2 16,0 2 0-16,2 0-3 15,19 4 3-15,12-3 4 0,3 2-4 16,-1 3 0-16,-6-4 0 16,-4 3 0-16,-12 0 0 15,-5-1 0-15,-6 1-4 0,-2 3 3 16,0-3-1-16,-17 2 1 16,-12-2 0-16,-6-3-2 15,-5 5 1 1,0-11-3-16,6 3 0 15,1-1-1-15,6-2-4 16,8 0-6-16,9 0-8 16,8 0-23-16,2 0-38 15,2-16-150-15,29-8-353 16</inkml:trace>
  <inkml:trace contextRef="#ctx0" brushRef="#br0" timeOffset="79642.75">17107 14830 603 0,'0'0'85'15,"0"0"-36"1,0 0-5-16,0 0-24 0,0 0-12 15,0 0 4-15,-12-5-9 16,-2 5-2-16,-1 0 0 16,-1 0 0-16,3 0 0 0,1 0 1 15,3-6 19-15,3 2-15 16,3 1 3-16,3 2-1 16,0 1-3-16,0 0-4 15,0 0-1-15,9-4 0 16,14-5 1-16,5 4 0 15,0 0-1-15,-2 5 1 0,-4 0-2 32,-3 0 1-32,-6 0 0 15,-2 0-2-15,0 9 1 0,-4 5 1 0,-1 5 0 16,-1 2 1-16,-5 3-1 16,0 0 1-16,0 0 1 15,-11 3 1 1,-7-2 3-16,-1-1 3 15,-5 2 2-15,-3-4 1 0,-6-3-5 16,-7 2-1-16,-2-7 3 16,2-2-1-16,2-1 2 15,7-6 1-15,10-5-4 16,6 0 5-16,9 0 4 16,0 0 3-16,6 0-3 0,0 0-5 15,0-16-3-15,6-2-3 16,15-2-5-16,6 6 0 15,0 0-1-15,2 7-1 16,0 1 0-16,2 6 0 16,5 0 1-16,1 0-12 15,4 0-20 1,-2 9-28-16,4 2-50 16,0 1-110-16,-5-9-322 15</inkml:trace>
  <inkml:trace contextRef="#ctx0" brushRef="#br0" timeOffset="80464.29">17781 15051 16 0,'0'0'0'0,"0"0"-16"0</inkml:trace>
  <inkml:trace contextRef="#ctx0" brushRef="#br0" timeOffset="80744.08">17781 15051 110 0,'-62'-22'258'0,"62"20"-113"16,0 2-1-16,0 0-32 15,0 0-37-15,0 0-26 16,0 0-21-16,0 0-14 15,-3 0-9-15,1 0-2 16,-2 10-3-16,-3 7 2 16,-2 2-1-16,0 9-1 0,1 4-5 15,-10 5-72-15,4-3-243 16</inkml:trace>
  <inkml:trace contextRef="#ctx0" brushRef="#br0" timeOffset="83032.75">18481 14364 524 0,'0'0'90'0,"0"0"-35"16,0 0 12-16,0 0-11 31,0 0-21-31,0 0-8 0,-13-13-13 16,13 13-10-16,0 0-2 15,0 0 6-15,0 11 4 16,2 4 3-16,7 3 5 16,-3 0-7-16,2 5-4 15,-4 3-6-15,-2 6 2 16,0 0-2-16,-2 3-2 0,0 0 3 16,0-3-1-16,0-2-3 15,0-4 2-15,0-2-1 16,0-10-1-16,0-2 1 15,0-6 0-15,2-4 1 16,-2-2-1-16,0 0 0 16,0 0 3-16,5 0 16 0,3-20 5 31,8-8-19-31,7-7-5 0,-2 2 1 0,4 1-2 16,0 4 1-16,-3 0 0 0,-2 6-1 31,-5 3 0-31,1 7 2 15,-4 7 0-15,-4 1-1 16,-4 4-1-16,6 0-3 0,-1 0 3 16,0 12-2-16,2 12 1 15,0 0 1-15,-2 2 0 16,3 4 0-16,-2-6 1 16,1 2 0-16,-2-4-1 15,3-4 1-15,-4-6-1 16,-1-6 0-16,-2-2 1 0,-3 0 1 15,0-4-2-15,0 0 3 16,7-10 4-16,3-16 5 16,5-6-9-16,6-7-3 15,-4 2 0-15,6-1 0 16,-1 6 0-16,0 2-1 16,2 7-14-1,-7 9-16-15,2 9-42 16,-3 5-76-16,-5 0-198 15</inkml:trace>
  <inkml:trace contextRef="#ctx0" brushRef="#br0" timeOffset="83430.69">19239 14564 427 0,'0'0'117'16,"0"0"-76"-16,0 0 56 15,0 0 10-15,0 0-28 16,0 0-21-16,0 0-20 15,49-2-8-15,-13-14-16 16,3-1-6-16,2 0-4 16,-3-1-3-1,-7 2 2-15,-11-3-2 16,-7 4 1-16,-8 1 0 16,-5-1-2-16,0 5 2 15,-5 0 0-15,-10 3 11 16,-5 2-4-16,-5 5-3 15,-5 0-6-15,-4 8 0 0,-2 16 0 16,1 2 0-16,-1 9 0 16,9-5 0-16,5 5 1 0,4 4-1 15,7-1 2 1,6 3-2-16,5-2 2 0,3 0-4 16,30-4 2-16,14-5-8 15,20-3-21-15,10-10-60 16,13-10-125-16,3-7-183 0</inkml:trace>
  <inkml:trace contextRef="#ctx0" brushRef="#br0" timeOffset="84565.44">20412 14291 881 0,'0'0'38'16,"0"0"-19"-16,0 0 15 0,0 0-22 16,0 0-3-16,0 0-1 15,-98-52-8-15,73 76-4 16,0 10 4-16,0 2 1 0,6 5 2 16,3-2-3-16,5 2 2 15,4-5-2-15,7 3 0 16,0-6 0-16,7-1-2 15,22-6-16-15,9-8-5 16,16-6-2-16,8-10 7 16,11-2-22-1,6-2-11-15,0-20 1 16,-2-5-3-16,-6 1 31 16,-13-8 16-16,-13 9 6 15,-16-3 5-15,-16 8 7 16,-11 2 45-16,-2 4 44 15,-2-2-33-15,-19 1-28 16,-2 10 6-16,-4 2-20 0,2 3-7 16,-2 0-10-16,0 3-8 15,0 15 0-15,1 3-1 16,4 6 0-16,4 1-1 16,5 0 1-16,3 2 0 0,10-4 0 15,0 0 0-15,0-4 0 16,2-6 0-16,17-4 1 0,1-7-2 15,4-5 1-15,3 0 0 16,2-1-1-16,-3-21 1 16,1 0 0-16,-4-5 1 15,-4 4 0-15,-3 2 0 16,-7 4 0-16,-2 7-1 16,-5 2 1-1,-2 6 0-15,0 2 15 16,0 0-11-16,0 0-5 15,0 0-1-15,0 6-5 16,0 18 4-16,-12 10 1 16,0-4 1-16,3 3 2 15,6 2-2-15,1-9 0 16,2 0 0-16,0-2 0 0,0-6 0 16,14-5 0-16,-2-5 1 0,5-7-1 15,2-1 0-15,5-4 0 16,4-24-1-16,1-6 2 15,2-2-1-15,-2-1 0 16,0 6 0-16,-2-1 0 16,-5 5 0-1,-2 8 0-15,-2 5 0 16,-5 8 2-16,-1-2-1 16,-1 6 5-16,-3 2-6 15,4 0 0-15,0 0 0 16,2 16-1-16,-2 5-1 15,-6 11 0-15,-1-3 2 16,-3 0 1-16,-2-3 0 0,0-1-1 16,0-1 0-16,0-12 1 15,0-2-2-15,0-3 2 16,0-7-1-16,0 0 2 0,0 0-2 16,0 0 9-16,4-7-4 15,19-20 6-15,6-8-7 16,10-5-4-1,7 4-1 1,-7 6 1-16,1 6 0 0,-8 10 1 16,-8 6-1-16,-4 4-2 15,-7 4 2-15,1 0-3 0,-3 0 1 16,-2 22-2-16,0 2 0 0,2 10-11 16,5 7-17-1,4-6-15 1,9 5 2-16,9-8-34 0,9-6-128 15,4-12-147 1</inkml:trace>
  <inkml:trace contextRef="#ctx0" brushRef="#br0" timeOffset="86210.28">22329 14522 645 0,'0'0'142'0,"0"0"-66"0,0 0-23 15,0 0-28-15,0 0-8 16,0 0 2-16,119-63-14 16,-83 52-2-1,0-5 3-15,3-3-5 16,-4-11 1-16,-6-3-1 16,-7-12 6-16,-6-11-7 15,-12-8 4-15,-4-8-3 16,0-7 2-16,-4 2 1 15,-12 3 9-15,3 7-5 16,0 17 8-16,2 10-6 0,6 15 4 16,0 13-1-16,3 10 10 15,2 2-22-15,-2 0-1 16,-4 31-10-16,-4 18 3 16,-5 18 5-16,5 11 2 15,2 4 0-15,3 0 3 16,5 1-3-1,-2-7 1-15,2-4-1 16,0-5 0-16,0-16 0 16,0-5-1-16,2-9 2 0,5-7 1 15,-3-10-2-15,-2-8 0 16,1-7-2-16,0-5-4 16,1 0 5-16,7 0 1 15,7-13 0-15,11-13 0 0,6-2-4 16,3 0-11-16,0 2 10 15,-5 2-2-15,-4 7 4 16,-8 5 2-16,-11 6 1 16,-5 6 0-16,-2 0-1 15,-1 0-2-15,0 0-1 16,0 14 3-16,-1 4 1 0,5 1-1 31,-3-1 2-31,10-2-1 0,2-2 0 0,10-2-1 16,1-6 1-16,8-2 0 15,-1-4 2-15,5 0-2 0,-1-14 0 16,4-8 0 0,-1-3 1-1,-4-5 1-15,-3 0-2 16,-8-8 1-16,-5 0 1 16,-9 3 2-16,-7 2-2 0,-4 7 10 15,0 10 17-15,0 7-9 16,0 9-5-16,-2 0-2 15,-11 0-13-15,-5 12-5 16,-4 17 4-16,0 9-2 0,3 2 2 16,6-2 1-16,2 0-1 15,6-1 1-15,3-10 0 16,2-1 0-16,0-9 0 16,0-3-2-16,2-8-5 15,8-4 2-15,1-2 4 16,2 0 1-1,5-8 1-15,4-13-1 16,0 2-2-16,3-3-6 16,-3 4-1-16,-1-3 3 15,-6 6 4-15,-3 3 2 16,-6 3 0-16,-4 4 1 0,0 0-1 16,1 1 1-16,-3 4-1 15,2 0-1-15,-2 0-1 0,0 0-2 16,4 0 1-16,2 0 0 15,4 0 1-15,1 2 2 16,0 8 0-16,3-1 0 16,-4 0-2-1,4 4 3-15,-1 1-1 16,1 0 0-16,-1-2 0 16,-4-1-2-16,-2 1 2 15,0-1 1-15,-3 1-1 16,5-6-3-16,-5-2-2 15,0 0 1-15,2 0 1 16,-4-4 1-16,2 0 0 16,0 0 2-16,3 0 0 15,7 0 0-15,-1-18 2 0,5 2-1 16,-1-4-1-16,-1-1 0 16,0-1 0-16,4-2 1 0,-5 2 0 15,1 3 0-15,-1 1 4 16,-1 5 9-16,-5 3-7 15,-3 6-3-15,0 3-1 16,2 1-3-16,1 0-1 0,7 0-2 16,-3 15 3-16,1 3-1 15,-2 0-1-15,1 4-4 16,3-4-1-16,0 2-6 16,2-5-2-16,0-4 2 15,-5-2 5-15,1-5 0 16,-5 0 6-1,-1-4 2-15,1 1 0 16,0 2 0-16,-3-1 0 16,6-2 0-16,-1 0 0 15,0 0 0-15,7 0 0 16,0 0 2-16,6 0-2 0,3 0 0 16,2 0 0-16,5 0 1 15,3-9-1-15,2-5 2 16,1-2-2-16,-7-5 2 15,-10-6 2-15,-13 5 11 0,-10-5 6 16,0 4 5-16,-8 5-1 16,-23 6 2-16,-8 7-16 15,-5 5-5 1,1 0-4-16,2 14 0 16,11 13-2-16,3 4-1 15,10 4 0-15,5 3 1 16,12 1-1-16,0 1-9 15,26 4-22-15,29-7-3 16,16 2-22-16,14-13-52 16,4-8-226-16</inkml:trace>
  <inkml:trace contextRef="#ctx0" brushRef="#br0" timeOffset="86342.03">24734 14536 726 0,'0'0'151'15,"0"0"-56"-15,0 0-46 16,0 0-36-16,0 0-8 0,0 0-5 0,-34-99-36 31,3 87-329-31</inkml:trace>
  <inkml:trace contextRef="#ctx0" brushRef="#br0" timeOffset="140661.03">1557 16365 225 0,'0'0'35'0,"0"0"-19"0,0 0 45 16,0 0 68-16,0 0-43 15,0 0-10-15,0 0-27 16,0-4-18-16,0-1-6 16,0 5 5-16,0 0-13 15,0 0-8 1,0 0-3-16,0 0-3 15,5 0 2-15,1 0-3 16,2 0 2-16,7 0 6 16,-2-3 7-16,5 1-7 15,-1-1 4-15,4 3-6 16,-1 0-4-16,3-2 1 16,-2 2 0-16,4-7-5 0,0 2 6 0,-1 0-4 15,-5 1-2 1,-2-1 0-16,-6 5 1 0,-9 0 0 15,0 0-1-15,-2 0 0 16,0 0 0-16,0 0 8 16,0 5 3-16,-9 13 3 31,-6 8 0-31,-3 2-3 0,0 4-3 16,5 1-7-16,0 8 1 15,-1 3 1-15,1 2-1 16,-3 2 1-16,3 2-1 15,-5 3-1-15,-3-3 0 16,-2 0 1-16,0-2-2 16,3-8 3-16,5-11-3 0,4-10 1 15,5-9 0-15,4-6 0 16,0-4-1-16,2 0 3 16,0 0 2-16,0 0 2 15,0-26 14-15,0-1-19 16,16-4-2-16,-5 13-1 15,0 4 1-15,-2 5 0 0,-2 6 0 0,2 3 0 16,1 0-2 0,4 0 1-16,1 0 1 0,6 0 0 15,3 0 1-15,3 0-1 16,7 0 2-16,3 3-4 16,6-3 4-16,6 0-2 15,0 0 1 1,2 0-1-16,-4-9-1 15,0-9 1-15,-3-2 0 16,-2-4 0-16,-6-7 1 16,0 0 0-16,-7-6-1 15,-7-3-2-15,-2-4 2 16,-11 4 0-16,-4 0 2 16,-5 8-2-16,0 2 1 0,0 4-1 15,0 8 1-15,-3 8 2 16,-3 6-1-16,-3 4 2 15,-3 0 0-15,-5 26-4 16,-7 10-3-16,4 7 3 16,6 3-1-16,3-7 0 0,6-3 0 31,5-4 1-31,0-1 0 0,0-7-1 16,0-3 3-1,0 2-2-15,9-9 0 0,7 2 0 16,-1-7-2-16,3-4 2 15,4-5 0-15,7 0 0 16,9-18 0-16,6-17 0 16,9-7-2-16,-3-6 2 0,-5-1 0 15,-5-9 0-15,-11 5 1 16,-10 7 0-16,-9 2-1 16,-10 8 0-16,0 10 3 15,0 4 7-15,-5 8-6 16,-6 5 4-16,-2 4-6 15,3 5-2-15,-2 0-1 0,-2 5-6 16,-1 25 6-16,2 11-3 16,-1 8 3-16,7 0-2 15,7-7 6-15,0 2-3 16,0-10 0-16,3-2-1 16,13-6 1-16,3-2-1 0,1-2-1 31,3-10-1-31,2-2-4 0,-3-10 1 15,2 0 5-15,-1 0 1 16,-5 0 0-16,-2 0 0 16,-1 0 0-16,-4 0 2 15,-3 0-2 1,-2-3-2-16,2 3 2 16,-3 0-1-16,-1 0-10 0,-1 0-8 0,5 0 10 15,1 0-5-15,0 0-1 16,2 0 7-16,7 0 7 15,5 0-1-15,2-5 1 16,8-9 2-16,2-8-1 16,1-2 0-16,3-6 0 15,-4 2 0 1,-1 2 0-16,-11 4 0 16,-9 5 1-16,-10 6 1 0,-4 7 42 15,0 4-7 1,0 0-16-16,0 0-5 0,0 0-11 15,0 0-4-15,0 0-1 16,0 18-1-16,-12 0 1 16,1 7 0-16,3 1-2 0,1 3 0 15,0 0 4-15,3 5-1 16,4-7-1-16,0 4 0 16,0-9 0-16,8 2 0 15,10-7-1-15,3-5 1 16,4-12 2-16,3 0 0 15,7-3 1 1,4-29 4-16,-4-8-3 16,-4-4-1-16,-8-4 1 15,-8 2 2-15,-11-3-3 16,-4 3-2-16,0 12-1 16,-15 12-11-16,-9 16-31 15,-10 6-62-15,-3 0-204 16</inkml:trace>
  <inkml:trace contextRef="#ctx0" brushRef="#br0" timeOffset="153108.29">4436 16258 592 0,'0'0'115'16,"0"0"-69"-16,0 0-16 0,0 0-2 16,0 0-4-1,0 0-6-15,0 0-14 0,0-23-4 16,0 23-1-16,0 0-1 31,0 0 0-31,0 0 1 0,-4 0 1 16,-1 9 0-16,-3 9 2 15,0 4 5-15,-4 5-4 16,3-4-2-16,3 4 3 16,2-1 3-16,2-2-5 15,-1 1-1-15,3-2-1 16,0-1 1-16,0 0 0 0,0-5 0 15,0 3 0-15,0-11 0 16,0-1-1-16,0-4 0 16,0 1 0-16,0-5-14 15,5 0-2-15,2 0-3 16,5-5 3-16,2-21 1 16,0-1-41-1,-3-8 15-15,-5-2-9 16,-6 5 17-16,0 6 27 15,0 4 6-15,0 5 7 0,0 3 33 16,-4 5-7-16,2 4 10 16,2 5-5-16,0 0-15 15,0 0-10-15,0 0-7 16,0 0-6-16,0-4 0 0,0 4-1 16,0 0-1-16,0 0-1 15,10 0 3-15,22 0 0 16,10 0 5-16,11-14-2 15,8-3-3-15,-1-5-8 16,-2 3-25-16,-7-2-22 16,-13 3-49-16,-12 1-72 0,-12-2 18 15,-10-3 23-15,-4-3 133 16,0 4 2-16,-8-9 148 16,-12 4-26-16,0 2 2 15,-1-2 12-15,4 8-40 16,5 4-46-16,4 5 12 15,3 9-23 1,3-4-10-16,2 4-18 16,0 0-10-16,0 0-1 15,-2 0-2-15,-2 27-1 0,-6 8 3 16,4 10 6-16,-1 9 2 16,3 0 3-16,2 8-2 15,0 4-6-15,2 11 0 16,0-2-3-16,0 2 0 0,0-11 3 15,0-4 0-15,0-12-1 16,0-10 0-16,0-8-2 16,0-9 3-16,0-7-3 15,0-10 0-15,0-3 2 16,0-3-2-16,-4 0 7 16,0 0 2-1,0-17 31-15,4-19-31 16,0-18-9-16,0-5-2 15,24-11 2-15,3 3 0 16,5-5 0-16,-1 19-3 16,-1 4 2-16,2 17-2 15,-3 18 2-15,1 7 0 0,-2 7-1 16,-3 0 0-16,-8 3 0 0,-8 25-3 16,-9 6 3-1,0 7-4-15,-31 3-2 0,-11-6-8 16,-8-4 5-16,6-6-3 15,4-12-4-15,11-6-6 16,13-6-17-16,12-4-11 16,4-4-24-1,0-26-192-15,22-8-90 16</inkml:trace>
  <inkml:trace contextRef="#ctx0" brushRef="#br0" timeOffset="154779.49">5289 16397 623 0,'0'0'78'0,"0"0"-29"0,0 0 26 16,0 0-29-16,0 0-23 16,0 0-15-16,-70 76-7 15,70-68 4-15,0-4-1 16,10-4 0-16,5 0-1 0,2 0 0 15,9-16 1-15,1-12-1 16,-1-9-2-16,-1-2 0 16,-7-1 0-16,-5 3-1 15,-8 3 1-15,-1 6 4 16,-4 2-2-16,0 12 28 16,-4 0-5-1,-6 10 5-15,2 1-17 16,-2 3-7-16,2 0-6 15,-3 0-1-15,-3 17-1 16,3 5 1-16,0 14-3 16,2 0 3-16,4 13-2 15,1 1 2-15,4 2 2 16,0-6-1-16,0 1-1 0,0-6 2 16,9-9-2-16,7-6 0 15,0-8-2-15,8-4 4 16,2-9-1-16,3-5 1 0,5 0 0 15,6-15 0-15,0-14-2 16,7-12 3-16,0-10-3 31,-5-7 0-31,-1-3 0 0,-9-1 0 16,-9 4-5-16,-6 9 2 16,-10 11-1-16,-5 9 1 15,-2 6 2-15,0 14 1 16,0 4-4-16,-13 5-3 15,0 5 5-15,0 27 1 16,0-1 1-16,3 3-1 0,10 2 0 16,0 0 1-16,0-4-2 15,10 3 2-15,3-3 0 16,0-2 0-16,3-2 0 16,-1-6 0-16,-1-8-5 15,-2-1-4-15,-2-4-1 16,-1-1 5-16,2-4 3 0,0-2-14 15,0 2-10 1,2 1 14-16,2-5 7 16,6 0-2-16,11 0 7 15,3 0-3-15,7-15-1 16,1 3-1-16,-1-2-1 16,-4-4 6-16,-3-8 0 15,-4-2 0-15,-4-2 1 0,-6-2 2 16,-8 10-1-16,-12-1 11 15,-1 10 23-15,0 1 0 16,-1 1-12-16,-17 8-11 16,-6 3-5-16,-3 0-5 15,-3 0-2-15,2 17 1 16,6 10-1-16,4 4 0 0,5 0-1 16,6 1-1-16,4-2 0 15,3 2 1-15,0-5 0 16,0 5 0-16,17-6 0 15,2-6 0-15,3-5-1 16,1-1 1-16,2-10 0 0,-4-4 0 31,4 0 0-31,0-7-1 16,-3-12 1-16,-2-8 0 0,-2 8 0 16,-2-3 0-16,-3 5 1 15,-2 0-1-15,1 7 0 16,-6-4 1-1,0 6 1-15,-1 4-4 0,-1 4 3 16,-2-5-1-16,4 5 0 0,0 0-2 16,5 0-2-16,5 0 3 15,3 0 1-15,6 0-5 16,3 0 0-16,4 0-1 16,2 0-4-16,-3 0 4 15,2 0-2-15,4-1 3 16,0 1 5-16,7-4 0 0,4 0 0 15,0-8-1-15,1-2 1 16,0 0 1-16,0-4-1 16,-1 0 0-16,-6 1 1 15,-9 3-1-15,-11 9 0 16,-11-4 1-16,-11 5 0 0,0 4 6 31,-5 0 5-31,-23 0-11 16,-5 0-1-16,-6 0 2 15,9 9 1-15,0 9 6 0,4 0-6 16,3 8 0-16,6 2-3 16,2 2 1-16,7-2-1 15,6-6 0-15,2 0 0 16,0 1 0-16,9-9 0 0,16-2 1 16,11-12 0-16,5 0 3 15,2 0-2-15,4-9-1 16,3-19 3-16,9-12-4 15,5-13 0-15,-1-8-6 16,-12-12-3-16,-17 1 3 16,-16 2 6-1,-18 2 0-15,0 5 1 16,-10 5-1-16,-11 10 4 16,-6 12 9-16,4 11 6 15,6 11 2-15,3 9-1 16,1 5-8-16,-7 8-12 15,-7 28-1-15,-4 13 1 0,4 9 0 16,9 4-5-16,9 2 5 16,7-2 0-16,2 0 0 15,2 1 0-15,26-5 0 16,13-4 0-16,9-6-7 0,10-7-37 16,2-9-44-16,2-15-146 15,-3-13-255-15</inkml:trace>
  <inkml:trace contextRef="#ctx0" brushRef="#br0" timeOffset="154927.5">7900 16392 816 0,'0'0'46'15,"0"0"-18"-15,0 0-15 0,0 0-13 16,0 0-20-16,0 0-90 15,-50-44-399-15</inkml:trace>
  <inkml:trace contextRef="#ctx0" brushRef="#br0" timeOffset="165591.6">8612 16128 525 0,'0'0'165'0,"0"0"-78"16,0 0-19-16,0 0-5 16,0 0-9-16,0 0-12 0,0 0-17 15,-22-30-11-15,22 30 0 16,0 0-2-16,0 0-5 16,0 0-3-16,0 0-4 15,0 0 0-15,0 0-2 16,0 0-1-16,0 0 0 15,0 0 1 1,-2 12 2-16,-3 2 1 16,1 7-1-16,2 2 1 15,-1 0-1-15,-1 4 0 16,2-1 0-16,0 2 0 16,0 2 0-16,0-2 0 15,-1 3 0-15,-2-4-2 16,1 0-10-16,0-6-2 0,2-2-6 15,-1-1-19-15,1-6-19 0,2-8-44 16,0-4-101-16,0 0-112 16</inkml:trace>
  <inkml:trace contextRef="#ctx0" brushRef="#br0" timeOffset="165770.28">8646 16003 630 0,'0'0'50'0,"0"0"3"15,0 0-14 1,0 0-28-16,0 0-11 16,0 0-53-16,33-9-61 15,-15 23-156-15</inkml:trace>
  <inkml:trace contextRef="#ctx0" brushRef="#br0" timeOffset="166572.94">8805 16179 604 0,'0'0'41'16,"0"0"-12"-16,0 0 15 15,0 0 7-15,0 0-23 16,0 0-17 0,64-7-2-16,-53 29-1 0,-2 10-6 15,-5 4 7-15,-4 9 2 16,0 1-1-16,0 2-5 16,-9-2-2-16,-4-8-2 15,2-15 6-15,2-2-3 0,5-10-3 16,2-8 4-16,2 1 0 15,0-4-3-15,0 0 10 16,0-12 26-16,6-15-20 16,18-14-17-16,6-3-1 15,-1-4 1-15,-2 3 0 0,0 13-1 16,-6 4 1-16,-4 7 3 31,-3 9-8-31,-4 5 4 16,-6 3 0-16,-2 4 6 0,-2 0-4 15,3 0-2-15,-1 0 0 16,-2 9-1-16,2 14 1 16,-2 7 3-16,0-2 2 15,0 4-3-15,0 3-2 16,2-3 2-16,4-2 0 0,6-2-2 16,1-6 0-16,5-9 0 15,2-4 2-15,5-6-1 16,4-3 2-16,-1 0-3 15,2-12 3-15,-1-15-2 16,-5-5 2-16,1-2 4 16,-6-6-2-16,-5-3 3 0,-4 9 0 15,-4 2-5-15,-4 6 3 16,-2 12 0-16,0 2 8 0,0 6-2 31,0 6-2-31,0 0-10 16,0 0 0-16,0 0 0 15,0 0-3-15,0 3-2 16,0 18 5-16,0 9 0 0,11-4-1 16,10 2 0-16,11 2 1 15,5-1 0-15,-5-3 0 16,4 0-3-16,-9-6-7 16,-7 0 2-16,-8-6-11 15,-12 0-2-15,0-1-10 16,-35-4 9-16,-7 1-21 0,-6-2-47 15,5-3-22-15,10-5-32 16,13-5-55-16</inkml:trace>
  <inkml:trace contextRef="#ctx0" brushRef="#br0" timeOffset="166858.65">10030 15891 715 0,'0'0'125'0,"0"0"-83"16,0 0-35-16,0 0-6 0,0 0 9 15,0 0 43-15,0 143-31 16,-10-85-10-16,-4 2-5 16,5 2-3-1,-1 5-1-15,4-2-2 16,0 4 0-16,-3-3 0 15,-1-4-1-15,0-12 1 0,-3-10-1 16,1-10-24-16,3-11-24 16,3-14-19-1,-1-1-39-15,0-4-65 16,4 0-39-16</inkml:trace>
  <inkml:trace contextRef="#ctx0" brushRef="#br0" timeOffset="167016.34">9763 16469 617 0,'0'0'84'16,"0"0"-7"-16,0 0-7 0,0 0-13 15,0 0-30-15,0 0-22 16,69-72-5 0,7 62-48-16,-1 10-144 0,-5 0-332 15</inkml:trace>
  <inkml:trace contextRef="#ctx0" brushRef="#br0" timeOffset="168160.1">10048 16615 562 0,'0'0'132'16,"0"0"-57"-16,0 0 4 15,0 0-20-15,0 0-18 16,0 0-14-16,-40-130-20 15,71 95-4-15,7 0-1 0,0 3 0 16,0-5-1-16,-7 11-1 16,-6 8 2-16,-4 0-1 15,-7 6-1-15,-8 10 0 16,-1-2 0-16,-5 4 1 0,0 0-1 16,0 0-4-1,0 15 0-15,0 11 4 0,0 10 0 16,0-1 4-16,-5 6-3 15,5-5-1-15,0-2 2 16,0-3-2-16,0-4 0 31,0-3 0-31,13-8 0 0,0-2 0 16,-3-3 1-16,0-8-1 16,1-3 1-16,0 0 5 15,9 0-6-15,5-22 4 0,8-5-3 16,0 1-1-1,7-11 1-15,-1-4-1 0,1-2 1 16,-1 2 0-16,-5-3-1 16,-5 8 0-16,-9 8 0 15,-8 10 0-15,-3 6 3 16,-5 9 3-16,-4-2 4 16,0 5 4-16,0 0-14 15,0 12-8-15,-3 14 8 0,-12 11 0 16,2-1 4-16,3-1-2 0,4-4-1 15,6 1-1 1,0-6 0-16,0-8 0 0,0 0 1 16,0-8-1-16,4-3 0 15,8-2 2-15,3-5-1 16,8 0 2-16,12-12 1 16,0-16-1-1,4-2 1-15,-7-6-3 16,3-5 1-16,-4 2 0 15,0-2-2-15,-4 13-2 16,-8 7 2-16,-7 9 0 16,-7 10 2-16,-5-1-2 15,0 3 0-15,0 0-7 0,0 12 4 16,0 16 3-16,0 11 2 16,0-4 0-16,0-3-2 15,0 1 2-15,0-8-2 16,12-2 0-16,11-5 0 0,4-10 1 15,8-8-1-15,9 0 3 32,6-12-1-32,8-20-2 15,4-5 0-15,1-2 0 0,-3-1 0 16,-4 8 1-16,-14 9-1 16,-13 11 0-16,-15 4 1 15,-8 7 0-15,-6 1 1 16,0 0-2-16,0 0-6 15,0 0 1-15,0 13 5 16,0 1 0-16,0-2 4 0,0-2-4 16,0-10 2-16,0 4-1 15,0-4 0-15,0 0 1 16,-2 0 0-16,-7 0 2 0,-3-14-2 16,-7 2-2-1,-4 2 0-15,-3 6 0 0,-8 4-3 16,0 0 1-16,2 14 0 31,0 12 2-31,10 6 0 0,8 3-1 16,12-3 1-16,2-2-1 15,14-2 1-15,30-6 0 0,18-14 2 0,23-2-2 16,12-6-11-16,11 0-22 16,6-14-41-1,-4-18-87-15,-6-8-211 16</inkml:trace>
  <inkml:trace contextRef="#ctx0" brushRef="#br0" timeOffset="168676.28">12240 15807 706 0,'0'0'115'0,"0"0"-20"0,0 0-36 15,0 0-32-15,0 0-24 16,0 0-2-16,-25 67 9 15,18-14 2-15,-3 6-3 16,0-1-5-16,2 4 5 31,0-3 0-31,4-6 1 16,2-1-6-16,-1-6-1 16,3-6-3-16,0-8 2 15,0-1-2-15,0-14 0 0,0-3 0 16,0-2-11-16,0-1 2 15,0 1 1-15,0 2 2 16,0-5 2-16,0 3-7 0,-5-5-2 16,2 1 10-16,-1-8 0 15,-3 5 3-15,2-2 0 16,3-3 2-16,-3 0-2 16,1 0 3-16,-6 0-2 0,4-18-1 15,-1-8-1-15,5-6-1 16,2-4 1-16,0 2 1 15,4-2 0-15,15 9-2 16,-4 9 1-16,2 4 1 16,2 10-1-16,-1 4-1 15,-2 0 1-15,1 4-2 16,1 14 2-16,-6 8-3 0,-1 3-8 31,-5 5-26-31,-4-2-71 16,1-6-49-16,-3-2-52 15,0-7-11-15</inkml:trace>
  <inkml:trace contextRef="#ctx0" brushRef="#br0" timeOffset="169076.18">12012 16415 305 0,'0'0'57'16,"0"0"51"-16,0 0 44 15,0 0-52-15,0 0-34 16,0 0-27-16,64-95-13 15,-8 91-7-15,9 0-9 16,9 3-1-16,6-3-9 16,2-1 2-1,1 1 1-15,-10 1-3 16,-6 1-5-16,-18-1-38 16,-15 1-22-16,-16-2 0 15,-15 1 63-15,-3-2-6 16,0-1 16-16,0 2 14 15,-11 0 34-15,-2 0-11 0,1 4-6 16,-5 0-9-16,2 0-21 16,1 14 1-16,2 9 3 15,2 2-7-15,3 6 9 0,3 5-9 16,4 0-4-16,0 0-1 16,0 0 2-16,0-4-3 15,0 2-2-15,0-6-28 16,2-5-41-16,-2-6-78 0,0-9-159 15,0-8-79-15</inkml:trace>
  <inkml:trace contextRef="#ctx0" brushRef="#br0" timeOffset="169229.58">12656 16252 244 0,'0'0'397'0,"0"0"-334"0,0 0 64 15,0 0-60-15,0 0-53 16,0 0-7-16,20-66-7 0,-4 74-8 16,4 16-29-16,4 2-156 15,-3 0-268-15</inkml:trace>
  <inkml:trace contextRef="#ctx0" brushRef="#br0" timeOffset="169976.78">13060 16312 666 0,'0'0'109'0,"0"0"-19"0,0 0-20 16,0 0-35-16,0 0-18 16,0 0-9-16,-60-10-8 15,41 42 1-15,5 9-1 16,0-5 1-16,2 2-1 15,6-6 4-15,6-5-4 16,0 0 0-16,0-8 1 0,0-7 0 16,6-3 0-16,10-9 0 15,6 0 0-15,5-9 0 16,5-17-1-16,-1-11 1 16,-2-7-1-16,-5 0 1 15,-8-6-1-15,-5 5 0 0,-11 9 0 16,0 6 5-16,0 13 1 31,-14 10 8-31,-3 3-5 0,-1 4-9 16,-7 4 0-16,3 20-1 15,4 6-1-15,2 2 2 16,8-5 0-16,1-1 1 16,7-8-2-16,0-4 2 15,0-6-1-15,0-2 0 0,7-2 0 16,9-4 2-16,3 0-1 15,8-4 0-15,4-14-1 16,3-1 1-16,-1 6 0 16,0-4-1-16,-2 8 0 15,-4 0 0-15,-2 8 0 16,-2 1-1-16,-1 0 1 0,-3 10-1 16,2 12 0-16,-8 4 1 15,-5 2 0-15,-4-2 0 16,-4-5-1-16,0 2 1 15,0-9 0-15,0-5 0 16,0-4 0-16,0-5 1 0,0 0 0 31,0 0 4-31,0 0-3 16,0-5 1-16,2-18-2 0,9 0 1 16,5 2-4-16,-1-1 3 15,1 7-1-15,-3 8 0 16,-5 0-3-16,2 7 2 15,-5 0 0-15,5 0-9 16,2 7-6-16,1 15-19 0,3-8-81 16,1-2-251-16</inkml:trace>
  <inkml:trace contextRef="#ctx0" brushRef="#br0" timeOffset="170146.4">14043 16252 753 0,'0'0'103'0,"0"0"-46"0,0 0 3 15,0 0-32-15,0 0-4 16,0 0-20-16,-11-75-4 16,11 89-59-16,3 18-125 15,-3 3-501-15</inkml:trace>
  <inkml:trace contextRef="#ctx0" brushRef="#br0" timeOffset="170306.83">14072 16954 879 0,'0'0'26'15,"0"0"-1"-15,0 0-14 16,0 0-11-16,0 0-69 15,0 0-507-15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IN"/>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E4D2D20F-53A5-490A-837A-4430713C8CF5}" type="datetimeFigureOut">
              <a:rPr lang="en-US" smtClean="0"/>
              <a:pPr/>
              <a:t>8/16/2025</a:t>
            </a:fld>
            <a:endParaRPr lang="en-IN"/>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IN"/>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IN"/>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72E2663B-E387-443C-B665-17502BB33C5B}" type="slidenum">
              <a:rPr lang="en-IN" smtClean="0"/>
              <a:pPr/>
              <a:t>‹#›</a:t>
            </a:fld>
            <a:endParaRPr lang="en-IN"/>
          </a:p>
        </p:txBody>
      </p:sp>
    </p:spTree>
    <p:extLst>
      <p:ext uri="{BB962C8B-B14F-4D97-AF65-F5344CB8AC3E}">
        <p14:creationId xmlns:p14="http://schemas.microsoft.com/office/powerpoint/2010/main" val="580252355"/>
      </p:ext>
    </p:extLst>
  </p:cSld>
  <p:clrMap bg1="lt1" tx1="dk1" bg2="lt2" tx2="dk2" accent1="accent1" accent2="accent2" accent3="accent3" accent4="accent4" accent5="accent5" accent6="accent6" hlink="hlink" folHlink="folHlink"/>
  <p:notesStyle>
    <a:lvl1pPr marL="0" algn="l" defTabSz="914012" rtl="0" eaLnBrk="1" latinLnBrk="0" hangingPunct="1">
      <a:defRPr sz="1200" kern="1200">
        <a:solidFill>
          <a:schemeClr val="tx1"/>
        </a:solidFill>
        <a:latin typeface="+mn-lt"/>
        <a:ea typeface="+mn-ea"/>
        <a:cs typeface="+mn-cs"/>
      </a:defRPr>
    </a:lvl1pPr>
    <a:lvl2pPr marL="457008" algn="l" defTabSz="914012" rtl="0" eaLnBrk="1" latinLnBrk="0" hangingPunct="1">
      <a:defRPr sz="1200" kern="1200">
        <a:solidFill>
          <a:schemeClr val="tx1"/>
        </a:solidFill>
        <a:latin typeface="+mn-lt"/>
        <a:ea typeface="+mn-ea"/>
        <a:cs typeface="+mn-cs"/>
      </a:defRPr>
    </a:lvl2pPr>
    <a:lvl3pPr marL="914012" algn="l" defTabSz="914012" rtl="0" eaLnBrk="1" latinLnBrk="0" hangingPunct="1">
      <a:defRPr sz="1200" kern="1200">
        <a:solidFill>
          <a:schemeClr val="tx1"/>
        </a:solidFill>
        <a:latin typeface="+mn-lt"/>
        <a:ea typeface="+mn-ea"/>
        <a:cs typeface="+mn-cs"/>
      </a:defRPr>
    </a:lvl3pPr>
    <a:lvl4pPr marL="1371020" algn="l" defTabSz="914012" rtl="0" eaLnBrk="1" latinLnBrk="0" hangingPunct="1">
      <a:defRPr sz="1200" kern="1200">
        <a:solidFill>
          <a:schemeClr val="tx1"/>
        </a:solidFill>
        <a:latin typeface="+mn-lt"/>
        <a:ea typeface="+mn-ea"/>
        <a:cs typeface="+mn-cs"/>
      </a:defRPr>
    </a:lvl4pPr>
    <a:lvl5pPr marL="1828025" algn="l" defTabSz="914012" rtl="0" eaLnBrk="1" latinLnBrk="0" hangingPunct="1">
      <a:defRPr sz="1200" kern="1200">
        <a:solidFill>
          <a:schemeClr val="tx1"/>
        </a:solidFill>
        <a:latin typeface="+mn-lt"/>
        <a:ea typeface="+mn-ea"/>
        <a:cs typeface="+mn-cs"/>
      </a:defRPr>
    </a:lvl5pPr>
    <a:lvl6pPr marL="2285032" algn="l" defTabSz="914012" rtl="0" eaLnBrk="1" latinLnBrk="0" hangingPunct="1">
      <a:defRPr sz="1200" kern="1200">
        <a:solidFill>
          <a:schemeClr val="tx1"/>
        </a:solidFill>
        <a:latin typeface="+mn-lt"/>
        <a:ea typeface="+mn-ea"/>
        <a:cs typeface="+mn-cs"/>
      </a:defRPr>
    </a:lvl6pPr>
    <a:lvl7pPr marL="2742037" algn="l" defTabSz="914012" rtl="0" eaLnBrk="1" latinLnBrk="0" hangingPunct="1">
      <a:defRPr sz="1200" kern="1200">
        <a:solidFill>
          <a:schemeClr val="tx1"/>
        </a:solidFill>
        <a:latin typeface="+mn-lt"/>
        <a:ea typeface="+mn-ea"/>
        <a:cs typeface="+mn-cs"/>
      </a:defRPr>
    </a:lvl7pPr>
    <a:lvl8pPr marL="3199044" algn="l" defTabSz="914012" rtl="0" eaLnBrk="1" latinLnBrk="0" hangingPunct="1">
      <a:defRPr sz="1200" kern="1200">
        <a:solidFill>
          <a:schemeClr val="tx1"/>
        </a:solidFill>
        <a:latin typeface="+mn-lt"/>
        <a:ea typeface="+mn-ea"/>
        <a:cs typeface="+mn-cs"/>
      </a:defRPr>
    </a:lvl8pPr>
    <a:lvl9pPr marL="3656050" algn="l" defTabSz="91401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Branch instructions: the program counter is </a:t>
            </a:r>
            <a:r>
              <a:rPr lang="en-US" dirty="0"/>
              <a:t>one of the general-purpose registers (R15), a branch or jump can also be generated by writing a value to R15. A subroutine call can be performed by a variant of the standard branch instruction. As well as allowing a branch forward or backward up to 32 MB, the Branch with Link (BL) instruction preserves the address of the instruction after the branch (the return address) in the LR (R14). Branches are determined by a 4-bit condition field in the instruction.</a:t>
            </a:r>
          </a:p>
          <a:p>
            <a:r>
              <a:rPr lang="en-IN" dirty="0"/>
              <a:t>Multiply instructions:: </a:t>
            </a:r>
            <a:r>
              <a:rPr lang="en-US" dirty="0"/>
              <a:t>For example, there is a multiply instruction that takes two 32-bit operands and produces a 64-bit result.</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18</a:t>
            </a:fld>
            <a:endParaRPr lang="en-IN"/>
          </a:p>
        </p:txBody>
      </p:sp>
    </p:spTree>
    <p:extLst>
      <p:ext uri="{BB962C8B-B14F-4D97-AF65-F5344CB8AC3E}">
        <p14:creationId xmlns:p14="http://schemas.microsoft.com/office/powerpoint/2010/main" val="21672615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Parallel addition and subtraction instructions: In addition to the normal data processing and multiply instructions, there are a set of parallel addition and subtraction instructions, in which portions of two operands are operated on in parallel. For example, ADD16 adds the top halfwords of two registers to form the top halfword of the result and adds the bottom halfwords of the same two registers to form the bottom halfword of the result. These </a:t>
            </a:r>
            <a:r>
              <a:rPr lang="en-US" dirty="0" err="1"/>
              <a:t>instructions</a:t>
            </a:r>
            <a:r>
              <a:rPr lang="en-US" dirty="0"/>
              <a:t> are useful in image processing applications, similar to the x86 MMX instructions</a:t>
            </a:r>
          </a:p>
          <a:p>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19</a:t>
            </a:fld>
            <a:endParaRPr lang="en-IN"/>
          </a:p>
        </p:txBody>
      </p:sp>
    </p:spTree>
    <p:extLst>
      <p:ext uri="{BB962C8B-B14F-4D97-AF65-F5344CB8AC3E}">
        <p14:creationId xmlns:p14="http://schemas.microsoft.com/office/powerpoint/2010/main" val="358122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unusual aspects to the use of condition codes in ARM: </a:t>
            </a:r>
          </a:p>
          <a:p>
            <a:pPr marL="228600" indent="-228600">
              <a:buAutoNum type="arabicPeriod"/>
            </a:pPr>
            <a:r>
              <a:rPr lang="en-US" dirty="0"/>
              <a:t>All instructions, not just branch instructions, include a condition code field, </a:t>
            </a:r>
          </a:p>
          <a:p>
            <a:pPr marL="0" indent="0">
              <a:buNone/>
            </a:pPr>
            <a:r>
              <a:rPr lang="en-US" dirty="0"/>
              <a:t>which means that virtually all instructions may be conditionally executed. </a:t>
            </a:r>
          </a:p>
          <a:p>
            <a:pPr marL="0" indent="0">
              <a:buNone/>
            </a:pPr>
            <a:r>
              <a:rPr lang="en-US" dirty="0"/>
              <a:t>Any combination of flag settings except 1110 or 1111 in an instruction’s condition code field signifies that the instruction will be executed only if the condition is met.</a:t>
            </a:r>
          </a:p>
          <a:p>
            <a:pPr marL="0" indent="0">
              <a:buNone/>
            </a:pPr>
            <a:r>
              <a:rPr lang="en-US" dirty="0"/>
              <a:t> 2. All data processing instructions (arithmetic, logical) include an S bit that signifies whether the instruction updates the condition flags.</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20</a:t>
            </a:fld>
            <a:endParaRPr lang="en-IN"/>
          </a:p>
        </p:txBody>
      </p:sp>
    </p:spTree>
    <p:extLst>
      <p:ext uri="{BB962C8B-B14F-4D97-AF65-F5344CB8AC3E}">
        <p14:creationId xmlns:p14="http://schemas.microsoft.com/office/powerpoint/2010/main" val="20483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 of conditional execution and conditional setting of the condition flags helps in the design of shorter programs </a:t>
            </a:r>
          </a:p>
          <a:p>
            <a:r>
              <a:rPr lang="en-US" dirty="0"/>
              <a:t>that use less memory. </a:t>
            </a:r>
          </a:p>
          <a:p>
            <a:r>
              <a:rPr lang="en-US" dirty="0"/>
              <a:t>On the other hand, all instructions include 4 bits for the condition code, so there is a trade-off in that fewer bits</a:t>
            </a:r>
          </a:p>
          <a:p>
            <a:r>
              <a:rPr lang="en-US" dirty="0"/>
              <a:t> in the 32-bit instruction are available for opcode and operands </a:t>
            </a:r>
          </a:p>
          <a:p>
            <a:r>
              <a:rPr lang="en-IN" dirty="0"/>
              <a:t>Because the </a:t>
            </a:r>
            <a:r>
              <a:rPr lang="en-US" dirty="0"/>
              <a:t>ARM is a RISC design that relies heavily on register addressing, this seems to be a reasonable trade-off</a:t>
            </a:r>
            <a:r>
              <a:rPr lang="en-IN" dirty="0"/>
              <a:t> </a:t>
            </a:r>
          </a:p>
        </p:txBody>
      </p:sp>
      <p:sp>
        <p:nvSpPr>
          <p:cNvPr id="4" name="Slide Number Placeholder 3"/>
          <p:cNvSpPr>
            <a:spLocks noGrp="1"/>
          </p:cNvSpPr>
          <p:nvPr>
            <p:ph type="sldNum" sz="quarter" idx="5"/>
          </p:nvPr>
        </p:nvSpPr>
        <p:spPr/>
        <p:txBody>
          <a:bodyPr/>
          <a:lstStyle/>
          <a:p>
            <a:fld id="{72E2663B-E387-443C-B665-17502BB33C5B}" type="slidenum">
              <a:rPr lang="en-IN" smtClean="0"/>
              <a:pPr/>
              <a:t>23</a:t>
            </a:fld>
            <a:endParaRPr lang="en-IN"/>
          </a:p>
        </p:txBody>
      </p:sp>
    </p:spTree>
    <p:extLst>
      <p:ext uri="{BB962C8B-B14F-4D97-AF65-F5344CB8AC3E}">
        <p14:creationId xmlns:p14="http://schemas.microsoft.com/office/powerpoint/2010/main" val="81868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lang="en-US" dirty="0" err="1"/>
              <a:t>Preindex</a:t>
            </a:r>
            <a:r>
              <a:rPr lang="en-US" dirty="0"/>
              <a:t>: The memory address is formed in the same way as for offset addressing. The memory address is also written back to the base register. In other words, the base register value is incremented or decremented by the offset value. Figure b illustrates this method with the assembly language instruction STRB r0, [r1, #12]!. The exclamation point signifies </a:t>
            </a:r>
            <a:r>
              <a:rPr lang="en-US" dirty="0" err="1"/>
              <a:t>preindexin</a:t>
            </a:r>
            <a:endParaRPr lang="en-US" dirty="0"/>
          </a:p>
          <a:p>
            <a:pPr marL="0" marR="0" lvl="0" indent="0" algn="l" defTabSz="914012" rtl="0" eaLnBrk="1" fontAlgn="auto" latinLnBrk="0" hangingPunct="1">
              <a:lnSpc>
                <a:spcPct val="100000"/>
              </a:lnSpc>
              <a:spcBef>
                <a:spcPts val="0"/>
              </a:spcBef>
              <a:spcAft>
                <a:spcPts val="0"/>
              </a:spcAft>
              <a:buClrTx/>
              <a:buSzTx/>
              <a:buFontTx/>
              <a:buNone/>
              <a:tabLst/>
              <a:defRPr/>
            </a:pPr>
            <a:r>
              <a:rPr lang="en-US" dirty="0" err="1"/>
              <a:t>Postindex</a:t>
            </a:r>
            <a:r>
              <a:rPr lang="en-US" dirty="0"/>
              <a:t>: The memory address is the base register value. An offset is added to or subtracted from the base register value and the result is written back to the base register. Figure c illustrates this method with the assembly language instruction STRB r0, [r1], #12.</a:t>
            </a:r>
            <a:endParaRPr lang="en-IN" dirty="0"/>
          </a:p>
          <a:p>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38</a:t>
            </a:fld>
            <a:endParaRPr lang="en-IN"/>
          </a:p>
        </p:txBody>
      </p:sp>
    </p:spTree>
    <p:extLst>
      <p:ext uri="{BB962C8B-B14F-4D97-AF65-F5344CB8AC3E}">
        <p14:creationId xmlns:p14="http://schemas.microsoft.com/office/powerpoint/2010/main" val="179480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39</a:t>
            </a:fld>
            <a:endParaRPr lang="en-IN"/>
          </a:p>
        </p:txBody>
      </p:sp>
    </p:spTree>
    <p:extLst>
      <p:ext uri="{BB962C8B-B14F-4D97-AF65-F5344CB8AC3E}">
        <p14:creationId xmlns:p14="http://schemas.microsoft.com/office/powerpoint/2010/main" val="3563071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Multiple instructions load a subset (possibly all) of the general-purpose registers from memory. Store Multiple instructions store a subset (possibly all) of the general-purpose registers to memory. The list of registers for the load or store is specified in a 16-bit field in the instruction with each bit corresponding to one of the 16 registers. Load and Store Multiple addressing modes produce a sequential range of memory addresses. The lowest numbered register is stored at the lowest memory address and the highest numbered register at the highest memory address.</a:t>
            </a:r>
          </a:p>
          <a:p>
            <a:r>
              <a:rPr lang="en-US" dirty="0"/>
              <a:t> Four addressing modes are used</a:t>
            </a:r>
          </a:p>
          <a:p>
            <a:r>
              <a:rPr lang="en-US" dirty="0"/>
              <a:t>increment after, increment before, decrement after, and decrement before.</a:t>
            </a:r>
          </a:p>
          <a:p>
            <a:r>
              <a:rPr lang="en-US" dirty="0"/>
              <a:t> A base register specifies a main memory address where register values are stored in or loaded from in ascending (increment) or descending (decrement) word locations. Incrementing or decrementing starts either before or after the first memory access. These instructions are useful for block loads or stores, stack operations, and procedure exit sequences</a:t>
            </a:r>
            <a:endParaRPr lang="en-IN" dirty="0"/>
          </a:p>
          <a:p>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43</a:t>
            </a:fld>
            <a:endParaRPr lang="en-IN"/>
          </a:p>
        </p:txBody>
      </p:sp>
    </p:spTree>
    <p:extLst>
      <p:ext uri="{BB962C8B-B14F-4D97-AF65-F5344CB8AC3E}">
        <p14:creationId xmlns:p14="http://schemas.microsoft.com/office/powerpoint/2010/main" val="1242142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instructions in the ARM architecture are 32 bits long and follow a regular format</a:t>
            </a:r>
          </a:p>
          <a:p>
            <a:r>
              <a:rPr lang="en-US" dirty="0"/>
              <a:t>The first four bits of an instruction are the condition code</a:t>
            </a:r>
          </a:p>
          <a:p>
            <a:r>
              <a:rPr lang="en-US" dirty="0"/>
              <a:t>virtually all ARM instructions can be conditionally executed. </a:t>
            </a:r>
          </a:p>
          <a:p>
            <a:r>
              <a:rPr lang="en-US" dirty="0"/>
              <a:t>The next three bits specify the general type of instruction. </a:t>
            </a:r>
          </a:p>
          <a:p>
            <a:r>
              <a:rPr lang="en-US" dirty="0"/>
              <a:t>For most instructions other than branch instructions, the next five bits constitute an opcode and/or modifier bits for the operation.</a:t>
            </a:r>
          </a:p>
          <a:p>
            <a:r>
              <a:rPr lang="en-US" dirty="0"/>
              <a:t>The remaining 20 bits are for operand addressing. </a:t>
            </a:r>
          </a:p>
          <a:p>
            <a:r>
              <a:rPr lang="en-US" dirty="0"/>
              <a:t>The regular structure of the instruction formats eases the job of the instruction decode units</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54</a:t>
            </a:fld>
            <a:endParaRPr lang="en-IN"/>
          </a:p>
        </p:txBody>
      </p:sp>
    </p:spTree>
    <p:extLst>
      <p:ext uri="{BB962C8B-B14F-4D97-AF65-F5344CB8AC3E}">
        <p14:creationId xmlns:p14="http://schemas.microsoft.com/office/powerpoint/2010/main" val="670093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The ARM data processing instructions are used to modify data values in registers. The operations that are supported include arithmetic and bit-wise logical combinations of 32-bit data types. One operand may be shifted or rotated </a:t>
            </a:r>
            <a:r>
              <a:rPr lang="en-US" dirty="0" err="1"/>
              <a:t>en</a:t>
            </a:r>
            <a:r>
              <a:rPr lang="en-US" dirty="0"/>
              <a:t> route to the ALU, allowing, for example, shift and add in a single instruction</a:t>
            </a:r>
          </a:p>
          <a:p>
            <a:pPr marL="228600" indent="-228600">
              <a:buAutoNum type="arabicPeriod"/>
            </a:pPr>
            <a:r>
              <a:rPr lang="en-US" dirty="0"/>
              <a:t> The ARM data processing instructions employ a 3-address format, which means that the two source operands and the destination register are specified independently</a:t>
            </a:r>
          </a:p>
          <a:p>
            <a:pPr marL="228600" indent="-228600">
              <a:buAutoNum type="arabicPeriod"/>
            </a:pPr>
            <a:r>
              <a:rPr lang="en-US" dirty="0"/>
              <a:t> One source operand is always a register; the second may be a register, a shifted register or an immediate value. </a:t>
            </a:r>
          </a:p>
          <a:p>
            <a:pPr marL="228600" indent="-228600">
              <a:buAutoNum type="arabicPeriod"/>
            </a:pPr>
            <a:r>
              <a:rPr lang="en-US" dirty="0"/>
              <a:t>The shift applied to the second operand, if it is a register, may be a logical or arithmetic shift or a rotate  and it may be by an amount specified either as an immediate quantity or by a fourth register</a:t>
            </a:r>
          </a:p>
          <a:p>
            <a:pPr marL="228600" indent="-228600">
              <a:buAutoNum type="arabicPeriod"/>
            </a:pPr>
            <a:r>
              <a:rPr lang="en-US" dirty="0"/>
              <a:t> Multiply instructions use different formats</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56</a:t>
            </a:fld>
            <a:endParaRPr lang="en-IN"/>
          </a:p>
        </p:txBody>
      </p:sp>
    </p:spTree>
    <p:extLst>
      <p:ext uri="{BB962C8B-B14F-4D97-AF65-F5344CB8AC3E}">
        <p14:creationId xmlns:p14="http://schemas.microsoft.com/office/powerpoint/2010/main" val="1782043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When the instruction does not require all the available operands (for instance MOV ignores Rn and CMP ignores Rd) the unused register field should be set to zero. The assembler will do this automatically. </a:t>
            </a:r>
          </a:p>
          <a:p>
            <a:pPr marL="228600" indent="-228600">
              <a:buAutoNum type="arabicPeriod"/>
            </a:pPr>
            <a:r>
              <a:rPr lang="en-US" dirty="0"/>
              <a:t> These instructions allow direct control of whether or not the processor's condition codes are affected by their execution through the S bit (bit 20). When clear, the condition codes will be unchanged; when set (and </a:t>
            </a:r>
            <a:r>
              <a:rPr lang="en-IN" dirty="0"/>
              <a:t>Rd is not r15) , all flag bits N,Z,C ,V  change according to the operation result</a:t>
            </a:r>
            <a:endParaRPr lang="en-US" dirty="0"/>
          </a:p>
          <a:p>
            <a:pPr marL="228600" indent="-228600">
              <a:buAutoNum type="arabicPeriod"/>
            </a:pP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57</a:t>
            </a:fld>
            <a:endParaRPr lang="en-IN"/>
          </a:p>
        </p:txBody>
      </p:sp>
    </p:spTree>
    <p:extLst>
      <p:ext uri="{BB962C8B-B14F-4D97-AF65-F5344CB8AC3E}">
        <p14:creationId xmlns:p14="http://schemas.microsoft.com/office/powerpoint/2010/main" val="2844276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Some forms of the instruction, available only on certain versions of the processor, store the full result into two independently specified registers; other forms store only the least significant 32 bits into a single register.</a:t>
            </a:r>
          </a:p>
          <a:p>
            <a:pPr marL="228600" indent="-228600">
              <a:buAutoNum type="arabicPeriod"/>
            </a:pPr>
            <a:r>
              <a:rPr lang="en-US" dirty="0"/>
              <a:t> In all cases there is a multiply-accumulate variant that adds the product to a </a:t>
            </a:r>
            <a:r>
              <a:rPr lang="en-US" dirty="0" err="1"/>
              <a:t>running</a:t>
            </a:r>
            <a:r>
              <a:rPr lang="en-US" dirty="0"/>
              <a:t> total and both signed and unsigned operands may be used. The least significant 32 bits of the result are the same for signed and unsigned operands, so there is no need for separate signed and unsigned versions of the 32-bit result instructions</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58</a:t>
            </a:fld>
            <a:endParaRPr lang="en-IN"/>
          </a:p>
        </p:txBody>
      </p:sp>
    </p:spTree>
    <p:extLst>
      <p:ext uri="{BB962C8B-B14F-4D97-AF65-F5344CB8AC3E}">
        <p14:creationId xmlns:p14="http://schemas.microsoft.com/office/powerpoint/2010/main" val="39995254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t>
            </a:r>
            <a:r>
              <a:rPr lang="en-US" dirty="0" err="1"/>
              <a:t>RdHi:RdLo</a:t>
            </a:r>
            <a:r>
              <a:rPr lang="en-US" dirty="0"/>
              <a:t>' is the 64-bit number formed by concatenating </a:t>
            </a:r>
            <a:r>
              <a:rPr lang="en-US" dirty="0" err="1"/>
              <a:t>RdHi</a:t>
            </a:r>
            <a:r>
              <a:rPr lang="en-US" dirty="0"/>
              <a:t> (the most significant 32 bits) and </a:t>
            </a:r>
            <a:r>
              <a:rPr lang="en-US" dirty="0" err="1"/>
              <a:t>RdLo</a:t>
            </a:r>
            <a:r>
              <a:rPr lang="en-US" dirty="0"/>
              <a:t> (the least significant 32 bits).’</a:t>
            </a:r>
          </a:p>
          <a:p>
            <a:pPr marL="228600" indent="-228600">
              <a:buAutoNum type="arabicPeriod"/>
            </a:pPr>
            <a:r>
              <a:rPr lang="en-US" dirty="0"/>
              <a:t>[31:0]' selects only the least significant 32 bits of the result. </a:t>
            </a:r>
          </a:p>
          <a:p>
            <a:pPr marL="228600" indent="-228600">
              <a:buAutoNum type="arabicPeriod"/>
            </a:pPr>
            <a:r>
              <a:rPr lang="en-US" dirty="0"/>
              <a:t>Simple assignment is denoted by ':=‘. </a:t>
            </a:r>
          </a:p>
          <a:p>
            <a:pPr marL="228600" indent="-228600">
              <a:buAutoNum type="arabicPeriod"/>
            </a:pPr>
            <a:r>
              <a:rPr lang="en-US" dirty="0"/>
              <a:t> Accumulation (adding the right-hand side to the left) is denoted by'+=‘. </a:t>
            </a:r>
          </a:p>
          <a:p>
            <a:pPr marL="228600" indent="-228600">
              <a:buAutoNum type="arabicPeriod"/>
            </a:pPr>
            <a:r>
              <a:rPr lang="en-US" dirty="0"/>
              <a:t>The S bit controls the setting of the condition codes as with the other data processing instructions.</a:t>
            </a:r>
          </a:p>
          <a:p>
            <a:pPr marL="228600" indent="-228600">
              <a:buAutoNum type="arabicPeriod"/>
            </a:pPr>
            <a:r>
              <a:rPr lang="en-US" dirty="0"/>
              <a:t> When it is set in the instruction: </a:t>
            </a:r>
          </a:p>
          <a:p>
            <a:pPr marL="285750" indent="-285750">
              <a:buFont typeface="+mj-lt"/>
              <a:buAutoNum type="romanLcPeriod"/>
            </a:pPr>
            <a:r>
              <a:rPr lang="en-US" dirty="0"/>
              <a:t> The N flag is set to the value of bit 31 of Rd for the variants which produce a 32- bit result, and bit 31 of </a:t>
            </a:r>
            <a:r>
              <a:rPr lang="en-US" dirty="0" err="1"/>
              <a:t>RdHi</a:t>
            </a:r>
            <a:r>
              <a:rPr lang="en-US" dirty="0"/>
              <a:t> for the long forms.</a:t>
            </a:r>
          </a:p>
          <a:p>
            <a:pPr marL="285750" indent="-285750">
              <a:buFont typeface="+mj-lt"/>
              <a:buAutoNum type="romanLcPeriod"/>
            </a:pPr>
            <a:r>
              <a:rPr lang="en-US" dirty="0"/>
              <a:t> The Z flag is set if Rd or </a:t>
            </a:r>
            <a:r>
              <a:rPr lang="en-US" dirty="0" err="1"/>
              <a:t>RdHi</a:t>
            </a:r>
            <a:r>
              <a:rPr lang="en-US" dirty="0"/>
              <a:t> and </a:t>
            </a:r>
            <a:r>
              <a:rPr lang="en-US" dirty="0" err="1"/>
              <a:t>RdLo</a:t>
            </a:r>
            <a:r>
              <a:rPr lang="en-US" dirty="0"/>
              <a:t> are zero. </a:t>
            </a:r>
          </a:p>
          <a:p>
            <a:pPr marL="285750" indent="-285750">
              <a:buFont typeface="+mj-lt"/>
              <a:buAutoNum type="romanLcPeriod"/>
            </a:pPr>
            <a:r>
              <a:rPr lang="en-US" dirty="0"/>
              <a:t> The C flag is set to a meaningless value. </a:t>
            </a:r>
          </a:p>
          <a:p>
            <a:pPr marL="285750" indent="-285750">
              <a:buFont typeface="+mj-lt"/>
              <a:buAutoNum type="romanLcPeriod"/>
            </a:pPr>
            <a:r>
              <a:rPr lang="en-US" dirty="0"/>
              <a:t> The V flag is unchanged.</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59</a:t>
            </a:fld>
            <a:endParaRPr lang="en-IN"/>
          </a:p>
        </p:txBody>
      </p:sp>
    </p:spTree>
    <p:extLst>
      <p:ext uri="{BB962C8B-B14F-4D97-AF65-F5344CB8AC3E}">
        <p14:creationId xmlns:p14="http://schemas.microsoft.com/office/powerpoint/2010/main" val="3001167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Thumb instruction set was created by analyzing the 32-bit ARM instruction set and deriving the best fit 16-bit instruction set, thus reducing code size. The savings is achieved in the following way: </a:t>
            </a:r>
          </a:p>
          <a:p>
            <a:pPr marL="228600" indent="-228600">
              <a:buAutoNum type="arabicPeriod"/>
            </a:pPr>
            <a:r>
              <a:rPr lang="en-US" dirty="0"/>
              <a:t>Thumb instructions are unconditional, so the condition code field is not used. Also, all Thumb arithmetic and logic instructions update the condition flags, so that the update-flag bit is not needed. Savings: 5 bits</a:t>
            </a:r>
          </a:p>
          <a:p>
            <a:pPr marL="228600" indent="-228600">
              <a:buAutoNum type="arabicPeriod"/>
            </a:pPr>
            <a:r>
              <a:rPr lang="en-US" dirty="0"/>
              <a:t> Thumb has only a subset of the operations in the full instruction set and uses only a 2-bit opcode field, plus a 3-bit type field. Savings: 2 bits</a:t>
            </a:r>
          </a:p>
          <a:p>
            <a:pPr marL="228600" indent="-228600">
              <a:buAutoNum type="arabicPeriod"/>
            </a:pPr>
            <a:r>
              <a:rPr lang="en-US" dirty="0"/>
              <a:t> The remaining savings of 9 bits comes from reductions in the operand </a:t>
            </a:r>
            <a:r>
              <a:rPr lang="en-US" dirty="0" err="1"/>
              <a:t>specifications</a:t>
            </a:r>
            <a:r>
              <a:rPr lang="en-US" dirty="0"/>
              <a:t>. For example, Thumb instructions reference only registers r0 through r7, so only 3 bits are required for register references, rather than 4 bits. </a:t>
            </a:r>
            <a:r>
              <a:rPr lang="en-US" dirty="0" err="1"/>
              <a:t>Immediate</a:t>
            </a:r>
            <a:r>
              <a:rPr lang="en-US" dirty="0"/>
              <a:t> values do not include a 4-bit rotate </a:t>
            </a:r>
            <a:endParaRPr lang="en-IN" dirty="0"/>
          </a:p>
        </p:txBody>
      </p:sp>
      <p:sp>
        <p:nvSpPr>
          <p:cNvPr id="4" name="Slide Number Placeholder 3"/>
          <p:cNvSpPr>
            <a:spLocks noGrp="1"/>
          </p:cNvSpPr>
          <p:nvPr>
            <p:ph type="sldNum" sz="quarter" idx="5"/>
          </p:nvPr>
        </p:nvSpPr>
        <p:spPr/>
        <p:txBody>
          <a:bodyPr/>
          <a:lstStyle/>
          <a:p>
            <a:fld id="{72E2663B-E387-443C-B665-17502BB33C5B}" type="slidenum">
              <a:rPr lang="en-IN" smtClean="0"/>
              <a:pPr/>
              <a:t>60</a:t>
            </a:fld>
            <a:endParaRPr lang="en-IN"/>
          </a:p>
        </p:txBody>
      </p:sp>
    </p:spTree>
    <p:extLst>
      <p:ext uri="{BB962C8B-B14F-4D97-AF65-F5344CB8AC3E}">
        <p14:creationId xmlns:p14="http://schemas.microsoft.com/office/powerpoint/2010/main" val="31978374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11.xml"/><Relationship Id="rId7" Type="http://schemas.openxmlformats.org/officeDocument/2006/relationships/image" Target="../media/image8.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2.bin"/><Relationship Id="rId5" Type="http://schemas.openxmlformats.org/officeDocument/2006/relationships/slideMaster" Target="../slideMasters/slideMaster2.xml"/><Relationship Id="rId10" Type="http://schemas.openxmlformats.org/officeDocument/2006/relationships/image" Target="../media/image2.png"/><Relationship Id="rId4" Type="http://schemas.openxmlformats.org/officeDocument/2006/relationships/tags" Target="../tags/tag12.xml"/><Relationship Id="rId9" Type="http://schemas.openxmlformats.org/officeDocument/2006/relationships/image" Target="../media/image10.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23.xml"/><Relationship Id="rId7" Type="http://schemas.openxmlformats.org/officeDocument/2006/relationships/image" Target="../media/image8.emf"/><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oleObject" Target="../embeddings/oleObject4.bin"/><Relationship Id="rId5" Type="http://schemas.openxmlformats.org/officeDocument/2006/relationships/slideMaster" Target="../slideMasters/slideMaster3.xml"/><Relationship Id="rId10" Type="http://schemas.openxmlformats.org/officeDocument/2006/relationships/image" Target="../media/image2.png"/><Relationship Id="rId4" Type="http://schemas.openxmlformats.org/officeDocument/2006/relationships/tags" Target="../tags/tag24.xml"/><Relationship Id="rId9" Type="http://schemas.openxmlformats.org/officeDocument/2006/relationships/image" Target="../media/image10.em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35.xml"/><Relationship Id="rId7" Type="http://schemas.openxmlformats.org/officeDocument/2006/relationships/image" Target="../media/image8.emf"/><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oleObject" Target="../embeddings/oleObject6.bin"/><Relationship Id="rId5" Type="http://schemas.openxmlformats.org/officeDocument/2006/relationships/slideMaster" Target="../slideMasters/slideMaster4.xml"/><Relationship Id="rId10" Type="http://schemas.openxmlformats.org/officeDocument/2006/relationships/image" Target="../media/image2.png"/><Relationship Id="rId4" Type="http://schemas.openxmlformats.org/officeDocument/2006/relationships/tags" Target="../tags/tag36.xml"/><Relationship Id="rId9" Type="http://schemas.openxmlformats.org/officeDocument/2006/relationships/image" Target="../media/image10.em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47.xml"/><Relationship Id="rId7" Type="http://schemas.openxmlformats.org/officeDocument/2006/relationships/image" Target="../media/image8.emf"/><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oleObject" Target="../embeddings/oleObject8.bin"/><Relationship Id="rId5" Type="http://schemas.openxmlformats.org/officeDocument/2006/relationships/slideMaster" Target="../slideMasters/slideMaster5.xml"/><Relationship Id="rId10" Type="http://schemas.openxmlformats.org/officeDocument/2006/relationships/image" Target="../media/image2.png"/><Relationship Id="rId4" Type="http://schemas.openxmlformats.org/officeDocument/2006/relationships/tags" Target="../tags/tag48.xml"/><Relationship Id="rId9" Type="http://schemas.openxmlformats.org/officeDocument/2006/relationships/image" Target="../media/image10.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tags" Target="../tags/tag59.xml"/><Relationship Id="rId7" Type="http://schemas.openxmlformats.org/officeDocument/2006/relationships/image" Target="../media/image8.emf"/><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oleObject" Target="../embeddings/oleObject2.bin"/><Relationship Id="rId5" Type="http://schemas.openxmlformats.org/officeDocument/2006/relationships/slideMaster" Target="../slideMasters/slideMaster6.xml"/><Relationship Id="rId10" Type="http://schemas.openxmlformats.org/officeDocument/2006/relationships/image" Target="../media/image2.png"/><Relationship Id="rId4" Type="http://schemas.openxmlformats.org/officeDocument/2006/relationships/tags" Target="../tags/tag60.xml"/><Relationship Id="rId9" Type="http://schemas.openxmlformats.org/officeDocument/2006/relationships/image" Target="../media/image10.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3"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23" name="Rectangle 22"/>
          <p:cNvSpPr/>
          <p:nvPr userDrawn="1"/>
        </p:nvSpPr>
        <p:spPr>
          <a:xfrm>
            <a:off x="4"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4"/>
            <a:ext cx="2057400" cy="1980000"/>
          </a:xfrm>
          <a:prstGeom prst="rect">
            <a:avLst/>
          </a:prstGeom>
        </p:spPr>
      </p:pic>
      <p:sp>
        <p:nvSpPr>
          <p:cNvPr id="30" name="TextBox 29"/>
          <p:cNvSpPr txBox="1"/>
          <p:nvPr userDrawn="1"/>
        </p:nvSpPr>
        <p:spPr>
          <a:xfrm>
            <a:off x="-76200" y="5257803"/>
            <a:ext cx="2209800" cy="547657"/>
          </a:xfrm>
          <a:prstGeom prst="rect">
            <a:avLst/>
          </a:prstGeom>
          <a:noFill/>
        </p:spPr>
        <p:txBody>
          <a:bodyPr wrap="square" lIns="91402" tIns="45701" rIns="91402" bIns="45701"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1" name="Title 1"/>
          <p:cNvSpPr>
            <a:spLocks noGrp="1"/>
          </p:cNvSpPr>
          <p:nvPr userDrawn="1">
            <p:ph type="title" hasCustomPrompt="1"/>
          </p:nvPr>
        </p:nvSpPr>
        <p:spPr>
          <a:xfrm>
            <a:off x="2514604" y="3810004"/>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3"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6" name="Rectangle 5"/>
          <p:cNvSpPr/>
          <p:nvPr userDrawn="1"/>
        </p:nvSpPr>
        <p:spPr>
          <a:xfrm>
            <a:off x="4"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4"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4" y="3810004"/>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t="2" b="28592"/>
          <a:stretch/>
        </p:blipFill>
        <p:spPr>
          <a:xfrm>
            <a:off x="76200" y="3352804"/>
            <a:ext cx="2057400" cy="1980000"/>
          </a:xfrm>
          <a:prstGeom prst="rect">
            <a:avLst/>
          </a:prstGeom>
        </p:spPr>
      </p:pic>
      <p:sp>
        <p:nvSpPr>
          <p:cNvPr id="14" name="TextBox 13"/>
          <p:cNvSpPr txBox="1"/>
          <p:nvPr userDrawn="1"/>
        </p:nvSpPr>
        <p:spPr>
          <a:xfrm>
            <a:off x="-76200" y="5257803"/>
            <a:ext cx="2209800" cy="547657"/>
          </a:xfrm>
          <a:prstGeom prst="rect">
            <a:avLst/>
          </a:prstGeom>
          <a:noFill/>
        </p:spPr>
        <p:txBody>
          <a:bodyPr wrap="square" lIns="91402" tIns="45701" rIns="91402" bIns="45701"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5"/>
            <a:ext cx="1905000" cy="280742"/>
          </a:xfrm>
          <a:prstGeom prst="rect">
            <a:avLst/>
          </a:prstGeom>
          <a:noFill/>
        </p:spPr>
        <p:txBody>
          <a:bodyPr wrap="square" lIns="91402" tIns="45701" rIns="91402" bIns="45701"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4"/>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4" y="3"/>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18" name="Rectangle 17"/>
          <p:cNvSpPr/>
          <p:nvPr userDrawn="1"/>
        </p:nvSpPr>
        <p:spPr>
          <a:xfrm>
            <a:off x="5778504"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1402" tIns="45701" rIns="91402" bIns="45701" rtlCol="0" anchor="ctr"/>
          <a:lstStyle/>
          <a:p>
            <a:pPr algn="ctr"/>
            <a:endParaRPr lang="en-US">
              <a:solidFill>
                <a:prstClr val="white"/>
              </a:solidFill>
            </a:endParaRPr>
          </a:p>
        </p:txBody>
      </p:sp>
      <p:sp>
        <p:nvSpPr>
          <p:cNvPr id="12" name="TextBox 11"/>
          <p:cNvSpPr txBox="1"/>
          <p:nvPr userDrawn="1"/>
        </p:nvSpPr>
        <p:spPr>
          <a:xfrm>
            <a:off x="6858000" y="762003"/>
            <a:ext cx="2209800" cy="547657"/>
          </a:xfrm>
          <a:prstGeom prst="rect">
            <a:avLst/>
          </a:prstGeom>
          <a:noFill/>
        </p:spPr>
        <p:txBody>
          <a:bodyPr wrap="square" lIns="91402" tIns="45701" rIns="91402" bIns="45701"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41"/>
            <a:ext cx="8229600" cy="4525963"/>
          </a:xfrm>
        </p:spPr>
        <p:txBody>
          <a:bodyPr/>
          <a:lstStyle>
            <a:lvl1pPr marL="342754" marR="0" indent="-342754" algn="l" defTabSz="914012"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636" marR="0" indent="-285630" algn="l" defTabSz="914012"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UGC Act</a:t>
            </a:r>
          </a:p>
        </p:txBody>
      </p:sp>
      <p:grpSp>
        <p:nvGrpSpPr>
          <p:cNvPr id="2" name="Group 11"/>
          <p:cNvGrpSpPr/>
          <p:nvPr userDrawn="1"/>
        </p:nvGrpSpPr>
        <p:grpSpPr>
          <a:xfrm>
            <a:off x="2083892"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grpSp>
        <p:nvGrpSpPr>
          <p:cNvPr id="4" name="Group 18"/>
          <p:cNvGrpSpPr/>
          <p:nvPr userDrawn="1"/>
        </p:nvGrpSpPr>
        <p:grpSpPr>
          <a:xfrm>
            <a:off x="2133600" y="6553204"/>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23" name="Slide Number Placeholder 2"/>
          <p:cNvSpPr>
            <a:spLocks noGrp="1"/>
          </p:cNvSpPr>
          <p:nvPr>
            <p:ph type="sldNum" sz="quarter" idx="11"/>
          </p:nvPr>
        </p:nvSpPr>
        <p:spPr>
          <a:xfrm>
            <a:off x="381000" y="6492875"/>
            <a:ext cx="2133600" cy="365125"/>
          </a:xfrm>
        </p:spPr>
        <p:txBody>
          <a:bodyPr/>
          <a:lstStyle>
            <a:lvl1pPr>
              <a:defRPr sz="1600"/>
            </a:lvl1pPr>
          </a:lstStyle>
          <a:p>
            <a:fld id="{BD0827E9-CFC9-46E1-A7D1-8887B5DA61FF}"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AC55C652-FC7F-4E15-B2B8-09AF2DB910E4}" type="slidenum">
              <a:rPr lang="en-US" smtClean="0">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lIns="91402" tIns="45701" rIns="91402" bIns="45701"/>
          <a:lstStyle/>
          <a:p>
            <a:endParaRPr lang="en-US">
              <a:solidFill>
                <a:prstClr val="black"/>
              </a:solidFill>
            </a:endParaRPr>
          </a:p>
        </p:txBody>
      </p:sp>
      <p:sp>
        <p:nvSpPr>
          <p:cNvPr id="4" name="Footer Placeholder 3"/>
          <p:cNvSpPr>
            <a:spLocks noGrp="1"/>
          </p:cNvSpPr>
          <p:nvPr>
            <p:ph type="ftr" sz="quarter" idx="11"/>
          </p:nvPr>
        </p:nvSpPr>
        <p:spPr>
          <a:xfrm>
            <a:off x="3124201" y="6356350"/>
            <a:ext cx="2895600" cy="365125"/>
          </a:xfrm>
          <a:prstGeom prst="rect">
            <a:avLst/>
          </a:prstGeom>
        </p:spPr>
        <p:txBody>
          <a:bodyPr lIns="91402" tIns="45701" rIns="91402" bIns="45701"/>
          <a:lstStyle/>
          <a:p>
            <a:endParaRPr lang="en-US">
              <a:solidFill>
                <a:prstClr val="black"/>
              </a:solidFill>
            </a:endParaRPr>
          </a:p>
        </p:txBody>
      </p:sp>
      <p:sp>
        <p:nvSpPr>
          <p:cNvPr id="5" name="Slide Number Placeholder 4"/>
          <p:cNvSpPr>
            <a:spLocks noGrp="1"/>
          </p:cNvSpPr>
          <p:nvPr>
            <p:ph type="sldNum" sz="quarter" idx="12"/>
          </p:nvPr>
        </p:nvSpPr>
        <p:spPr/>
        <p:txBody>
          <a:body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3" name="Content Placeholder 2"/>
          <p:cNvSpPr>
            <a:spLocks noGrp="1"/>
          </p:cNvSpPr>
          <p:nvPr userDrawn="1">
            <p:ph sz="half" idx="1" hasCustomPrompt="1"/>
          </p:nvPr>
        </p:nvSpPr>
        <p:spPr>
          <a:xfrm>
            <a:off x="457200" y="1600205"/>
            <a:ext cx="4038600" cy="4525963"/>
          </a:xfrm>
        </p:spPr>
        <p:txBody>
          <a:bodyPr/>
          <a:lstStyle>
            <a:lvl1pPr marL="342754" marR="0" indent="-342754" algn="l" defTabSz="914012"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636" marR="0" indent="-285630" algn="l" defTabSz="914012"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5"/>
            <a:ext cx="4038600" cy="4525963"/>
          </a:xfrm>
        </p:spPr>
        <p:txBody>
          <a:bodyPr/>
          <a:lstStyle>
            <a:lvl1pPr marL="342754" marR="0" indent="-342754" algn="l" defTabSz="914012"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636" marR="0" indent="-285630" algn="l" defTabSz="914012"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636" marR="0" lvl="1" indent="-285630" algn="l" defTabSz="914012"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754" marR="0" lvl="0" indent="-342754" algn="l" defTabSz="914012"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19"/>
          <p:cNvGrpSpPr/>
          <p:nvPr userDrawn="1"/>
        </p:nvGrpSpPr>
        <p:grpSpPr>
          <a:xfrm>
            <a:off x="0" y="1295404"/>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4"/>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4" y="1535112"/>
            <a:ext cx="4040188" cy="827087"/>
          </a:xfrm>
        </p:spPr>
        <p:txBody>
          <a:bodyPr anchor="b"/>
          <a:lstStyle>
            <a:lvl1pPr marL="0" indent="0">
              <a:buNone/>
              <a:defRPr sz="2400" b="1"/>
            </a:lvl1pPr>
            <a:lvl2pPr marL="457008" indent="0">
              <a:buNone/>
              <a:defRPr sz="2000" b="1"/>
            </a:lvl2pPr>
            <a:lvl3pPr marL="914012" indent="0">
              <a:buNone/>
              <a:defRPr sz="1800" b="1"/>
            </a:lvl3pPr>
            <a:lvl4pPr marL="1371020" indent="0">
              <a:buNone/>
              <a:defRPr sz="1600" b="1"/>
            </a:lvl4pPr>
            <a:lvl5pPr marL="1828025" indent="0">
              <a:buNone/>
              <a:defRPr sz="1600" b="1"/>
            </a:lvl5pPr>
            <a:lvl6pPr marL="2285032" indent="0">
              <a:buNone/>
              <a:defRPr sz="1600" b="1"/>
            </a:lvl6pPr>
            <a:lvl7pPr marL="2742037" indent="0">
              <a:buNone/>
              <a:defRPr sz="1600" b="1"/>
            </a:lvl7pPr>
            <a:lvl8pPr marL="3199044" indent="0">
              <a:buNone/>
              <a:defRPr sz="1600" b="1"/>
            </a:lvl8pPr>
            <a:lvl9pPr marL="365605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4"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2"/>
            <a:ext cx="4041775" cy="827087"/>
          </a:xfrm>
        </p:spPr>
        <p:txBody>
          <a:bodyPr anchor="b"/>
          <a:lstStyle>
            <a:lvl1pPr marL="0" indent="0">
              <a:buNone/>
              <a:defRPr sz="2400" b="1"/>
            </a:lvl1pPr>
            <a:lvl2pPr marL="457008" indent="0">
              <a:buNone/>
              <a:defRPr sz="2000" b="1"/>
            </a:lvl2pPr>
            <a:lvl3pPr marL="914012" indent="0">
              <a:buNone/>
              <a:defRPr sz="1800" b="1"/>
            </a:lvl3pPr>
            <a:lvl4pPr marL="1371020" indent="0">
              <a:buNone/>
              <a:defRPr sz="1600" b="1"/>
            </a:lvl4pPr>
            <a:lvl5pPr marL="1828025" indent="0">
              <a:buNone/>
              <a:defRPr sz="1600" b="1"/>
            </a:lvl5pPr>
            <a:lvl6pPr marL="2285032" indent="0">
              <a:buNone/>
              <a:defRPr sz="1600" b="1"/>
            </a:lvl6pPr>
            <a:lvl7pPr marL="2742037" indent="0">
              <a:buNone/>
              <a:defRPr sz="1600" b="1"/>
            </a:lvl7pPr>
            <a:lvl8pPr marL="3199044" indent="0">
              <a:buNone/>
              <a:defRPr sz="1600" b="1"/>
            </a:lvl8pPr>
            <a:lvl9pPr marL="365605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10"/>
          <p:cNvGrpSpPr/>
          <p:nvPr userDrawn="1"/>
        </p:nvGrpSpPr>
        <p:grpSpPr>
          <a:xfrm>
            <a:off x="0" y="1295404"/>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4"/>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21" name="TextBox 20"/>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5"/>
          <p:cNvGrpSpPr/>
          <p:nvPr userDrawn="1"/>
        </p:nvGrpSpPr>
        <p:grpSpPr>
          <a:xfrm>
            <a:off x="0" y="1295404"/>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4"/>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16" name="TextBox 15"/>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5"/>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600205"/>
            <a:ext cx="3008313" cy="4525963"/>
          </a:xfrm>
        </p:spPr>
        <p:txBody>
          <a:bodyPr/>
          <a:lstStyle>
            <a:lvl1pPr marL="0" indent="0">
              <a:buNone/>
              <a:defRPr sz="1400"/>
            </a:lvl1pPr>
            <a:lvl2pPr marL="457008" indent="0">
              <a:buNone/>
              <a:defRPr sz="1200"/>
            </a:lvl2pPr>
            <a:lvl3pPr marL="914012" indent="0">
              <a:buNone/>
              <a:defRPr sz="1000"/>
            </a:lvl3pPr>
            <a:lvl4pPr marL="1371020" indent="0">
              <a:buNone/>
              <a:defRPr sz="900"/>
            </a:lvl4pPr>
            <a:lvl5pPr marL="1828025" indent="0">
              <a:buNone/>
              <a:defRPr sz="900"/>
            </a:lvl5pPr>
            <a:lvl6pPr marL="2285032" indent="0">
              <a:buNone/>
              <a:defRPr sz="900"/>
            </a:lvl6pPr>
            <a:lvl7pPr marL="2742037" indent="0">
              <a:buNone/>
              <a:defRPr sz="900"/>
            </a:lvl7pPr>
            <a:lvl8pPr marL="3199044" indent="0">
              <a:buNone/>
              <a:defRPr sz="900"/>
            </a:lvl8pPr>
            <a:lvl9pPr marL="365605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8"/>
          <p:cNvGrpSpPr/>
          <p:nvPr userDrawn="1"/>
        </p:nvGrpSpPr>
        <p:grpSpPr>
          <a:xfrm>
            <a:off x="0" y="1295404"/>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4"/>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20" name="TextBox 19"/>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799"/>
            <a:ext cx="5486400" cy="3429001"/>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008" indent="0">
              <a:buNone/>
              <a:defRPr sz="2800"/>
            </a:lvl2pPr>
            <a:lvl3pPr marL="914012" indent="0">
              <a:buNone/>
              <a:defRPr sz="2400"/>
            </a:lvl3pPr>
            <a:lvl4pPr marL="1371020" indent="0">
              <a:buNone/>
              <a:defRPr sz="2000"/>
            </a:lvl4pPr>
            <a:lvl5pPr marL="1828025" indent="0">
              <a:buNone/>
              <a:defRPr sz="2000"/>
            </a:lvl5pPr>
            <a:lvl6pPr marL="2285032" indent="0">
              <a:buNone/>
              <a:defRPr sz="2000"/>
            </a:lvl6pPr>
            <a:lvl7pPr marL="2742037" indent="0">
              <a:buNone/>
              <a:defRPr sz="2000"/>
            </a:lvl7pPr>
            <a:lvl8pPr marL="3199044" indent="0">
              <a:buNone/>
              <a:defRPr sz="2000"/>
            </a:lvl8pPr>
            <a:lvl9pPr marL="365605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008" indent="0">
              <a:buNone/>
              <a:defRPr sz="1200"/>
            </a:lvl2pPr>
            <a:lvl3pPr marL="914012" indent="0">
              <a:buNone/>
              <a:defRPr sz="1000"/>
            </a:lvl3pPr>
            <a:lvl4pPr marL="1371020" indent="0">
              <a:buNone/>
              <a:defRPr sz="900"/>
            </a:lvl4pPr>
            <a:lvl5pPr marL="1828025" indent="0">
              <a:buNone/>
              <a:defRPr sz="900"/>
            </a:lvl5pPr>
            <a:lvl6pPr marL="2285032" indent="0">
              <a:buNone/>
              <a:defRPr sz="900"/>
            </a:lvl6pPr>
            <a:lvl7pPr marL="2742037" indent="0">
              <a:buNone/>
              <a:defRPr sz="900"/>
            </a:lvl7pPr>
            <a:lvl8pPr marL="3199044" indent="0">
              <a:buNone/>
              <a:defRPr sz="900"/>
            </a:lvl8pPr>
            <a:lvl9pPr marL="365605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4"/>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4"/>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17" name="TextBox 16"/>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19"/>
          <p:cNvGrpSpPr/>
          <p:nvPr userDrawn="1"/>
        </p:nvGrpSpPr>
        <p:grpSpPr>
          <a:xfrm>
            <a:off x="0" y="1295404"/>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4"/>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4" y="3"/>
            <a:ext cx="2193193" cy="692697"/>
          </a:xfrm>
          <a:prstGeom prst="rect">
            <a:avLst/>
          </a:prstGeom>
        </p:spPr>
      </p:pic>
      <p:sp>
        <p:nvSpPr>
          <p:cNvPr id="31" name="TextBox 30"/>
          <p:cNvSpPr txBox="1"/>
          <p:nvPr userDrawn="1"/>
        </p:nvSpPr>
        <p:spPr>
          <a:xfrm>
            <a:off x="3276600" y="6596390"/>
            <a:ext cx="5867400" cy="265040"/>
          </a:xfrm>
          <a:prstGeom prst="rect">
            <a:avLst/>
          </a:prstGeom>
          <a:noFill/>
        </p:spPr>
        <p:txBody>
          <a:bodyPr wrap="square" lIns="91402" tIns="45701" rIns="91402" bIns="45701"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4" y="381004"/>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4"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 name="Group 7"/>
          <p:cNvGrpSpPr/>
          <p:nvPr userDrawn="1"/>
        </p:nvGrpSpPr>
        <p:grpSpPr>
          <a:xfrm rot="5400000">
            <a:off x="5006340" y="2567944"/>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52"/>
            <a:ext cx="2193193" cy="692697"/>
          </a:xfrm>
          <a:prstGeom prst="rect">
            <a:avLst/>
          </a:prstGeom>
        </p:spPr>
      </p:pic>
      <p:sp>
        <p:nvSpPr>
          <p:cNvPr id="18" name="TextBox 17"/>
          <p:cNvSpPr txBox="1"/>
          <p:nvPr userDrawn="1"/>
        </p:nvSpPr>
        <p:spPr>
          <a:xfrm rot="5400000">
            <a:off x="-2794424" y="3807478"/>
            <a:ext cx="5867400" cy="233652"/>
          </a:xfrm>
          <a:prstGeom prst="rect">
            <a:avLst/>
          </a:prstGeom>
          <a:noFill/>
        </p:spPr>
        <p:txBody>
          <a:bodyPr wrap="square" lIns="91402" tIns="45701" rIns="91402" bIns="45701"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3" name="Picture 6"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4" name="Rectangle 3"/>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pic>
        <p:nvPicPr>
          <p:cNvPr id="5" name="Picture 8" descr="Picture 7.png"/>
          <p:cNvPicPr>
            <a:picLocks noChangeAspect="1"/>
          </p:cNvPicPr>
          <p:nvPr userDrawn="1"/>
        </p:nvPicPr>
        <p:blipFill>
          <a:blip r:embed="rId3"/>
          <a:srcRect l="1923" b="5336"/>
          <a:stretch>
            <a:fillRect/>
          </a:stretch>
        </p:blipFill>
        <p:spPr bwMode="auto">
          <a:xfrm>
            <a:off x="6629400" y="0"/>
            <a:ext cx="2193925" cy="692150"/>
          </a:xfrm>
          <a:prstGeom prst="rect">
            <a:avLst/>
          </a:prstGeom>
          <a:noFill/>
          <a:ln w="9525">
            <a:noFill/>
            <a:miter lim="800000"/>
            <a:headEnd/>
            <a:tailEnd/>
          </a:ln>
        </p:spPr>
      </p:pic>
      <p:sp>
        <p:nvSpPr>
          <p:cNvPr id="6" name="Rectangle 5"/>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7" name="Rectangle 6"/>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8" name="Rectangle 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srgbClr val="FFFFFF"/>
              </a:solidFill>
            </a:endParaRPr>
          </a:p>
        </p:txBody>
      </p:sp>
      <p:sp>
        <p:nvSpPr>
          <p:cNvPr id="9" name="TextBox 8"/>
          <p:cNvSpPr txBox="1"/>
          <p:nvPr userDrawn="1"/>
        </p:nvSpPr>
        <p:spPr>
          <a:xfrm>
            <a:off x="6858000" y="762000"/>
            <a:ext cx="2209800" cy="554038"/>
          </a:xfrm>
          <a:prstGeom prst="rect">
            <a:avLst/>
          </a:prstGeom>
          <a:noFill/>
        </p:spPr>
        <p:txBody>
          <a:bodyPr>
            <a:spAutoFit/>
          </a:bodyPr>
          <a:lstStyle/>
          <a:p>
            <a:pPr algn="ctr">
              <a:defRPr/>
            </a:pPr>
            <a:r>
              <a:rPr lang="en-US" sz="2900" b="1" spc="-150" dirty="0">
                <a:solidFill>
                  <a:srgbClr val="FFFFFF"/>
                </a:solidFill>
                <a:latin typeface="+mn-lt"/>
                <a:cs typeface="Arial"/>
              </a:rPr>
              <a:t>BITS</a:t>
            </a:r>
            <a:r>
              <a:rPr lang="en-US" sz="2900" spc="-150" dirty="0">
                <a:solidFill>
                  <a:srgbClr val="FFFFFF"/>
                </a:solidFill>
                <a:latin typeface="+mn-lt"/>
                <a:cs typeface="Arial"/>
              </a:rPr>
              <a:t> Pilani</a:t>
            </a:r>
          </a:p>
        </p:txBody>
      </p:sp>
      <p:sp>
        <p:nvSpPr>
          <p:cNvPr id="10" name="TextBox 9"/>
          <p:cNvSpPr txBox="1">
            <a:spLocks noChangeArrowheads="1"/>
          </p:cNvSpPr>
          <p:nvPr userDrawn="1"/>
        </p:nvSpPr>
        <p:spPr bwMode="auto">
          <a:xfrm>
            <a:off x="7086600" y="1171575"/>
            <a:ext cx="1905000" cy="276225"/>
          </a:xfrm>
          <a:prstGeom prst="rect">
            <a:avLst/>
          </a:prstGeom>
          <a:noFill/>
          <a:ln>
            <a:noFill/>
          </a:ln>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n-US" sz="1200">
                <a:solidFill>
                  <a:srgbClr val="FFFFFF"/>
                </a:solidFill>
                <a:cs typeface="Arial" charset="0"/>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4C6C658E-76A0-49DC-842D-6BAA93253E84}" type="slidenum">
              <a:rPr lang="en-US" altLang="en-US"/>
              <a:pPr/>
              <a:t>‹#›</a:t>
            </a:fld>
            <a:endParaRPr lang="en-US" altLang="en-US"/>
          </a:p>
        </p:txBody>
      </p:sp>
    </p:spTree>
    <p:extLst>
      <p:ext uri="{BB962C8B-B14F-4D97-AF65-F5344CB8AC3E}">
        <p14:creationId xmlns:p14="http://schemas.microsoft.com/office/powerpoint/2010/main" val="836328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3B08C3BD-7C5D-4FDC-B1A6-06A69244EC18}" type="slidenum">
              <a:rPr lang="en-US" altLang="en-US"/>
              <a:pPr/>
              <a:t>‹#›</a:t>
            </a:fld>
            <a:endParaRPr lang="en-US" altLang="en-US"/>
          </a:p>
        </p:txBody>
      </p:sp>
    </p:spTree>
    <p:extLst>
      <p:ext uri="{BB962C8B-B14F-4D97-AF65-F5344CB8AC3E}">
        <p14:creationId xmlns:p14="http://schemas.microsoft.com/office/powerpoint/2010/main" val="11860521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85800" y="6248400"/>
            <a:ext cx="1905000" cy="457200"/>
          </a:xfrm>
          <a:prstGeom prst="rect">
            <a:avLst/>
          </a:prstGeom>
        </p:spPr>
        <p:txBody>
          <a:bodyPr/>
          <a:lstStyle>
            <a:lvl1pPr>
              <a:defRPr/>
            </a:lvl1pPr>
          </a:lstStyle>
          <a:p>
            <a:endParaRPr lang="en-US" altLang="en-US"/>
          </a:p>
        </p:txBody>
      </p:sp>
      <p:sp>
        <p:nvSpPr>
          <p:cNvPr id="3" name="Footer Placeholder 2"/>
          <p:cNvSpPr>
            <a:spLocks noGrp="1"/>
          </p:cNvSpPr>
          <p:nvPr>
            <p:ph type="ftr" sz="quarter" idx="11"/>
          </p:nvPr>
        </p:nvSpPr>
        <p:spPr>
          <a:xfrm>
            <a:off x="3124200" y="6248400"/>
            <a:ext cx="2895600" cy="457200"/>
          </a:xfrm>
          <a:prstGeom prst="rect">
            <a:avLst/>
          </a:prstGeom>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C80F007E-9FA6-4B7E-A5CD-8A22DEFAC437}" type="slidenum">
              <a:rPr lang="en-US" altLang="en-US"/>
              <a:pPr/>
              <a:t>‹#›</a:t>
            </a:fld>
            <a:endParaRPr lang="en-US" altLang="en-US"/>
          </a:p>
        </p:txBody>
      </p:sp>
    </p:spTree>
    <p:extLst>
      <p:ext uri="{BB962C8B-B14F-4D97-AF65-F5344CB8AC3E}">
        <p14:creationId xmlns:p14="http://schemas.microsoft.com/office/powerpoint/2010/main" val="239774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0427507"/>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3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780319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2215082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6393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0427507"/>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3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78031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22150822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063930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2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latin typeface="Arial"/>
                <a:ea typeface="ＭＳ Ｐゴシック"/>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latin typeface="Arial"/>
                <a:ea typeface="ＭＳ Ｐゴシック"/>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latin typeface="Arial"/>
                <a:ea typeface="ＭＳ Ｐゴシック"/>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latin typeface="Arial"/>
                  <a:ea typeface="ＭＳ Ｐゴシック"/>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2576236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latin typeface="Arial"/>
                  <a:ea typeface="ＭＳ Ｐゴシック"/>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478387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95139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63758595"/>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Picture 23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17" y="17"/>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3238" fontAlgn="base">
                <a:spcBef>
                  <a:spcPct val="0"/>
                </a:spcBef>
                <a:spcAft>
                  <a:spcPct val="0"/>
                </a:spcAft>
              </a:pPr>
              <a:endParaRPr lang="en-US" sz="1600" dirty="0">
                <a:solidFill>
                  <a:srgbClr val="000000"/>
                </a:solidFill>
                <a:latin typeface="Arial"/>
                <a:ea typeface="ＭＳ Ｐゴシック"/>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3238" fontAlgn="base">
                <a:spcBef>
                  <a:spcPct val="0"/>
                </a:spcBef>
                <a:spcAft>
                  <a:spcPct val="0"/>
                </a:spcAft>
              </a:pPr>
              <a:endParaRPr lang="en-US" sz="1600" dirty="0">
                <a:solidFill>
                  <a:srgbClr val="000000"/>
                </a:solidFill>
                <a:latin typeface="Arial"/>
                <a:ea typeface="ＭＳ Ｐゴシック"/>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3238" fontAlgn="base">
                <a:spcBef>
                  <a:spcPct val="0"/>
                </a:spcBef>
                <a:spcAft>
                  <a:spcPct val="0"/>
                </a:spcAft>
              </a:pPr>
              <a:endParaRPr lang="en-US" sz="1600" dirty="0">
                <a:solidFill>
                  <a:srgbClr val="000000"/>
                </a:solidFill>
                <a:latin typeface="Arial"/>
                <a:ea typeface="ＭＳ Ｐゴシック"/>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76" y="6574562"/>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defTabSz="913238"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defTabSz="913238" fontAlgn="base">
                <a:spcBef>
                  <a:spcPct val="0"/>
                </a:spcBef>
                <a:spcAft>
                  <a:spcPct val="0"/>
                </a:spcAft>
              </a:pPr>
              <a:r>
                <a:rPr lang="en-US" sz="900" spc="-153" dirty="0">
                  <a:solidFill>
                    <a:srgbClr val="FFFFFF"/>
                  </a:solidFill>
                  <a:latin typeface="Arial"/>
                  <a:ea typeface="ＭＳ Ｐゴシック"/>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52"/>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3127082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16" y="17"/>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pic>
        <p:nvPicPr>
          <p:cNvPr id="5" name="Picture 4" descr="Picture 7.png"/>
          <p:cNvPicPr>
            <a:picLocks noChangeAspect="1"/>
          </p:cNvPicPr>
          <p:nvPr userDrawn="1"/>
        </p:nvPicPr>
        <p:blipFill>
          <a:blip r:embed="rId3" cstate="print"/>
          <a:srcRect l="1923" b="5336"/>
          <a:stretch>
            <a:fillRect/>
          </a:stretch>
        </p:blipFill>
        <p:spPr>
          <a:xfrm>
            <a:off x="6764470" y="16"/>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defTabSz="913238" fontAlgn="base">
                <a:spcBef>
                  <a:spcPct val="0"/>
                </a:spcBef>
                <a:spcAft>
                  <a:spcPct val="0"/>
                </a:spcAft>
              </a:pPr>
              <a:r>
                <a:rPr lang="en-US" sz="3000" b="1" spc="-153" dirty="0">
                  <a:solidFill>
                    <a:srgbClr val="FFFFFF"/>
                  </a:solidFill>
                  <a:latin typeface="Arial"/>
                  <a:ea typeface="ＭＳ Ｐゴシック"/>
                  <a:cs typeface="Arial"/>
                </a:rPr>
                <a:t>BITS</a:t>
              </a:r>
              <a:r>
                <a:rPr lang="en-US" sz="3000" spc="-153" dirty="0">
                  <a:solidFill>
                    <a:srgbClr val="FFFFFF"/>
                  </a:solidFill>
                  <a:latin typeface="Arial"/>
                  <a:ea typeface="ＭＳ Ｐゴシック"/>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defTabSz="913238" fontAlgn="base">
                <a:spcBef>
                  <a:spcPct val="0"/>
                </a:spcBef>
                <a:spcAft>
                  <a:spcPct val="0"/>
                </a:spcAft>
              </a:pPr>
              <a:r>
                <a:rPr lang="en-US" sz="900" dirty="0">
                  <a:solidFill>
                    <a:srgbClr val="FFFFFF"/>
                  </a:solidFill>
                  <a:latin typeface="Arial"/>
                  <a:ea typeface="ＭＳ Ｐゴシック"/>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300575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252448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 name="Picture 2" descr="\\Server\D\jyoti\FI023_BITS_v1\styleguide img\IMG_5627_b.jpg"/>
          <p:cNvPicPr>
            <a:picLocks noChangeAspect="1" noChangeArrowheads="1"/>
          </p:cNvPicPr>
          <p:nvPr userDrawn="1">
            <p:custDataLst>
              <p:tags r:id="rId2"/>
            </p:custDataLst>
          </p:nvPr>
        </p:nvPicPr>
        <p:blipFill rotWithShape="1">
          <a:blip r:embed="rId8" cstate="print"/>
          <a:srcRect r="5665" b="5637"/>
          <a:stretch/>
        </p:blipFill>
        <p:spPr bwMode="auto">
          <a:xfrm>
            <a:off x="-1" y="0"/>
            <a:ext cx="9144001" cy="6859621"/>
          </a:xfrm>
          <a:prstGeom prst="rect">
            <a:avLst/>
          </a:prstGeom>
          <a:noFill/>
        </p:spPr>
      </p:pic>
      <p:grpSp>
        <p:nvGrpSpPr>
          <p:cNvPr id="3" name="Title Elements"/>
          <p:cNvGrpSpPr>
            <a:grpSpLocks/>
          </p:cNvGrpSpPr>
          <p:nvPr>
            <p:custDataLst>
              <p:tags r:id="rId3"/>
            </p:custDataLst>
          </p:nvPr>
        </p:nvGrpSpPr>
        <p:grpSpPr bwMode="auto">
          <a:xfrm>
            <a:off x="5" y="5"/>
            <a:ext cx="9140760" cy="6859620"/>
            <a:chOff x="0" y="0"/>
            <a:chExt cx="5643" cy="4235"/>
          </a:xfrm>
        </p:grpSpPr>
        <p:sp>
          <p:nvSpPr>
            <p:cNvPr id="12" name="TitleBottomPlaceholder" hidden="1"/>
            <p:cNvSpPr>
              <a:spLocks noChangeArrowheads="1"/>
            </p:cNvSpPr>
            <p:nvPr/>
          </p:nvSpPr>
          <p:spPr bwMode="auto">
            <a:xfrm>
              <a:off x="0" y="1410"/>
              <a:ext cx="1382" cy="2825"/>
            </a:xfrm>
            <a:prstGeom prst="rect">
              <a:avLst/>
            </a:prstGeom>
            <a:solidFill>
              <a:srgbClr val="0065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3" name="TitleTopPlaceholder" hidden="1"/>
            <p:cNvSpPr>
              <a:spLocks noChangeArrowheads="1"/>
            </p:cNvSpPr>
            <p:nvPr/>
          </p:nvSpPr>
          <p:spPr bwMode="auto">
            <a:xfrm>
              <a:off x="0" y="0"/>
              <a:ext cx="1382" cy="1410"/>
            </a:xfrm>
            <a:prstGeom prst="rect">
              <a:avLst/>
            </a:prstGeom>
            <a:solidFill>
              <a:srgbClr val="91A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14" name="Rectangle 1189" hidden="1"/>
            <p:cNvSpPr>
              <a:spLocks noChangeArrowheads="1"/>
            </p:cNvSpPr>
            <p:nvPr/>
          </p:nvSpPr>
          <p:spPr bwMode="auto">
            <a:xfrm>
              <a:off x="0" y="0"/>
              <a:ext cx="5643" cy="4234"/>
            </a:xfrm>
            <a:prstGeom prst="rect">
              <a:avLst/>
            </a:prstGeom>
            <a:noFill/>
            <a:ln w="317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grpSp>
      <p:pic>
        <p:nvPicPr>
          <p:cNvPr id="18" name="TitleBottomBarBW" hidden="1"/>
          <p:cNvPicPr>
            <a:picLocks noChangeAspect="1" noChangeArrowheads="1"/>
          </p:cNvPicPr>
          <p:nvPr>
            <p:custDataLst>
              <p:tags r:id="rId4"/>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320064" y="6574550"/>
            <a:ext cx="1670055" cy="19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30"/>
          <p:cNvSpPr/>
          <p:nvPr userDrawn="1"/>
        </p:nvSpPr>
        <p:spPr>
          <a:xfrm>
            <a:off x="0" y="3440338"/>
            <a:ext cx="8863767" cy="2798919"/>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cs typeface="Arial" pitchFamily="34" charset="0"/>
            </a:endParaRPr>
          </a:p>
        </p:txBody>
      </p:sp>
      <p:sp>
        <p:nvSpPr>
          <p:cNvPr id="32" name="Rectangle 31"/>
          <p:cNvSpPr/>
          <p:nvPr userDrawn="1"/>
        </p:nvSpPr>
        <p:spPr>
          <a:xfrm>
            <a:off x="2954589" y="6239257"/>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3" name="Rectangle 32"/>
          <p:cNvSpPr/>
          <p:nvPr userDrawn="1"/>
        </p:nvSpPr>
        <p:spPr>
          <a:xfrm>
            <a:off x="0" y="6239257"/>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4" name="Rectangle 33"/>
          <p:cNvSpPr/>
          <p:nvPr userDrawn="1"/>
        </p:nvSpPr>
        <p:spPr>
          <a:xfrm>
            <a:off x="5909178" y="6239257"/>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35" name="Picture 34" descr="BITS_university_logo_whitevert.png"/>
          <p:cNvPicPr>
            <a:picLocks noChangeAspect="1"/>
          </p:cNvPicPr>
          <p:nvPr userDrawn="1"/>
        </p:nvPicPr>
        <p:blipFill rotWithShape="1">
          <a:blip r:embed="rId10" cstate="print">
            <a:extLst>
              <a:ext uri="{28A0092B-C50C-407E-A947-70E740481C1C}">
                <a14:useLocalDpi xmlns:a14="http://schemas.microsoft.com/office/drawing/2010/main" val="0"/>
              </a:ext>
            </a:extLst>
          </a:blip>
          <a:srcRect t="2" b="28592"/>
          <a:stretch/>
        </p:blipFill>
        <p:spPr>
          <a:xfrm>
            <a:off x="77752" y="3440338"/>
            <a:ext cx="2099313" cy="2020217"/>
          </a:xfrm>
          <a:prstGeom prst="rect">
            <a:avLst/>
          </a:prstGeom>
        </p:spPr>
      </p:pic>
      <p:grpSp>
        <p:nvGrpSpPr>
          <p:cNvPr id="4" name="Group 35"/>
          <p:cNvGrpSpPr/>
          <p:nvPr userDrawn="1"/>
        </p:nvGrpSpPr>
        <p:grpSpPr>
          <a:xfrm>
            <a:off x="-77752" y="5384032"/>
            <a:ext cx="2254818" cy="699730"/>
            <a:chOff x="76200" y="2209800"/>
            <a:chExt cx="2209800" cy="685800"/>
          </a:xfrm>
        </p:grpSpPr>
        <p:sp>
          <p:nvSpPr>
            <p:cNvPr id="37" name="TextBox 36"/>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38" name="TextBox 37"/>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spc="-153" dirty="0">
                  <a:solidFill>
                    <a:srgbClr val="FFFFFF"/>
                  </a:solidFill>
                  <a:cs typeface="Arial"/>
                </a:rPr>
                <a:t>Pilani | Dubai | Goa | Hyderabad</a:t>
              </a:r>
            </a:p>
          </p:txBody>
        </p:sp>
      </p:grpSp>
      <p:sp>
        <p:nvSpPr>
          <p:cNvPr id="41" name="Rectangle 1026"/>
          <p:cNvSpPr>
            <a:spLocks noGrp="1" noChangeArrowheads="1"/>
          </p:cNvSpPr>
          <p:nvPr>
            <p:ph type="ctrTitle"/>
          </p:nvPr>
        </p:nvSpPr>
        <p:spPr>
          <a:xfrm>
            <a:off x="2565827" y="3683300"/>
            <a:ext cx="6199129" cy="1567913"/>
          </a:xfrm>
          <a:prstGeom prst="rect">
            <a:avLst/>
          </a:prstGeom>
        </p:spPr>
        <p:txBody>
          <a:bodyPr/>
          <a:lstStyle>
            <a:lvl1pPr>
              <a:defRPr sz="4500" b="1" baseline="0">
                <a:solidFill>
                  <a:schemeClr val="bg1"/>
                </a:solidFill>
                <a:latin typeface="+mj-lt"/>
                <a:ea typeface="Arial Unicode MS" pitchFamily="34" charset="-128"/>
                <a:cs typeface="Arial Unicode MS" pitchFamily="34" charset="-128"/>
              </a:defRPr>
            </a:lvl1pPr>
          </a:lstStyle>
          <a:p>
            <a:pPr lvl="0"/>
            <a:r>
              <a:rPr lang="en-US" noProof="0" dirty="0"/>
              <a:t>Click to edit Master title style</a:t>
            </a:r>
          </a:p>
        </p:txBody>
      </p:sp>
      <p:sp>
        <p:nvSpPr>
          <p:cNvPr id="42" name="Rectangle 1027"/>
          <p:cNvSpPr>
            <a:spLocks noGrp="1" noChangeArrowheads="1"/>
          </p:cNvSpPr>
          <p:nvPr>
            <p:ph type="subTitle" idx="1"/>
          </p:nvPr>
        </p:nvSpPr>
        <p:spPr>
          <a:xfrm>
            <a:off x="2565827" y="5431840"/>
            <a:ext cx="6199129" cy="282625"/>
          </a:xfrm>
        </p:spPr>
        <p:txBody>
          <a:bodyPr>
            <a:spAutoFit/>
          </a:bodyPr>
          <a:lstStyle>
            <a:lvl1pPr algn="r">
              <a:defRPr sz="1800" baseline="0">
                <a:solidFill>
                  <a:schemeClr val="bg1"/>
                </a:solidFill>
                <a:latin typeface="+mj-lt"/>
                <a:ea typeface="Arial Unicode MS" pitchFamily="34" charset="-128"/>
                <a:cs typeface="Arial Unicode MS" pitchFamily="34" charset="-128"/>
              </a:defRPr>
            </a:lvl1pPr>
          </a:lstStyle>
          <a:p>
            <a:pPr lvl="0"/>
            <a:r>
              <a:rPr lang="en-US" noProof="0" dirty="0"/>
              <a:t>Click to edit Master subtitle style</a:t>
            </a:r>
          </a:p>
        </p:txBody>
      </p:sp>
    </p:spTree>
    <p:extLst>
      <p:ext uri="{BB962C8B-B14F-4D97-AF65-F5344CB8AC3E}">
        <p14:creationId xmlns:p14="http://schemas.microsoft.com/office/powerpoint/2010/main" val="26767279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3" y="5"/>
            <a:ext cx="9142381" cy="6882118"/>
          </a:xfrm>
          <a:prstGeom prst="rect">
            <a:avLst/>
          </a:prstGeom>
          <a:noFill/>
        </p:spPr>
      </p:pic>
      <p:sp>
        <p:nvSpPr>
          <p:cNvPr id="4" name="Rectangle 3"/>
          <p:cNvSpPr/>
          <p:nvPr userDrawn="1"/>
        </p:nvSpPr>
        <p:spPr>
          <a:xfrm>
            <a:off x="0" y="4253985"/>
            <a:ext cx="9144000" cy="2628137"/>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pic>
        <p:nvPicPr>
          <p:cNvPr id="5" name="Picture 4" descr="Picture 7.png"/>
          <p:cNvPicPr>
            <a:picLocks noChangeAspect="1"/>
          </p:cNvPicPr>
          <p:nvPr userDrawn="1"/>
        </p:nvPicPr>
        <p:blipFill>
          <a:blip r:embed="rId3" cstate="print"/>
          <a:srcRect l="1923" b="5336"/>
          <a:stretch>
            <a:fillRect/>
          </a:stretch>
        </p:blipFill>
        <p:spPr>
          <a:xfrm>
            <a:off x="6764458" y="4"/>
            <a:ext cx="2237873" cy="706767"/>
          </a:xfrm>
          <a:prstGeom prst="rect">
            <a:avLst/>
          </a:prstGeom>
        </p:spPr>
      </p:pic>
      <p:sp>
        <p:nvSpPr>
          <p:cNvPr id="7" name="Rectangle 6"/>
          <p:cNvSpPr/>
          <p:nvPr userDrawn="1"/>
        </p:nvSpPr>
        <p:spPr>
          <a:xfrm>
            <a:off x="2941630" y="6806168"/>
            <a:ext cx="2954589" cy="777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8" name="Rectangle 7"/>
          <p:cNvSpPr/>
          <p:nvPr userDrawn="1"/>
        </p:nvSpPr>
        <p:spPr>
          <a:xfrm>
            <a:off x="-12959" y="6806168"/>
            <a:ext cx="2954589" cy="777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9" name="Rectangle 8"/>
          <p:cNvSpPr/>
          <p:nvPr userDrawn="1"/>
        </p:nvSpPr>
        <p:spPr>
          <a:xfrm>
            <a:off x="5896219" y="6806168"/>
            <a:ext cx="2954589" cy="777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grpSp>
        <p:nvGrpSpPr>
          <p:cNvPr id="2" name="Group 9"/>
          <p:cNvGrpSpPr/>
          <p:nvPr userDrawn="1"/>
        </p:nvGrpSpPr>
        <p:grpSpPr>
          <a:xfrm>
            <a:off x="6997711" y="777477"/>
            <a:ext cx="2254818" cy="69973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fontAlgn="base">
                <a:spcBef>
                  <a:spcPct val="0"/>
                </a:spcBef>
                <a:spcAft>
                  <a:spcPct val="0"/>
                </a:spcAft>
              </a:pPr>
              <a:r>
                <a:rPr lang="en-US" sz="3000" b="1" spc="-153" dirty="0">
                  <a:solidFill>
                    <a:srgbClr val="FFFFFF"/>
                  </a:solidFill>
                  <a:cs typeface="Arial"/>
                </a:rPr>
                <a:t>BITS</a:t>
              </a:r>
              <a:r>
                <a:rPr lang="en-US" sz="3000" spc="-153" dirty="0">
                  <a:solidFill>
                    <a:srgbClr val="FFFFFF"/>
                  </a:solidFil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fontAlgn="base">
                <a:spcBef>
                  <a:spcPct val="0"/>
                </a:spcBef>
                <a:spcAft>
                  <a:spcPct val="0"/>
                </a:spcAft>
              </a:pPr>
              <a:r>
                <a:rPr lang="en-US" sz="900" dirty="0">
                  <a:solidFill>
                    <a:srgbClr val="FFFFFF"/>
                  </a:solidFill>
                  <a:cs typeface="Arial"/>
                </a:rPr>
                <a:t>Pilani | Dubai | Goa | Hyderabad</a:t>
              </a:r>
            </a:p>
          </p:txBody>
        </p:sp>
      </p:grpSp>
      <p:sp>
        <p:nvSpPr>
          <p:cNvPr id="13" name="Rectangle 1026"/>
          <p:cNvSpPr>
            <a:spLocks noGrp="1" noChangeArrowheads="1"/>
          </p:cNvSpPr>
          <p:nvPr>
            <p:ph type="ctrTitle"/>
          </p:nvPr>
        </p:nvSpPr>
        <p:spPr>
          <a:xfrm>
            <a:off x="320728" y="4616273"/>
            <a:ext cx="6199129" cy="1567913"/>
          </a:xfrm>
          <a:prstGeom prst="rect">
            <a:avLst/>
          </a:prstGeom>
        </p:spPr>
        <p:txBody>
          <a:bodyPr/>
          <a:lstStyle>
            <a:lvl1pPr>
              <a:defRPr sz="4100" b="1" baseline="0">
                <a:solidFill>
                  <a:schemeClr val="tx1"/>
                </a:solidFill>
                <a:latin typeface="+mj-lt"/>
                <a:ea typeface="Arial Unicode MS" pitchFamily="34" charset="-128"/>
                <a:cs typeface="Arial Unicode MS" pitchFamily="34" charset="-128"/>
              </a:defRPr>
            </a:lvl1pPr>
          </a:lstStyle>
          <a:p>
            <a:pPr lvl="0"/>
            <a:r>
              <a:rPr lang="en-US" noProof="0" dirty="0"/>
              <a:t>Click to edit Master title style</a:t>
            </a:r>
          </a:p>
        </p:txBody>
      </p:sp>
    </p:spTree>
    <p:extLst>
      <p:ext uri="{BB962C8B-B14F-4D97-AF65-F5344CB8AC3E}">
        <p14:creationId xmlns:p14="http://schemas.microsoft.com/office/powerpoint/2010/main" val="24282063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McK 2. Slide Title"/>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834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xml"/><Relationship Id="rId13" Type="http://schemas.openxmlformats.org/officeDocument/2006/relationships/oleObject" Target="../embeddings/oleObject1.bin"/><Relationship Id="rId3" Type="http://schemas.openxmlformats.org/officeDocument/2006/relationships/slideLayout" Target="../slideLayouts/slideLayout20.xml"/><Relationship Id="rId7" Type="http://schemas.openxmlformats.org/officeDocument/2006/relationships/tags" Target="../tags/tag3.xml"/><Relationship Id="rId12" Type="http://schemas.openxmlformats.org/officeDocument/2006/relationships/tags" Target="../tags/tag8.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tags" Target="../tags/tag2.xml"/><Relationship Id="rId11" Type="http://schemas.openxmlformats.org/officeDocument/2006/relationships/tags" Target="../tags/tag7.xml"/><Relationship Id="rId5" Type="http://schemas.openxmlformats.org/officeDocument/2006/relationships/tags" Target="../tags/tag1.xml"/><Relationship Id="rId15" Type="http://schemas.openxmlformats.org/officeDocument/2006/relationships/image" Target="../media/image5.png"/><Relationship Id="rId10" Type="http://schemas.openxmlformats.org/officeDocument/2006/relationships/tags" Target="../tags/tag6.xml"/><Relationship Id="rId4" Type="http://schemas.openxmlformats.org/officeDocument/2006/relationships/theme" Target="../theme/theme2.xml"/><Relationship Id="rId9" Type="http://schemas.openxmlformats.org/officeDocument/2006/relationships/tags" Target="../tags/tag5.xml"/><Relationship Id="rId14" Type="http://schemas.openxmlformats.org/officeDocument/2006/relationships/image" Target="../media/image7.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oleObject" Target="../embeddings/oleObject3.bin"/><Relationship Id="rId3" Type="http://schemas.openxmlformats.org/officeDocument/2006/relationships/slideLayout" Target="../slideLayouts/slideLayout23.xml"/><Relationship Id="rId7" Type="http://schemas.openxmlformats.org/officeDocument/2006/relationships/tags" Target="../tags/tag15.xml"/><Relationship Id="rId12" Type="http://schemas.openxmlformats.org/officeDocument/2006/relationships/tags" Target="../tags/tag20.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image" Target="../media/image5.png"/><Relationship Id="rId10" Type="http://schemas.openxmlformats.org/officeDocument/2006/relationships/tags" Target="../tags/tag18.xml"/><Relationship Id="rId4" Type="http://schemas.openxmlformats.org/officeDocument/2006/relationships/theme" Target="../theme/theme3.xml"/><Relationship Id="rId9" Type="http://schemas.openxmlformats.org/officeDocument/2006/relationships/tags" Target="../tags/tag17.xml"/><Relationship Id="rId14" Type="http://schemas.openxmlformats.org/officeDocument/2006/relationships/image" Target="../media/image7.emf"/></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8.xml"/><Relationship Id="rId13" Type="http://schemas.openxmlformats.org/officeDocument/2006/relationships/oleObject" Target="../embeddings/oleObject5.bin"/><Relationship Id="rId3" Type="http://schemas.openxmlformats.org/officeDocument/2006/relationships/slideLayout" Target="../slideLayouts/slideLayout26.xml"/><Relationship Id="rId7" Type="http://schemas.openxmlformats.org/officeDocument/2006/relationships/tags" Target="../tags/tag27.xml"/><Relationship Id="rId12" Type="http://schemas.openxmlformats.org/officeDocument/2006/relationships/tags" Target="../tags/tag32.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tags" Target="../tags/tag26.xml"/><Relationship Id="rId11" Type="http://schemas.openxmlformats.org/officeDocument/2006/relationships/tags" Target="../tags/tag31.xml"/><Relationship Id="rId5" Type="http://schemas.openxmlformats.org/officeDocument/2006/relationships/tags" Target="../tags/tag25.xml"/><Relationship Id="rId15" Type="http://schemas.openxmlformats.org/officeDocument/2006/relationships/image" Target="../media/image5.png"/><Relationship Id="rId10" Type="http://schemas.openxmlformats.org/officeDocument/2006/relationships/tags" Target="../tags/tag30.xml"/><Relationship Id="rId4" Type="http://schemas.openxmlformats.org/officeDocument/2006/relationships/theme" Target="../theme/theme4.xml"/><Relationship Id="rId9" Type="http://schemas.openxmlformats.org/officeDocument/2006/relationships/tags" Target="../tags/tag29.xml"/><Relationship Id="rId14" Type="http://schemas.openxmlformats.org/officeDocument/2006/relationships/image" Target="../media/image7.emf"/></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oleObject" Target="../embeddings/oleObject7.bin"/><Relationship Id="rId3" Type="http://schemas.openxmlformats.org/officeDocument/2006/relationships/slideLayout" Target="../slideLayouts/slideLayout29.xml"/><Relationship Id="rId7" Type="http://schemas.openxmlformats.org/officeDocument/2006/relationships/tags" Target="../tags/tag39.xml"/><Relationship Id="rId12" Type="http://schemas.openxmlformats.org/officeDocument/2006/relationships/tags" Target="../tags/tag4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image" Target="../media/image5.png"/><Relationship Id="rId10" Type="http://schemas.openxmlformats.org/officeDocument/2006/relationships/tags" Target="../tags/tag42.xml"/><Relationship Id="rId4" Type="http://schemas.openxmlformats.org/officeDocument/2006/relationships/theme" Target="../theme/theme5.xml"/><Relationship Id="rId9" Type="http://schemas.openxmlformats.org/officeDocument/2006/relationships/tags" Target="../tags/tag41.xml"/><Relationship Id="rId14" Type="http://schemas.openxmlformats.org/officeDocument/2006/relationships/image" Target="../media/image7.emf"/></Relationships>
</file>

<file path=ppt/slideMasters/_rels/slideMaster6.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oleObject" Target="../embeddings/oleObject1.bin"/><Relationship Id="rId3" Type="http://schemas.openxmlformats.org/officeDocument/2006/relationships/slideLayout" Target="../slideLayouts/slideLayout32.xml"/><Relationship Id="rId7" Type="http://schemas.openxmlformats.org/officeDocument/2006/relationships/tags" Target="../tags/tag51.xml"/><Relationship Id="rId12" Type="http://schemas.openxmlformats.org/officeDocument/2006/relationships/tags" Target="../tags/tag5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image" Target="../media/image5.png"/><Relationship Id="rId10" Type="http://schemas.openxmlformats.org/officeDocument/2006/relationships/tags" Target="../tags/tag54.xml"/><Relationship Id="rId4" Type="http://schemas.openxmlformats.org/officeDocument/2006/relationships/theme" Target="../theme/theme6.xml"/><Relationship Id="rId9" Type="http://schemas.openxmlformats.org/officeDocument/2006/relationships/tags" Target="../tags/tag53.xml"/><Relationship Id="rId14" Type="http://schemas.openxmlformats.org/officeDocument/2006/relationships/image" Target="../media/image7.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02" tIns="45701" rIns="91402" bIns="45701"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5"/>
            <a:ext cx="8229600" cy="4525963"/>
          </a:xfrm>
          <a:prstGeom prst="rect">
            <a:avLst/>
          </a:prstGeom>
        </p:spPr>
        <p:txBody>
          <a:bodyPr vert="horz" lIns="91402" tIns="45701" rIns="91402" bIns="4570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381000" y="6324600"/>
            <a:ext cx="2133600" cy="365125"/>
          </a:xfrm>
          <a:prstGeom prst="rect">
            <a:avLst/>
          </a:prstGeom>
        </p:spPr>
        <p:txBody>
          <a:bodyPr vert="horz" lIns="91402" tIns="45701" rIns="91402" bIns="45701" rtlCol="0" anchor="ctr"/>
          <a:lstStyle>
            <a:lvl1pPr algn="l">
              <a:defRPr sz="1200">
                <a:solidFill>
                  <a:schemeClr val="tx1">
                    <a:tint val="75000"/>
                  </a:schemeClr>
                </a:solidFill>
                <a:latin typeface="Arial" pitchFamily="34" charset="0"/>
                <a:cs typeface="Arial" pitchFamily="34" charset="0"/>
              </a:defRPr>
            </a:lvl1pPr>
          </a:lstStyle>
          <a:p>
            <a:fld id="{AC55C652-FC7F-4E15-B2B8-09AF2DB910E4}"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733" r:id="rId14"/>
    <p:sldLayoutId id="2147483737" r:id="rId15"/>
    <p:sldLayoutId id="2147483738" r:id="rId16"/>
    <p:sldLayoutId id="2147483739" r:id="rId17"/>
  </p:sldLayoutIdLst>
  <p:hf hdr="0" ftr="0" dt="0"/>
  <p:txStyles>
    <p:titleStyle>
      <a:lvl1pPr algn="l" defTabSz="914012"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754" indent="-342754" algn="l" defTabSz="914012"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636" indent="-285630" algn="l" defTabSz="914012"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2515" indent="-228502" algn="l" defTabSz="914012"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599521" indent="-228502" algn="l" defTabSz="914012"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6528" indent="-228502" algn="l" defTabSz="914012"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3534"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540"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547"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552"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12" rtl="0" eaLnBrk="1" latinLnBrk="0" hangingPunct="1">
        <a:defRPr sz="1800" kern="1200">
          <a:solidFill>
            <a:schemeClr val="tx1"/>
          </a:solidFill>
          <a:latin typeface="+mn-lt"/>
          <a:ea typeface="+mn-ea"/>
          <a:cs typeface="+mn-cs"/>
        </a:defRPr>
      </a:lvl1pPr>
      <a:lvl2pPr marL="457008" algn="l" defTabSz="914012" rtl="0" eaLnBrk="1" latinLnBrk="0" hangingPunct="1">
        <a:defRPr sz="1800" kern="1200">
          <a:solidFill>
            <a:schemeClr val="tx1"/>
          </a:solidFill>
          <a:latin typeface="+mn-lt"/>
          <a:ea typeface="+mn-ea"/>
          <a:cs typeface="+mn-cs"/>
        </a:defRPr>
      </a:lvl2pPr>
      <a:lvl3pPr marL="914012" algn="l" defTabSz="914012" rtl="0" eaLnBrk="1" latinLnBrk="0" hangingPunct="1">
        <a:defRPr sz="1800" kern="1200">
          <a:solidFill>
            <a:schemeClr val="tx1"/>
          </a:solidFill>
          <a:latin typeface="+mn-lt"/>
          <a:ea typeface="+mn-ea"/>
          <a:cs typeface="+mn-cs"/>
        </a:defRPr>
      </a:lvl3pPr>
      <a:lvl4pPr marL="1371020" algn="l" defTabSz="914012" rtl="0" eaLnBrk="1" latinLnBrk="0" hangingPunct="1">
        <a:defRPr sz="1800" kern="1200">
          <a:solidFill>
            <a:schemeClr val="tx1"/>
          </a:solidFill>
          <a:latin typeface="+mn-lt"/>
          <a:ea typeface="+mn-ea"/>
          <a:cs typeface="+mn-cs"/>
        </a:defRPr>
      </a:lvl4pPr>
      <a:lvl5pPr marL="1828025" algn="l" defTabSz="914012" rtl="0" eaLnBrk="1" latinLnBrk="0" hangingPunct="1">
        <a:defRPr sz="1800" kern="1200">
          <a:solidFill>
            <a:schemeClr val="tx1"/>
          </a:solidFill>
          <a:latin typeface="+mn-lt"/>
          <a:ea typeface="+mn-ea"/>
          <a:cs typeface="+mn-cs"/>
        </a:defRPr>
      </a:lvl5pPr>
      <a:lvl6pPr marL="2285032" algn="l" defTabSz="914012" rtl="0" eaLnBrk="1" latinLnBrk="0" hangingPunct="1">
        <a:defRPr sz="1800" kern="1200">
          <a:solidFill>
            <a:schemeClr val="tx1"/>
          </a:solidFill>
          <a:latin typeface="+mn-lt"/>
          <a:ea typeface="+mn-ea"/>
          <a:cs typeface="+mn-cs"/>
        </a:defRPr>
      </a:lvl6pPr>
      <a:lvl7pPr marL="2742037" algn="l" defTabSz="914012" rtl="0" eaLnBrk="1" latinLnBrk="0" hangingPunct="1">
        <a:defRPr sz="1800" kern="1200">
          <a:solidFill>
            <a:schemeClr val="tx1"/>
          </a:solidFill>
          <a:latin typeface="+mn-lt"/>
          <a:ea typeface="+mn-ea"/>
          <a:cs typeface="+mn-cs"/>
        </a:defRPr>
      </a:lvl7pPr>
      <a:lvl8pPr marL="3199044" algn="l" defTabSz="914012" rtl="0" eaLnBrk="1" latinLnBrk="0" hangingPunct="1">
        <a:defRPr sz="1800" kern="1200">
          <a:solidFill>
            <a:schemeClr val="tx1"/>
          </a:solidFill>
          <a:latin typeface="+mn-lt"/>
          <a:ea typeface="+mn-ea"/>
          <a:cs typeface="+mn-cs"/>
        </a:defRPr>
      </a:lvl8pPr>
      <a:lvl9pPr marL="3656050" algn="l" defTabSz="91401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extLst>
              <p:ext uri="{D42A27DB-BD31-4B8C-83A1-F6EECF244321}">
                <p14:modId xmlns:p14="http://schemas.microsoft.com/office/powerpoint/2010/main" val="3227576886"/>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3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rPr>
                <a:t>Title</a:t>
              </a:r>
            </a:p>
            <a:p>
              <a:pPr fontAlgn="base">
                <a:spcBef>
                  <a:spcPct val="0"/>
                </a:spcBef>
                <a:spcAft>
                  <a:spcPct val="0"/>
                </a:spcAft>
              </a:pPr>
              <a:r>
                <a:rPr lang="en-US" sz="1600" dirty="0">
                  <a:solidFill>
                    <a:srgbClr val="808080"/>
                  </a:solidFill>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cs typeface="Arial"/>
              </a:rPr>
              <a:t>BITS </a:t>
            </a:r>
            <a:r>
              <a:rPr lang="en-US" sz="1100" dirty="0">
                <a:solidFill>
                  <a:srgbClr val="101141"/>
                </a:solidFill>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extLst>
              <p:ext uri="{D42A27DB-BD31-4B8C-83A1-F6EECF244321}">
                <p14:modId xmlns:p14="http://schemas.microsoft.com/office/powerpoint/2010/main" val="3227576886"/>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34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rPr>
                <a:t>Title</a:t>
              </a:r>
            </a:p>
            <a:p>
              <a:pPr fontAlgn="base">
                <a:spcBef>
                  <a:spcPct val="0"/>
                </a:spcBef>
                <a:spcAft>
                  <a:spcPct val="0"/>
                </a:spcAft>
              </a:pPr>
              <a:r>
                <a:rPr lang="en-US" sz="1600" dirty="0">
                  <a:solidFill>
                    <a:srgbClr val="808080"/>
                  </a:solidFill>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cs typeface="Arial"/>
              </a:rPr>
              <a:t>BITS </a:t>
            </a:r>
            <a:r>
              <a:rPr lang="en-US" sz="1100" dirty="0">
                <a:solidFill>
                  <a:srgbClr val="101141"/>
                </a:solidFill>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2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latin typeface="Arial"/>
              <a:ea typeface="ＭＳ Ｐゴシック"/>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latin typeface="Arial"/>
                <a:ea typeface="ＭＳ Ｐゴシック"/>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ea typeface="ＭＳ Ｐゴシック"/>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ea typeface="ＭＳ Ｐゴシック"/>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latin typeface="Arial"/>
                  <a:ea typeface="ＭＳ Ｐゴシック"/>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latin typeface="Arial"/>
                  <a:ea typeface="ＭＳ Ｐゴシック"/>
                </a:rPr>
                <a:t>Title</a:t>
              </a:r>
            </a:p>
            <a:p>
              <a:pPr fontAlgn="base">
                <a:spcBef>
                  <a:spcPct val="0"/>
                </a:spcBef>
                <a:spcAft>
                  <a:spcPct val="0"/>
                </a:spcAft>
              </a:pPr>
              <a:r>
                <a:rPr lang="en-US" sz="1600" dirty="0">
                  <a:solidFill>
                    <a:srgbClr val="808080"/>
                  </a:solidFill>
                  <a:latin typeface="Arial"/>
                  <a:ea typeface="ＭＳ Ｐゴシック"/>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latin typeface="Arial"/>
                <a:ea typeface="ＭＳ Ｐゴシック"/>
                <a:cs typeface="Arial"/>
              </a:rPr>
              <a:t>BITS </a:t>
            </a:r>
            <a:r>
              <a:rPr lang="en-US" sz="1100" dirty="0">
                <a:solidFill>
                  <a:srgbClr val="101141"/>
                </a:solidFill>
                <a:latin typeface="Arial"/>
                <a:ea typeface="ＭＳ Ｐゴシック"/>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latin typeface="Arial"/>
              <a:ea typeface="ＭＳ Ｐゴシック"/>
            </a:endParaRPr>
          </a:p>
        </p:txBody>
      </p:sp>
    </p:spTree>
    <p:extLst>
      <p:ext uri="{BB962C8B-B14F-4D97-AF65-F5344CB8AC3E}">
        <p14:creationId xmlns:p14="http://schemas.microsoft.com/office/powerpoint/2010/main" val="1469121548"/>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extLst>
              <p:ext uri="{D42A27DB-BD31-4B8C-83A1-F6EECF244321}">
                <p14:modId xmlns:p14="http://schemas.microsoft.com/office/powerpoint/2010/main" val="2589449439"/>
              </p:ext>
            </p:ext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Picture 23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6"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1978" fontAlgn="base">
              <a:spcBef>
                <a:spcPct val="0"/>
              </a:spcBef>
              <a:spcAft>
                <a:spcPct val="0"/>
              </a:spcAft>
            </a:pPr>
            <a:endParaRPr lang="en-US" sz="800" dirty="0">
              <a:solidFill>
                <a:srgbClr val="000000"/>
              </a:solidFill>
              <a:latin typeface="Arial"/>
              <a:ea typeface="ＭＳ Ｐゴシック"/>
            </a:endParaRPr>
          </a:p>
        </p:txBody>
      </p:sp>
      <p:sp>
        <p:nvSpPr>
          <p:cNvPr id="1036" name="Rectangle 286"/>
          <p:cNvSpPr>
            <a:spLocks noGrp="1" noChangeArrowheads="1"/>
          </p:cNvSpPr>
          <p:nvPr>
            <p:ph type="body" idx="1"/>
            <p:custDataLst>
              <p:tags r:id="rId7"/>
            </p:custDataLst>
          </p:nvPr>
        </p:nvSpPr>
        <p:spPr bwMode="auto">
          <a:xfrm>
            <a:off x="1482160"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505" y="260797"/>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3238" fontAlgn="base">
              <a:spcBef>
                <a:spcPct val="0"/>
              </a:spcBef>
              <a:spcAft>
                <a:spcPct val="0"/>
              </a:spcAft>
            </a:pPr>
            <a:r>
              <a:rPr lang="en-US" sz="1400" dirty="0">
                <a:solidFill>
                  <a:srgbClr val="808080"/>
                </a:solidFill>
                <a:latin typeface="Arial"/>
                <a:ea typeface="ＭＳ Ｐゴシック"/>
              </a:rPr>
              <a:t>TRACKER</a:t>
            </a:r>
          </a:p>
        </p:txBody>
      </p:sp>
      <p:sp>
        <p:nvSpPr>
          <p:cNvPr id="11" name="McK 3. Unit of measure" hidden="1"/>
          <p:cNvSpPr txBox="1">
            <a:spLocks noChangeArrowheads="1"/>
          </p:cNvSpPr>
          <p:nvPr>
            <p:custDataLst>
              <p:tags r:id="rId10"/>
            </p:custDataLst>
          </p:nvPr>
        </p:nvSpPr>
        <p:spPr bwMode="auto">
          <a:xfrm>
            <a:off x="121505" y="542632"/>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ea typeface="ＭＳ Ｐゴシック"/>
              </a:rPr>
              <a:t>Unit of measure</a:t>
            </a:r>
          </a:p>
        </p:txBody>
      </p:sp>
      <p:grpSp>
        <p:nvGrpSpPr>
          <p:cNvPr id="3" name="McK Slide Elements" hidden="1"/>
          <p:cNvGrpSpPr>
            <a:grpSpLocks/>
          </p:cNvGrpSpPr>
          <p:nvPr>
            <p:custDataLst>
              <p:tags r:id="rId11"/>
            </p:custDataLst>
          </p:nvPr>
        </p:nvGrpSpPr>
        <p:grpSpPr bwMode="auto">
          <a:xfrm>
            <a:off x="73833"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ea typeface="ＭＳ Ｐゴシック"/>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0921" indent="-620921" defTabSz="911978" fontAlgn="base">
                <a:spcBef>
                  <a:spcPct val="0"/>
                </a:spcBef>
                <a:spcAft>
                  <a:spcPct val="0"/>
                </a:spcAft>
                <a:tabLst>
                  <a:tab pos="624154" algn="l"/>
                </a:tabLst>
              </a:pPr>
              <a:r>
                <a:rPr lang="en-US" sz="1000" dirty="0">
                  <a:solidFill>
                    <a:srgbClr val="000000"/>
                  </a:solidFill>
                  <a:latin typeface="Arial"/>
                  <a:ea typeface="ＭＳ Ｐゴシック"/>
                </a:rPr>
                <a:t>SOURCE: Source</a:t>
              </a:r>
            </a:p>
          </p:txBody>
        </p:sp>
      </p:grpSp>
      <p:grpSp>
        <p:nvGrpSpPr>
          <p:cNvPr id="4" name="ACET" hidden="1"/>
          <p:cNvGrpSpPr>
            <a:grpSpLocks/>
          </p:cNvGrpSpPr>
          <p:nvPr>
            <p:custDataLst>
              <p:tags r:id="rId12"/>
            </p:custDataLst>
          </p:nvPr>
        </p:nvGrpSpPr>
        <p:grpSpPr bwMode="auto">
          <a:xfrm>
            <a:off x="1482165"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defTabSz="913238" fontAlgn="base">
                <a:spcBef>
                  <a:spcPct val="0"/>
                </a:spcBef>
                <a:spcAft>
                  <a:spcPct val="0"/>
                </a:spcAft>
              </a:pPr>
              <a:r>
                <a:rPr lang="en-US" sz="1600" b="1" dirty="0">
                  <a:solidFill>
                    <a:srgbClr val="000000"/>
                  </a:solidFill>
                  <a:latin typeface="Arial"/>
                  <a:ea typeface="ＭＳ Ｐゴシック"/>
                </a:rPr>
                <a:t>Title</a:t>
              </a:r>
            </a:p>
            <a:p>
              <a:pPr defTabSz="913238" fontAlgn="base">
                <a:spcBef>
                  <a:spcPct val="0"/>
                </a:spcBef>
                <a:spcAft>
                  <a:spcPct val="0"/>
                </a:spcAft>
              </a:pPr>
              <a:r>
                <a:rPr lang="en-US" sz="1600" dirty="0">
                  <a:solidFill>
                    <a:srgbClr val="808080"/>
                  </a:solidFill>
                  <a:latin typeface="Arial"/>
                  <a:ea typeface="ＭＳ Ｐゴシック"/>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grpSp>
      <p:pic>
        <p:nvPicPr>
          <p:cNvPr id="26" name="Picture 25" descr="Picture 7.png"/>
          <p:cNvPicPr>
            <a:picLocks noChangeAspect="1"/>
          </p:cNvPicPr>
          <p:nvPr/>
        </p:nvPicPr>
        <p:blipFill>
          <a:blip r:embed="rId15" cstate="print"/>
          <a:srcRect l="1923" b="5336"/>
          <a:stretch>
            <a:fillRect/>
          </a:stretch>
        </p:blipFill>
        <p:spPr>
          <a:xfrm>
            <a:off x="6764470" y="16"/>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136" tIns="46570" rIns="93136" bIns="46570" rtlCol="0">
            <a:spAutoFit/>
          </a:bodyPr>
          <a:lstStyle/>
          <a:p>
            <a:pPr algn="r" defTabSz="913238" fontAlgn="base">
              <a:spcBef>
                <a:spcPct val="0"/>
              </a:spcBef>
              <a:spcAft>
                <a:spcPct val="0"/>
              </a:spcAft>
            </a:pPr>
            <a:r>
              <a:rPr lang="en-US" sz="1100" b="1" dirty="0">
                <a:solidFill>
                  <a:srgbClr val="101141"/>
                </a:solidFill>
                <a:latin typeface="Arial"/>
                <a:ea typeface="ＭＳ Ｐゴシック"/>
                <a:cs typeface="Arial"/>
              </a:rPr>
              <a:t>BITS </a:t>
            </a:r>
            <a:r>
              <a:rPr lang="en-US" sz="1100" dirty="0">
                <a:solidFill>
                  <a:srgbClr val="101141"/>
                </a:solidFill>
                <a:latin typeface="Arial"/>
                <a:ea typeface="ＭＳ Ｐゴシック"/>
                <a:cs typeface="Arial"/>
              </a:rPr>
              <a:t>Pilani, Deemed to be University under Section 3 of UGC Act, 1956</a:t>
            </a:r>
          </a:p>
        </p:txBody>
      </p:sp>
      <p:sp>
        <p:nvSpPr>
          <p:cNvPr id="34" name="Rectangle 33"/>
          <p:cNvSpPr/>
          <p:nvPr/>
        </p:nvSpPr>
        <p:spPr>
          <a:xfrm>
            <a:off x="4408551"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5" name="Rectangle 34"/>
          <p:cNvSpPr/>
          <p:nvPr/>
        </p:nvSpPr>
        <p:spPr>
          <a:xfrm>
            <a:off x="1998228"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
        <p:nvSpPr>
          <p:cNvPr id="36" name="Rectangle 35"/>
          <p:cNvSpPr/>
          <p:nvPr/>
        </p:nvSpPr>
        <p:spPr>
          <a:xfrm>
            <a:off x="6775415"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136" tIns="46570" rIns="93136" bIns="46570" rtlCol="0" anchor="ctr"/>
          <a:lstStyle/>
          <a:p>
            <a:pPr algn="ctr" defTabSz="913238" fontAlgn="base">
              <a:spcBef>
                <a:spcPct val="0"/>
              </a:spcBef>
              <a:spcAft>
                <a:spcPct val="0"/>
              </a:spcAft>
            </a:pPr>
            <a:endParaRPr lang="en-US" sz="1600" dirty="0">
              <a:solidFill>
                <a:srgbClr val="FFFFFF"/>
              </a:solidFill>
              <a:latin typeface="Arial"/>
              <a:ea typeface="ＭＳ Ｐゴシック"/>
            </a:endParaRPr>
          </a:p>
        </p:txBody>
      </p:sp>
    </p:spTree>
    <p:extLst>
      <p:ext uri="{BB962C8B-B14F-4D97-AF65-F5344CB8AC3E}">
        <p14:creationId xmlns:p14="http://schemas.microsoft.com/office/powerpoint/2010/main" val="59170793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Lst>
  <p:hf hdr="0" ftr="0" dt="0"/>
  <p:txStyles>
    <p:titleStyle>
      <a:lvl1pPr algn="l" defTabSz="911978" rtl="0" eaLnBrk="1" fontAlgn="base" hangingPunct="1">
        <a:spcBef>
          <a:spcPct val="0"/>
        </a:spcBef>
        <a:spcAft>
          <a:spcPct val="0"/>
        </a:spcAft>
        <a:tabLst>
          <a:tab pos="274887" algn="l"/>
        </a:tabLst>
        <a:defRPr sz="1900" b="1" baseline="0">
          <a:solidFill>
            <a:schemeClr val="tx1"/>
          </a:solidFill>
          <a:latin typeface="+mj-lt"/>
          <a:ea typeface="+mj-ea"/>
          <a:cs typeface="+mj-cs"/>
        </a:defRPr>
      </a:lvl1pPr>
      <a:lvl2pPr algn="l" defTabSz="911978" rtl="0" eaLnBrk="1" fontAlgn="base" hangingPunct="1">
        <a:spcBef>
          <a:spcPct val="0"/>
        </a:spcBef>
        <a:spcAft>
          <a:spcPct val="0"/>
        </a:spcAft>
        <a:defRPr sz="1900" b="1">
          <a:solidFill>
            <a:schemeClr val="tx2"/>
          </a:solidFill>
          <a:latin typeface="Arial" charset="0"/>
        </a:defRPr>
      </a:lvl2pPr>
      <a:lvl3pPr algn="l" defTabSz="911978" rtl="0" eaLnBrk="1" fontAlgn="base" hangingPunct="1">
        <a:spcBef>
          <a:spcPct val="0"/>
        </a:spcBef>
        <a:spcAft>
          <a:spcPct val="0"/>
        </a:spcAft>
        <a:defRPr sz="1900" b="1">
          <a:solidFill>
            <a:schemeClr val="tx2"/>
          </a:solidFill>
          <a:latin typeface="Arial" charset="0"/>
        </a:defRPr>
      </a:lvl3pPr>
      <a:lvl4pPr algn="l" defTabSz="911978" rtl="0" eaLnBrk="1" fontAlgn="base" hangingPunct="1">
        <a:spcBef>
          <a:spcPct val="0"/>
        </a:spcBef>
        <a:spcAft>
          <a:spcPct val="0"/>
        </a:spcAft>
        <a:defRPr sz="1900" b="1">
          <a:solidFill>
            <a:schemeClr val="tx2"/>
          </a:solidFill>
          <a:latin typeface="Arial" charset="0"/>
        </a:defRPr>
      </a:lvl4pPr>
      <a:lvl5pPr algn="l" defTabSz="911978" rtl="0" eaLnBrk="1" fontAlgn="base" hangingPunct="1">
        <a:spcBef>
          <a:spcPct val="0"/>
        </a:spcBef>
        <a:spcAft>
          <a:spcPct val="0"/>
        </a:spcAft>
        <a:defRPr sz="1900" b="1">
          <a:solidFill>
            <a:schemeClr val="tx2"/>
          </a:solidFill>
          <a:latin typeface="Arial" charset="0"/>
        </a:defRPr>
      </a:lvl5pPr>
      <a:lvl6pPr marL="465681" algn="l" defTabSz="911978" rtl="0" eaLnBrk="1" fontAlgn="base" hangingPunct="1">
        <a:spcBef>
          <a:spcPct val="0"/>
        </a:spcBef>
        <a:spcAft>
          <a:spcPct val="0"/>
        </a:spcAft>
        <a:defRPr sz="1900" b="1">
          <a:solidFill>
            <a:schemeClr val="tx2"/>
          </a:solidFill>
          <a:latin typeface="Arial" charset="0"/>
        </a:defRPr>
      </a:lvl6pPr>
      <a:lvl7pPr marL="931383" algn="l" defTabSz="911978" rtl="0" eaLnBrk="1" fontAlgn="base" hangingPunct="1">
        <a:spcBef>
          <a:spcPct val="0"/>
        </a:spcBef>
        <a:spcAft>
          <a:spcPct val="0"/>
        </a:spcAft>
        <a:defRPr sz="1900" b="1">
          <a:solidFill>
            <a:schemeClr val="tx2"/>
          </a:solidFill>
          <a:latin typeface="Arial" charset="0"/>
        </a:defRPr>
      </a:lvl7pPr>
      <a:lvl8pPr marL="1397075" algn="l" defTabSz="911978" rtl="0" eaLnBrk="1" fontAlgn="base" hangingPunct="1">
        <a:spcBef>
          <a:spcPct val="0"/>
        </a:spcBef>
        <a:spcAft>
          <a:spcPct val="0"/>
        </a:spcAft>
        <a:defRPr sz="1900" b="1">
          <a:solidFill>
            <a:schemeClr val="tx2"/>
          </a:solidFill>
          <a:latin typeface="Arial" charset="0"/>
        </a:defRPr>
      </a:lvl8pPr>
      <a:lvl9pPr marL="1862761" algn="l" defTabSz="911978" rtl="0" eaLnBrk="1" fontAlgn="base" hangingPunct="1">
        <a:spcBef>
          <a:spcPct val="0"/>
        </a:spcBef>
        <a:spcAft>
          <a:spcPct val="0"/>
        </a:spcAft>
        <a:defRPr sz="1900" b="1">
          <a:solidFill>
            <a:schemeClr val="tx2"/>
          </a:solidFill>
          <a:latin typeface="Arial" charset="0"/>
        </a:defRPr>
      </a:lvl9pPr>
    </p:titleStyle>
    <p:bodyStyle>
      <a:lvl1pPr marL="0" indent="0" algn="l" defTabSz="91197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272" indent="-195656" algn="l" defTabSz="91197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5681" indent="-266802" algn="l" defTabSz="91197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5773" indent="-158466" algn="l" defTabSz="91197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3733" indent="-132592" algn="l" defTabSz="91197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1383" rtl="0" eaLnBrk="1" latinLnBrk="0" hangingPunct="1">
        <a:defRPr sz="1800" kern="1200">
          <a:solidFill>
            <a:schemeClr val="tx1"/>
          </a:solidFill>
          <a:latin typeface="+mn-lt"/>
          <a:ea typeface="+mn-ea"/>
          <a:cs typeface="+mn-cs"/>
        </a:defRPr>
      </a:lvl1pPr>
      <a:lvl2pPr marL="465681" algn="l" defTabSz="931383" rtl="0" eaLnBrk="1" latinLnBrk="0" hangingPunct="1">
        <a:defRPr sz="1800" kern="1200">
          <a:solidFill>
            <a:schemeClr val="tx1"/>
          </a:solidFill>
          <a:latin typeface="+mn-lt"/>
          <a:ea typeface="+mn-ea"/>
          <a:cs typeface="+mn-cs"/>
        </a:defRPr>
      </a:lvl2pPr>
      <a:lvl3pPr marL="931383" algn="l" defTabSz="931383" rtl="0" eaLnBrk="1" latinLnBrk="0" hangingPunct="1">
        <a:defRPr sz="1800" kern="1200">
          <a:solidFill>
            <a:schemeClr val="tx1"/>
          </a:solidFill>
          <a:latin typeface="+mn-lt"/>
          <a:ea typeface="+mn-ea"/>
          <a:cs typeface="+mn-cs"/>
        </a:defRPr>
      </a:lvl3pPr>
      <a:lvl4pPr marL="1397075" algn="l" defTabSz="931383" rtl="0" eaLnBrk="1" latinLnBrk="0" hangingPunct="1">
        <a:defRPr sz="1800" kern="1200">
          <a:solidFill>
            <a:schemeClr val="tx1"/>
          </a:solidFill>
          <a:latin typeface="+mn-lt"/>
          <a:ea typeface="+mn-ea"/>
          <a:cs typeface="+mn-cs"/>
        </a:defRPr>
      </a:lvl4pPr>
      <a:lvl5pPr marL="1862761" algn="l" defTabSz="931383" rtl="0" eaLnBrk="1" latinLnBrk="0" hangingPunct="1">
        <a:defRPr sz="1800" kern="1200">
          <a:solidFill>
            <a:schemeClr val="tx1"/>
          </a:solidFill>
          <a:latin typeface="+mn-lt"/>
          <a:ea typeface="+mn-ea"/>
          <a:cs typeface="+mn-cs"/>
        </a:defRPr>
      </a:lvl5pPr>
      <a:lvl6pPr marL="2328453" algn="l" defTabSz="931383" rtl="0" eaLnBrk="1" latinLnBrk="0" hangingPunct="1">
        <a:defRPr sz="1800" kern="1200">
          <a:solidFill>
            <a:schemeClr val="tx1"/>
          </a:solidFill>
          <a:latin typeface="+mn-lt"/>
          <a:ea typeface="+mn-ea"/>
          <a:cs typeface="+mn-cs"/>
        </a:defRPr>
      </a:lvl6pPr>
      <a:lvl7pPr marL="2794142" algn="l" defTabSz="931383" rtl="0" eaLnBrk="1" latinLnBrk="0" hangingPunct="1">
        <a:defRPr sz="1800" kern="1200">
          <a:solidFill>
            <a:schemeClr val="tx1"/>
          </a:solidFill>
          <a:latin typeface="+mn-lt"/>
          <a:ea typeface="+mn-ea"/>
          <a:cs typeface="+mn-cs"/>
        </a:defRPr>
      </a:lvl7pPr>
      <a:lvl8pPr marL="3259834" algn="l" defTabSz="931383" rtl="0" eaLnBrk="1" latinLnBrk="0" hangingPunct="1">
        <a:defRPr sz="1800" kern="1200">
          <a:solidFill>
            <a:schemeClr val="tx1"/>
          </a:solidFill>
          <a:latin typeface="+mn-lt"/>
          <a:ea typeface="+mn-ea"/>
          <a:cs typeface="+mn-cs"/>
        </a:defRPr>
      </a:lvl8pPr>
      <a:lvl9pPr marL="3725525" algn="l" defTabSz="931383"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5"/>
            </p:custDataLst>
          </p:nvPr>
        </p:nvGraphicFramePr>
        <p:xfrm>
          <a:off x="0" y="0"/>
          <a:ext cx="161984" cy="161974"/>
        </p:xfrm>
        <a:graphic>
          <a:graphicData uri="http://schemas.openxmlformats.org/presentationml/2006/ole">
            <mc:AlternateContent xmlns:mc="http://schemas.openxmlformats.org/markup-compatibility/2006">
              <mc:Choice xmlns:v="urn:schemas-microsoft-com:vml" Requires="v">
                <p:oleObj name="think-cell Slide" r:id="rId13" imgW="360" imgH="360" progId="">
                  <p:embed/>
                </p:oleObj>
              </mc:Choice>
              <mc:Fallback>
                <p:oleObj name="think-cell Slide" r:id="rId13" imgW="360" imgH="360" progId="">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1984" cy="1619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3" name="doc id"/>
          <p:cNvSpPr>
            <a:spLocks noChangeArrowheads="1"/>
          </p:cNvSpPr>
          <p:nvPr>
            <p:custDataLst>
              <p:tags r:id="rId6"/>
            </p:custDataLst>
          </p:nvPr>
        </p:nvSpPr>
        <p:spPr bwMode="auto">
          <a:xfrm>
            <a:off x="8246613" y="37255"/>
            <a:ext cx="670614" cy="124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p>
            <a:pPr algn="r" defTabSz="913138" fontAlgn="base">
              <a:spcBef>
                <a:spcPct val="0"/>
              </a:spcBef>
              <a:spcAft>
                <a:spcPct val="0"/>
              </a:spcAft>
            </a:pPr>
            <a:endParaRPr lang="en-US" sz="800" dirty="0">
              <a:solidFill>
                <a:srgbClr val="000000"/>
              </a:solidFill>
            </a:endParaRPr>
          </a:p>
        </p:txBody>
      </p:sp>
      <p:sp>
        <p:nvSpPr>
          <p:cNvPr id="1036" name="Rectangle 286"/>
          <p:cNvSpPr>
            <a:spLocks noGrp="1" noChangeArrowheads="1"/>
          </p:cNvSpPr>
          <p:nvPr>
            <p:ph type="body" idx="1"/>
            <p:custDataLst>
              <p:tags r:id="rId7"/>
            </p:custDataLst>
          </p:nvPr>
        </p:nvSpPr>
        <p:spPr bwMode="auto">
          <a:xfrm>
            <a:off x="1482159" y="1990667"/>
            <a:ext cx="4389768"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Title Placeholder 2"/>
          <p:cNvSpPr>
            <a:spLocks noGrp="1" noChangeArrowheads="1"/>
          </p:cNvSpPr>
          <p:nvPr>
            <p:ph type="title"/>
            <p:custDataLst>
              <p:tags r:id="rId8"/>
            </p:custDataLst>
          </p:nvPr>
        </p:nvSpPr>
        <p:spPr bwMode="auto">
          <a:xfrm>
            <a:off x="121493" y="260785"/>
            <a:ext cx="6526337" cy="596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noAutofit/>
          </a:bodyPr>
          <a:lstStyle/>
          <a:p>
            <a:pPr lvl="0"/>
            <a:r>
              <a:rPr lang="en-US" noProof="0" dirty="0"/>
              <a:t>Click to edit Master title</a:t>
            </a:r>
          </a:p>
        </p:txBody>
      </p:sp>
      <p:sp>
        <p:nvSpPr>
          <p:cNvPr id="10" name="McK 1. On-page tracker" hidden="1"/>
          <p:cNvSpPr>
            <a:spLocks noChangeArrowheads="1"/>
          </p:cNvSpPr>
          <p:nvPr>
            <p:custDataLst>
              <p:tags r:id="rId9"/>
            </p:custDataLst>
          </p:nvPr>
        </p:nvSpPr>
        <p:spPr bwMode="auto">
          <a:xfrm>
            <a:off x="121488" y="27536"/>
            <a:ext cx="876714" cy="219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rPr>
              <a:t>TRACKER</a:t>
            </a:r>
          </a:p>
        </p:txBody>
      </p:sp>
      <p:sp>
        <p:nvSpPr>
          <p:cNvPr id="11" name="McK 3. Unit of measure" hidden="1"/>
          <p:cNvSpPr txBox="1">
            <a:spLocks noChangeArrowheads="1"/>
          </p:cNvSpPr>
          <p:nvPr>
            <p:custDataLst>
              <p:tags r:id="rId10"/>
            </p:custDataLst>
          </p:nvPr>
        </p:nvSpPr>
        <p:spPr bwMode="auto">
          <a:xfrm>
            <a:off x="121492" y="542620"/>
            <a:ext cx="8794113" cy="251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rPr>
              <a:t>Unit of measure</a:t>
            </a:r>
          </a:p>
        </p:txBody>
      </p:sp>
      <p:grpSp>
        <p:nvGrpSpPr>
          <p:cNvPr id="3" name="McK Slide Elements" hidden="1"/>
          <p:cNvGrpSpPr>
            <a:grpSpLocks/>
          </p:cNvGrpSpPr>
          <p:nvPr>
            <p:custDataLst>
              <p:tags r:id="rId11"/>
            </p:custDataLst>
          </p:nvPr>
        </p:nvGrpSpPr>
        <p:grpSpPr bwMode="auto">
          <a:xfrm>
            <a:off x="73820" y="6292816"/>
            <a:ext cx="4072089" cy="518318"/>
            <a:chOff x="75" y="3830"/>
            <a:chExt cx="5385" cy="320"/>
          </a:xfrm>
        </p:grpSpPr>
        <p:sp>
          <p:nvSpPr>
            <p:cNvPr id="13" name="McK 4. Footnote"/>
            <p:cNvSpPr txBox="1">
              <a:spLocks noChangeArrowheads="1"/>
            </p:cNvSpPr>
            <p:nvPr/>
          </p:nvSpPr>
          <p:spPr bwMode="auto">
            <a:xfrm>
              <a:off x="75" y="3830"/>
              <a:ext cx="5385"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rPr>
                <a:t>1 Footnote</a:t>
              </a:r>
            </a:p>
          </p:txBody>
        </p:sp>
        <p:sp>
          <p:nvSpPr>
            <p:cNvPr id="14" name="McK 5. Source"/>
            <p:cNvSpPr>
              <a:spLocks noChangeArrowheads="1"/>
            </p:cNvSpPr>
            <p:nvPr/>
          </p:nvSpPr>
          <p:spPr bwMode="auto">
            <a:xfrm>
              <a:off x="75" y="4054"/>
              <a:ext cx="4323" cy="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marL="621712" indent="-621712" defTabSz="913138" fontAlgn="base">
                <a:spcBef>
                  <a:spcPct val="0"/>
                </a:spcBef>
                <a:spcAft>
                  <a:spcPct val="0"/>
                </a:spcAft>
                <a:tabLst>
                  <a:tab pos="624949" algn="l"/>
                </a:tabLst>
              </a:pPr>
              <a:r>
                <a:rPr lang="en-US" sz="1000" dirty="0">
                  <a:solidFill>
                    <a:srgbClr val="000000"/>
                  </a:solidFill>
                </a:rPr>
                <a:t>SOURCE: Source</a:t>
              </a:r>
            </a:p>
          </p:txBody>
        </p:sp>
      </p:grpSp>
      <p:grpSp>
        <p:nvGrpSpPr>
          <p:cNvPr id="4" name="ACET" hidden="1"/>
          <p:cNvGrpSpPr>
            <a:grpSpLocks/>
          </p:cNvGrpSpPr>
          <p:nvPr>
            <p:custDataLst>
              <p:tags r:id="rId12"/>
            </p:custDataLst>
          </p:nvPr>
        </p:nvGrpSpPr>
        <p:grpSpPr bwMode="auto">
          <a:xfrm>
            <a:off x="1482159" y="1150019"/>
            <a:ext cx="4350892"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rPr>
                <a:t>Title</a:t>
              </a:r>
            </a:p>
            <a:p>
              <a:pPr fontAlgn="base">
                <a:spcBef>
                  <a:spcPct val="0"/>
                </a:spcBef>
                <a:spcAft>
                  <a:spcPct val="0"/>
                </a:spcAft>
              </a:pPr>
              <a:r>
                <a:rPr lang="en-US" sz="1600" dirty="0">
                  <a:solidFill>
                    <a:srgbClr val="808080"/>
                  </a:solidFill>
                </a:rPr>
                <a:t>Unit of measure</a:t>
              </a:r>
            </a:p>
          </p:txBody>
        </p:sp>
      </p:grpSp>
      <p:grpSp>
        <p:nvGrpSpPr>
          <p:cNvPr id="5" name="Group 21"/>
          <p:cNvGrpSpPr/>
          <p:nvPr/>
        </p:nvGrpSpPr>
        <p:grpSpPr>
          <a:xfrm>
            <a:off x="0" y="889827"/>
            <a:ext cx="7153216" cy="46648"/>
            <a:chOff x="1905000" y="6553200"/>
            <a:chExt cx="7010400" cy="45719"/>
          </a:xfrm>
        </p:grpSpPr>
        <p:sp>
          <p:nvSpPr>
            <p:cNvPr id="23" name="Rectangle 2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4" name="Rectangle 2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sp>
          <p:nvSpPr>
            <p:cNvPr id="25" name="Rectangle 2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base">
                <a:spcBef>
                  <a:spcPct val="0"/>
                </a:spcBef>
                <a:spcAft>
                  <a:spcPct val="0"/>
                </a:spcAft>
              </a:pPr>
              <a:endParaRPr lang="en-US" sz="1600" dirty="0">
                <a:solidFill>
                  <a:srgbClr val="FFFFFF"/>
                </a:solidFill>
              </a:endParaRPr>
            </a:p>
          </p:txBody>
        </p:sp>
      </p:grpSp>
      <p:pic>
        <p:nvPicPr>
          <p:cNvPr id="26" name="Picture 25" descr="Picture 7.png"/>
          <p:cNvPicPr>
            <a:picLocks noChangeAspect="1"/>
          </p:cNvPicPr>
          <p:nvPr/>
        </p:nvPicPr>
        <p:blipFill>
          <a:blip r:embed="rId15" cstate="print"/>
          <a:srcRect l="1923" b="5336"/>
          <a:stretch>
            <a:fillRect/>
          </a:stretch>
        </p:blipFill>
        <p:spPr>
          <a:xfrm>
            <a:off x="6764458" y="4"/>
            <a:ext cx="2237873" cy="706767"/>
          </a:xfrm>
          <a:prstGeom prst="rect">
            <a:avLst/>
          </a:prstGeom>
        </p:spPr>
      </p:pic>
      <p:sp>
        <p:nvSpPr>
          <p:cNvPr id="28" name="TextBox 27"/>
          <p:cNvSpPr txBox="1"/>
          <p:nvPr/>
        </p:nvSpPr>
        <p:spPr>
          <a:xfrm>
            <a:off x="3164497" y="6583938"/>
            <a:ext cx="5986930" cy="266924"/>
          </a:xfrm>
          <a:prstGeom prst="rect">
            <a:avLst/>
          </a:prstGeom>
          <a:noFill/>
        </p:spPr>
        <p:txBody>
          <a:bodyPr wrap="square" lIns="93256" tIns="46628" rIns="93256" bIns="46628" rtlCol="0">
            <a:spAutoFit/>
          </a:bodyPr>
          <a:lstStyle/>
          <a:p>
            <a:pPr algn="r" fontAlgn="base">
              <a:spcBef>
                <a:spcPct val="0"/>
              </a:spcBef>
              <a:spcAft>
                <a:spcPct val="0"/>
              </a:spcAft>
            </a:pPr>
            <a:r>
              <a:rPr lang="en-US" sz="1100" b="1" dirty="0">
                <a:solidFill>
                  <a:srgbClr val="101141"/>
                </a:solidFill>
                <a:cs typeface="Arial"/>
              </a:rPr>
              <a:t>BITS </a:t>
            </a:r>
            <a:r>
              <a:rPr lang="en-US" sz="1100" dirty="0">
                <a:solidFill>
                  <a:srgbClr val="101141"/>
                </a:solidFill>
                <a:cs typeface="Arial"/>
              </a:rPr>
              <a:t>Pilani, Deemed to be University under Section 3 of UGC Act, 1956</a:t>
            </a:r>
          </a:p>
        </p:txBody>
      </p:sp>
      <p:sp>
        <p:nvSpPr>
          <p:cNvPr id="34" name="Rectangle 33"/>
          <p:cNvSpPr/>
          <p:nvPr/>
        </p:nvSpPr>
        <p:spPr>
          <a:xfrm>
            <a:off x="4408539" y="6500997"/>
            <a:ext cx="2376029" cy="46648"/>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5" name="Rectangle 34"/>
          <p:cNvSpPr/>
          <p:nvPr/>
        </p:nvSpPr>
        <p:spPr>
          <a:xfrm>
            <a:off x="1998216" y="6500997"/>
            <a:ext cx="2410323" cy="46648"/>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
        <p:nvSpPr>
          <p:cNvPr id="36" name="Rectangle 35"/>
          <p:cNvSpPr/>
          <p:nvPr/>
        </p:nvSpPr>
        <p:spPr>
          <a:xfrm>
            <a:off x="6775403" y="6500997"/>
            <a:ext cx="2376029" cy="4664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lIns="93256" tIns="46628" rIns="93256" bIns="46628" rtlCol="0" anchor="ctr"/>
          <a:lstStyle/>
          <a:p>
            <a:pPr algn="ctr" fontAlgn="base">
              <a:spcBef>
                <a:spcPct val="0"/>
              </a:spcBef>
              <a:spcAft>
                <a:spcPct val="0"/>
              </a:spcAft>
            </a:pPr>
            <a:endParaRPr lang="en-US" sz="1600" dirty="0">
              <a:solidFill>
                <a:srgbClr val="FFFFFF"/>
              </a:solidFill>
            </a:endParaRPr>
          </a:p>
        </p:txBody>
      </p:sp>
    </p:spTree>
    <p:extLst>
      <p:ext uri="{BB962C8B-B14F-4D97-AF65-F5344CB8AC3E}">
        <p14:creationId xmlns:p14="http://schemas.microsoft.com/office/powerpoint/2010/main" val="3190648532"/>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Lst>
  <p:hf hdr="0" ftr="0" dt="0"/>
  <p:txStyles>
    <p:titleStyle>
      <a:lvl1pPr algn="l" defTabSz="913138" rtl="0" eaLnBrk="1" fontAlgn="base" hangingPunct="1">
        <a:spcBef>
          <a:spcPct val="0"/>
        </a:spcBef>
        <a:spcAft>
          <a:spcPct val="0"/>
        </a:spcAft>
        <a:tabLst>
          <a:tab pos="275237" algn="l"/>
        </a:tabLst>
        <a:defRPr sz="1900" b="1" baseline="0">
          <a:solidFill>
            <a:schemeClr val="tx1"/>
          </a:solidFill>
          <a:latin typeface="+mj-lt"/>
          <a:ea typeface="+mj-ea"/>
          <a:cs typeface="+mj-cs"/>
        </a:defRPr>
      </a:lvl1pPr>
      <a:lvl2pPr algn="l" defTabSz="913138" rtl="0" eaLnBrk="1" fontAlgn="base" hangingPunct="1">
        <a:spcBef>
          <a:spcPct val="0"/>
        </a:spcBef>
        <a:spcAft>
          <a:spcPct val="0"/>
        </a:spcAft>
        <a:defRPr sz="1900" b="1">
          <a:solidFill>
            <a:schemeClr val="tx2"/>
          </a:solidFill>
          <a:latin typeface="Arial" charset="0"/>
        </a:defRPr>
      </a:lvl2pPr>
      <a:lvl3pPr algn="l" defTabSz="913138" rtl="0" eaLnBrk="1" fontAlgn="base" hangingPunct="1">
        <a:spcBef>
          <a:spcPct val="0"/>
        </a:spcBef>
        <a:spcAft>
          <a:spcPct val="0"/>
        </a:spcAft>
        <a:defRPr sz="1900" b="1">
          <a:solidFill>
            <a:schemeClr val="tx2"/>
          </a:solidFill>
          <a:latin typeface="Arial" charset="0"/>
        </a:defRPr>
      </a:lvl3pPr>
      <a:lvl4pPr algn="l" defTabSz="913138" rtl="0" eaLnBrk="1" fontAlgn="base" hangingPunct="1">
        <a:spcBef>
          <a:spcPct val="0"/>
        </a:spcBef>
        <a:spcAft>
          <a:spcPct val="0"/>
        </a:spcAft>
        <a:defRPr sz="1900" b="1">
          <a:solidFill>
            <a:schemeClr val="tx2"/>
          </a:solidFill>
          <a:latin typeface="Arial" charset="0"/>
        </a:defRPr>
      </a:lvl4pPr>
      <a:lvl5pPr algn="l" defTabSz="913138" rtl="0" eaLnBrk="1" fontAlgn="base" hangingPunct="1">
        <a:spcBef>
          <a:spcPct val="0"/>
        </a:spcBef>
        <a:spcAft>
          <a:spcPct val="0"/>
        </a:spcAft>
        <a:defRPr sz="1900" b="1">
          <a:solidFill>
            <a:schemeClr val="tx2"/>
          </a:solidFill>
          <a:latin typeface="Arial" charset="0"/>
        </a:defRPr>
      </a:lvl5pPr>
      <a:lvl6pPr marL="466281" algn="l" defTabSz="913138" rtl="0" eaLnBrk="1" fontAlgn="base" hangingPunct="1">
        <a:spcBef>
          <a:spcPct val="0"/>
        </a:spcBef>
        <a:spcAft>
          <a:spcPct val="0"/>
        </a:spcAft>
        <a:defRPr sz="1900" b="1">
          <a:solidFill>
            <a:schemeClr val="tx2"/>
          </a:solidFill>
          <a:latin typeface="Arial" charset="0"/>
        </a:defRPr>
      </a:lvl6pPr>
      <a:lvl7pPr marL="932566" algn="l" defTabSz="913138" rtl="0" eaLnBrk="1" fontAlgn="base" hangingPunct="1">
        <a:spcBef>
          <a:spcPct val="0"/>
        </a:spcBef>
        <a:spcAft>
          <a:spcPct val="0"/>
        </a:spcAft>
        <a:defRPr sz="1900" b="1">
          <a:solidFill>
            <a:schemeClr val="tx2"/>
          </a:solidFill>
          <a:latin typeface="Arial" charset="0"/>
        </a:defRPr>
      </a:lvl7pPr>
      <a:lvl8pPr marL="1398851" algn="l" defTabSz="913138" rtl="0" eaLnBrk="1" fontAlgn="base" hangingPunct="1">
        <a:spcBef>
          <a:spcPct val="0"/>
        </a:spcBef>
        <a:spcAft>
          <a:spcPct val="0"/>
        </a:spcAft>
        <a:defRPr sz="1900" b="1">
          <a:solidFill>
            <a:schemeClr val="tx2"/>
          </a:solidFill>
          <a:latin typeface="Arial" charset="0"/>
        </a:defRPr>
      </a:lvl8pPr>
      <a:lvl9pPr marL="1865134" algn="l" defTabSz="913138" rtl="0" eaLnBrk="1" fontAlgn="base" hangingPunct="1">
        <a:spcBef>
          <a:spcPct val="0"/>
        </a:spcBef>
        <a:spcAft>
          <a:spcPct val="0"/>
        </a:spcAft>
        <a:defRPr sz="1900" b="1">
          <a:solidFill>
            <a:schemeClr val="tx2"/>
          </a:solidFill>
          <a:latin typeface="Arial" charset="0"/>
        </a:defRPr>
      </a:lvl9pPr>
    </p:titleStyle>
    <p:body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566" rtl="0" eaLnBrk="1" latinLnBrk="0" hangingPunct="1">
        <a:defRPr sz="1800" kern="1200">
          <a:solidFill>
            <a:schemeClr val="tx1"/>
          </a:solidFill>
          <a:latin typeface="+mn-lt"/>
          <a:ea typeface="+mn-ea"/>
          <a:cs typeface="+mn-cs"/>
        </a:defRPr>
      </a:lvl1pPr>
      <a:lvl2pPr marL="466281" algn="l" defTabSz="932566" rtl="0" eaLnBrk="1" latinLnBrk="0" hangingPunct="1">
        <a:defRPr sz="1800" kern="1200">
          <a:solidFill>
            <a:schemeClr val="tx1"/>
          </a:solidFill>
          <a:latin typeface="+mn-lt"/>
          <a:ea typeface="+mn-ea"/>
          <a:cs typeface="+mn-cs"/>
        </a:defRPr>
      </a:lvl2pPr>
      <a:lvl3pPr marL="932566" algn="l" defTabSz="932566" rtl="0" eaLnBrk="1" latinLnBrk="0" hangingPunct="1">
        <a:defRPr sz="1800" kern="1200">
          <a:solidFill>
            <a:schemeClr val="tx1"/>
          </a:solidFill>
          <a:latin typeface="+mn-lt"/>
          <a:ea typeface="+mn-ea"/>
          <a:cs typeface="+mn-cs"/>
        </a:defRPr>
      </a:lvl3pPr>
      <a:lvl4pPr marL="1398851" algn="l" defTabSz="932566" rtl="0" eaLnBrk="1" latinLnBrk="0" hangingPunct="1">
        <a:defRPr sz="1800" kern="1200">
          <a:solidFill>
            <a:schemeClr val="tx1"/>
          </a:solidFill>
          <a:latin typeface="+mn-lt"/>
          <a:ea typeface="+mn-ea"/>
          <a:cs typeface="+mn-cs"/>
        </a:defRPr>
      </a:lvl4pPr>
      <a:lvl5pPr marL="1865134" algn="l" defTabSz="932566" rtl="0" eaLnBrk="1" latinLnBrk="0" hangingPunct="1">
        <a:defRPr sz="1800" kern="1200">
          <a:solidFill>
            <a:schemeClr val="tx1"/>
          </a:solidFill>
          <a:latin typeface="+mn-lt"/>
          <a:ea typeface="+mn-ea"/>
          <a:cs typeface="+mn-cs"/>
        </a:defRPr>
      </a:lvl5pPr>
      <a:lvl6pPr marL="2331418" algn="l" defTabSz="932566" rtl="0" eaLnBrk="1" latinLnBrk="0" hangingPunct="1">
        <a:defRPr sz="1800" kern="1200">
          <a:solidFill>
            <a:schemeClr val="tx1"/>
          </a:solidFill>
          <a:latin typeface="+mn-lt"/>
          <a:ea typeface="+mn-ea"/>
          <a:cs typeface="+mn-cs"/>
        </a:defRPr>
      </a:lvl6pPr>
      <a:lvl7pPr marL="2797699" algn="l" defTabSz="932566" rtl="0" eaLnBrk="1" latinLnBrk="0" hangingPunct="1">
        <a:defRPr sz="1800" kern="1200">
          <a:solidFill>
            <a:schemeClr val="tx1"/>
          </a:solidFill>
          <a:latin typeface="+mn-lt"/>
          <a:ea typeface="+mn-ea"/>
          <a:cs typeface="+mn-cs"/>
        </a:defRPr>
      </a:lvl7pPr>
      <a:lvl8pPr marL="3263983" algn="l" defTabSz="932566" rtl="0" eaLnBrk="1" latinLnBrk="0" hangingPunct="1">
        <a:defRPr sz="1800" kern="1200">
          <a:solidFill>
            <a:schemeClr val="tx1"/>
          </a:solidFill>
          <a:latin typeface="+mn-lt"/>
          <a:ea typeface="+mn-ea"/>
          <a:cs typeface="+mn-cs"/>
        </a:defRPr>
      </a:lvl8pPr>
      <a:lvl9pPr marL="3730268" algn="l" defTabSz="93256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2.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3.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4.xml"/><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5.xml"/><Relationship Id="rId1" Type="http://schemas.openxmlformats.org/officeDocument/2006/relationships/slideLayout" Target="../slideLayouts/slideLayout32.xml"/><Relationship Id="rId5" Type="http://schemas.openxmlformats.org/officeDocument/2006/relationships/image" Target="../media/image23.png"/><Relationship Id="rId4" Type="http://schemas.openxmlformats.org/officeDocument/2006/relationships/customXml" Target="../ink/ink6.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6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 Id="rId5" Type="http://schemas.openxmlformats.org/officeDocument/2006/relationships/image" Target="../media/image42.png"/><Relationship Id="rId4" Type="http://schemas.openxmlformats.org/officeDocument/2006/relationships/image" Target="../media/image41.png"/></Relationships>
</file>

<file path=ppt/slides/_rels/slide7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 Id="rId5" Type="http://schemas.openxmlformats.org/officeDocument/2006/relationships/image" Target="../media/image42.png"/><Relationship Id="rId4" Type="http://schemas.openxmlformats.org/officeDocument/2006/relationships/image" Target="../media/image41.png"/></Relationships>
</file>

<file path=ppt/slides/_rels/slide7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 Id="rId5" Type="http://schemas.openxmlformats.org/officeDocument/2006/relationships/image" Target="../media/image42.png"/><Relationship Id="rId4" Type="http://schemas.openxmlformats.org/officeDocument/2006/relationships/image" Target="../media/image41.png"/></Relationships>
</file>

<file path=ppt/slides/_rels/slide7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 Id="rId5" Type="http://schemas.openxmlformats.org/officeDocument/2006/relationships/image" Target="../media/image42.png"/><Relationship Id="rId4" Type="http://schemas.openxmlformats.org/officeDocument/2006/relationships/image" Target="../media/image41.png"/></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 Id="rId5" Type="http://schemas.openxmlformats.org/officeDocument/2006/relationships/image" Target="../media/image42.png"/><Relationship Id="rId4" Type="http://schemas.openxmlformats.org/officeDocument/2006/relationships/image" Target="../media/image41.png"/></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0.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algn="ctr"/>
            <a:r>
              <a:rPr lang="en-US" dirty="0"/>
              <a:t>By RKT</a:t>
            </a:r>
          </a:p>
          <a:p>
            <a:pPr algn="ctr"/>
            <a:r>
              <a:rPr lang="en-US" dirty="0"/>
              <a:t>Instruction Architecture</a:t>
            </a:r>
          </a:p>
          <a:p>
            <a:r>
              <a:rPr lang="en-US" dirty="0">
                <a:solidFill>
                  <a:srgbClr val="FF0000"/>
                </a:solidFill>
              </a:rPr>
              <a:t>Instruction sets &amp;Addressing mode </a:t>
            </a:r>
          </a:p>
        </p:txBody>
      </p:sp>
    </p:spTree>
    <p:extLst>
      <p:ext uri="{BB962C8B-B14F-4D97-AF65-F5344CB8AC3E}">
        <p14:creationId xmlns:p14="http://schemas.microsoft.com/office/powerpoint/2010/main" val="208713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400" b="0" dirty="0">
                <a:ea typeface="SimSun" pitchFamily="2" charset="-122"/>
              </a:rPr>
              <a:t>Objectives</a:t>
            </a:r>
            <a:endParaRPr lang="en-US" sz="2400" b="0" dirty="0"/>
          </a:p>
        </p:txBody>
      </p:sp>
      <p:sp>
        <p:nvSpPr>
          <p:cNvPr id="3" name="Rectangle 3"/>
          <p:cNvSpPr txBox="1">
            <a:spLocks noChangeArrowheads="1"/>
          </p:cNvSpPr>
          <p:nvPr/>
        </p:nvSpPr>
        <p:spPr>
          <a:xfrm>
            <a:off x="131152" y="1143000"/>
            <a:ext cx="82296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buFont typeface="Wingdings" panose="05000000000000000000" pitchFamily="2" charset="2"/>
              <a:buChar char="q"/>
            </a:pPr>
            <a:r>
              <a:rPr lang="en-US" altLang="zh-CN" sz="2800" kern="0" dirty="0">
                <a:ea typeface="SimSun" pitchFamily="2" charset="-122"/>
              </a:rPr>
              <a:t>Machine instructions and program execution, including branching and subroutine call and return operations.</a:t>
            </a:r>
          </a:p>
          <a:p>
            <a:endParaRPr lang="en-US" altLang="zh-CN" sz="2800" kern="0" dirty="0">
              <a:ea typeface="SimSun" pitchFamily="2" charset="-122"/>
            </a:endParaRPr>
          </a:p>
          <a:p>
            <a:pPr marL="457200" indent="-457200">
              <a:buFont typeface="Wingdings" panose="05000000000000000000" pitchFamily="2" charset="2"/>
              <a:buChar char="q"/>
            </a:pPr>
            <a:r>
              <a:rPr lang="en-US" altLang="zh-CN" sz="2800" kern="0" dirty="0">
                <a:ea typeface="SimSun" pitchFamily="2" charset="-122"/>
              </a:rPr>
              <a:t> Addressing methods for accessing register and memory operands.</a:t>
            </a:r>
          </a:p>
          <a:p>
            <a:endParaRPr lang="en-US" altLang="zh-CN" sz="2800" kern="0" dirty="0">
              <a:ea typeface="SimSun" pitchFamily="2" charset="-122"/>
            </a:endParaRPr>
          </a:p>
          <a:p>
            <a:pPr marL="457200" indent="-457200">
              <a:buFont typeface="Wingdings" panose="05000000000000000000" pitchFamily="2" charset="2"/>
              <a:buChar char="q"/>
            </a:pPr>
            <a:r>
              <a:rPr lang="en-US" altLang="zh-CN" sz="2800" kern="0" dirty="0">
                <a:ea typeface="SimSun" pitchFamily="2" charset="-122"/>
              </a:rPr>
              <a:t> Assembly language for representing machine instructions, data, and programs. </a:t>
            </a:r>
          </a:p>
          <a:p>
            <a:endParaRPr lang="en-US" altLang="zh-CN" sz="2800" kern="0" dirty="0">
              <a:ea typeface="SimSun" pitchFamily="2" charset="-122"/>
            </a:endParaRPr>
          </a:p>
          <a:p>
            <a:pPr marL="457200" indent="-457200">
              <a:buFont typeface="Wingdings" panose="05000000000000000000" pitchFamily="2" charset="2"/>
              <a:buChar char="q"/>
            </a:pPr>
            <a:r>
              <a:rPr lang="en-US" altLang="zh-CN" sz="2800" kern="0" dirty="0">
                <a:ea typeface="SimSun" pitchFamily="2" charset="-122"/>
              </a:rPr>
              <a:t> Program-controlled </a:t>
            </a:r>
            <a:r>
              <a:rPr lang="en-US" altLang="zh-CN" sz="2800" kern="0" dirty="0" err="1">
                <a:ea typeface="SimSun" pitchFamily="2" charset="-122"/>
              </a:rPr>
              <a:t>Input/Output</a:t>
            </a:r>
            <a:r>
              <a:rPr lang="en-US" altLang="zh-CN" sz="2800" kern="0" dirty="0">
                <a:ea typeface="SimSun" pitchFamily="2" charset="-122"/>
              </a:rPr>
              <a:t> operations.</a:t>
            </a:r>
          </a:p>
        </p:txBody>
      </p:sp>
    </p:spTree>
    <p:extLst>
      <p:ext uri="{BB962C8B-B14F-4D97-AF65-F5344CB8AC3E}">
        <p14:creationId xmlns:p14="http://schemas.microsoft.com/office/powerpoint/2010/main" val="251413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lstStyle/>
          <a:p>
            <a:pPr eaLnBrk="1" hangingPunct="1"/>
            <a:r>
              <a:rPr lang="en-US" altLang="zh-CN" sz="2400" b="0" dirty="0">
                <a:ea typeface="SimSun" pitchFamily="2" charset="-122"/>
              </a:rPr>
              <a:t>Memory Location, Addresses, and Operation</a:t>
            </a:r>
          </a:p>
        </p:txBody>
      </p:sp>
      <p:sp>
        <p:nvSpPr>
          <p:cNvPr id="4" name="Rectangle 3"/>
          <p:cNvSpPr txBox="1">
            <a:spLocks noChangeArrowheads="1"/>
          </p:cNvSpPr>
          <p:nvPr/>
        </p:nvSpPr>
        <p:spPr>
          <a:xfrm>
            <a:off x="304800" y="1371600"/>
            <a:ext cx="32766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altLang="zh-CN" sz="2600" kern="0" dirty="0">
                <a:ea typeface="SimSun" pitchFamily="2" charset="-122"/>
              </a:rPr>
              <a:t>Memory consists of many millions of storage cells, each of which can store 1 bit.</a:t>
            </a:r>
          </a:p>
          <a:p>
            <a:endParaRPr lang="en-US" altLang="zh-CN" sz="2600" kern="0" dirty="0">
              <a:ea typeface="SimSun" pitchFamily="2" charset="-122"/>
            </a:endParaRPr>
          </a:p>
          <a:p>
            <a:r>
              <a:rPr lang="en-US" altLang="zh-CN" sz="2600" kern="0" dirty="0">
                <a:ea typeface="SimSun" pitchFamily="2" charset="-122"/>
              </a:rPr>
              <a:t>Data is usually accessed in </a:t>
            </a:r>
            <a:r>
              <a:rPr lang="en-US" altLang="zh-CN" sz="2600" i="1" kern="0" dirty="0">
                <a:ea typeface="SimSun" pitchFamily="2" charset="-122"/>
              </a:rPr>
              <a:t>n</a:t>
            </a:r>
            <a:r>
              <a:rPr lang="en-US" altLang="zh-CN" sz="2600" kern="0" dirty="0">
                <a:ea typeface="SimSun" pitchFamily="2" charset="-122"/>
              </a:rPr>
              <a:t>-bit groups. </a:t>
            </a:r>
            <a:r>
              <a:rPr lang="en-US" altLang="zh-CN" sz="2600" i="1" kern="0" dirty="0">
                <a:ea typeface="SimSun" pitchFamily="2" charset="-122"/>
              </a:rPr>
              <a:t>n</a:t>
            </a:r>
            <a:r>
              <a:rPr lang="en-US" altLang="zh-CN" sz="2600" kern="0" dirty="0">
                <a:ea typeface="SimSun" pitchFamily="2" charset="-122"/>
              </a:rPr>
              <a:t> is called word length.</a:t>
            </a:r>
          </a:p>
        </p:txBody>
      </p:sp>
      <p:grpSp>
        <p:nvGrpSpPr>
          <p:cNvPr id="6" name="Group 40"/>
          <p:cNvGrpSpPr>
            <a:grpSpLocks/>
          </p:cNvGrpSpPr>
          <p:nvPr/>
        </p:nvGrpSpPr>
        <p:grpSpPr bwMode="auto">
          <a:xfrm>
            <a:off x="3733800" y="914400"/>
            <a:ext cx="4814888" cy="5518150"/>
            <a:chOff x="697" y="816"/>
            <a:chExt cx="3033" cy="4018"/>
          </a:xfrm>
        </p:grpSpPr>
        <p:sp>
          <p:nvSpPr>
            <p:cNvPr id="7" name="Rectangle 4"/>
            <p:cNvSpPr>
              <a:spLocks noChangeArrowheads="1"/>
            </p:cNvSpPr>
            <p:nvPr/>
          </p:nvSpPr>
          <p:spPr bwMode="auto">
            <a:xfrm>
              <a:off x="3048" y="1364"/>
              <a:ext cx="682" cy="166"/>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second word</a:t>
              </a:r>
              <a:endParaRPr lang="en-CA" altLang="zh-CN" sz="2400">
                <a:latin typeface="Times New Roman" pitchFamily="18" charset="0"/>
                <a:ea typeface="SimSun" pitchFamily="2" charset="-122"/>
              </a:endParaRPr>
            </a:p>
          </p:txBody>
        </p:sp>
        <p:sp>
          <p:nvSpPr>
            <p:cNvPr id="8" name="Line 5"/>
            <p:cNvSpPr>
              <a:spLocks noChangeShapeType="1"/>
            </p:cNvSpPr>
            <p:nvPr/>
          </p:nvSpPr>
          <p:spPr bwMode="auto">
            <a:xfrm flipH="1">
              <a:off x="697" y="3011"/>
              <a:ext cx="1881" cy="1"/>
            </a:xfrm>
            <a:prstGeom prst="line">
              <a:avLst/>
            </a:prstGeom>
            <a:noFill/>
            <a:ln w="20638">
              <a:solidFill>
                <a:srgbClr val="00FFFF"/>
              </a:solidFill>
              <a:round/>
              <a:headEnd/>
              <a:tailEnd/>
            </a:ln>
          </p:spPr>
          <p:txBody>
            <a:bodyPr/>
            <a:lstStyle/>
            <a:p>
              <a:endParaRPr lang="en-US"/>
            </a:p>
          </p:txBody>
        </p:sp>
        <p:sp>
          <p:nvSpPr>
            <p:cNvPr id="9" name="Line 6"/>
            <p:cNvSpPr>
              <a:spLocks noChangeShapeType="1"/>
            </p:cNvSpPr>
            <p:nvPr/>
          </p:nvSpPr>
          <p:spPr bwMode="auto">
            <a:xfrm flipH="1">
              <a:off x="697" y="1600"/>
              <a:ext cx="1881" cy="1"/>
            </a:xfrm>
            <a:prstGeom prst="line">
              <a:avLst/>
            </a:prstGeom>
            <a:noFill/>
            <a:ln w="20638">
              <a:solidFill>
                <a:srgbClr val="00FFFF"/>
              </a:solidFill>
              <a:round/>
              <a:headEnd/>
              <a:tailEnd/>
            </a:ln>
          </p:spPr>
          <p:txBody>
            <a:bodyPr/>
            <a:lstStyle/>
            <a:p>
              <a:endParaRPr lang="en-US"/>
            </a:p>
          </p:txBody>
        </p:sp>
        <p:sp>
          <p:nvSpPr>
            <p:cNvPr id="10" name="Freeform 7"/>
            <p:cNvSpPr>
              <a:spLocks/>
            </p:cNvSpPr>
            <p:nvPr/>
          </p:nvSpPr>
          <p:spPr bwMode="auto">
            <a:xfrm>
              <a:off x="710" y="881"/>
              <a:ext cx="78" cy="40"/>
            </a:xfrm>
            <a:custGeom>
              <a:avLst/>
              <a:gdLst>
                <a:gd name="T0" fmla="*/ 6 w 6"/>
                <a:gd name="T1" fmla="*/ 0 h 3"/>
                <a:gd name="T2" fmla="*/ 0 w 6"/>
                <a:gd name="T3" fmla="*/ 1 h 3"/>
                <a:gd name="T4" fmla="*/ 6 w 6"/>
                <a:gd name="T5" fmla="*/ 3 h 3"/>
                <a:gd name="T6" fmla="*/ 6 w 6"/>
                <a:gd name="T7" fmla="*/ 1 h 3"/>
                <a:gd name="T8" fmla="*/ 6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20638">
              <a:solidFill>
                <a:srgbClr val="000000"/>
              </a:solidFill>
              <a:round/>
              <a:headEnd/>
              <a:tailEnd/>
            </a:ln>
          </p:spPr>
          <p:txBody>
            <a:bodyPr/>
            <a:lstStyle/>
            <a:p>
              <a:endParaRPr lang="en-US"/>
            </a:p>
          </p:txBody>
        </p:sp>
        <p:sp>
          <p:nvSpPr>
            <p:cNvPr id="11" name="Freeform 8"/>
            <p:cNvSpPr>
              <a:spLocks/>
            </p:cNvSpPr>
            <p:nvPr/>
          </p:nvSpPr>
          <p:spPr bwMode="auto">
            <a:xfrm>
              <a:off x="710" y="881"/>
              <a:ext cx="78" cy="40"/>
            </a:xfrm>
            <a:custGeom>
              <a:avLst/>
              <a:gdLst>
                <a:gd name="T0" fmla="*/ 78 w 78"/>
                <a:gd name="T1" fmla="*/ 0 h 40"/>
                <a:gd name="T2" fmla="*/ 0 w 78"/>
                <a:gd name="T3" fmla="*/ 13 h 40"/>
                <a:gd name="T4" fmla="*/ 78 w 78"/>
                <a:gd name="T5" fmla="*/ 40 h 40"/>
                <a:gd name="T6" fmla="*/ 78 w 78"/>
                <a:gd name="T7" fmla="*/ 13 h 40"/>
                <a:gd name="T8" fmla="*/ 78 w 78"/>
                <a:gd name="T9" fmla="*/ 0 h 40"/>
                <a:gd name="T10" fmla="*/ 0 60000 65536"/>
                <a:gd name="T11" fmla="*/ 0 60000 65536"/>
                <a:gd name="T12" fmla="*/ 0 60000 65536"/>
                <a:gd name="T13" fmla="*/ 0 60000 65536"/>
                <a:gd name="T14" fmla="*/ 0 60000 65536"/>
                <a:gd name="T15" fmla="*/ 0 w 78"/>
                <a:gd name="T16" fmla="*/ 0 h 40"/>
                <a:gd name="T17" fmla="*/ 78 w 78"/>
                <a:gd name="T18" fmla="*/ 40 h 40"/>
              </a:gdLst>
              <a:ahLst/>
              <a:cxnLst>
                <a:cxn ang="T10">
                  <a:pos x="T0" y="T1"/>
                </a:cxn>
                <a:cxn ang="T11">
                  <a:pos x="T2" y="T3"/>
                </a:cxn>
                <a:cxn ang="T12">
                  <a:pos x="T4" y="T5"/>
                </a:cxn>
                <a:cxn ang="T13">
                  <a:pos x="T6" y="T7"/>
                </a:cxn>
                <a:cxn ang="T14">
                  <a:pos x="T8" y="T9"/>
                </a:cxn>
              </a:cxnLst>
              <a:rect l="T15" t="T16" r="T17" b="T18"/>
              <a:pathLst>
                <a:path w="78" h="40">
                  <a:moveTo>
                    <a:pt x="78" y="0"/>
                  </a:moveTo>
                  <a:lnTo>
                    <a:pt x="0" y="13"/>
                  </a:lnTo>
                  <a:lnTo>
                    <a:pt x="78" y="40"/>
                  </a:lnTo>
                  <a:lnTo>
                    <a:pt x="78" y="13"/>
                  </a:lnTo>
                  <a:lnTo>
                    <a:pt x="78" y="0"/>
                  </a:lnTo>
                  <a:close/>
                </a:path>
              </a:pathLst>
            </a:custGeom>
            <a:solidFill>
              <a:srgbClr val="000000"/>
            </a:solidFill>
            <a:ln w="0">
              <a:solidFill>
                <a:srgbClr val="000000"/>
              </a:solidFill>
              <a:round/>
              <a:headEnd/>
              <a:tailEnd/>
            </a:ln>
          </p:spPr>
          <p:txBody>
            <a:bodyPr/>
            <a:lstStyle/>
            <a:p>
              <a:endParaRPr lang="en-US"/>
            </a:p>
          </p:txBody>
        </p:sp>
        <p:sp>
          <p:nvSpPr>
            <p:cNvPr id="12" name="Line 9"/>
            <p:cNvSpPr>
              <a:spLocks noChangeShapeType="1"/>
            </p:cNvSpPr>
            <p:nvPr/>
          </p:nvSpPr>
          <p:spPr bwMode="auto">
            <a:xfrm>
              <a:off x="772" y="894"/>
              <a:ext cx="630" cy="1"/>
            </a:xfrm>
            <a:prstGeom prst="line">
              <a:avLst/>
            </a:prstGeom>
            <a:noFill/>
            <a:ln w="20638">
              <a:solidFill>
                <a:srgbClr val="000000"/>
              </a:solidFill>
              <a:round/>
              <a:headEnd/>
              <a:tailEnd/>
            </a:ln>
          </p:spPr>
          <p:txBody>
            <a:bodyPr/>
            <a:lstStyle/>
            <a:p>
              <a:endParaRPr lang="en-US"/>
            </a:p>
          </p:txBody>
        </p:sp>
        <p:sp>
          <p:nvSpPr>
            <p:cNvPr id="13" name="Freeform 10"/>
            <p:cNvSpPr>
              <a:spLocks/>
            </p:cNvSpPr>
            <p:nvPr/>
          </p:nvSpPr>
          <p:spPr bwMode="auto">
            <a:xfrm>
              <a:off x="2497" y="881"/>
              <a:ext cx="79" cy="40"/>
            </a:xfrm>
            <a:custGeom>
              <a:avLst/>
              <a:gdLst>
                <a:gd name="T0" fmla="*/ 0 w 6"/>
                <a:gd name="T1" fmla="*/ 3 h 3"/>
                <a:gd name="T2" fmla="*/ 6 w 6"/>
                <a:gd name="T3" fmla="*/ 1 h 3"/>
                <a:gd name="T4" fmla="*/ 0 w 6"/>
                <a:gd name="T5" fmla="*/ 0 h 3"/>
                <a:gd name="T6" fmla="*/ 0 w 6"/>
                <a:gd name="T7" fmla="*/ 1 h 3"/>
                <a:gd name="T8" fmla="*/ 0 w 6"/>
                <a:gd name="T9" fmla="*/ 3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0638">
              <a:solidFill>
                <a:srgbClr val="000000"/>
              </a:solidFill>
              <a:round/>
              <a:headEnd/>
              <a:tailEnd/>
            </a:ln>
          </p:spPr>
          <p:txBody>
            <a:bodyPr/>
            <a:lstStyle/>
            <a:p>
              <a:endParaRPr lang="en-US"/>
            </a:p>
          </p:txBody>
        </p:sp>
        <p:sp>
          <p:nvSpPr>
            <p:cNvPr id="14" name="Freeform 11"/>
            <p:cNvSpPr>
              <a:spLocks/>
            </p:cNvSpPr>
            <p:nvPr/>
          </p:nvSpPr>
          <p:spPr bwMode="auto">
            <a:xfrm>
              <a:off x="2497" y="881"/>
              <a:ext cx="79" cy="40"/>
            </a:xfrm>
            <a:custGeom>
              <a:avLst/>
              <a:gdLst>
                <a:gd name="T0" fmla="*/ 0 w 79"/>
                <a:gd name="T1" fmla="*/ 40 h 40"/>
                <a:gd name="T2" fmla="*/ 79 w 79"/>
                <a:gd name="T3" fmla="*/ 13 h 40"/>
                <a:gd name="T4" fmla="*/ 0 w 79"/>
                <a:gd name="T5" fmla="*/ 0 h 40"/>
                <a:gd name="T6" fmla="*/ 0 w 79"/>
                <a:gd name="T7" fmla="*/ 13 h 40"/>
                <a:gd name="T8" fmla="*/ 0 w 79"/>
                <a:gd name="T9" fmla="*/ 40 h 40"/>
                <a:gd name="T10" fmla="*/ 0 60000 65536"/>
                <a:gd name="T11" fmla="*/ 0 60000 65536"/>
                <a:gd name="T12" fmla="*/ 0 60000 65536"/>
                <a:gd name="T13" fmla="*/ 0 60000 65536"/>
                <a:gd name="T14" fmla="*/ 0 60000 65536"/>
                <a:gd name="T15" fmla="*/ 0 w 79"/>
                <a:gd name="T16" fmla="*/ 0 h 40"/>
                <a:gd name="T17" fmla="*/ 79 w 79"/>
                <a:gd name="T18" fmla="*/ 40 h 40"/>
              </a:gdLst>
              <a:ahLst/>
              <a:cxnLst>
                <a:cxn ang="T10">
                  <a:pos x="T0" y="T1"/>
                </a:cxn>
                <a:cxn ang="T11">
                  <a:pos x="T2" y="T3"/>
                </a:cxn>
                <a:cxn ang="T12">
                  <a:pos x="T4" y="T5"/>
                </a:cxn>
                <a:cxn ang="T13">
                  <a:pos x="T6" y="T7"/>
                </a:cxn>
                <a:cxn ang="T14">
                  <a:pos x="T8" y="T9"/>
                </a:cxn>
              </a:cxnLst>
              <a:rect l="T15" t="T16" r="T17" b="T18"/>
              <a:pathLst>
                <a:path w="79" h="40">
                  <a:moveTo>
                    <a:pt x="0" y="40"/>
                  </a:moveTo>
                  <a:lnTo>
                    <a:pt x="79" y="13"/>
                  </a:lnTo>
                  <a:lnTo>
                    <a:pt x="0" y="0"/>
                  </a:lnTo>
                  <a:lnTo>
                    <a:pt x="0" y="13"/>
                  </a:lnTo>
                  <a:lnTo>
                    <a:pt x="0" y="40"/>
                  </a:lnTo>
                  <a:close/>
                </a:path>
              </a:pathLst>
            </a:custGeom>
            <a:solidFill>
              <a:srgbClr val="000000"/>
            </a:solidFill>
            <a:ln w="0">
              <a:solidFill>
                <a:srgbClr val="000000"/>
              </a:solidFill>
              <a:round/>
              <a:headEnd/>
              <a:tailEnd/>
            </a:ln>
          </p:spPr>
          <p:txBody>
            <a:bodyPr/>
            <a:lstStyle/>
            <a:p>
              <a:endParaRPr lang="en-US"/>
            </a:p>
          </p:txBody>
        </p:sp>
        <p:sp>
          <p:nvSpPr>
            <p:cNvPr id="15" name="Line 12"/>
            <p:cNvSpPr>
              <a:spLocks noChangeShapeType="1"/>
            </p:cNvSpPr>
            <p:nvPr/>
          </p:nvSpPr>
          <p:spPr bwMode="auto">
            <a:xfrm flipH="1">
              <a:off x="1873" y="894"/>
              <a:ext cx="660" cy="1"/>
            </a:xfrm>
            <a:prstGeom prst="line">
              <a:avLst/>
            </a:prstGeom>
            <a:noFill/>
            <a:ln w="20638">
              <a:solidFill>
                <a:srgbClr val="000000"/>
              </a:solidFill>
              <a:round/>
              <a:headEnd/>
              <a:tailEnd/>
            </a:ln>
          </p:spPr>
          <p:txBody>
            <a:bodyPr/>
            <a:lstStyle/>
            <a:p>
              <a:endParaRPr lang="en-US"/>
            </a:p>
          </p:txBody>
        </p:sp>
        <p:sp>
          <p:nvSpPr>
            <p:cNvPr id="16" name="Line 13"/>
            <p:cNvSpPr>
              <a:spLocks noChangeShapeType="1"/>
            </p:cNvSpPr>
            <p:nvPr/>
          </p:nvSpPr>
          <p:spPr bwMode="auto">
            <a:xfrm flipV="1">
              <a:off x="697" y="855"/>
              <a:ext cx="1" cy="92"/>
            </a:xfrm>
            <a:prstGeom prst="line">
              <a:avLst/>
            </a:prstGeom>
            <a:noFill/>
            <a:ln w="20638">
              <a:solidFill>
                <a:srgbClr val="000000"/>
              </a:solidFill>
              <a:round/>
              <a:headEnd/>
              <a:tailEnd/>
            </a:ln>
          </p:spPr>
          <p:txBody>
            <a:bodyPr/>
            <a:lstStyle/>
            <a:p>
              <a:endParaRPr lang="en-US"/>
            </a:p>
          </p:txBody>
        </p:sp>
        <p:sp>
          <p:nvSpPr>
            <p:cNvPr id="17" name="Line 14"/>
            <p:cNvSpPr>
              <a:spLocks noChangeShapeType="1"/>
            </p:cNvSpPr>
            <p:nvPr/>
          </p:nvSpPr>
          <p:spPr bwMode="auto">
            <a:xfrm flipV="1">
              <a:off x="2578" y="855"/>
              <a:ext cx="1" cy="92"/>
            </a:xfrm>
            <a:prstGeom prst="line">
              <a:avLst/>
            </a:prstGeom>
            <a:noFill/>
            <a:ln w="20638">
              <a:solidFill>
                <a:srgbClr val="000000"/>
              </a:solidFill>
              <a:round/>
              <a:headEnd/>
              <a:tailEnd/>
            </a:ln>
          </p:spPr>
          <p:txBody>
            <a:bodyPr/>
            <a:lstStyle/>
            <a:p>
              <a:endParaRPr lang="en-US"/>
            </a:p>
          </p:txBody>
        </p:sp>
        <p:sp>
          <p:nvSpPr>
            <p:cNvPr id="18" name="Line 15"/>
            <p:cNvSpPr>
              <a:spLocks noChangeShapeType="1"/>
            </p:cNvSpPr>
            <p:nvPr/>
          </p:nvSpPr>
          <p:spPr bwMode="auto">
            <a:xfrm flipH="1">
              <a:off x="697" y="1325"/>
              <a:ext cx="1881" cy="1"/>
            </a:xfrm>
            <a:prstGeom prst="line">
              <a:avLst/>
            </a:prstGeom>
            <a:noFill/>
            <a:ln w="20638">
              <a:solidFill>
                <a:srgbClr val="00FFFF"/>
              </a:solidFill>
              <a:round/>
              <a:headEnd/>
              <a:tailEnd/>
            </a:ln>
          </p:spPr>
          <p:txBody>
            <a:bodyPr/>
            <a:lstStyle/>
            <a:p>
              <a:endParaRPr lang="en-US"/>
            </a:p>
          </p:txBody>
        </p:sp>
        <p:sp>
          <p:nvSpPr>
            <p:cNvPr id="19" name="Rectangle 16"/>
            <p:cNvSpPr>
              <a:spLocks noChangeArrowheads="1"/>
            </p:cNvSpPr>
            <p:nvPr/>
          </p:nvSpPr>
          <p:spPr bwMode="auto">
            <a:xfrm>
              <a:off x="3048" y="1090"/>
              <a:ext cx="487" cy="166"/>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first word</a:t>
              </a:r>
              <a:endParaRPr lang="en-CA" altLang="zh-CN" sz="2400">
                <a:latin typeface="Times New Roman" pitchFamily="18" charset="0"/>
                <a:ea typeface="SimSun" pitchFamily="2" charset="-122"/>
              </a:endParaRPr>
            </a:p>
          </p:txBody>
        </p:sp>
        <p:sp>
          <p:nvSpPr>
            <p:cNvPr id="20" name="Line 17"/>
            <p:cNvSpPr>
              <a:spLocks noChangeShapeType="1"/>
            </p:cNvSpPr>
            <p:nvPr/>
          </p:nvSpPr>
          <p:spPr bwMode="auto">
            <a:xfrm flipH="1">
              <a:off x="697" y="2710"/>
              <a:ext cx="1881" cy="1"/>
            </a:xfrm>
            <a:prstGeom prst="line">
              <a:avLst/>
            </a:prstGeom>
            <a:noFill/>
            <a:ln w="20638">
              <a:solidFill>
                <a:srgbClr val="00FFFF"/>
              </a:solidFill>
              <a:round/>
              <a:headEnd/>
              <a:tailEnd/>
            </a:ln>
          </p:spPr>
          <p:txBody>
            <a:bodyPr/>
            <a:lstStyle/>
            <a:p>
              <a:endParaRPr lang="en-US"/>
            </a:p>
          </p:txBody>
        </p:sp>
        <p:sp>
          <p:nvSpPr>
            <p:cNvPr id="21" name="Line 18"/>
            <p:cNvSpPr>
              <a:spLocks noChangeShapeType="1"/>
            </p:cNvSpPr>
            <p:nvPr/>
          </p:nvSpPr>
          <p:spPr bwMode="auto">
            <a:xfrm flipH="1">
              <a:off x="697" y="4147"/>
              <a:ext cx="1881" cy="1"/>
            </a:xfrm>
            <a:prstGeom prst="line">
              <a:avLst/>
            </a:prstGeom>
            <a:noFill/>
            <a:ln w="20638">
              <a:solidFill>
                <a:srgbClr val="00FFFF"/>
              </a:solidFill>
              <a:round/>
              <a:headEnd/>
              <a:tailEnd/>
            </a:ln>
          </p:spPr>
          <p:txBody>
            <a:bodyPr/>
            <a:lstStyle/>
            <a:p>
              <a:endParaRPr lang="en-US"/>
            </a:p>
          </p:txBody>
        </p:sp>
        <p:sp>
          <p:nvSpPr>
            <p:cNvPr id="22" name="Rectangle 19"/>
            <p:cNvSpPr>
              <a:spLocks noChangeArrowheads="1"/>
            </p:cNvSpPr>
            <p:nvPr/>
          </p:nvSpPr>
          <p:spPr bwMode="auto">
            <a:xfrm>
              <a:off x="697" y="1038"/>
              <a:ext cx="1881" cy="3383"/>
            </a:xfrm>
            <a:prstGeom prst="rect">
              <a:avLst/>
            </a:prstGeom>
            <a:noFill/>
            <a:ln w="20638">
              <a:solidFill>
                <a:srgbClr val="00FFFF"/>
              </a:solidFill>
              <a:miter lim="800000"/>
              <a:headEnd/>
              <a:tailEnd/>
            </a:ln>
          </p:spPr>
          <p:txBody>
            <a:bodyPr/>
            <a:lstStyle/>
            <a:p>
              <a:endParaRPr lang="en-US"/>
            </a:p>
          </p:txBody>
        </p:sp>
        <p:sp>
          <p:nvSpPr>
            <p:cNvPr id="23" name="Rectangle 20"/>
            <p:cNvSpPr>
              <a:spLocks noChangeArrowheads="1"/>
            </p:cNvSpPr>
            <p:nvPr/>
          </p:nvSpPr>
          <p:spPr bwMode="auto">
            <a:xfrm>
              <a:off x="1429" y="4656"/>
              <a:ext cx="1596" cy="178"/>
            </a:xfrm>
            <a:prstGeom prst="rect">
              <a:avLst/>
            </a:prstGeom>
            <a:noFill/>
            <a:ln w="9525">
              <a:noFill/>
              <a:miter lim="800000"/>
              <a:headEnd/>
              <a:tailEnd/>
            </a:ln>
          </p:spPr>
          <p:txBody>
            <a:bodyPr wrap="none" lIns="0" tIns="0" rIns="0" bIns="0">
              <a:spAutoFit/>
            </a:bodyPr>
            <a:lstStyle/>
            <a:p>
              <a:r>
                <a:rPr lang="en-CA" altLang="zh-CN" sz="1600">
                  <a:solidFill>
                    <a:srgbClr val="000000"/>
                  </a:solidFill>
                  <a:latin typeface="Nimbus Roman No9 L" charset="0"/>
                  <a:ea typeface="SimSun" pitchFamily="2" charset="-122"/>
                </a:rPr>
                <a:t>Figure 2.5.   Memory words.</a:t>
              </a:r>
              <a:endParaRPr lang="en-CA" altLang="zh-CN" sz="2400">
                <a:latin typeface="Times New Roman" pitchFamily="18" charset="0"/>
                <a:ea typeface="SimSun" pitchFamily="2" charset="-122"/>
              </a:endParaRPr>
            </a:p>
          </p:txBody>
        </p:sp>
        <p:sp>
          <p:nvSpPr>
            <p:cNvPr id="24" name="Rectangle 21"/>
            <p:cNvSpPr>
              <a:spLocks noChangeArrowheads="1"/>
            </p:cNvSpPr>
            <p:nvPr/>
          </p:nvSpPr>
          <p:spPr bwMode="auto">
            <a:xfrm>
              <a:off x="1494" y="816"/>
              <a:ext cx="67" cy="166"/>
            </a:xfrm>
            <a:prstGeom prst="rect">
              <a:avLst/>
            </a:prstGeom>
            <a:noFill/>
            <a:ln w="9525">
              <a:noFill/>
              <a:miter lim="800000"/>
              <a:headEnd/>
              <a:tailEnd/>
            </a:ln>
          </p:spPr>
          <p:txBody>
            <a:bodyPr wrap="none" lIns="0" tIns="0" rIns="0" bIns="0">
              <a:spAutoFit/>
            </a:bodyPr>
            <a:lstStyle/>
            <a:p>
              <a:r>
                <a:rPr lang="en-CA" altLang="zh-CN" sz="1500" i="1">
                  <a:solidFill>
                    <a:srgbClr val="000000"/>
                  </a:solidFill>
                  <a:latin typeface="Nimbus Roman No9 L" charset="0"/>
                  <a:ea typeface="SimSun" pitchFamily="2" charset="-122"/>
                </a:rPr>
                <a:t>n</a:t>
              </a:r>
              <a:endParaRPr lang="en-CA" altLang="zh-CN" sz="2400">
                <a:latin typeface="Times New Roman" pitchFamily="18" charset="0"/>
                <a:ea typeface="SimSun" pitchFamily="2" charset="-122"/>
              </a:endParaRPr>
            </a:p>
          </p:txBody>
        </p:sp>
        <p:sp>
          <p:nvSpPr>
            <p:cNvPr id="25" name="Rectangle 22"/>
            <p:cNvSpPr>
              <a:spLocks noChangeArrowheads="1"/>
            </p:cNvSpPr>
            <p:nvPr/>
          </p:nvSpPr>
          <p:spPr bwMode="auto">
            <a:xfrm>
              <a:off x="1546" y="816"/>
              <a:ext cx="220" cy="166"/>
            </a:xfrm>
            <a:prstGeom prst="rect">
              <a:avLst/>
            </a:prstGeom>
            <a:noFill/>
            <a:ln w="9525">
              <a:noFill/>
              <a:miter lim="800000"/>
              <a:headEnd/>
              <a:tailEnd/>
            </a:ln>
          </p:spPr>
          <p:txBody>
            <a:bodyPr wrap="none" lIns="0" tIns="0" rIns="0" bIns="0">
              <a:spAutoFit/>
            </a:bodyPr>
            <a:lstStyle/>
            <a:p>
              <a:r>
                <a:rPr lang="zh-CN" altLang="en-CA" sz="1500">
                  <a:solidFill>
                    <a:srgbClr val="000000"/>
                  </a:solidFill>
                  <a:latin typeface="Nimbus Roman No9 L" charset="0"/>
                  <a:ea typeface="SimSun" pitchFamily="2" charset="-122"/>
                </a:rPr>
                <a:t> </a:t>
              </a:r>
              <a:r>
                <a:rPr lang="en-CA" altLang="zh-CN" sz="1500">
                  <a:solidFill>
                    <a:srgbClr val="000000"/>
                  </a:solidFill>
                  <a:latin typeface="Nimbus Roman No9 L" charset="0"/>
                  <a:ea typeface="SimSun" pitchFamily="2" charset="-122"/>
                </a:rPr>
                <a:t>bits</a:t>
              </a:r>
              <a:endParaRPr lang="en-CA" altLang="zh-CN" sz="2400">
                <a:latin typeface="Times New Roman" pitchFamily="18" charset="0"/>
                <a:ea typeface="SimSun" pitchFamily="2" charset="-122"/>
              </a:endParaRPr>
            </a:p>
          </p:txBody>
        </p:sp>
        <p:sp>
          <p:nvSpPr>
            <p:cNvPr id="26" name="Rectangle 23"/>
            <p:cNvSpPr>
              <a:spLocks noChangeArrowheads="1"/>
            </p:cNvSpPr>
            <p:nvPr/>
          </p:nvSpPr>
          <p:spPr bwMode="auto">
            <a:xfrm>
              <a:off x="3035" y="4186"/>
              <a:ext cx="481" cy="166"/>
            </a:xfrm>
            <a:prstGeom prst="rect">
              <a:avLst/>
            </a:prstGeom>
            <a:noFill/>
            <a:ln w="9525">
              <a:noFill/>
              <a:miter lim="800000"/>
              <a:headEnd/>
              <a:tailEnd/>
            </a:ln>
          </p:spPr>
          <p:txBody>
            <a:bodyPr wrap="none" lIns="0" tIns="0" rIns="0" bIns="0">
              <a:spAutoFit/>
            </a:bodyPr>
            <a:lstStyle/>
            <a:p>
              <a:r>
                <a:rPr lang="en-CA" altLang="zh-CN" sz="1500">
                  <a:solidFill>
                    <a:srgbClr val="000000"/>
                  </a:solidFill>
                  <a:latin typeface="Nimbus Roman No9 L" charset="0"/>
                  <a:ea typeface="SimSun" pitchFamily="2" charset="-122"/>
                </a:rPr>
                <a:t>last word</a:t>
              </a:r>
              <a:endParaRPr lang="en-CA" altLang="zh-CN" sz="2400">
                <a:latin typeface="Times New Roman" pitchFamily="18" charset="0"/>
                <a:ea typeface="SimSun" pitchFamily="2" charset="-122"/>
              </a:endParaRPr>
            </a:p>
          </p:txBody>
        </p:sp>
        <p:sp>
          <p:nvSpPr>
            <p:cNvPr id="27" name="Rectangle 24"/>
            <p:cNvSpPr>
              <a:spLocks noChangeArrowheads="1"/>
            </p:cNvSpPr>
            <p:nvPr/>
          </p:nvSpPr>
          <p:spPr bwMode="auto">
            <a:xfrm>
              <a:off x="3035" y="2788"/>
              <a:ext cx="27" cy="167"/>
            </a:xfrm>
            <a:prstGeom prst="rect">
              <a:avLst/>
            </a:prstGeom>
            <a:noFill/>
            <a:ln w="9525">
              <a:noFill/>
              <a:miter lim="800000"/>
              <a:headEnd/>
              <a:tailEnd/>
            </a:ln>
          </p:spPr>
          <p:txBody>
            <a:bodyPr wrap="none" lIns="0" tIns="0" rIns="0" bIns="0">
              <a:spAutoFit/>
            </a:bodyPr>
            <a:lstStyle/>
            <a:p>
              <a:r>
                <a:rPr lang="en-CA" altLang="zh-CN" sz="1500" i="1">
                  <a:solidFill>
                    <a:srgbClr val="000000"/>
                  </a:solidFill>
                  <a:latin typeface="Nimbus Roman No9 L" charset="0"/>
                  <a:ea typeface="SimSun" pitchFamily="2" charset="-122"/>
                </a:rPr>
                <a:t>i</a:t>
              </a:r>
              <a:endParaRPr lang="en-CA" altLang="zh-CN" sz="2400">
                <a:latin typeface="Times New Roman" pitchFamily="18" charset="0"/>
                <a:ea typeface="SimSun" pitchFamily="2" charset="-122"/>
              </a:endParaRPr>
            </a:p>
          </p:txBody>
        </p:sp>
        <p:sp>
          <p:nvSpPr>
            <p:cNvPr id="28" name="Rectangle 25"/>
            <p:cNvSpPr>
              <a:spLocks noChangeArrowheads="1"/>
            </p:cNvSpPr>
            <p:nvPr/>
          </p:nvSpPr>
          <p:spPr bwMode="auto">
            <a:xfrm>
              <a:off x="3061" y="2788"/>
              <a:ext cx="427" cy="167"/>
            </a:xfrm>
            <a:prstGeom prst="rect">
              <a:avLst/>
            </a:prstGeom>
            <a:noFill/>
            <a:ln w="9525">
              <a:noFill/>
              <a:miter lim="800000"/>
              <a:headEnd/>
              <a:tailEnd/>
            </a:ln>
          </p:spPr>
          <p:txBody>
            <a:bodyPr wrap="none" lIns="0" tIns="0" rIns="0" bIns="0">
              <a:spAutoFit/>
            </a:bodyPr>
            <a:lstStyle/>
            <a:p>
              <a:r>
                <a:rPr lang="zh-CN" altLang="en-CA" sz="1500">
                  <a:solidFill>
                    <a:srgbClr val="000000"/>
                  </a:solidFill>
                  <a:latin typeface="Nimbus Roman No9 L" charset="0"/>
                  <a:ea typeface="SimSun" pitchFamily="2" charset="-122"/>
                </a:rPr>
                <a:t> </a:t>
              </a:r>
              <a:r>
                <a:rPr lang="en-CA" altLang="zh-CN" sz="1500">
                  <a:solidFill>
                    <a:srgbClr val="000000"/>
                  </a:solidFill>
                  <a:latin typeface="Nimbus Roman No9 L" charset="0"/>
                  <a:ea typeface="SimSun" pitchFamily="2" charset="-122"/>
                </a:rPr>
                <a:t>th word</a:t>
              </a:r>
              <a:endParaRPr lang="en-CA" altLang="zh-CN" sz="2400">
                <a:latin typeface="Times New Roman" pitchFamily="18" charset="0"/>
                <a:ea typeface="SimSun" pitchFamily="2" charset="-122"/>
              </a:endParaRPr>
            </a:p>
          </p:txBody>
        </p:sp>
        <p:sp>
          <p:nvSpPr>
            <p:cNvPr id="29" name="Freeform 26"/>
            <p:cNvSpPr>
              <a:spLocks/>
            </p:cNvSpPr>
            <p:nvPr/>
          </p:nvSpPr>
          <p:spPr bwMode="auto">
            <a:xfrm>
              <a:off x="2852" y="2854"/>
              <a:ext cx="79" cy="26"/>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0638">
              <a:solidFill>
                <a:srgbClr val="000000"/>
              </a:solidFill>
              <a:round/>
              <a:headEnd/>
              <a:tailEnd/>
            </a:ln>
          </p:spPr>
          <p:txBody>
            <a:bodyPr/>
            <a:lstStyle/>
            <a:p>
              <a:endParaRPr lang="en-US"/>
            </a:p>
          </p:txBody>
        </p:sp>
        <p:sp>
          <p:nvSpPr>
            <p:cNvPr id="30" name="Freeform 27"/>
            <p:cNvSpPr>
              <a:spLocks/>
            </p:cNvSpPr>
            <p:nvPr/>
          </p:nvSpPr>
          <p:spPr bwMode="auto">
            <a:xfrm>
              <a:off x="2852" y="2854"/>
              <a:ext cx="79" cy="26"/>
            </a:xfrm>
            <a:custGeom>
              <a:avLst/>
              <a:gdLst>
                <a:gd name="T0" fmla="*/ 0 w 79"/>
                <a:gd name="T1" fmla="*/ 26 h 26"/>
                <a:gd name="T2" fmla="*/ 79 w 79"/>
                <a:gd name="T3" fmla="*/ 13 h 26"/>
                <a:gd name="T4" fmla="*/ 0 w 79"/>
                <a:gd name="T5" fmla="*/ 0 h 26"/>
                <a:gd name="T6" fmla="*/ 0 w 79"/>
                <a:gd name="T7" fmla="*/ 13 h 26"/>
                <a:gd name="T8" fmla="*/ 0 w 79"/>
                <a:gd name="T9" fmla="*/ 26 h 26"/>
                <a:gd name="T10" fmla="*/ 0 60000 65536"/>
                <a:gd name="T11" fmla="*/ 0 60000 65536"/>
                <a:gd name="T12" fmla="*/ 0 60000 65536"/>
                <a:gd name="T13" fmla="*/ 0 60000 65536"/>
                <a:gd name="T14" fmla="*/ 0 60000 65536"/>
                <a:gd name="T15" fmla="*/ 0 w 79"/>
                <a:gd name="T16" fmla="*/ 0 h 26"/>
                <a:gd name="T17" fmla="*/ 79 w 79"/>
                <a:gd name="T18" fmla="*/ 26 h 26"/>
              </a:gdLst>
              <a:ahLst/>
              <a:cxnLst>
                <a:cxn ang="T10">
                  <a:pos x="T0" y="T1"/>
                </a:cxn>
                <a:cxn ang="T11">
                  <a:pos x="T2" y="T3"/>
                </a:cxn>
                <a:cxn ang="T12">
                  <a:pos x="T4" y="T5"/>
                </a:cxn>
                <a:cxn ang="T13">
                  <a:pos x="T6" y="T7"/>
                </a:cxn>
                <a:cxn ang="T14">
                  <a:pos x="T8" y="T9"/>
                </a:cxn>
              </a:cxnLst>
              <a:rect l="T15" t="T16" r="T17" b="T18"/>
              <a:pathLst>
                <a:path w="79" h="26">
                  <a:moveTo>
                    <a:pt x="0" y="26"/>
                  </a:moveTo>
                  <a:lnTo>
                    <a:pt x="79" y="13"/>
                  </a:lnTo>
                  <a:lnTo>
                    <a:pt x="0" y="0"/>
                  </a:lnTo>
                  <a:lnTo>
                    <a:pt x="0" y="13"/>
                  </a:lnTo>
                  <a:lnTo>
                    <a:pt x="0" y="26"/>
                  </a:lnTo>
                  <a:close/>
                </a:path>
              </a:pathLst>
            </a:custGeom>
            <a:solidFill>
              <a:srgbClr val="000000"/>
            </a:solidFill>
            <a:ln w="0">
              <a:solidFill>
                <a:srgbClr val="000000"/>
              </a:solidFill>
              <a:round/>
              <a:headEnd/>
              <a:tailEnd/>
            </a:ln>
          </p:spPr>
          <p:txBody>
            <a:bodyPr/>
            <a:lstStyle/>
            <a:p>
              <a:endParaRPr lang="en-US"/>
            </a:p>
          </p:txBody>
        </p:sp>
        <p:sp>
          <p:nvSpPr>
            <p:cNvPr id="31" name="Line 28"/>
            <p:cNvSpPr>
              <a:spLocks noChangeShapeType="1"/>
            </p:cNvSpPr>
            <p:nvPr/>
          </p:nvSpPr>
          <p:spPr bwMode="auto">
            <a:xfrm flipH="1">
              <a:off x="2473" y="2867"/>
              <a:ext cx="379" cy="1"/>
            </a:xfrm>
            <a:prstGeom prst="line">
              <a:avLst/>
            </a:prstGeom>
            <a:noFill/>
            <a:ln w="20638">
              <a:solidFill>
                <a:srgbClr val="000000"/>
              </a:solidFill>
              <a:round/>
              <a:headEnd/>
              <a:tailEnd/>
            </a:ln>
          </p:spPr>
          <p:txBody>
            <a:bodyPr/>
            <a:lstStyle/>
            <a:p>
              <a:endParaRPr lang="en-US"/>
            </a:p>
          </p:txBody>
        </p:sp>
        <p:sp>
          <p:nvSpPr>
            <p:cNvPr id="32" name="Freeform 29"/>
            <p:cNvSpPr>
              <a:spLocks/>
            </p:cNvSpPr>
            <p:nvPr/>
          </p:nvSpPr>
          <p:spPr bwMode="auto">
            <a:xfrm>
              <a:off x="2852" y="1443"/>
              <a:ext cx="79" cy="39"/>
            </a:xfrm>
            <a:custGeom>
              <a:avLst/>
              <a:gdLst>
                <a:gd name="T0" fmla="*/ 0 w 6"/>
                <a:gd name="T1" fmla="*/ 3 h 3"/>
                <a:gd name="T2" fmla="*/ 6 w 6"/>
                <a:gd name="T3" fmla="*/ 1 h 3"/>
                <a:gd name="T4" fmla="*/ 0 w 6"/>
                <a:gd name="T5" fmla="*/ 0 h 3"/>
                <a:gd name="T6" fmla="*/ 0 w 6"/>
                <a:gd name="T7" fmla="*/ 1 h 3"/>
                <a:gd name="T8" fmla="*/ 0 w 6"/>
                <a:gd name="T9" fmla="*/ 3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0638">
              <a:solidFill>
                <a:srgbClr val="000000"/>
              </a:solidFill>
              <a:round/>
              <a:headEnd/>
              <a:tailEnd/>
            </a:ln>
          </p:spPr>
          <p:txBody>
            <a:bodyPr/>
            <a:lstStyle/>
            <a:p>
              <a:endParaRPr lang="en-US"/>
            </a:p>
          </p:txBody>
        </p:sp>
        <p:sp>
          <p:nvSpPr>
            <p:cNvPr id="33" name="Freeform 30"/>
            <p:cNvSpPr>
              <a:spLocks/>
            </p:cNvSpPr>
            <p:nvPr/>
          </p:nvSpPr>
          <p:spPr bwMode="auto">
            <a:xfrm>
              <a:off x="2852" y="1443"/>
              <a:ext cx="79" cy="39"/>
            </a:xfrm>
            <a:custGeom>
              <a:avLst/>
              <a:gdLst>
                <a:gd name="T0" fmla="*/ 0 w 79"/>
                <a:gd name="T1" fmla="*/ 39 h 39"/>
                <a:gd name="T2" fmla="*/ 79 w 79"/>
                <a:gd name="T3" fmla="*/ 13 h 39"/>
                <a:gd name="T4" fmla="*/ 0 w 79"/>
                <a:gd name="T5" fmla="*/ 0 h 39"/>
                <a:gd name="T6" fmla="*/ 0 w 79"/>
                <a:gd name="T7" fmla="*/ 13 h 39"/>
                <a:gd name="T8" fmla="*/ 0 w 79"/>
                <a:gd name="T9" fmla="*/ 39 h 39"/>
                <a:gd name="T10" fmla="*/ 0 60000 65536"/>
                <a:gd name="T11" fmla="*/ 0 60000 65536"/>
                <a:gd name="T12" fmla="*/ 0 60000 65536"/>
                <a:gd name="T13" fmla="*/ 0 60000 65536"/>
                <a:gd name="T14" fmla="*/ 0 60000 65536"/>
                <a:gd name="T15" fmla="*/ 0 w 79"/>
                <a:gd name="T16" fmla="*/ 0 h 39"/>
                <a:gd name="T17" fmla="*/ 79 w 79"/>
                <a:gd name="T18" fmla="*/ 39 h 39"/>
              </a:gdLst>
              <a:ahLst/>
              <a:cxnLst>
                <a:cxn ang="T10">
                  <a:pos x="T0" y="T1"/>
                </a:cxn>
                <a:cxn ang="T11">
                  <a:pos x="T2" y="T3"/>
                </a:cxn>
                <a:cxn ang="T12">
                  <a:pos x="T4" y="T5"/>
                </a:cxn>
                <a:cxn ang="T13">
                  <a:pos x="T6" y="T7"/>
                </a:cxn>
                <a:cxn ang="T14">
                  <a:pos x="T8" y="T9"/>
                </a:cxn>
              </a:cxnLst>
              <a:rect l="T15" t="T16" r="T17" b="T18"/>
              <a:pathLst>
                <a:path w="79" h="39">
                  <a:moveTo>
                    <a:pt x="0" y="39"/>
                  </a:moveTo>
                  <a:lnTo>
                    <a:pt x="79" y="13"/>
                  </a:lnTo>
                  <a:lnTo>
                    <a:pt x="0" y="0"/>
                  </a:lnTo>
                  <a:lnTo>
                    <a:pt x="0" y="13"/>
                  </a:lnTo>
                  <a:lnTo>
                    <a:pt x="0" y="39"/>
                  </a:lnTo>
                  <a:close/>
                </a:path>
              </a:pathLst>
            </a:custGeom>
            <a:solidFill>
              <a:srgbClr val="000000"/>
            </a:solidFill>
            <a:ln w="0">
              <a:solidFill>
                <a:srgbClr val="000000"/>
              </a:solidFill>
              <a:round/>
              <a:headEnd/>
              <a:tailEnd/>
            </a:ln>
          </p:spPr>
          <p:txBody>
            <a:bodyPr/>
            <a:lstStyle/>
            <a:p>
              <a:endParaRPr lang="en-US"/>
            </a:p>
          </p:txBody>
        </p:sp>
        <p:sp>
          <p:nvSpPr>
            <p:cNvPr id="34" name="Line 31"/>
            <p:cNvSpPr>
              <a:spLocks noChangeShapeType="1"/>
            </p:cNvSpPr>
            <p:nvPr/>
          </p:nvSpPr>
          <p:spPr bwMode="auto">
            <a:xfrm flipH="1">
              <a:off x="2473" y="1456"/>
              <a:ext cx="379" cy="1"/>
            </a:xfrm>
            <a:prstGeom prst="line">
              <a:avLst/>
            </a:prstGeom>
            <a:noFill/>
            <a:ln w="20638">
              <a:solidFill>
                <a:srgbClr val="000000"/>
              </a:solidFill>
              <a:round/>
              <a:headEnd/>
              <a:tailEnd/>
            </a:ln>
          </p:spPr>
          <p:txBody>
            <a:bodyPr/>
            <a:lstStyle/>
            <a:p>
              <a:endParaRPr lang="en-US"/>
            </a:p>
          </p:txBody>
        </p:sp>
        <p:sp>
          <p:nvSpPr>
            <p:cNvPr id="35" name="Freeform 32"/>
            <p:cNvSpPr>
              <a:spLocks/>
            </p:cNvSpPr>
            <p:nvPr/>
          </p:nvSpPr>
          <p:spPr bwMode="auto">
            <a:xfrm>
              <a:off x="2852" y="1169"/>
              <a:ext cx="79" cy="26"/>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0638">
              <a:solidFill>
                <a:srgbClr val="000000"/>
              </a:solidFill>
              <a:round/>
              <a:headEnd/>
              <a:tailEnd/>
            </a:ln>
          </p:spPr>
          <p:txBody>
            <a:bodyPr/>
            <a:lstStyle/>
            <a:p>
              <a:endParaRPr lang="en-US"/>
            </a:p>
          </p:txBody>
        </p:sp>
        <p:sp>
          <p:nvSpPr>
            <p:cNvPr id="36" name="Freeform 33"/>
            <p:cNvSpPr>
              <a:spLocks/>
            </p:cNvSpPr>
            <p:nvPr/>
          </p:nvSpPr>
          <p:spPr bwMode="auto">
            <a:xfrm>
              <a:off x="2852" y="1169"/>
              <a:ext cx="79" cy="26"/>
            </a:xfrm>
            <a:custGeom>
              <a:avLst/>
              <a:gdLst>
                <a:gd name="T0" fmla="*/ 0 w 79"/>
                <a:gd name="T1" fmla="*/ 26 h 26"/>
                <a:gd name="T2" fmla="*/ 79 w 79"/>
                <a:gd name="T3" fmla="*/ 13 h 26"/>
                <a:gd name="T4" fmla="*/ 0 w 79"/>
                <a:gd name="T5" fmla="*/ 0 h 26"/>
                <a:gd name="T6" fmla="*/ 0 w 79"/>
                <a:gd name="T7" fmla="*/ 13 h 26"/>
                <a:gd name="T8" fmla="*/ 0 w 79"/>
                <a:gd name="T9" fmla="*/ 26 h 26"/>
                <a:gd name="T10" fmla="*/ 0 60000 65536"/>
                <a:gd name="T11" fmla="*/ 0 60000 65536"/>
                <a:gd name="T12" fmla="*/ 0 60000 65536"/>
                <a:gd name="T13" fmla="*/ 0 60000 65536"/>
                <a:gd name="T14" fmla="*/ 0 60000 65536"/>
                <a:gd name="T15" fmla="*/ 0 w 79"/>
                <a:gd name="T16" fmla="*/ 0 h 26"/>
                <a:gd name="T17" fmla="*/ 79 w 79"/>
                <a:gd name="T18" fmla="*/ 26 h 26"/>
              </a:gdLst>
              <a:ahLst/>
              <a:cxnLst>
                <a:cxn ang="T10">
                  <a:pos x="T0" y="T1"/>
                </a:cxn>
                <a:cxn ang="T11">
                  <a:pos x="T2" y="T3"/>
                </a:cxn>
                <a:cxn ang="T12">
                  <a:pos x="T4" y="T5"/>
                </a:cxn>
                <a:cxn ang="T13">
                  <a:pos x="T6" y="T7"/>
                </a:cxn>
                <a:cxn ang="T14">
                  <a:pos x="T8" y="T9"/>
                </a:cxn>
              </a:cxnLst>
              <a:rect l="T15" t="T16" r="T17" b="T18"/>
              <a:pathLst>
                <a:path w="79" h="26">
                  <a:moveTo>
                    <a:pt x="0" y="26"/>
                  </a:moveTo>
                  <a:lnTo>
                    <a:pt x="79" y="13"/>
                  </a:lnTo>
                  <a:lnTo>
                    <a:pt x="0" y="0"/>
                  </a:lnTo>
                  <a:lnTo>
                    <a:pt x="0" y="13"/>
                  </a:lnTo>
                  <a:lnTo>
                    <a:pt x="0" y="26"/>
                  </a:lnTo>
                  <a:close/>
                </a:path>
              </a:pathLst>
            </a:custGeom>
            <a:solidFill>
              <a:srgbClr val="000000"/>
            </a:solidFill>
            <a:ln w="0">
              <a:solidFill>
                <a:srgbClr val="000000"/>
              </a:solidFill>
              <a:round/>
              <a:headEnd/>
              <a:tailEnd/>
            </a:ln>
          </p:spPr>
          <p:txBody>
            <a:bodyPr/>
            <a:lstStyle/>
            <a:p>
              <a:endParaRPr lang="en-US"/>
            </a:p>
          </p:txBody>
        </p:sp>
        <p:sp>
          <p:nvSpPr>
            <p:cNvPr id="37" name="Line 34"/>
            <p:cNvSpPr>
              <a:spLocks noChangeShapeType="1"/>
            </p:cNvSpPr>
            <p:nvPr/>
          </p:nvSpPr>
          <p:spPr bwMode="auto">
            <a:xfrm flipH="1">
              <a:off x="2473" y="1182"/>
              <a:ext cx="379" cy="1"/>
            </a:xfrm>
            <a:prstGeom prst="line">
              <a:avLst/>
            </a:prstGeom>
            <a:noFill/>
            <a:ln w="20638">
              <a:solidFill>
                <a:srgbClr val="000000"/>
              </a:solidFill>
              <a:round/>
              <a:headEnd/>
              <a:tailEnd/>
            </a:ln>
          </p:spPr>
          <p:txBody>
            <a:bodyPr/>
            <a:lstStyle/>
            <a:p>
              <a:endParaRPr lang="en-US"/>
            </a:p>
          </p:txBody>
        </p:sp>
        <p:sp>
          <p:nvSpPr>
            <p:cNvPr id="38" name="Freeform 35"/>
            <p:cNvSpPr>
              <a:spLocks/>
            </p:cNvSpPr>
            <p:nvPr/>
          </p:nvSpPr>
          <p:spPr bwMode="auto">
            <a:xfrm>
              <a:off x="2852" y="4265"/>
              <a:ext cx="79" cy="39"/>
            </a:xfrm>
            <a:custGeom>
              <a:avLst/>
              <a:gdLst>
                <a:gd name="T0" fmla="*/ 0 w 6"/>
                <a:gd name="T1" fmla="*/ 3 h 3"/>
                <a:gd name="T2" fmla="*/ 6 w 6"/>
                <a:gd name="T3" fmla="*/ 1 h 3"/>
                <a:gd name="T4" fmla="*/ 0 w 6"/>
                <a:gd name="T5" fmla="*/ 0 h 3"/>
                <a:gd name="T6" fmla="*/ 0 w 6"/>
                <a:gd name="T7" fmla="*/ 1 h 3"/>
                <a:gd name="T8" fmla="*/ 0 w 6"/>
                <a:gd name="T9" fmla="*/ 3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20638">
              <a:solidFill>
                <a:srgbClr val="000000"/>
              </a:solidFill>
              <a:round/>
              <a:headEnd/>
              <a:tailEnd/>
            </a:ln>
          </p:spPr>
          <p:txBody>
            <a:bodyPr/>
            <a:lstStyle/>
            <a:p>
              <a:endParaRPr lang="en-US"/>
            </a:p>
          </p:txBody>
        </p:sp>
        <p:sp>
          <p:nvSpPr>
            <p:cNvPr id="39" name="Freeform 36"/>
            <p:cNvSpPr>
              <a:spLocks/>
            </p:cNvSpPr>
            <p:nvPr/>
          </p:nvSpPr>
          <p:spPr bwMode="auto">
            <a:xfrm>
              <a:off x="2852" y="4265"/>
              <a:ext cx="79" cy="39"/>
            </a:xfrm>
            <a:custGeom>
              <a:avLst/>
              <a:gdLst>
                <a:gd name="T0" fmla="*/ 0 w 79"/>
                <a:gd name="T1" fmla="*/ 39 h 39"/>
                <a:gd name="T2" fmla="*/ 79 w 79"/>
                <a:gd name="T3" fmla="*/ 13 h 39"/>
                <a:gd name="T4" fmla="*/ 0 w 79"/>
                <a:gd name="T5" fmla="*/ 0 h 39"/>
                <a:gd name="T6" fmla="*/ 0 w 79"/>
                <a:gd name="T7" fmla="*/ 13 h 39"/>
                <a:gd name="T8" fmla="*/ 0 w 79"/>
                <a:gd name="T9" fmla="*/ 39 h 39"/>
                <a:gd name="T10" fmla="*/ 0 60000 65536"/>
                <a:gd name="T11" fmla="*/ 0 60000 65536"/>
                <a:gd name="T12" fmla="*/ 0 60000 65536"/>
                <a:gd name="T13" fmla="*/ 0 60000 65536"/>
                <a:gd name="T14" fmla="*/ 0 60000 65536"/>
                <a:gd name="T15" fmla="*/ 0 w 79"/>
                <a:gd name="T16" fmla="*/ 0 h 39"/>
                <a:gd name="T17" fmla="*/ 79 w 79"/>
                <a:gd name="T18" fmla="*/ 39 h 39"/>
              </a:gdLst>
              <a:ahLst/>
              <a:cxnLst>
                <a:cxn ang="T10">
                  <a:pos x="T0" y="T1"/>
                </a:cxn>
                <a:cxn ang="T11">
                  <a:pos x="T2" y="T3"/>
                </a:cxn>
                <a:cxn ang="T12">
                  <a:pos x="T4" y="T5"/>
                </a:cxn>
                <a:cxn ang="T13">
                  <a:pos x="T6" y="T7"/>
                </a:cxn>
                <a:cxn ang="T14">
                  <a:pos x="T8" y="T9"/>
                </a:cxn>
              </a:cxnLst>
              <a:rect l="T15" t="T16" r="T17" b="T18"/>
              <a:pathLst>
                <a:path w="79" h="39">
                  <a:moveTo>
                    <a:pt x="0" y="39"/>
                  </a:moveTo>
                  <a:lnTo>
                    <a:pt x="79" y="13"/>
                  </a:lnTo>
                  <a:lnTo>
                    <a:pt x="0" y="0"/>
                  </a:lnTo>
                  <a:lnTo>
                    <a:pt x="0" y="13"/>
                  </a:lnTo>
                  <a:lnTo>
                    <a:pt x="0" y="39"/>
                  </a:lnTo>
                  <a:close/>
                </a:path>
              </a:pathLst>
            </a:custGeom>
            <a:solidFill>
              <a:srgbClr val="000000"/>
            </a:solidFill>
            <a:ln w="0">
              <a:solidFill>
                <a:srgbClr val="000000"/>
              </a:solidFill>
              <a:round/>
              <a:headEnd/>
              <a:tailEnd/>
            </a:ln>
          </p:spPr>
          <p:txBody>
            <a:bodyPr/>
            <a:lstStyle/>
            <a:p>
              <a:endParaRPr lang="en-US"/>
            </a:p>
          </p:txBody>
        </p:sp>
        <p:sp>
          <p:nvSpPr>
            <p:cNvPr id="40" name="Line 37"/>
            <p:cNvSpPr>
              <a:spLocks noChangeShapeType="1"/>
            </p:cNvSpPr>
            <p:nvPr/>
          </p:nvSpPr>
          <p:spPr bwMode="auto">
            <a:xfrm flipH="1">
              <a:off x="2473" y="4278"/>
              <a:ext cx="379" cy="1"/>
            </a:xfrm>
            <a:prstGeom prst="line">
              <a:avLst/>
            </a:prstGeom>
            <a:noFill/>
            <a:ln w="20638">
              <a:solidFill>
                <a:srgbClr val="000000"/>
              </a:solidFill>
              <a:round/>
              <a:headEnd/>
              <a:tailEnd/>
            </a:ln>
          </p:spPr>
          <p:txBody>
            <a:bodyPr/>
            <a:lstStyle/>
            <a:p>
              <a:endParaRPr lang="en-US"/>
            </a:p>
          </p:txBody>
        </p:sp>
        <p:sp>
          <p:nvSpPr>
            <p:cNvPr id="41" name="Text Box 38"/>
            <p:cNvSpPr txBox="1">
              <a:spLocks noChangeArrowheads="1"/>
            </p:cNvSpPr>
            <p:nvPr/>
          </p:nvSpPr>
          <p:spPr bwMode="auto">
            <a:xfrm>
              <a:off x="1536" y="1884"/>
              <a:ext cx="168" cy="731"/>
            </a:xfrm>
            <a:prstGeom prst="rect">
              <a:avLst/>
            </a:prstGeom>
            <a:noFill/>
            <a:ln w="9525">
              <a:noFill/>
              <a:miter lim="800000"/>
              <a:headEnd/>
              <a:tailEnd/>
            </a:ln>
          </p:spPr>
          <p:txBody>
            <a:bodyPr>
              <a:spAutoFit/>
            </a:bodyPr>
            <a:lstStyle/>
            <a:p>
              <a:pPr>
                <a:lnSpc>
                  <a:spcPct val="20000"/>
                </a:lnSpc>
                <a:spcBef>
                  <a:spcPct val="50000"/>
                </a:spcBef>
              </a:pPr>
              <a:endParaRPr lang="zh-CN" altLang="en-US" sz="2000" dirty="0">
                <a:latin typeface="Nimbus Roman No9 L" charset="0"/>
                <a:ea typeface="SimSun" pitchFamily="2" charset="-122"/>
              </a:endParaRPr>
            </a:p>
            <a:p>
              <a:pPr>
                <a:lnSpc>
                  <a:spcPct val="20000"/>
                </a:lnSpc>
                <a:spcBef>
                  <a:spcPct val="50000"/>
                </a:spcBef>
              </a:pPr>
              <a:r>
                <a:rPr lang="en-CA" altLang="zh-CN" sz="2000" dirty="0">
                  <a:latin typeface="Nimbus Roman No9 L" charset="0"/>
                  <a:ea typeface="SimSun" pitchFamily="2" charset="-122"/>
                </a:rPr>
                <a:t>•</a:t>
              </a:r>
              <a:endParaRPr lang="en-US" altLang="zh-CN" sz="2000" dirty="0">
                <a:latin typeface="Nimbus Roman No9 L" charset="0"/>
                <a:ea typeface="SimSun" pitchFamily="2" charset="-122"/>
              </a:endParaRPr>
            </a:p>
            <a:p>
              <a:pPr>
                <a:lnSpc>
                  <a:spcPct val="20000"/>
                </a:lnSpc>
                <a:spcBef>
                  <a:spcPct val="50000"/>
                </a:spcBef>
              </a:pPr>
              <a:r>
                <a:rPr lang="en-CA" altLang="zh-CN" sz="2000" dirty="0">
                  <a:latin typeface="Nimbus Roman No9 L" charset="0"/>
                  <a:ea typeface="SimSun" pitchFamily="2" charset="-122"/>
                </a:rPr>
                <a:t>•</a:t>
              </a:r>
              <a:endParaRPr lang="en-US" altLang="zh-CN" sz="2000" dirty="0">
                <a:latin typeface="Nimbus Roman No9 L" charset="0"/>
                <a:ea typeface="SimSun" pitchFamily="2" charset="-122"/>
              </a:endParaRPr>
            </a:p>
            <a:p>
              <a:pPr>
                <a:lnSpc>
                  <a:spcPct val="20000"/>
                </a:lnSpc>
                <a:spcBef>
                  <a:spcPct val="50000"/>
                </a:spcBef>
              </a:pPr>
              <a:r>
                <a:rPr lang="en-CA" altLang="zh-CN" sz="2000" dirty="0">
                  <a:latin typeface="Nimbus Roman No9 L" charset="0"/>
                  <a:ea typeface="SimSun" pitchFamily="2" charset="-122"/>
                </a:rPr>
                <a:t>•</a:t>
              </a:r>
            </a:p>
            <a:p>
              <a:pPr>
                <a:lnSpc>
                  <a:spcPct val="20000"/>
                </a:lnSpc>
                <a:spcBef>
                  <a:spcPct val="50000"/>
                </a:spcBef>
              </a:pPr>
              <a:endParaRPr lang="zh-CN" altLang="en-CA" sz="2000" dirty="0">
                <a:latin typeface="Nimbus Roman No9 L" charset="0"/>
                <a:ea typeface="SimSun" pitchFamily="2" charset="-122"/>
              </a:endParaRPr>
            </a:p>
          </p:txBody>
        </p:sp>
        <p:sp>
          <p:nvSpPr>
            <p:cNvPr id="42" name="Text Box 39"/>
            <p:cNvSpPr txBox="1">
              <a:spLocks noChangeArrowheads="1"/>
            </p:cNvSpPr>
            <p:nvPr/>
          </p:nvSpPr>
          <p:spPr bwMode="auto">
            <a:xfrm>
              <a:off x="1548" y="3306"/>
              <a:ext cx="168" cy="731"/>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grpSp>
    </p:spTree>
    <p:extLst>
      <p:ext uri="{BB962C8B-B14F-4D97-AF65-F5344CB8AC3E}">
        <p14:creationId xmlns:p14="http://schemas.microsoft.com/office/powerpoint/2010/main" val="313027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121493" y="0"/>
            <a:ext cx="6526337" cy="596653"/>
          </a:xfrm>
        </p:spPr>
        <p:txBody>
          <a:bodyPr/>
          <a:lstStyle/>
          <a:p>
            <a:pPr eaLnBrk="1" hangingPunct="1"/>
            <a:r>
              <a:rPr lang="en-US" altLang="zh-CN" sz="2400" b="0" dirty="0">
                <a:ea typeface="SimSun" pitchFamily="2" charset="-122"/>
              </a:rPr>
              <a:t>Memory Location, Addresses, and Operation</a:t>
            </a:r>
            <a:endParaRPr lang="zh-CN" altLang="en-US" sz="2400" b="0" dirty="0">
              <a:ea typeface="SimSun" pitchFamily="2" charset="-122"/>
            </a:endParaRPr>
          </a:p>
        </p:txBody>
      </p:sp>
      <p:sp>
        <p:nvSpPr>
          <p:cNvPr id="4" name="Rectangle 3"/>
          <p:cNvSpPr txBox="1">
            <a:spLocks noChangeArrowheads="1"/>
          </p:cNvSpPr>
          <p:nvPr/>
        </p:nvSpPr>
        <p:spPr>
          <a:xfrm>
            <a:off x="457200" y="1066800"/>
            <a:ext cx="8229600" cy="566737"/>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altLang="zh-CN" sz="2400" kern="0">
                <a:latin typeface="Times New Roman" panose="02020603050405020304" pitchFamily="18" charset="0"/>
                <a:ea typeface="SimSun" pitchFamily="2" charset="-122"/>
                <a:cs typeface="Times New Roman" panose="02020603050405020304" pitchFamily="18" charset="0"/>
              </a:rPr>
              <a:t>32-bit word length example</a:t>
            </a:r>
          </a:p>
        </p:txBody>
      </p:sp>
      <p:sp>
        <p:nvSpPr>
          <p:cNvPr id="5" name="Rectangle 5"/>
          <p:cNvSpPr>
            <a:spLocks noChangeArrowheads="1"/>
          </p:cNvSpPr>
          <p:nvPr/>
        </p:nvSpPr>
        <p:spPr bwMode="auto">
          <a:xfrm>
            <a:off x="3575050" y="5924550"/>
            <a:ext cx="2340384"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(b) Four characters</a:t>
            </a:r>
            <a:endParaRPr lang="en-CA" altLang="zh-CN" sz="2400">
              <a:latin typeface="Times New Roman" pitchFamily="18" charset="0"/>
              <a:ea typeface="SimSun" pitchFamily="2" charset="-122"/>
              <a:cs typeface="Times New Roman" panose="02020603050405020304" pitchFamily="18" charset="0"/>
            </a:endParaRPr>
          </a:p>
        </p:txBody>
      </p:sp>
      <p:sp>
        <p:nvSpPr>
          <p:cNvPr id="6" name="Rectangle 6"/>
          <p:cNvSpPr>
            <a:spLocks noChangeArrowheads="1"/>
          </p:cNvSpPr>
          <p:nvPr/>
        </p:nvSpPr>
        <p:spPr bwMode="auto">
          <a:xfrm>
            <a:off x="6502400" y="5473700"/>
            <a:ext cx="112530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character</a:t>
            </a:r>
            <a:endParaRPr lang="en-CA" altLang="zh-CN" sz="2400">
              <a:latin typeface="Times New Roman" pitchFamily="18" charset="0"/>
              <a:ea typeface="SimSun" pitchFamily="2" charset="-122"/>
              <a:cs typeface="Times New Roman" panose="02020603050405020304" pitchFamily="18" charset="0"/>
            </a:endParaRPr>
          </a:p>
        </p:txBody>
      </p:sp>
      <p:sp>
        <p:nvSpPr>
          <p:cNvPr id="7" name="Rectangle 7"/>
          <p:cNvSpPr>
            <a:spLocks noChangeArrowheads="1"/>
          </p:cNvSpPr>
          <p:nvPr/>
        </p:nvSpPr>
        <p:spPr bwMode="auto">
          <a:xfrm>
            <a:off x="4954588" y="5473700"/>
            <a:ext cx="112530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character</a:t>
            </a:r>
            <a:endParaRPr lang="en-CA" altLang="zh-CN" sz="2400">
              <a:latin typeface="Times New Roman" pitchFamily="18" charset="0"/>
              <a:ea typeface="SimSun" pitchFamily="2" charset="-122"/>
              <a:cs typeface="Times New Roman" panose="02020603050405020304" pitchFamily="18" charset="0"/>
            </a:endParaRPr>
          </a:p>
        </p:txBody>
      </p:sp>
      <p:sp>
        <p:nvSpPr>
          <p:cNvPr id="8" name="Rectangle 8"/>
          <p:cNvSpPr>
            <a:spLocks noChangeArrowheads="1"/>
          </p:cNvSpPr>
          <p:nvPr/>
        </p:nvSpPr>
        <p:spPr bwMode="auto">
          <a:xfrm>
            <a:off x="1885950" y="5473700"/>
            <a:ext cx="112530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character</a:t>
            </a:r>
            <a:endParaRPr lang="en-CA" altLang="zh-CN" sz="2400">
              <a:latin typeface="Times New Roman" pitchFamily="18" charset="0"/>
              <a:ea typeface="SimSun" pitchFamily="2" charset="-122"/>
              <a:cs typeface="Times New Roman" panose="02020603050405020304" pitchFamily="18" charset="0"/>
            </a:endParaRPr>
          </a:p>
        </p:txBody>
      </p:sp>
      <p:sp>
        <p:nvSpPr>
          <p:cNvPr id="9" name="Rectangle 9"/>
          <p:cNvSpPr>
            <a:spLocks noChangeArrowheads="1"/>
          </p:cNvSpPr>
          <p:nvPr/>
        </p:nvSpPr>
        <p:spPr bwMode="auto">
          <a:xfrm>
            <a:off x="3408363" y="5473700"/>
            <a:ext cx="112530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character</a:t>
            </a:r>
            <a:endParaRPr lang="en-CA" altLang="zh-CN" sz="2400">
              <a:latin typeface="Times New Roman" pitchFamily="18" charset="0"/>
              <a:ea typeface="SimSun" pitchFamily="2" charset="-122"/>
              <a:cs typeface="Times New Roman" panose="02020603050405020304" pitchFamily="18" charset="0"/>
            </a:endParaRPr>
          </a:p>
        </p:txBody>
      </p:sp>
      <p:sp>
        <p:nvSpPr>
          <p:cNvPr id="10" name="Rectangle 10"/>
          <p:cNvSpPr>
            <a:spLocks noChangeArrowheads="1"/>
          </p:cNvSpPr>
          <p:nvPr/>
        </p:nvSpPr>
        <p:spPr bwMode="auto">
          <a:xfrm>
            <a:off x="3551238" y="3521075"/>
            <a:ext cx="241700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 A signed integer</a:t>
            </a:r>
            <a:endParaRPr lang="en-CA" altLang="zh-CN" sz="2400">
              <a:latin typeface="Times New Roman" pitchFamily="18" charset="0"/>
              <a:ea typeface="SimSun" pitchFamily="2" charset="-122"/>
              <a:cs typeface="Times New Roman" panose="02020603050405020304" pitchFamily="18" charset="0"/>
            </a:endParaRPr>
          </a:p>
        </p:txBody>
      </p:sp>
      <p:sp>
        <p:nvSpPr>
          <p:cNvPr id="11" name="Rectangle 11"/>
          <p:cNvSpPr>
            <a:spLocks noChangeArrowheads="1"/>
          </p:cNvSpPr>
          <p:nvPr/>
        </p:nvSpPr>
        <p:spPr bwMode="auto">
          <a:xfrm>
            <a:off x="2057400" y="2713037"/>
            <a:ext cx="1049967" cy="369332"/>
          </a:xfrm>
          <a:prstGeom prst="rect">
            <a:avLst/>
          </a:prstGeom>
          <a:noFill/>
          <a:ln w="9525">
            <a:noFill/>
            <a:miter lim="800000"/>
            <a:headEnd/>
            <a:tailEnd/>
          </a:ln>
        </p:spPr>
        <p:txBody>
          <a:bodyPr wrap="none" lIns="0" tIns="0" rIns="0" bIns="0">
            <a:spAutoFit/>
          </a:bodyPr>
          <a:lstStyle/>
          <a:p>
            <a:r>
              <a:rPr lang="en-CA" altLang="zh-CN" sz="2400" dirty="0">
                <a:solidFill>
                  <a:srgbClr val="000000"/>
                </a:solidFill>
                <a:latin typeface="Times New Roman" panose="02020603050405020304" pitchFamily="18" charset="0"/>
                <a:ea typeface="SimSun" pitchFamily="2" charset="-122"/>
                <a:cs typeface="Times New Roman" panose="02020603050405020304" pitchFamily="18" charset="0"/>
              </a:rPr>
              <a:t>Sign bit:</a:t>
            </a:r>
            <a:endParaRPr lang="en-CA" altLang="zh-CN" sz="2400" dirty="0">
              <a:latin typeface="Times New Roman" pitchFamily="18" charset="0"/>
              <a:ea typeface="SimSun" pitchFamily="2" charset="-122"/>
              <a:cs typeface="Times New Roman" panose="02020603050405020304" pitchFamily="18" charset="0"/>
            </a:endParaRPr>
          </a:p>
        </p:txBody>
      </p:sp>
      <p:sp>
        <p:nvSpPr>
          <p:cNvPr id="12" name="Rectangle 12"/>
          <p:cNvSpPr>
            <a:spLocks noChangeArrowheads="1"/>
          </p:cNvSpPr>
          <p:nvPr/>
        </p:nvSpPr>
        <p:spPr bwMode="auto">
          <a:xfrm>
            <a:off x="3813175" y="2708275"/>
            <a:ext cx="2622513" cy="369332"/>
          </a:xfrm>
          <a:prstGeom prst="rect">
            <a:avLst/>
          </a:prstGeom>
          <a:noFill/>
          <a:ln w="9525">
            <a:noFill/>
            <a:miter lim="800000"/>
            <a:headEnd/>
            <a:tailEnd/>
          </a:ln>
        </p:spPr>
        <p:txBody>
          <a:bodyPr wrap="none" lIns="0" tIns="0" rIns="0" bIns="0">
            <a:spAutoFit/>
          </a:bodyPr>
          <a:lstStyle/>
          <a:p>
            <a:r>
              <a:rPr lang="zh-CN" altLang="en-CA" sz="2400">
                <a:solidFill>
                  <a:srgbClr val="000000"/>
                </a:solidFill>
                <a:latin typeface="Times New Roman" panose="02020603050405020304" pitchFamily="18" charset="0"/>
                <a:ea typeface="SimSun" pitchFamily="2" charset="-122"/>
                <a:cs typeface="Times New Roman" panose="02020603050405020304" pitchFamily="18" charset="0"/>
              </a:rPr>
              <a:t> </a:t>
            </a:r>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for positive numbers</a:t>
            </a:r>
            <a:endParaRPr lang="en-CA" altLang="zh-CN" sz="2400">
              <a:latin typeface="Times New Roman" pitchFamily="18" charset="0"/>
              <a:ea typeface="SimSun" pitchFamily="2" charset="-122"/>
              <a:cs typeface="Times New Roman" panose="02020603050405020304" pitchFamily="18" charset="0"/>
            </a:endParaRPr>
          </a:p>
        </p:txBody>
      </p:sp>
      <p:sp>
        <p:nvSpPr>
          <p:cNvPr id="13" name="Rectangle 13"/>
          <p:cNvSpPr>
            <a:spLocks noChangeArrowheads="1"/>
          </p:cNvSpPr>
          <p:nvPr/>
        </p:nvSpPr>
        <p:spPr bwMode="auto">
          <a:xfrm>
            <a:off x="3813175" y="3016250"/>
            <a:ext cx="2689839" cy="369332"/>
          </a:xfrm>
          <a:prstGeom prst="rect">
            <a:avLst/>
          </a:prstGeom>
          <a:noFill/>
          <a:ln w="9525">
            <a:noFill/>
            <a:miter lim="800000"/>
            <a:headEnd/>
            <a:tailEnd/>
          </a:ln>
        </p:spPr>
        <p:txBody>
          <a:bodyPr wrap="none" lIns="0" tIns="0" rIns="0" bIns="0">
            <a:spAutoFit/>
          </a:bodyPr>
          <a:lstStyle/>
          <a:p>
            <a:r>
              <a:rPr lang="zh-CN" altLang="en-CA" sz="2400">
                <a:solidFill>
                  <a:srgbClr val="000000"/>
                </a:solidFill>
                <a:latin typeface="Times New Roman" panose="02020603050405020304" pitchFamily="18" charset="0"/>
                <a:ea typeface="SimSun" pitchFamily="2" charset="-122"/>
                <a:cs typeface="Times New Roman" panose="02020603050405020304" pitchFamily="18" charset="0"/>
              </a:rPr>
              <a:t> </a:t>
            </a:r>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for negative numbers</a:t>
            </a:r>
            <a:endParaRPr lang="en-CA" altLang="zh-CN" sz="2400">
              <a:latin typeface="Times New Roman" pitchFamily="18" charset="0"/>
              <a:ea typeface="SimSun" pitchFamily="2" charset="-122"/>
              <a:cs typeface="Times New Roman" panose="02020603050405020304" pitchFamily="18" charset="0"/>
            </a:endParaRPr>
          </a:p>
        </p:txBody>
      </p:sp>
      <p:sp>
        <p:nvSpPr>
          <p:cNvPr id="14" name="Rectangle 14"/>
          <p:cNvSpPr>
            <a:spLocks noChangeArrowheads="1"/>
          </p:cNvSpPr>
          <p:nvPr/>
        </p:nvSpPr>
        <p:spPr bwMode="auto">
          <a:xfrm>
            <a:off x="6597650" y="5259387"/>
            <a:ext cx="80310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ASCII</a:t>
            </a:r>
            <a:endParaRPr lang="en-CA" altLang="zh-CN" sz="2400">
              <a:latin typeface="Times New Roman" pitchFamily="18" charset="0"/>
              <a:ea typeface="SimSun" pitchFamily="2" charset="-122"/>
              <a:cs typeface="Times New Roman" panose="02020603050405020304" pitchFamily="18" charset="0"/>
            </a:endParaRPr>
          </a:p>
        </p:txBody>
      </p:sp>
      <p:sp>
        <p:nvSpPr>
          <p:cNvPr id="15" name="Rectangle 15"/>
          <p:cNvSpPr>
            <a:spLocks noChangeArrowheads="1"/>
          </p:cNvSpPr>
          <p:nvPr/>
        </p:nvSpPr>
        <p:spPr bwMode="auto">
          <a:xfrm>
            <a:off x="5073650" y="5259387"/>
            <a:ext cx="80310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ASCII</a:t>
            </a:r>
            <a:endParaRPr lang="en-CA" altLang="zh-CN" sz="2400">
              <a:latin typeface="Times New Roman" pitchFamily="18" charset="0"/>
              <a:ea typeface="SimSun" pitchFamily="2" charset="-122"/>
              <a:cs typeface="Times New Roman" panose="02020603050405020304" pitchFamily="18" charset="0"/>
            </a:endParaRPr>
          </a:p>
        </p:txBody>
      </p:sp>
      <p:sp>
        <p:nvSpPr>
          <p:cNvPr id="16" name="Rectangle 16"/>
          <p:cNvSpPr>
            <a:spLocks noChangeArrowheads="1"/>
          </p:cNvSpPr>
          <p:nvPr/>
        </p:nvSpPr>
        <p:spPr bwMode="auto">
          <a:xfrm>
            <a:off x="3527425" y="5259387"/>
            <a:ext cx="80310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ASCII</a:t>
            </a:r>
            <a:endParaRPr lang="en-CA" altLang="zh-CN" sz="2400">
              <a:latin typeface="Times New Roman" pitchFamily="18" charset="0"/>
              <a:ea typeface="SimSun" pitchFamily="2" charset="-122"/>
              <a:cs typeface="Times New Roman" panose="02020603050405020304" pitchFamily="18" charset="0"/>
            </a:endParaRPr>
          </a:p>
        </p:txBody>
      </p:sp>
      <p:sp>
        <p:nvSpPr>
          <p:cNvPr id="17" name="Rectangle 17"/>
          <p:cNvSpPr>
            <a:spLocks noChangeArrowheads="1"/>
          </p:cNvSpPr>
          <p:nvPr/>
        </p:nvSpPr>
        <p:spPr bwMode="auto">
          <a:xfrm>
            <a:off x="1981200" y="5259387"/>
            <a:ext cx="80310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ASCII</a:t>
            </a:r>
            <a:endParaRPr lang="en-CA" altLang="zh-CN" sz="2400">
              <a:latin typeface="Times New Roman" pitchFamily="18" charset="0"/>
              <a:ea typeface="SimSun" pitchFamily="2" charset="-122"/>
              <a:cs typeface="Times New Roman" panose="02020603050405020304" pitchFamily="18" charset="0"/>
            </a:endParaRPr>
          </a:p>
        </p:txBody>
      </p:sp>
      <p:sp>
        <p:nvSpPr>
          <p:cNvPr id="18" name="Line 18"/>
          <p:cNvSpPr>
            <a:spLocks noChangeShapeType="1"/>
          </p:cNvSpPr>
          <p:nvPr/>
        </p:nvSpPr>
        <p:spPr bwMode="auto">
          <a:xfrm flipV="1">
            <a:off x="1957388" y="1998662"/>
            <a:ext cx="1587" cy="452438"/>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19" name="Line 19"/>
          <p:cNvSpPr>
            <a:spLocks noChangeShapeType="1"/>
          </p:cNvSpPr>
          <p:nvPr/>
        </p:nvSpPr>
        <p:spPr bwMode="auto">
          <a:xfrm flipV="1">
            <a:off x="2409825" y="1998662"/>
            <a:ext cx="1588" cy="452438"/>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0" name="Line 20"/>
          <p:cNvSpPr>
            <a:spLocks noChangeShapeType="1"/>
          </p:cNvSpPr>
          <p:nvPr/>
        </p:nvSpPr>
        <p:spPr bwMode="auto">
          <a:xfrm flipV="1">
            <a:off x="6740525" y="1998662"/>
            <a:ext cx="1588" cy="452438"/>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1" name="Line 21"/>
          <p:cNvSpPr>
            <a:spLocks noChangeShapeType="1"/>
          </p:cNvSpPr>
          <p:nvPr/>
        </p:nvSpPr>
        <p:spPr bwMode="auto">
          <a:xfrm flipV="1">
            <a:off x="7191375" y="1998662"/>
            <a:ext cx="1588" cy="452438"/>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2" name="Line 22"/>
          <p:cNvSpPr>
            <a:spLocks noChangeShapeType="1"/>
          </p:cNvSpPr>
          <p:nvPr/>
        </p:nvSpPr>
        <p:spPr bwMode="auto">
          <a:xfrm>
            <a:off x="1481138" y="2451100"/>
            <a:ext cx="6186487" cy="1587"/>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3" name="Line 23"/>
          <p:cNvSpPr>
            <a:spLocks noChangeShapeType="1"/>
          </p:cNvSpPr>
          <p:nvPr/>
        </p:nvSpPr>
        <p:spPr bwMode="auto">
          <a:xfrm>
            <a:off x="1481138" y="1998662"/>
            <a:ext cx="1587" cy="452438"/>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4" name="Line 24"/>
          <p:cNvSpPr>
            <a:spLocks noChangeShapeType="1"/>
          </p:cNvSpPr>
          <p:nvPr/>
        </p:nvSpPr>
        <p:spPr bwMode="auto">
          <a:xfrm flipH="1">
            <a:off x="1481138" y="1998662"/>
            <a:ext cx="6186487" cy="1588"/>
          </a:xfrm>
          <a:prstGeom prst="line">
            <a:avLst/>
          </a:prstGeom>
          <a:noFill/>
          <a:ln w="71438">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5" name="Line 25"/>
          <p:cNvSpPr>
            <a:spLocks noChangeShapeType="1"/>
          </p:cNvSpPr>
          <p:nvPr/>
        </p:nvSpPr>
        <p:spPr bwMode="auto">
          <a:xfrm>
            <a:off x="1481138" y="1546225"/>
            <a:ext cx="1587" cy="309562"/>
          </a:xfrm>
          <a:prstGeom prst="line">
            <a:avLst/>
          </a:pr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6" name="Line 26"/>
          <p:cNvSpPr>
            <a:spLocks noChangeShapeType="1"/>
          </p:cNvSpPr>
          <p:nvPr/>
        </p:nvSpPr>
        <p:spPr bwMode="auto">
          <a:xfrm flipH="1" flipV="1">
            <a:off x="7669213" y="1546225"/>
            <a:ext cx="20637" cy="309562"/>
          </a:xfrm>
          <a:prstGeom prst="line">
            <a:avLst/>
          </a:pr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7" name="Freeform 27"/>
          <p:cNvSpPr>
            <a:spLocks/>
          </p:cNvSpPr>
          <p:nvPr/>
        </p:nvSpPr>
        <p:spPr bwMode="auto">
          <a:xfrm>
            <a:off x="7477125" y="1665287"/>
            <a:ext cx="142875" cy="47625"/>
          </a:xfrm>
          <a:custGeom>
            <a:avLst/>
            <a:gdLst>
              <a:gd name="T0" fmla="*/ 0 w 6"/>
              <a:gd name="T1" fmla="*/ 2 h 2"/>
              <a:gd name="T2" fmla="*/ 6 w 6"/>
              <a:gd name="T3" fmla="*/ 1 h 2"/>
              <a:gd name="T4" fmla="*/ 0 w 6"/>
              <a:gd name="T5" fmla="*/ 0 h 2"/>
              <a:gd name="T6" fmla="*/ 0 w 6"/>
              <a:gd name="T7" fmla="*/ 1 h 2"/>
              <a:gd name="T8" fmla="*/ 0 w 6"/>
              <a:gd name="T9" fmla="*/ 2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8" name="Freeform 28"/>
          <p:cNvSpPr>
            <a:spLocks/>
          </p:cNvSpPr>
          <p:nvPr/>
        </p:nvSpPr>
        <p:spPr bwMode="auto">
          <a:xfrm>
            <a:off x="7477125" y="1665287"/>
            <a:ext cx="142875" cy="47625"/>
          </a:xfrm>
          <a:custGeom>
            <a:avLst/>
            <a:gdLst>
              <a:gd name="T0" fmla="*/ 0 w 90"/>
              <a:gd name="T1" fmla="*/ 30 h 30"/>
              <a:gd name="T2" fmla="*/ 90 w 90"/>
              <a:gd name="T3" fmla="*/ 15 h 30"/>
              <a:gd name="T4" fmla="*/ 0 w 90"/>
              <a:gd name="T5" fmla="*/ 0 h 30"/>
              <a:gd name="T6" fmla="*/ 0 w 90"/>
              <a:gd name="T7" fmla="*/ 15 h 30"/>
              <a:gd name="T8" fmla="*/ 0 w 90"/>
              <a:gd name="T9" fmla="*/ 30 h 30"/>
              <a:gd name="T10" fmla="*/ 0 60000 65536"/>
              <a:gd name="T11" fmla="*/ 0 60000 65536"/>
              <a:gd name="T12" fmla="*/ 0 60000 65536"/>
              <a:gd name="T13" fmla="*/ 0 60000 65536"/>
              <a:gd name="T14" fmla="*/ 0 60000 65536"/>
              <a:gd name="T15" fmla="*/ 0 w 90"/>
              <a:gd name="T16" fmla="*/ 0 h 30"/>
              <a:gd name="T17" fmla="*/ 90 w 90"/>
              <a:gd name="T18" fmla="*/ 30 h 30"/>
            </a:gdLst>
            <a:ahLst/>
            <a:cxnLst>
              <a:cxn ang="T10">
                <a:pos x="T0" y="T1"/>
              </a:cxn>
              <a:cxn ang="T11">
                <a:pos x="T2" y="T3"/>
              </a:cxn>
              <a:cxn ang="T12">
                <a:pos x="T4" y="T5"/>
              </a:cxn>
              <a:cxn ang="T13">
                <a:pos x="T6" y="T7"/>
              </a:cxn>
              <a:cxn ang="T14">
                <a:pos x="T8" y="T9"/>
              </a:cxn>
            </a:cxnLst>
            <a:rect l="T15" t="T16" r="T17" b="T18"/>
            <a:pathLst>
              <a:path w="90" h="30">
                <a:moveTo>
                  <a:pt x="0" y="30"/>
                </a:moveTo>
                <a:lnTo>
                  <a:pt x="90" y="15"/>
                </a:lnTo>
                <a:lnTo>
                  <a:pt x="0" y="0"/>
                </a:lnTo>
                <a:lnTo>
                  <a:pt x="0" y="15"/>
                </a:lnTo>
                <a:lnTo>
                  <a:pt x="0" y="30"/>
                </a:lnTo>
                <a:close/>
              </a:path>
            </a:pathLst>
          </a:custGeom>
          <a:solidFill>
            <a:srgbClr val="000000"/>
          </a:solidFill>
          <a:ln w="0">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29" name="Line 29"/>
          <p:cNvSpPr>
            <a:spLocks noChangeShapeType="1"/>
          </p:cNvSpPr>
          <p:nvPr/>
        </p:nvSpPr>
        <p:spPr bwMode="auto">
          <a:xfrm flipH="1">
            <a:off x="5026025" y="1689100"/>
            <a:ext cx="2451100" cy="1587"/>
          </a:xfrm>
          <a:prstGeom prst="line">
            <a:avLst/>
          </a:pr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0" name="Freeform 30"/>
          <p:cNvSpPr>
            <a:spLocks/>
          </p:cNvSpPr>
          <p:nvPr/>
        </p:nvSpPr>
        <p:spPr bwMode="auto">
          <a:xfrm>
            <a:off x="1528763" y="1665287"/>
            <a:ext cx="142875" cy="47625"/>
          </a:xfrm>
          <a:custGeom>
            <a:avLst/>
            <a:gdLst>
              <a:gd name="T0" fmla="*/ 6 w 6"/>
              <a:gd name="T1" fmla="*/ 0 h 2"/>
              <a:gd name="T2" fmla="*/ 0 w 6"/>
              <a:gd name="T3" fmla="*/ 1 h 2"/>
              <a:gd name="T4" fmla="*/ 6 w 6"/>
              <a:gd name="T5" fmla="*/ 2 h 2"/>
              <a:gd name="T6" fmla="*/ 6 w 6"/>
              <a:gd name="T7" fmla="*/ 1 h 2"/>
              <a:gd name="T8" fmla="*/ 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1" name="Freeform 31"/>
          <p:cNvSpPr>
            <a:spLocks/>
          </p:cNvSpPr>
          <p:nvPr/>
        </p:nvSpPr>
        <p:spPr bwMode="auto">
          <a:xfrm>
            <a:off x="1528763" y="1665287"/>
            <a:ext cx="142875" cy="47625"/>
          </a:xfrm>
          <a:custGeom>
            <a:avLst/>
            <a:gdLst>
              <a:gd name="T0" fmla="*/ 90 w 90"/>
              <a:gd name="T1" fmla="*/ 0 h 30"/>
              <a:gd name="T2" fmla="*/ 0 w 90"/>
              <a:gd name="T3" fmla="*/ 15 h 30"/>
              <a:gd name="T4" fmla="*/ 90 w 90"/>
              <a:gd name="T5" fmla="*/ 30 h 30"/>
              <a:gd name="T6" fmla="*/ 90 w 90"/>
              <a:gd name="T7" fmla="*/ 15 h 30"/>
              <a:gd name="T8" fmla="*/ 90 w 90"/>
              <a:gd name="T9" fmla="*/ 0 h 30"/>
              <a:gd name="T10" fmla="*/ 0 60000 65536"/>
              <a:gd name="T11" fmla="*/ 0 60000 65536"/>
              <a:gd name="T12" fmla="*/ 0 60000 65536"/>
              <a:gd name="T13" fmla="*/ 0 60000 65536"/>
              <a:gd name="T14" fmla="*/ 0 60000 65536"/>
              <a:gd name="T15" fmla="*/ 0 w 90"/>
              <a:gd name="T16" fmla="*/ 0 h 30"/>
              <a:gd name="T17" fmla="*/ 90 w 90"/>
              <a:gd name="T18" fmla="*/ 30 h 30"/>
            </a:gdLst>
            <a:ahLst/>
            <a:cxnLst>
              <a:cxn ang="T10">
                <a:pos x="T0" y="T1"/>
              </a:cxn>
              <a:cxn ang="T11">
                <a:pos x="T2" y="T3"/>
              </a:cxn>
              <a:cxn ang="T12">
                <a:pos x="T4" y="T5"/>
              </a:cxn>
              <a:cxn ang="T13">
                <a:pos x="T6" y="T7"/>
              </a:cxn>
              <a:cxn ang="T14">
                <a:pos x="T8" y="T9"/>
              </a:cxn>
            </a:cxnLst>
            <a:rect l="T15" t="T16" r="T17" b="T18"/>
            <a:pathLst>
              <a:path w="90" h="30">
                <a:moveTo>
                  <a:pt x="90" y="0"/>
                </a:moveTo>
                <a:lnTo>
                  <a:pt x="0" y="15"/>
                </a:lnTo>
                <a:lnTo>
                  <a:pt x="90" y="30"/>
                </a:lnTo>
                <a:lnTo>
                  <a:pt x="90" y="15"/>
                </a:lnTo>
                <a:lnTo>
                  <a:pt x="90" y="0"/>
                </a:lnTo>
                <a:close/>
              </a:path>
            </a:pathLst>
          </a:custGeom>
          <a:solidFill>
            <a:srgbClr val="000000"/>
          </a:solidFill>
          <a:ln w="0">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2" name="Line 32"/>
          <p:cNvSpPr>
            <a:spLocks noChangeShapeType="1"/>
          </p:cNvSpPr>
          <p:nvPr/>
        </p:nvSpPr>
        <p:spPr bwMode="auto">
          <a:xfrm>
            <a:off x="1671638" y="1689100"/>
            <a:ext cx="2451100" cy="1587"/>
          </a:xfrm>
          <a:prstGeom prst="line">
            <a:avLst/>
          </a:pr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3" name="Rectangle 33"/>
          <p:cNvSpPr>
            <a:spLocks noChangeArrowheads="1"/>
          </p:cNvSpPr>
          <p:nvPr/>
        </p:nvSpPr>
        <p:spPr bwMode="auto">
          <a:xfrm>
            <a:off x="4289425" y="1546225"/>
            <a:ext cx="828753"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32 bits</a:t>
            </a:r>
            <a:endParaRPr lang="en-CA" altLang="zh-CN" sz="2400">
              <a:latin typeface="Times New Roman" pitchFamily="18" charset="0"/>
              <a:ea typeface="SimSun" pitchFamily="2" charset="-122"/>
              <a:cs typeface="Times New Roman" panose="02020603050405020304" pitchFamily="18" charset="0"/>
            </a:endParaRPr>
          </a:p>
        </p:txBody>
      </p:sp>
      <p:sp>
        <p:nvSpPr>
          <p:cNvPr id="34" name="Line 34"/>
          <p:cNvSpPr>
            <a:spLocks noChangeShapeType="1"/>
          </p:cNvSpPr>
          <p:nvPr/>
        </p:nvSpPr>
        <p:spPr bwMode="auto">
          <a:xfrm flipV="1">
            <a:off x="3027363" y="4425950"/>
            <a:ext cx="1587" cy="452437"/>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5" name="Line 35"/>
          <p:cNvSpPr>
            <a:spLocks noChangeShapeType="1"/>
          </p:cNvSpPr>
          <p:nvPr/>
        </p:nvSpPr>
        <p:spPr bwMode="auto">
          <a:xfrm flipV="1">
            <a:off x="4575175" y="4425950"/>
            <a:ext cx="1588" cy="452437"/>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6" name="Line 36"/>
          <p:cNvSpPr>
            <a:spLocks noChangeShapeType="1"/>
          </p:cNvSpPr>
          <p:nvPr/>
        </p:nvSpPr>
        <p:spPr bwMode="auto">
          <a:xfrm flipV="1">
            <a:off x="6121400" y="4425950"/>
            <a:ext cx="1588" cy="452437"/>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7" name="Rectangle 37"/>
          <p:cNvSpPr>
            <a:spLocks noChangeArrowheads="1"/>
          </p:cNvSpPr>
          <p:nvPr/>
        </p:nvSpPr>
        <p:spPr bwMode="auto">
          <a:xfrm>
            <a:off x="1481138" y="4425950"/>
            <a:ext cx="6186487" cy="452437"/>
          </a:xfrm>
          <a:prstGeom prst="rect">
            <a:avLst/>
          </a:prstGeom>
          <a:noFill/>
          <a:ln w="23813">
            <a:solidFill>
              <a:srgbClr val="00FFFF"/>
            </a:solidFill>
            <a:miter lim="800000"/>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38" name="Rectangle 38"/>
          <p:cNvSpPr>
            <a:spLocks noChangeArrowheads="1"/>
          </p:cNvSpPr>
          <p:nvPr/>
        </p:nvSpPr>
        <p:spPr bwMode="auto">
          <a:xfrm>
            <a:off x="2028825" y="4473575"/>
            <a:ext cx="67486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8 bits</a:t>
            </a:r>
            <a:endParaRPr lang="en-CA" altLang="zh-CN" sz="2400">
              <a:latin typeface="Times New Roman" pitchFamily="18" charset="0"/>
              <a:ea typeface="SimSun" pitchFamily="2" charset="-122"/>
              <a:cs typeface="Times New Roman" panose="02020603050405020304" pitchFamily="18" charset="0"/>
            </a:endParaRPr>
          </a:p>
        </p:txBody>
      </p:sp>
      <p:sp>
        <p:nvSpPr>
          <p:cNvPr id="39" name="Rectangle 39"/>
          <p:cNvSpPr>
            <a:spLocks noChangeArrowheads="1"/>
          </p:cNvSpPr>
          <p:nvPr/>
        </p:nvSpPr>
        <p:spPr bwMode="auto">
          <a:xfrm>
            <a:off x="3575050" y="4473575"/>
            <a:ext cx="67486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8 bits</a:t>
            </a:r>
            <a:endParaRPr lang="en-CA" altLang="zh-CN" sz="2400">
              <a:latin typeface="Times New Roman" pitchFamily="18" charset="0"/>
              <a:ea typeface="SimSun" pitchFamily="2" charset="-122"/>
              <a:cs typeface="Times New Roman" panose="02020603050405020304" pitchFamily="18" charset="0"/>
            </a:endParaRPr>
          </a:p>
        </p:txBody>
      </p:sp>
      <p:sp>
        <p:nvSpPr>
          <p:cNvPr id="40" name="Rectangle 40"/>
          <p:cNvSpPr>
            <a:spLocks noChangeArrowheads="1"/>
          </p:cNvSpPr>
          <p:nvPr/>
        </p:nvSpPr>
        <p:spPr bwMode="auto">
          <a:xfrm>
            <a:off x="5121275" y="4473575"/>
            <a:ext cx="67486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8 bits</a:t>
            </a:r>
            <a:endParaRPr lang="en-CA" altLang="zh-CN" sz="2400">
              <a:latin typeface="Times New Roman" pitchFamily="18" charset="0"/>
              <a:ea typeface="SimSun" pitchFamily="2" charset="-122"/>
              <a:cs typeface="Times New Roman" panose="02020603050405020304" pitchFamily="18" charset="0"/>
            </a:endParaRPr>
          </a:p>
        </p:txBody>
      </p:sp>
      <p:sp>
        <p:nvSpPr>
          <p:cNvPr id="41" name="Rectangle 41"/>
          <p:cNvSpPr>
            <a:spLocks noChangeArrowheads="1"/>
          </p:cNvSpPr>
          <p:nvPr/>
        </p:nvSpPr>
        <p:spPr bwMode="auto">
          <a:xfrm>
            <a:off x="6645275" y="4473575"/>
            <a:ext cx="674865"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8 bits</a:t>
            </a:r>
            <a:endParaRPr lang="en-CA" altLang="zh-CN" sz="2400">
              <a:latin typeface="Times New Roman" pitchFamily="18" charset="0"/>
              <a:ea typeface="SimSun" pitchFamily="2" charset="-122"/>
              <a:cs typeface="Times New Roman" panose="02020603050405020304" pitchFamily="18" charset="0"/>
            </a:endParaRPr>
          </a:p>
        </p:txBody>
      </p:sp>
      <p:sp>
        <p:nvSpPr>
          <p:cNvPr id="42" name="Line 42"/>
          <p:cNvSpPr>
            <a:spLocks noChangeShapeType="1"/>
          </p:cNvSpPr>
          <p:nvPr/>
        </p:nvSpPr>
        <p:spPr bwMode="auto">
          <a:xfrm flipV="1">
            <a:off x="7667625" y="1998662"/>
            <a:ext cx="1588" cy="452438"/>
          </a:xfrm>
          <a:prstGeom prst="line">
            <a:avLst/>
          </a:prstGeom>
          <a:noFill/>
          <a:ln w="23813">
            <a:solidFill>
              <a:srgbClr val="00FFFF"/>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43" name="Freeform 43"/>
          <p:cNvSpPr>
            <a:spLocks/>
          </p:cNvSpPr>
          <p:nvPr/>
        </p:nvSpPr>
        <p:spPr bwMode="auto">
          <a:xfrm>
            <a:off x="1695450" y="2570162"/>
            <a:ext cx="47625" cy="142875"/>
          </a:xfrm>
          <a:custGeom>
            <a:avLst/>
            <a:gdLst>
              <a:gd name="T0" fmla="*/ 2 w 2"/>
              <a:gd name="T1" fmla="*/ 6 h 6"/>
              <a:gd name="T2" fmla="*/ 1 w 2"/>
              <a:gd name="T3" fmla="*/ 0 h 6"/>
              <a:gd name="T4" fmla="*/ 0 w 2"/>
              <a:gd name="T5" fmla="*/ 6 h 6"/>
              <a:gd name="T6" fmla="*/ 1 w 2"/>
              <a:gd name="T7" fmla="*/ 6 h 6"/>
              <a:gd name="T8" fmla="*/ 2 w 2"/>
              <a:gd name="T9" fmla="*/ 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1" y="0"/>
                </a:lnTo>
                <a:lnTo>
                  <a:pt x="0" y="6"/>
                </a:lnTo>
                <a:lnTo>
                  <a:pt x="1" y="6"/>
                </a:lnTo>
                <a:lnTo>
                  <a:pt x="2" y="6"/>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44" name="Freeform 44"/>
          <p:cNvSpPr>
            <a:spLocks/>
          </p:cNvSpPr>
          <p:nvPr/>
        </p:nvSpPr>
        <p:spPr bwMode="auto">
          <a:xfrm>
            <a:off x="1695450" y="2570162"/>
            <a:ext cx="47625" cy="142875"/>
          </a:xfrm>
          <a:custGeom>
            <a:avLst/>
            <a:gdLst>
              <a:gd name="T0" fmla="*/ 30 w 30"/>
              <a:gd name="T1" fmla="*/ 90 h 90"/>
              <a:gd name="T2" fmla="*/ 15 w 30"/>
              <a:gd name="T3" fmla="*/ 0 h 90"/>
              <a:gd name="T4" fmla="*/ 0 w 30"/>
              <a:gd name="T5" fmla="*/ 90 h 90"/>
              <a:gd name="T6" fmla="*/ 15 w 30"/>
              <a:gd name="T7" fmla="*/ 90 h 90"/>
              <a:gd name="T8" fmla="*/ 30 w 30"/>
              <a:gd name="T9" fmla="*/ 90 h 90"/>
              <a:gd name="T10" fmla="*/ 0 60000 65536"/>
              <a:gd name="T11" fmla="*/ 0 60000 65536"/>
              <a:gd name="T12" fmla="*/ 0 60000 65536"/>
              <a:gd name="T13" fmla="*/ 0 60000 65536"/>
              <a:gd name="T14" fmla="*/ 0 60000 65536"/>
              <a:gd name="T15" fmla="*/ 0 w 30"/>
              <a:gd name="T16" fmla="*/ 0 h 90"/>
              <a:gd name="T17" fmla="*/ 30 w 30"/>
              <a:gd name="T18" fmla="*/ 90 h 90"/>
            </a:gdLst>
            <a:ahLst/>
            <a:cxnLst>
              <a:cxn ang="T10">
                <a:pos x="T0" y="T1"/>
              </a:cxn>
              <a:cxn ang="T11">
                <a:pos x="T2" y="T3"/>
              </a:cxn>
              <a:cxn ang="T12">
                <a:pos x="T4" y="T5"/>
              </a:cxn>
              <a:cxn ang="T13">
                <a:pos x="T6" y="T7"/>
              </a:cxn>
              <a:cxn ang="T14">
                <a:pos x="T8" y="T9"/>
              </a:cxn>
            </a:cxnLst>
            <a:rect l="T15" t="T16" r="T17" b="T18"/>
            <a:pathLst>
              <a:path w="30" h="90">
                <a:moveTo>
                  <a:pt x="30" y="90"/>
                </a:moveTo>
                <a:lnTo>
                  <a:pt x="15" y="0"/>
                </a:lnTo>
                <a:lnTo>
                  <a:pt x="0" y="90"/>
                </a:lnTo>
                <a:lnTo>
                  <a:pt x="15" y="90"/>
                </a:lnTo>
                <a:lnTo>
                  <a:pt x="30" y="90"/>
                </a:lnTo>
                <a:close/>
              </a:path>
            </a:pathLst>
          </a:custGeom>
          <a:solidFill>
            <a:srgbClr val="000000"/>
          </a:solidFill>
          <a:ln w="0">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45" name="Freeform 45"/>
          <p:cNvSpPr>
            <a:spLocks/>
          </p:cNvSpPr>
          <p:nvPr/>
        </p:nvSpPr>
        <p:spPr bwMode="auto">
          <a:xfrm>
            <a:off x="1719263" y="2713037"/>
            <a:ext cx="381000" cy="166688"/>
          </a:xfrm>
          <a:custGeom>
            <a:avLst/>
            <a:gdLst>
              <a:gd name="T0" fmla="*/ 0 w 16"/>
              <a:gd name="T1" fmla="*/ 0 h 7"/>
              <a:gd name="T2" fmla="*/ 0 w 16"/>
              <a:gd name="T3" fmla="*/ 2 h 7"/>
              <a:gd name="T4" fmla="*/ 0 w 16"/>
              <a:gd name="T5" fmla="*/ 7 h 7"/>
              <a:gd name="T6" fmla="*/ 7 w 16"/>
              <a:gd name="T7" fmla="*/ 7 h 7"/>
              <a:gd name="T8" fmla="*/ 16 w 16"/>
              <a:gd name="T9" fmla="*/ 7 h 7"/>
              <a:gd name="T10" fmla="*/ 0 60000 65536"/>
              <a:gd name="T11" fmla="*/ 0 60000 65536"/>
              <a:gd name="T12" fmla="*/ 0 60000 65536"/>
              <a:gd name="T13" fmla="*/ 0 60000 65536"/>
              <a:gd name="T14" fmla="*/ 0 60000 65536"/>
              <a:gd name="T15" fmla="*/ 0 w 16"/>
              <a:gd name="T16" fmla="*/ 0 h 7"/>
              <a:gd name="T17" fmla="*/ 16 w 16"/>
              <a:gd name="T18" fmla="*/ 7 h 7"/>
            </a:gdLst>
            <a:ahLst/>
            <a:cxnLst>
              <a:cxn ang="T10">
                <a:pos x="T0" y="T1"/>
              </a:cxn>
              <a:cxn ang="T11">
                <a:pos x="T2" y="T3"/>
              </a:cxn>
              <a:cxn ang="T12">
                <a:pos x="T4" y="T5"/>
              </a:cxn>
              <a:cxn ang="T13">
                <a:pos x="T6" y="T7"/>
              </a:cxn>
              <a:cxn ang="T14">
                <a:pos x="T8" y="T9"/>
              </a:cxn>
            </a:cxnLst>
            <a:rect l="T15" t="T16" r="T17" b="T18"/>
            <a:pathLst>
              <a:path w="16" h="7">
                <a:moveTo>
                  <a:pt x="0" y="0"/>
                </a:moveTo>
                <a:lnTo>
                  <a:pt x="0" y="2"/>
                </a:lnTo>
                <a:lnTo>
                  <a:pt x="0" y="7"/>
                </a:lnTo>
                <a:lnTo>
                  <a:pt x="7" y="7"/>
                </a:lnTo>
                <a:lnTo>
                  <a:pt x="16" y="7"/>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46" name="Rectangle 46"/>
          <p:cNvSpPr>
            <a:spLocks noChangeArrowheads="1"/>
          </p:cNvSpPr>
          <p:nvPr/>
        </p:nvSpPr>
        <p:spPr bwMode="auto">
          <a:xfrm>
            <a:off x="1600200" y="2046287"/>
            <a:ext cx="153888" cy="369332"/>
          </a:xfrm>
          <a:prstGeom prst="rect">
            <a:avLst/>
          </a:prstGeom>
          <a:noFill/>
          <a:ln w="9525">
            <a:noFill/>
            <a:miter lim="800000"/>
            <a:headEnd/>
            <a:tailEnd/>
          </a:ln>
        </p:spPr>
        <p:txBody>
          <a:bodyPr wrap="none" lIns="0" tIns="0" rIns="0" bIns="0">
            <a:spAutoFit/>
          </a:bodyPr>
          <a:lstStyle/>
          <a:p>
            <a:r>
              <a:rPr lang="en-CA" altLang="zh-CN" sz="2400" i="1">
                <a:solidFill>
                  <a:srgbClr val="000000"/>
                </a:solidFill>
                <a:latin typeface="Times New Roman" panose="02020603050405020304" pitchFamily="18" charset="0"/>
                <a:ea typeface="SimSun" pitchFamily="2" charset="-122"/>
                <a:cs typeface="Times New Roman" panose="02020603050405020304" pitchFamily="18" charset="0"/>
              </a:rPr>
              <a:t>b</a:t>
            </a:r>
            <a:endParaRPr lang="en-CA" altLang="zh-CN" sz="2400">
              <a:latin typeface="Times New Roman" pitchFamily="18" charset="0"/>
              <a:ea typeface="SimSun" pitchFamily="2" charset="-122"/>
              <a:cs typeface="Times New Roman" panose="02020603050405020304" pitchFamily="18" charset="0"/>
            </a:endParaRPr>
          </a:p>
        </p:txBody>
      </p:sp>
      <p:sp>
        <p:nvSpPr>
          <p:cNvPr id="47" name="Rectangle 47"/>
          <p:cNvSpPr>
            <a:spLocks noChangeArrowheads="1"/>
          </p:cNvSpPr>
          <p:nvPr/>
        </p:nvSpPr>
        <p:spPr bwMode="auto">
          <a:xfrm>
            <a:off x="1719263" y="2165350"/>
            <a:ext cx="307777"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31</a:t>
            </a:r>
            <a:endParaRPr lang="en-CA" altLang="zh-CN" sz="2400">
              <a:latin typeface="Times New Roman" pitchFamily="18" charset="0"/>
              <a:ea typeface="SimSun" pitchFamily="2" charset="-122"/>
              <a:cs typeface="Times New Roman" panose="02020603050405020304" pitchFamily="18" charset="0"/>
            </a:endParaRPr>
          </a:p>
        </p:txBody>
      </p:sp>
      <p:sp>
        <p:nvSpPr>
          <p:cNvPr id="48" name="Rectangle 48"/>
          <p:cNvSpPr>
            <a:spLocks noChangeArrowheads="1"/>
          </p:cNvSpPr>
          <p:nvPr/>
        </p:nvSpPr>
        <p:spPr bwMode="auto">
          <a:xfrm>
            <a:off x="2052638" y="2046287"/>
            <a:ext cx="153888" cy="369332"/>
          </a:xfrm>
          <a:prstGeom prst="rect">
            <a:avLst/>
          </a:prstGeom>
          <a:noFill/>
          <a:ln w="9525">
            <a:noFill/>
            <a:miter lim="800000"/>
            <a:headEnd/>
            <a:tailEnd/>
          </a:ln>
        </p:spPr>
        <p:txBody>
          <a:bodyPr wrap="none" lIns="0" tIns="0" rIns="0" bIns="0">
            <a:spAutoFit/>
          </a:bodyPr>
          <a:lstStyle/>
          <a:p>
            <a:r>
              <a:rPr lang="en-CA" altLang="zh-CN" sz="2400" i="1">
                <a:solidFill>
                  <a:srgbClr val="000000"/>
                </a:solidFill>
                <a:latin typeface="Times New Roman" panose="02020603050405020304" pitchFamily="18" charset="0"/>
                <a:ea typeface="SimSun" pitchFamily="2" charset="-122"/>
                <a:cs typeface="Times New Roman" panose="02020603050405020304" pitchFamily="18" charset="0"/>
              </a:rPr>
              <a:t>b</a:t>
            </a:r>
            <a:endParaRPr lang="en-CA" altLang="zh-CN" sz="2400">
              <a:latin typeface="Times New Roman" pitchFamily="18" charset="0"/>
              <a:ea typeface="SimSun" pitchFamily="2" charset="-122"/>
              <a:cs typeface="Times New Roman" panose="02020603050405020304" pitchFamily="18" charset="0"/>
            </a:endParaRPr>
          </a:p>
        </p:txBody>
      </p:sp>
      <p:sp>
        <p:nvSpPr>
          <p:cNvPr id="49" name="Rectangle 49"/>
          <p:cNvSpPr>
            <a:spLocks noChangeArrowheads="1"/>
          </p:cNvSpPr>
          <p:nvPr/>
        </p:nvSpPr>
        <p:spPr bwMode="auto">
          <a:xfrm>
            <a:off x="2171700" y="2165350"/>
            <a:ext cx="307777"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30</a:t>
            </a:r>
            <a:endParaRPr lang="en-CA" altLang="zh-CN" sz="2400">
              <a:latin typeface="Times New Roman" pitchFamily="18" charset="0"/>
              <a:ea typeface="SimSun" pitchFamily="2" charset="-122"/>
              <a:cs typeface="Times New Roman" panose="02020603050405020304" pitchFamily="18" charset="0"/>
            </a:endParaRPr>
          </a:p>
        </p:txBody>
      </p:sp>
      <p:sp>
        <p:nvSpPr>
          <p:cNvPr id="50" name="Rectangle 50"/>
          <p:cNvSpPr>
            <a:spLocks noChangeArrowheads="1"/>
          </p:cNvSpPr>
          <p:nvPr/>
        </p:nvSpPr>
        <p:spPr bwMode="auto">
          <a:xfrm>
            <a:off x="6881813" y="2046287"/>
            <a:ext cx="153888" cy="369332"/>
          </a:xfrm>
          <a:prstGeom prst="rect">
            <a:avLst/>
          </a:prstGeom>
          <a:noFill/>
          <a:ln w="9525">
            <a:noFill/>
            <a:miter lim="800000"/>
            <a:headEnd/>
            <a:tailEnd/>
          </a:ln>
        </p:spPr>
        <p:txBody>
          <a:bodyPr wrap="none" lIns="0" tIns="0" rIns="0" bIns="0">
            <a:spAutoFit/>
          </a:bodyPr>
          <a:lstStyle/>
          <a:p>
            <a:r>
              <a:rPr lang="en-CA" altLang="zh-CN" sz="2400" i="1">
                <a:solidFill>
                  <a:srgbClr val="000000"/>
                </a:solidFill>
                <a:latin typeface="Times New Roman" panose="02020603050405020304" pitchFamily="18" charset="0"/>
                <a:ea typeface="SimSun" pitchFamily="2" charset="-122"/>
                <a:cs typeface="Times New Roman" panose="02020603050405020304" pitchFamily="18" charset="0"/>
              </a:rPr>
              <a:t>b</a:t>
            </a:r>
            <a:endParaRPr lang="en-CA" altLang="zh-CN" sz="2400">
              <a:latin typeface="Times New Roman" pitchFamily="18" charset="0"/>
              <a:ea typeface="SimSun" pitchFamily="2" charset="-122"/>
              <a:cs typeface="Times New Roman" panose="02020603050405020304" pitchFamily="18" charset="0"/>
            </a:endParaRPr>
          </a:p>
        </p:txBody>
      </p:sp>
      <p:sp>
        <p:nvSpPr>
          <p:cNvPr id="51" name="Rectangle 51"/>
          <p:cNvSpPr>
            <a:spLocks noChangeArrowheads="1"/>
          </p:cNvSpPr>
          <p:nvPr/>
        </p:nvSpPr>
        <p:spPr bwMode="auto">
          <a:xfrm>
            <a:off x="7000875" y="2165350"/>
            <a:ext cx="15388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1</a:t>
            </a:r>
            <a:endParaRPr lang="en-CA" altLang="zh-CN" sz="2400">
              <a:latin typeface="Times New Roman" pitchFamily="18" charset="0"/>
              <a:ea typeface="SimSun" pitchFamily="2" charset="-122"/>
              <a:cs typeface="Times New Roman" panose="02020603050405020304" pitchFamily="18" charset="0"/>
            </a:endParaRPr>
          </a:p>
        </p:txBody>
      </p:sp>
      <p:sp>
        <p:nvSpPr>
          <p:cNvPr id="52" name="Rectangle 52"/>
          <p:cNvSpPr>
            <a:spLocks noChangeArrowheads="1"/>
          </p:cNvSpPr>
          <p:nvPr/>
        </p:nvSpPr>
        <p:spPr bwMode="auto">
          <a:xfrm>
            <a:off x="7334250" y="2046287"/>
            <a:ext cx="153888" cy="369332"/>
          </a:xfrm>
          <a:prstGeom prst="rect">
            <a:avLst/>
          </a:prstGeom>
          <a:noFill/>
          <a:ln w="9525">
            <a:noFill/>
            <a:miter lim="800000"/>
            <a:headEnd/>
            <a:tailEnd/>
          </a:ln>
        </p:spPr>
        <p:txBody>
          <a:bodyPr wrap="none" lIns="0" tIns="0" rIns="0" bIns="0">
            <a:spAutoFit/>
          </a:bodyPr>
          <a:lstStyle/>
          <a:p>
            <a:r>
              <a:rPr lang="en-CA" altLang="zh-CN" sz="2400" i="1">
                <a:solidFill>
                  <a:srgbClr val="000000"/>
                </a:solidFill>
                <a:latin typeface="Times New Roman" panose="02020603050405020304" pitchFamily="18" charset="0"/>
                <a:ea typeface="SimSun" pitchFamily="2" charset="-122"/>
                <a:cs typeface="Times New Roman" panose="02020603050405020304" pitchFamily="18" charset="0"/>
              </a:rPr>
              <a:t>b</a:t>
            </a:r>
            <a:endParaRPr lang="en-CA" altLang="zh-CN" sz="2400">
              <a:latin typeface="Times New Roman" pitchFamily="18" charset="0"/>
              <a:ea typeface="SimSun" pitchFamily="2" charset="-122"/>
              <a:cs typeface="Times New Roman" panose="02020603050405020304" pitchFamily="18" charset="0"/>
            </a:endParaRPr>
          </a:p>
        </p:txBody>
      </p:sp>
      <p:sp>
        <p:nvSpPr>
          <p:cNvPr id="53" name="Rectangle 53"/>
          <p:cNvSpPr>
            <a:spLocks noChangeArrowheads="1"/>
          </p:cNvSpPr>
          <p:nvPr/>
        </p:nvSpPr>
        <p:spPr bwMode="auto">
          <a:xfrm>
            <a:off x="7453313" y="2165350"/>
            <a:ext cx="15388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0</a:t>
            </a:r>
            <a:endParaRPr lang="en-CA" altLang="zh-CN" sz="2400">
              <a:latin typeface="Times New Roman" pitchFamily="18" charset="0"/>
              <a:ea typeface="SimSun" pitchFamily="2" charset="-122"/>
              <a:cs typeface="Times New Roman" panose="02020603050405020304" pitchFamily="18" charset="0"/>
            </a:endParaRPr>
          </a:p>
        </p:txBody>
      </p:sp>
      <p:sp>
        <p:nvSpPr>
          <p:cNvPr id="54" name="Rectangle 54"/>
          <p:cNvSpPr>
            <a:spLocks noChangeArrowheads="1"/>
          </p:cNvSpPr>
          <p:nvPr/>
        </p:nvSpPr>
        <p:spPr bwMode="auto">
          <a:xfrm>
            <a:off x="3048000" y="2713037"/>
            <a:ext cx="230832" cy="369332"/>
          </a:xfrm>
          <a:prstGeom prst="rect">
            <a:avLst/>
          </a:prstGeom>
          <a:noFill/>
          <a:ln w="9525">
            <a:noFill/>
            <a:miter lim="800000"/>
            <a:headEnd/>
            <a:tailEnd/>
          </a:ln>
        </p:spPr>
        <p:txBody>
          <a:bodyPr wrap="none" lIns="0" tIns="0" rIns="0" bIns="0">
            <a:spAutoFit/>
          </a:bodyPr>
          <a:lstStyle/>
          <a:p>
            <a:r>
              <a:rPr lang="en-CA" altLang="zh-CN" sz="2400" i="1" dirty="0">
                <a:solidFill>
                  <a:srgbClr val="000000"/>
                </a:solidFill>
                <a:latin typeface="Times New Roman" panose="02020603050405020304" pitchFamily="18" charset="0"/>
                <a:ea typeface="SimSun" pitchFamily="2" charset="-122"/>
                <a:cs typeface="Times New Roman" panose="02020603050405020304" pitchFamily="18" charset="0"/>
              </a:rPr>
              <a:t> b</a:t>
            </a:r>
            <a:endParaRPr lang="en-CA" altLang="zh-CN" sz="2400" dirty="0">
              <a:latin typeface="Times New Roman" pitchFamily="18" charset="0"/>
              <a:ea typeface="SimSun" pitchFamily="2" charset="-122"/>
              <a:cs typeface="Times New Roman" panose="02020603050405020304" pitchFamily="18" charset="0"/>
            </a:endParaRPr>
          </a:p>
        </p:txBody>
      </p:sp>
      <p:sp>
        <p:nvSpPr>
          <p:cNvPr id="55" name="Rectangle 55"/>
          <p:cNvSpPr>
            <a:spLocks noChangeArrowheads="1"/>
          </p:cNvSpPr>
          <p:nvPr/>
        </p:nvSpPr>
        <p:spPr bwMode="auto">
          <a:xfrm>
            <a:off x="3265488" y="2830512"/>
            <a:ext cx="307777" cy="369332"/>
          </a:xfrm>
          <a:prstGeom prst="rect">
            <a:avLst/>
          </a:prstGeom>
          <a:noFill/>
          <a:ln w="9525">
            <a:noFill/>
            <a:miter lim="800000"/>
            <a:headEnd/>
            <a:tailEnd/>
          </a:ln>
        </p:spPr>
        <p:txBody>
          <a:bodyPr wrap="none" lIns="0" tIns="0" rIns="0" bIns="0">
            <a:spAutoFit/>
          </a:bodyPr>
          <a:lstStyle/>
          <a:p>
            <a:r>
              <a:rPr lang="en-CA" altLang="zh-CN" sz="2400" dirty="0">
                <a:solidFill>
                  <a:srgbClr val="000000"/>
                </a:solidFill>
                <a:latin typeface="Times New Roman" panose="02020603050405020304" pitchFamily="18" charset="0"/>
                <a:ea typeface="SimSun" pitchFamily="2" charset="-122"/>
                <a:cs typeface="Times New Roman" panose="02020603050405020304" pitchFamily="18" charset="0"/>
              </a:rPr>
              <a:t>31</a:t>
            </a:r>
            <a:endParaRPr lang="en-CA" altLang="zh-CN" sz="2400" dirty="0">
              <a:latin typeface="Times New Roman" pitchFamily="18" charset="0"/>
              <a:ea typeface="SimSun" pitchFamily="2" charset="-122"/>
              <a:cs typeface="Times New Roman" panose="02020603050405020304" pitchFamily="18" charset="0"/>
            </a:endParaRPr>
          </a:p>
        </p:txBody>
      </p:sp>
      <p:sp>
        <p:nvSpPr>
          <p:cNvPr id="56" name="Rectangle 56"/>
          <p:cNvSpPr>
            <a:spLocks noChangeArrowheads="1"/>
          </p:cNvSpPr>
          <p:nvPr/>
        </p:nvSpPr>
        <p:spPr bwMode="auto">
          <a:xfrm>
            <a:off x="3670300" y="2713037"/>
            <a:ext cx="15388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0</a:t>
            </a:r>
            <a:endParaRPr lang="en-CA" altLang="zh-CN" sz="2400">
              <a:latin typeface="Times New Roman" pitchFamily="18" charset="0"/>
              <a:ea typeface="SimSun" pitchFamily="2" charset="-122"/>
              <a:cs typeface="Times New Roman" panose="02020603050405020304" pitchFamily="18" charset="0"/>
            </a:endParaRPr>
          </a:p>
        </p:txBody>
      </p:sp>
      <p:sp>
        <p:nvSpPr>
          <p:cNvPr id="57" name="Rectangle 57"/>
          <p:cNvSpPr>
            <a:spLocks noChangeArrowheads="1"/>
          </p:cNvSpPr>
          <p:nvPr/>
        </p:nvSpPr>
        <p:spPr bwMode="auto">
          <a:xfrm>
            <a:off x="3432175" y="2713037"/>
            <a:ext cx="179536"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t>
            </a:r>
            <a:endParaRPr lang="en-CA" altLang="zh-CN" sz="2400">
              <a:latin typeface="Times New Roman" pitchFamily="18" charset="0"/>
              <a:ea typeface="SimSun" pitchFamily="2" charset="-122"/>
              <a:cs typeface="Times New Roman" panose="02020603050405020304" pitchFamily="18" charset="0"/>
            </a:endParaRPr>
          </a:p>
        </p:txBody>
      </p:sp>
      <p:sp>
        <p:nvSpPr>
          <p:cNvPr id="58" name="Rectangle 58"/>
          <p:cNvSpPr>
            <a:spLocks noChangeArrowheads="1"/>
          </p:cNvSpPr>
          <p:nvPr/>
        </p:nvSpPr>
        <p:spPr bwMode="auto">
          <a:xfrm>
            <a:off x="3146425" y="3021012"/>
            <a:ext cx="153888" cy="369332"/>
          </a:xfrm>
          <a:prstGeom prst="rect">
            <a:avLst/>
          </a:prstGeom>
          <a:noFill/>
          <a:ln w="9525">
            <a:noFill/>
            <a:miter lim="800000"/>
            <a:headEnd/>
            <a:tailEnd/>
          </a:ln>
        </p:spPr>
        <p:txBody>
          <a:bodyPr wrap="none" lIns="0" tIns="0" rIns="0" bIns="0">
            <a:spAutoFit/>
          </a:bodyPr>
          <a:lstStyle/>
          <a:p>
            <a:r>
              <a:rPr lang="en-CA" altLang="zh-CN" sz="2400" i="1">
                <a:solidFill>
                  <a:srgbClr val="000000"/>
                </a:solidFill>
                <a:latin typeface="Times New Roman" panose="02020603050405020304" pitchFamily="18" charset="0"/>
                <a:ea typeface="SimSun" pitchFamily="2" charset="-122"/>
                <a:cs typeface="Times New Roman" panose="02020603050405020304" pitchFamily="18" charset="0"/>
              </a:rPr>
              <a:t>b</a:t>
            </a:r>
            <a:endParaRPr lang="en-CA" altLang="zh-CN" sz="2400">
              <a:latin typeface="Times New Roman" pitchFamily="18" charset="0"/>
              <a:ea typeface="SimSun" pitchFamily="2" charset="-122"/>
              <a:cs typeface="Times New Roman" panose="02020603050405020304" pitchFamily="18" charset="0"/>
            </a:endParaRPr>
          </a:p>
        </p:txBody>
      </p:sp>
      <p:sp>
        <p:nvSpPr>
          <p:cNvPr id="59" name="Rectangle 59"/>
          <p:cNvSpPr>
            <a:spLocks noChangeArrowheads="1"/>
          </p:cNvSpPr>
          <p:nvPr/>
        </p:nvSpPr>
        <p:spPr bwMode="auto">
          <a:xfrm>
            <a:off x="3265488" y="3140075"/>
            <a:ext cx="307777" cy="369332"/>
          </a:xfrm>
          <a:prstGeom prst="rect">
            <a:avLst/>
          </a:prstGeom>
          <a:noFill/>
          <a:ln w="9525">
            <a:noFill/>
            <a:miter lim="800000"/>
            <a:headEnd/>
            <a:tailEnd/>
          </a:ln>
        </p:spPr>
        <p:txBody>
          <a:bodyPr wrap="none" lIns="0" tIns="0" rIns="0" bIns="0">
            <a:spAutoFit/>
          </a:bodyPr>
          <a:lstStyle/>
          <a:p>
            <a:r>
              <a:rPr lang="en-CA" altLang="zh-CN" sz="2400" dirty="0">
                <a:solidFill>
                  <a:srgbClr val="000000"/>
                </a:solidFill>
                <a:latin typeface="Times New Roman" panose="02020603050405020304" pitchFamily="18" charset="0"/>
                <a:ea typeface="SimSun" pitchFamily="2" charset="-122"/>
                <a:cs typeface="Times New Roman" panose="02020603050405020304" pitchFamily="18" charset="0"/>
              </a:rPr>
              <a:t>31</a:t>
            </a:r>
            <a:endParaRPr lang="en-CA" altLang="zh-CN" sz="2400" dirty="0">
              <a:latin typeface="Times New Roman" pitchFamily="18" charset="0"/>
              <a:ea typeface="SimSun" pitchFamily="2" charset="-122"/>
              <a:cs typeface="Times New Roman" panose="02020603050405020304" pitchFamily="18" charset="0"/>
            </a:endParaRPr>
          </a:p>
        </p:txBody>
      </p:sp>
      <p:sp>
        <p:nvSpPr>
          <p:cNvPr id="60" name="Rectangle 60"/>
          <p:cNvSpPr>
            <a:spLocks noChangeArrowheads="1"/>
          </p:cNvSpPr>
          <p:nvPr/>
        </p:nvSpPr>
        <p:spPr bwMode="auto">
          <a:xfrm>
            <a:off x="3670300" y="3021012"/>
            <a:ext cx="153888"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1</a:t>
            </a:r>
            <a:endParaRPr lang="en-CA" altLang="zh-CN" sz="2400">
              <a:latin typeface="Times New Roman" pitchFamily="18" charset="0"/>
              <a:ea typeface="SimSun" pitchFamily="2" charset="-122"/>
              <a:cs typeface="Times New Roman" panose="02020603050405020304" pitchFamily="18" charset="0"/>
            </a:endParaRPr>
          </a:p>
        </p:txBody>
      </p:sp>
      <p:sp>
        <p:nvSpPr>
          <p:cNvPr id="61" name="Rectangle 61"/>
          <p:cNvSpPr>
            <a:spLocks noChangeArrowheads="1"/>
          </p:cNvSpPr>
          <p:nvPr/>
        </p:nvSpPr>
        <p:spPr bwMode="auto">
          <a:xfrm>
            <a:off x="3432175" y="3021012"/>
            <a:ext cx="179536" cy="369332"/>
          </a:xfrm>
          <a:prstGeom prst="rect">
            <a:avLst/>
          </a:prstGeom>
          <a:noFill/>
          <a:ln w="9525">
            <a:noFill/>
            <a:miter lim="800000"/>
            <a:headEnd/>
            <a:tailEnd/>
          </a:ln>
        </p:spPr>
        <p:txBody>
          <a:bodyPr wrap="none" lIns="0" tIns="0" rIns="0" bIns="0">
            <a:spAutoFit/>
          </a:bodyPr>
          <a:lstStyle/>
          <a:p>
            <a:r>
              <a:rPr lang="en-CA" altLang="zh-CN" sz="2400">
                <a:solidFill>
                  <a:srgbClr val="000000"/>
                </a:solidFill>
                <a:latin typeface="Times New Roman" panose="02020603050405020304" pitchFamily="18" charset="0"/>
                <a:ea typeface="SimSun" pitchFamily="2" charset="-122"/>
                <a:cs typeface="Times New Roman" panose="02020603050405020304" pitchFamily="18" charset="0"/>
              </a:rPr>
              <a:t>=</a:t>
            </a:r>
            <a:endParaRPr lang="en-CA" altLang="zh-CN" sz="2400">
              <a:latin typeface="Times New Roman" pitchFamily="18" charset="0"/>
              <a:ea typeface="SimSun" pitchFamily="2" charset="-122"/>
              <a:cs typeface="Times New Roman" panose="02020603050405020304" pitchFamily="18" charset="0"/>
            </a:endParaRPr>
          </a:p>
        </p:txBody>
      </p:sp>
      <p:sp>
        <p:nvSpPr>
          <p:cNvPr id="62" name="Freeform 62"/>
          <p:cNvSpPr>
            <a:spLocks/>
          </p:cNvSpPr>
          <p:nvPr/>
        </p:nvSpPr>
        <p:spPr bwMode="auto">
          <a:xfrm>
            <a:off x="6881813" y="5045075"/>
            <a:ext cx="690562" cy="119062"/>
          </a:xfrm>
          <a:custGeom>
            <a:avLst/>
            <a:gdLst>
              <a:gd name="T0" fmla="*/ 29 w 29"/>
              <a:gd name="T1" fmla="*/ 0 h 5"/>
              <a:gd name="T2" fmla="*/ 28 w 29"/>
              <a:gd name="T3" fmla="*/ 1 h 5"/>
              <a:gd name="T4" fmla="*/ 27 w 29"/>
              <a:gd name="T5" fmla="*/ 2 h 5"/>
              <a:gd name="T6" fmla="*/ 27 w 29"/>
              <a:gd name="T7" fmla="*/ 2 h 5"/>
              <a:gd name="T8" fmla="*/ 27 w 29"/>
              <a:gd name="T9" fmla="*/ 2 h 5"/>
              <a:gd name="T10" fmla="*/ 26 w 29"/>
              <a:gd name="T11" fmla="*/ 2 h 5"/>
              <a:gd name="T12" fmla="*/ 18 w 29"/>
              <a:gd name="T13" fmla="*/ 2 h 5"/>
              <a:gd name="T14" fmla="*/ 15 w 29"/>
              <a:gd name="T15" fmla="*/ 2 h 5"/>
              <a:gd name="T16" fmla="*/ 11 w 29"/>
              <a:gd name="T17" fmla="*/ 2 h 5"/>
              <a:gd name="T18" fmla="*/ 3 w 29"/>
              <a:gd name="T19" fmla="*/ 2 h 5"/>
              <a:gd name="T20" fmla="*/ 3 w 29"/>
              <a:gd name="T21" fmla="*/ 2 h 5"/>
              <a:gd name="T22" fmla="*/ 2 w 29"/>
              <a:gd name="T23" fmla="*/ 2 h 5"/>
              <a:gd name="T24" fmla="*/ 2 w 29"/>
              <a:gd name="T25" fmla="*/ 2 h 5"/>
              <a:gd name="T26" fmla="*/ 1 w 29"/>
              <a:gd name="T27" fmla="*/ 3 h 5"/>
              <a:gd name="T28" fmla="*/ 0 w 29"/>
              <a:gd name="T29" fmla="*/ 5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5" y="2"/>
                </a:lnTo>
                <a:lnTo>
                  <a:pt x="11" y="2"/>
                </a:lnTo>
                <a:lnTo>
                  <a:pt x="3" y="2"/>
                </a:lnTo>
                <a:lnTo>
                  <a:pt x="2" y="2"/>
                </a:lnTo>
                <a:lnTo>
                  <a:pt x="1" y="3"/>
                </a:lnTo>
                <a:lnTo>
                  <a:pt x="0"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3" name="Freeform 63"/>
          <p:cNvSpPr>
            <a:spLocks/>
          </p:cNvSpPr>
          <p:nvPr/>
        </p:nvSpPr>
        <p:spPr bwMode="auto">
          <a:xfrm>
            <a:off x="6216650" y="5045075"/>
            <a:ext cx="665163" cy="119062"/>
          </a:xfrm>
          <a:custGeom>
            <a:avLst/>
            <a:gdLst>
              <a:gd name="T0" fmla="*/ 0 w 28"/>
              <a:gd name="T1" fmla="*/ 0 h 5"/>
              <a:gd name="T2" fmla="*/ 0 w 28"/>
              <a:gd name="T3" fmla="*/ 1 h 5"/>
              <a:gd name="T4" fmla="*/ 1 w 28"/>
              <a:gd name="T5" fmla="*/ 2 h 5"/>
              <a:gd name="T6" fmla="*/ 1 w 28"/>
              <a:gd name="T7" fmla="*/ 2 h 5"/>
              <a:gd name="T8" fmla="*/ 2 w 28"/>
              <a:gd name="T9" fmla="*/ 2 h 5"/>
              <a:gd name="T10" fmla="*/ 2 w 28"/>
              <a:gd name="T11" fmla="*/ 2 h 5"/>
              <a:gd name="T12" fmla="*/ 10 w 28"/>
              <a:gd name="T13" fmla="*/ 2 h 5"/>
              <a:gd name="T14" fmla="*/ 14 w 28"/>
              <a:gd name="T15" fmla="*/ 2 h 5"/>
              <a:gd name="T16" fmla="*/ 18 w 28"/>
              <a:gd name="T17" fmla="*/ 2 h 5"/>
              <a:gd name="T18" fmla="*/ 26 w 28"/>
              <a:gd name="T19" fmla="*/ 2 h 5"/>
              <a:gd name="T20" fmla="*/ 26 w 28"/>
              <a:gd name="T21" fmla="*/ 2 h 5"/>
              <a:gd name="T22" fmla="*/ 26 w 28"/>
              <a:gd name="T23" fmla="*/ 2 h 5"/>
              <a:gd name="T24" fmla="*/ 27 w 28"/>
              <a:gd name="T25" fmla="*/ 2 h 5"/>
              <a:gd name="T26" fmla="*/ 27 w 28"/>
              <a:gd name="T27" fmla="*/ 3 h 5"/>
              <a:gd name="T28" fmla="*/ 28 w 28"/>
              <a:gd name="T29" fmla="*/ 5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8"/>
              <a:gd name="T46" fmla="*/ 0 h 5"/>
              <a:gd name="T47" fmla="*/ 28 w 28"/>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8" h="5">
                <a:moveTo>
                  <a:pt x="0" y="0"/>
                </a:moveTo>
                <a:lnTo>
                  <a:pt x="0" y="1"/>
                </a:lnTo>
                <a:lnTo>
                  <a:pt x="1" y="2"/>
                </a:lnTo>
                <a:lnTo>
                  <a:pt x="2" y="2"/>
                </a:lnTo>
                <a:lnTo>
                  <a:pt x="10" y="2"/>
                </a:lnTo>
                <a:lnTo>
                  <a:pt x="14" y="2"/>
                </a:lnTo>
                <a:lnTo>
                  <a:pt x="18" y="2"/>
                </a:lnTo>
                <a:lnTo>
                  <a:pt x="26" y="2"/>
                </a:lnTo>
                <a:lnTo>
                  <a:pt x="27" y="2"/>
                </a:lnTo>
                <a:lnTo>
                  <a:pt x="27" y="3"/>
                </a:lnTo>
                <a:lnTo>
                  <a:pt x="28"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4" name="Freeform 64"/>
          <p:cNvSpPr>
            <a:spLocks/>
          </p:cNvSpPr>
          <p:nvPr/>
        </p:nvSpPr>
        <p:spPr bwMode="auto">
          <a:xfrm>
            <a:off x="5335588" y="5045075"/>
            <a:ext cx="690562" cy="119062"/>
          </a:xfrm>
          <a:custGeom>
            <a:avLst/>
            <a:gdLst>
              <a:gd name="T0" fmla="*/ 29 w 29"/>
              <a:gd name="T1" fmla="*/ 0 h 5"/>
              <a:gd name="T2" fmla="*/ 28 w 29"/>
              <a:gd name="T3" fmla="*/ 1 h 5"/>
              <a:gd name="T4" fmla="*/ 28 w 29"/>
              <a:gd name="T5" fmla="*/ 2 h 5"/>
              <a:gd name="T6" fmla="*/ 27 w 29"/>
              <a:gd name="T7" fmla="*/ 2 h 5"/>
              <a:gd name="T8" fmla="*/ 27 w 29"/>
              <a:gd name="T9" fmla="*/ 2 h 5"/>
              <a:gd name="T10" fmla="*/ 26 w 29"/>
              <a:gd name="T11" fmla="*/ 2 h 5"/>
              <a:gd name="T12" fmla="*/ 18 w 29"/>
              <a:gd name="T13" fmla="*/ 2 h 5"/>
              <a:gd name="T14" fmla="*/ 15 w 29"/>
              <a:gd name="T15" fmla="*/ 2 h 5"/>
              <a:gd name="T16" fmla="*/ 11 w 29"/>
              <a:gd name="T17" fmla="*/ 2 h 5"/>
              <a:gd name="T18" fmla="*/ 3 w 29"/>
              <a:gd name="T19" fmla="*/ 2 h 5"/>
              <a:gd name="T20" fmla="*/ 3 w 29"/>
              <a:gd name="T21" fmla="*/ 2 h 5"/>
              <a:gd name="T22" fmla="*/ 2 w 29"/>
              <a:gd name="T23" fmla="*/ 2 h 5"/>
              <a:gd name="T24" fmla="*/ 2 w 29"/>
              <a:gd name="T25" fmla="*/ 2 h 5"/>
              <a:gd name="T26" fmla="*/ 1 w 29"/>
              <a:gd name="T27" fmla="*/ 3 h 5"/>
              <a:gd name="T28" fmla="*/ 0 w 29"/>
              <a:gd name="T29" fmla="*/ 5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8" y="2"/>
                </a:lnTo>
                <a:lnTo>
                  <a:pt x="27" y="2"/>
                </a:lnTo>
                <a:lnTo>
                  <a:pt x="26" y="2"/>
                </a:lnTo>
                <a:lnTo>
                  <a:pt x="18" y="2"/>
                </a:lnTo>
                <a:lnTo>
                  <a:pt x="15" y="2"/>
                </a:lnTo>
                <a:lnTo>
                  <a:pt x="11" y="2"/>
                </a:lnTo>
                <a:lnTo>
                  <a:pt x="3" y="2"/>
                </a:lnTo>
                <a:lnTo>
                  <a:pt x="2" y="2"/>
                </a:lnTo>
                <a:lnTo>
                  <a:pt x="1" y="3"/>
                </a:lnTo>
                <a:lnTo>
                  <a:pt x="0"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5" name="Freeform 65"/>
          <p:cNvSpPr>
            <a:spLocks/>
          </p:cNvSpPr>
          <p:nvPr/>
        </p:nvSpPr>
        <p:spPr bwMode="auto">
          <a:xfrm>
            <a:off x="4668838" y="5045075"/>
            <a:ext cx="666750" cy="119062"/>
          </a:xfrm>
          <a:custGeom>
            <a:avLst/>
            <a:gdLst>
              <a:gd name="T0" fmla="*/ 0 w 28"/>
              <a:gd name="T1" fmla="*/ 0 h 5"/>
              <a:gd name="T2" fmla="*/ 1 w 28"/>
              <a:gd name="T3" fmla="*/ 1 h 5"/>
              <a:gd name="T4" fmla="*/ 1 w 28"/>
              <a:gd name="T5" fmla="*/ 2 h 5"/>
              <a:gd name="T6" fmla="*/ 2 w 28"/>
              <a:gd name="T7" fmla="*/ 2 h 5"/>
              <a:gd name="T8" fmla="*/ 2 w 28"/>
              <a:gd name="T9" fmla="*/ 2 h 5"/>
              <a:gd name="T10" fmla="*/ 3 w 28"/>
              <a:gd name="T11" fmla="*/ 2 h 5"/>
              <a:gd name="T12" fmla="*/ 10 w 28"/>
              <a:gd name="T13" fmla="*/ 2 h 5"/>
              <a:gd name="T14" fmla="*/ 14 w 28"/>
              <a:gd name="T15" fmla="*/ 2 h 5"/>
              <a:gd name="T16" fmla="*/ 18 w 28"/>
              <a:gd name="T17" fmla="*/ 2 h 5"/>
              <a:gd name="T18" fmla="*/ 26 w 28"/>
              <a:gd name="T19" fmla="*/ 2 h 5"/>
              <a:gd name="T20" fmla="*/ 26 w 28"/>
              <a:gd name="T21" fmla="*/ 2 h 5"/>
              <a:gd name="T22" fmla="*/ 27 w 28"/>
              <a:gd name="T23" fmla="*/ 2 h 5"/>
              <a:gd name="T24" fmla="*/ 27 w 28"/>
              <a:gd name="T25" fmla="*/ 3 h 5"/>
              <a:gd name="T26" fmla="*/ 28 w 28"/>
              <a:gd name="T27" fmla="*/ 5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0" y="0"/>
                </a:moveTo>
                <a:lnTo>
                  <a:pt x="1" y="1"/>
                </a:lnTo>
                <a:lnTo>
                  <a:pt x="1" y="2"/>
                </a:lnTo>
                <a:lnTo>
                  <a:pt x="2" y="2"/>
                </a:lnTo>
                <a:lnTo>
                  <a:pt x="3" y="2"/>
                </a:lnTo>
                <a:lnTo>
                  <a:pt x="10" y="2"/>
                </a:lnTo>
                <a:lnTo>
                  <a:pt x="14" y="2"/>
                </a:lnTo>
                <a:lnTo>
                  <a:pt x="18" y="2"/>
                </a:lnTo>
                <a:lnTo>
                  <a:pt x="26" y="2"/>
                </a:lnTo>
                <a:lnTo>
                  <a:pt x="27" y="2"/>
                </a:lnTo>
                <a:lnTo>
                  <a:pt x="27" y="3"/>
                </a:lnTo>
                <a:lnTo>
                  <a:pt x="28"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6" name="Freeform 66"/>
          <p:cNvSpPr>
            <a:spLocks/>
          </p:cNvSpPr>
          <p:nvPr/>
        </p:nvSpPr>
        <p:spPr bwMode="auto">
          <a:xfrm>
            <a:off x="3813175" y="5045075"/>
            <a:ext cx="666750" cy="119062"/>
          </a:xfrm>
          <a:custGeom>
            <a:avLst/>
            <a:gdLst>
              <a:gd name="T0" fmla="*/ 28 w 28"/>
              <a:gd name="T1" fmla="*/ 0 h 5"/>
              <a:gd name="T2" fmla="*/ 27 w 28"/>
              <a:gd name="T3" fmla="*/ 1 h 5"/>
              <a:gd name="T4" fmla="*/ 27 w 28"/>
              <a:gd name="T5" fmla="*/ 2 h 5"/>
              <a:gd name="T6" fmla="*/ 26 w 28"/>
              <a:gd name="T7" fmla="*/ 2 h 5"/>
              <a:gd name="T8" fmla="*/ 26 w 28"/>
              <a:gd name="T9" fmla="*/ 2 h 5"/>
              <a:gd name="T10" fmla="*/ 25 w 28"/>
              <a:gd name="T11" fmla="*/ 2 h 5"/>
              <a:gd name="T12" fmla="*/ 18 w 28"/>
              <a:gd name="T13" fmla="*/ 2 h 5"/>
              <a:gd name="T14" fmla="*/ 14 w 28"/>
              <a:gd name="T15" fmla="*/ 2 h 5"/>
              <a:gd name="T16" fmla="*/ 10 w 28"/>
              <a:gd name="T17" fmla="*/ 2 h 5"/>
              <a:gd name="T18" fmla="*/ 2 w 28"/>
              <a:gd name="T19" fmla="*/ 2 h 5"/>
              <a:gd name="T20" fmla="*/ 2 w 28"/>
              <a:gd name="T21" fmla="*/ 2 h 5"/>
              <a:gd name="T22" fmla="*/ 1 w 28"/>
              <a:gd name="T23" fmla="*/ 2 h 5"/>
              <a:gd name="T24" fmla="*/ 1 w 28"/>
              <a:gd name="T25" fmla="*/ 3 h 5"/>
              <a:gd name="T26" fmla="*/ 0 w 28"/>
              <a:gd name="T27" fmla="*/ 5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5"/>
              <a:gd name="T44" fmla="*/ 28 w 2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5">
                <a:moveTo>
                  <a:pt x="28" y="0"/>
                </a:moveTo>
                <a:lnTo>
                  <a:pt x="27" y="1"/>
                </a:lnTo>
                <a:lnTo>
                  <a:pt x="27" y="2"/>
                </a:lnTo>
                <a:lnTo>
                  <a:pt x="26" y="2"/>
                </a:lnTo>
                <a:lnTo>
                  <a:pt x="25" y="2"/>
                </a:lnTo>
                <a:lnTo>
                  <a:pt x="18" y="2"/>
                </a:lnTo>
                <a:lnTo>
                  <a:pt x="14" y="2"/>
                </a:lnTo>
                <a:lnTo>
                  <a:pt x="10" y="2"/>
                </a:lnTo>
                <a:lnTo>
                  <a:pt x="2" y="2"/>
                </a:lnTo>
                <a:lnTo>
                  <a:pt x="1" y="2"/>
                </a:lnTo>
                <a:lnTo>
                  <a:pt x="1" y="3"/>
                </a:lnTo>
                <a:lnTo>
                  <a:pt x="0"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7" name="Freeform 67"/>
          <p:cNvSpPr>
            <a:spLocks/>
          </p:cNvSpPr>
          <p:nvPr/>
        </p:nvSpPr>
        <p:spPr bwMode="auto">
          <a:xfrm>
            <a:off x="3122613" y="5045075"/>
            <a:ext cx="690562" cy="119062"/>
          </a:xfrm>
          <a:custGeom>
            <a:avLst/>
            <a:gdLst>
              <a:gd name="T0" fmla="*/ 0 w 29"/>
              <a:gd name="T1" fmla="*/ 0 h 5"/>
              <a:gd name="T2" fmla="*/ 1 w 29"/>
              <a:gd name="T3" fmla="*/ 1 h 5"/>
              <a:gd name="T4" fmla="*/ 1 w 29"/>
              <a:gd name="T5" fmla="*/ 2 h 5"/>
              <a:gd name="T6" fmla="*/ 2 w 29"/>
              <a:gd name="T7" fmla="*/ 2 h 5"/>
              <a:gd name="T8" fmla="*/ 2 w 29"/>
              <a:gd name="T9" fmla="*/ 2 h 5"/>
              <a:gd name="T10" fmla="*/ 3 w 29"/>
              <a:gd name="T11" fmla="*/ 2 h 5"/>
              <a:gd name="T12" fmla="*/ 11 w 29"/>
              <a:gd name="T13" fmla="*/ 2 h 5"/>
              <a:gd name="T14" fmla="*/ 14 w 29"/>
              <a:gd name="T15" fmla="*/ 2 h 5"/>
              <a:gd name="T16" fmla="*/ 18 w 29"/>
              <a:gd name="T17" fmla="*/ 2 h 5"/>
              <a:gd name="T18" fmla="*/ 26 w 29"/>
              <a:gd name="T19" fmla="*/ 2 h 5"/>
              <a:gd name="T20" fmla="*/ 26 w 29"/>
              <a:gd name="T21" fmla="*/ 2 h 5"/>
              <a:gd name="T22" fmla="*/ 27 w 29"/>
              <a:gd name="T23" fmla="*/ 2 h 5"/>
              <a:gd name="T24" fmla="*/ 27 w 29"/>
              <a:gd name="T25" fmla="*/ 2 h 5"/>
              <a:gd name="T26" fmla="*/ 28 w 29"/>
              <a:gd name="T27" fmla="*/ 3 h 5"/>
              <a:gd name="T28" fmla="*/ 29 w 29"/>
              <a:gd name="T29" fmla="*/ 5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0" y="0"/>
                </a:moveTo>
                <a:lnTo>
                  <a:pt x="1" y="1"/>
                </a:lnTo>
                <a:lnTo>
                  <a:pt x="1" y="2"/>
                </a:lnTo>
                <a:lnTo>
                  <a:pt x="2" y="2"/>
                </a:lnTo>
                <a:lnTo>
                  <a:pt x="3" y="2"/>
                </a:lnTo>
                <a:lnTo>
                  <a:pt x="11" y="2"/>
                </a:lnTo>
                <a:lnTo>
                  <a:pt x="14" y="2"/>
                </a:lnTo>
                <a:lnTo>
                  <a:pt x="18" y="2"/>
                </a:lnTo>
                <a:lnTo>
                  <a:pt x="26" y="2"/>
                </a:lnTo>
                <a:lnTo>
                  <a:pt x="27" y="2"/>
                </a:lnTo>
                <a:lnTo>
                  <a:pt x="28" y="3"/>
                </a:lnTo>
                <a:lnTo>
                  <a:pt x="29"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8" name="Freeform 68"/>
          <p:cNvSpPr>
            <a:spLocks/>
          </p:cNvSpPr>
          <p:nvPr/>
        </p:nvSpPr>
        <p:spPr bwMode="auto">
          <a:xfrm>
            <a:off x="2266950" y="5045075"/>
            <a:ext cx="688975" cy="119062"/>
          </a:xfrm>
          <a:custGeom>
            <a:avLst/>
            <a:gdLst>
              <a:gd name="T0" fmla="*/ 29 w 29"/>
              <a:gd name="T1" fmla="*/ 0 h 5"/>
              <a:gd name="T2" fmla="*/ 28 w 29"/>
              <a:gd name="T3" fmla="*/ 1 h 5"/>
              <a:gd name="T4" fmla="*/ 27 w 29"/>
              <a:gd name="T5" fmla="*/ 2 h 5"/>
              <a:gd name="T6" fmla="*/ 27 w 29"/>
              <a:gd name="T7" fmla="*/ 2 h 5"/>
              <a:gd name="T8" fmla="*/ 26 w 29"/>
              <a:gd name="T9" fmla="*/ 2 h 5"/>
              <a:gd name="T10" fmla="*/ 26 w 29"/>
              <a:gd name="T11" fmla="*/ 2 h 5"/>
              <a:gd name="T12" fmla="*/ 18 w 29"/>
              <a:gd name="T13" fmla="*/ 2 h 5"/>
              <a:gd name="T14" fmla="*/ 14 w 29"/>
              <a:gd name="T15" fmla="*/ 2 h 5"/>
              <a:gd name="T16" fmla="*/ 11 w 29"/>
              <a:gd name="T17" fmla="*/ 2 h 5"/>
              <a:gd name="T18" fmla="*/ 3 w 29"/>
              <a:gd name="T19" fmla="*/ 2 h 5"/>
              <a:gd name="T20" fmla="*/ 2 w 29"/>
              <a:gd name="T21" fmla="*/ 2 h 5"/>
              <a:gd name="T22" fmla="*/ 2 w 29"/>
              <a:gd name="T23" fmla="*/ 2 h 5"/>
              <a:gd name="T24" fmla="*/ 1 w 29"/>
              <a:gd name="T25" fmla="*/ 2 h 5"/>
              <a:gd name="T26" fmla="*/ 1 w 29"/>
              <a:gd name="T27" fmla="*/ 3 h 5"/>
              <a:gd name="T28" fmla="*/ 0 w 29"/>
              <a:gd name="T29" fmla="*/ 5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
              <a:gd name="T46" fmla="*/ 0 h 5"/>
              <a:gd name="T47" fmla="*/ 29 w 2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 h="5">
                <a:moveTo>
                  <a:pt x="29" y="0"/>
                </a:moveTo>
                <a:lnTo>
                  <a:pt x="28" y="1"/>
                </a:lnTo>
                <a:lnTo>
                  <a:pt x="27" y="2"/>
                </a:lnTo>
                <a:lnTo>
                  <a:pt x="26" y="2"/>
                </a:lnTo>
                <a:lnTo>
                  <a:pt x="18" y="2"/>
                </a:lnTo>
                <a:lnTo>
                  <a:pt x="14" y="2"/>
                </a:lnTo>
                <a:lnTo>
                  <a:pt x="11" y="2"/>
                </a:lnTo>
                <a:lnTo>
                  <a:pt x="3" y="2"/>
                </a:lnTo>
                <a:lnTo>
                  <a:pt x="2" y="2"/>
                </a:lnTo>
                <a:lnTo>
                  <a:pt x="1" y="2"/>
                </a:lnTo>
                <a:lnTo>
                  <a:pt x="1" y="3"/>
                </a:lnTo>
                <a:lnTo>
                  <a:pt x="0"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69" name="Freeform 69"/>
          <p:cNvSpPr>
            <a:spLocks/>
          </p:cNvSpPr>
          <p:nvPr/>
        </p:nvSpPr>
        <p:spPr bwMode="auto">
          <a:xfrm>
            <a:off x="1576388" y="5045075"/>
            <a:ext cx="690562" cy="119062"/>
          </a:xfrm>
          <a:custGeom>
            <a:avLst/>
            <a:gdLst>
              <a:gd name="T0" fmla="*/ 0 w 29"/>
              <a:gd name="T1" fmla="*/ 0 h 5"/>
              <a:gd name="T2" fmla="*/ 1 w 29"/>
              <a:gd name="T3" fmla="*/ 1 h 5"/>
              <a:gd name="T4" fmla="*/ 2 w 29"/>
              <a:gd name="T5" fmla="*/ 2 h 5"/>
              <a:gd name="T6" fmla="*/ 2 w 29"/>
              <a:gd name="T7" fmla="*/ 2 h 5"/>
              <a:gd name="T8" fmla="*/ 3 w 29"/>
              <a:gd name="T9" fmla="*/ 2 h 5"/>
              <a:gd name="T10" fmla="*/ 3 w 29"/>
              <a:gd name="T11" fmla="*/ 2 h 5"/>
              <a:gd name="T12" fmla="*/ 11 w 29"/>
              <a:gd name="T13" fmla="*/ 2 h 5"/>
              <a:gd name="T14" fmla="*/ 15 w 29"/>
              <a:gd name="T15" fmla="*/ 2 h 5"/>
              <a:gd name="T16" fmla="*/ 18 w 29"/>
              <a:gd name="T17" fmla="*/ 2 h 5"/>
              <a:gd name="T18" fmla="*/ 26 w 29"/>
              <a:gd name="T19" fmla="*/ 2 h 5"/>
              <a:gd name="T20" fmla="*/ 27 w 29"/>
              <a:gd name="T21" fmla="*/ 2 h 5"/>
              <a:gd name="T22" fmla="*/ 27 w 29"/>
              <a:gd name="T23" fmla="*/ 2 h 5"/>
              <a:gd name="T24" fmla="*/ 28 w 29"/>
              <a:gd name="T25" fmla="*/ 3 h 5"/>
              <a:gd name="T26" fmla="*/ 29 w 29"/>
              <a:gd name="T27" fmla="*/ 5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5"/>
              <a:gd name="T44" fmla="*/ 29 w 29"/>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5">
                <a:moveTo>
                  <a:pt x="0" y="0"/>
                </a:moveTo>
                <a:lnTo>
                  <a:pt x="1" y="1"/>
                </a:lnTo>
                <a:lnTo>
                  <a:pt x="2" y="2"/>
                </a:lnTo>
                <a:lnTo>
                  <a:pt x="3" y="2"/>
                </a:lnTo>
                <a:lnTo>
                  <a:pt x="11" y="2"/>
                </a:lnTo>
                <a:lnTo>
                  <a:pt x="15" y="2"/>
                </a:lnTo>
                <a:lnTo>
                  <a:pt x="18" y="2"/>
                </a:lnTo>
                <a:lnTo>
                  <a:pt x="26" y="2"/>
                </a:lnTo>
                <a:lnTo>
                  <a:pt x="27" y="2"/>
                </a:lnTo>
                <a:lnTo>
                  <a:pt x="28" y="3"/>
                </a:lnTo>
                <a:lnTo>
                  <a:pt x="29" y="5"/>
                </a:lnTo>
              </a:path>
            </a:pathLst>
          </a:custGeom>
          <a:noFill/>
          <a:ln w="23813">
            <a:solidFill>
              <a:srgbClr val="000000"/>
            </a:solidFill>
            <a:round/>
            <a:headEnd/>
            <a:tailEnd/>
          </a:ln>
        </p:spPr>
        <p:txBody>
          <a:bodyPr/>
          <a:lstStyle/>
          <a:p>
            <a:endParaRPr lang="en-US" sz="2400">
              <a:latin typeface="Times New Roman" panose="02020603050405020304" pitchFamily="18" charset="0"/>
              <a:cs typeface="Times New Roman" panose="02020603050405020304" pitchFamily="18" charset="0"/>
            </a:endParaRPr>
          </a:p>
        </p:txBody>
      </p:sp>
      <p:sp>
        <p:nvSpPr>
          <p:cNvPr id="70" name="Text Box 70"/>
          <p:cNvSpPr txBox="1">
            <a:spLocks noChangeArrowheads="1"/>
          </p:cNvSpPr>
          <p:nvPr/>
        </p:nvSpPr>
        <p:spPr bwMode="auto">
          <a:xfrm rot="-5400000">
            <a:off x="4521200" y="1601698"/>
            <a:ext cx="266700" cy="1200329"/>
          </a:xfrm>
          <a:prstGeom prst="rect">
            <a:avLst/>
          </a:prstGeom>
          <a:noFill/>
          <a:ln w="9525">
            <a:noFill/>
            <a:miter lim="800000"/>
            <a:headEnd/>
            <a:tailEnd/>
          </a:ln>
        </p:spPr>
        <p:txBody>
          <a:bodyPr>
            <a:spAutoFit/>
          </a:bodyPr>
          <a:lstStyle/>
          <a:p>
            <a:pPr>
              <a:lnSpc>
                <a:spcPct val="20000"/>
              </a:lnSpc>
              <a:spcBef>
                <a:spcPct val="50000"/>
              </a:spcBef>
            </a:pPr>
            <a:endParaRPr lang="zh-CN" altLang="en-US" sz="2400">
              <a:latin typeface="Times New Roman" panose="02020603050405020304" pitchFamily="18" charset="0"/>
              <a:ea typeface="SimSun" pitchFamily="2" charset="-122"/>
              <a:cs typeface="Times New Roman" panose="02020603050405020304" pitchFamily="18" charset="0"/>
            </a:endParaRPr>
          </a:p>
          <a:p>
            <a:pPr>
              <a:lnSpc>
                <a:spcPct val="20000"/>
              </a:lnSpc>
              <a:spcBef>
                <a:spcPct val="50000"/>
              </a:spcBef>
            </a:pPr>
            <a:r>
              <a:rPr lang="en-CA" altLang="zh-CN" sz="2400">
                <a:latin typeface="Times New Roman" panose="02020603050405020304" pitchFamily="18" charset="0"/>
                <a:ea typeface="SimSun" pitchFamily="2" charset="-122"/>
                <a:cs typeface="Times New Roman" panose="02020603050405020304" pitchFamily="18" charset="0"/>
              </a:rPr>
              <a:t>•</a:t>
            </a:r>
            <a:endParaRPr lang="en-US" altLang="zh-CN" sz="2400">
              <a:latin typeface="Times New Roman" panose="02020603050405020304" pitchFamily="18" charset="0"/>
              <a:ea typeface="SimSun" pitchFamily="2" charset="-122"/>
              <a:cs typeface="Times New Roman" panose="02020603050405020304" pitchFamily="18" charset="0"/>
            </a:endParaRPr>
          </a:p>
          <a:p>
            <a:pPr>
              <a:lnSpc>
                <a:spcPct val="20000"/>
              </a:lnSpc>
              <a:spcBef>
                <a:spcPct val="50000"/>
              </a:spcBef>
            </a:pPr>
            <a:r>
              <a:rPr lang="en-CA" altLang="zh-CN" sz="2400">
                <a:latin typeface="Times New Roman" panose="02020603050405020304" pitchFamily="18" charset="0"/>
                <a:ea typeface="SimSun" pitchFamily="2" charset="-122"/>
                <a:cs typeface="Times New Roman" panose="02020603050405020304" pitchFamily="18" charset="0"/>
              </a:rPr>
              <a:t>•</a:t>
            </a:r>
            <a:endParaRPr lang="en-US" altLang="zh-CN" sz="2400">
              <a:latin typeface="Times New Roman" panose="02020603050405020304" pitchFamily="18" charset="0"/>
              <a:ea typeface="SimSun" pitchFamily="2" charset="-122"/>
              <a:cs typeface="Times New Roman" panose="02020603050405020304" pitchFamily="18" charset="0"/>
            </a:endParaRPr>
          </a:p>
          <a:p>
            <a:pPr>
              <a:lnSpc>
                <a:spcPct val="20000"/>
              </a:lnSpc>
              <a:spcBef>
                <a:spcPct val="50000"/>
              </a:spcBef>
            </a:pPr>
            <a:r>
              <a:rPr lang="en-CA" altLang="zh-CN" sz="2400">
                <a:latin typeface="Times New Roman" panose="02020603050405020304" pitchFamily="18" charset="0"/>
                <a:ea typeface="SimSun" pitchFamily="2" charset="-122"/>
                <a:cs typeface="Times New Roman" panose="02020603050405020304" pitchFamily="18" charset="0"/>
              </a:rPr>
              <a:t>•</a:t>
            </a:r>
          </a:p>
          <a:p>
            <a:pPr>
              <a:lnSpc>
                <a:spcPct val="20000"/>
              </a:lnSpc>
              <a:spcBef>
                <a:spcPct val="50000"/>
              </a:spcBef>
            </a:pPr>
            <a:endParaRPr lang="zh-CN" altLang="en-CA" sz="2400">
              <a:latin typeface="Times New Roman" panose="02020603050405020304" pitchFamily="18" charset="0"/>
              <a:ea typeface="SimSun" pitchFamily="2" charset="-122"/>
              <a:cs typeface="Times New Roman" panose="02020603050405020304" pitchFamily="18" charset="0"/>
            </a:endParaRPr>
          </a:p>
        </p:txBody>
      </p:sp>
    </p:spTree>
    <p:extLst>
      <p:ext uri="{BB962C8B-B14F-4D97-AF65-F5344CB8AC3E}">
        <p14:creationId xmlns:p14="http://schemas.microsoft.com/office/powerpoint/2010/main" val="164716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ppt_x"/>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 calcmode="lin" valueType="num">
                                      <p:cBhvr additive="base">
                                        <p:cTn id="51" dur="500" fill="hold"/>
                                        <p:tgtEl>
                                          <p:spTgt spid="24"/>
                                        </p:tgtEl>
                                        <p:attrNameLst>
                                          <p:attrName>ppt_x</p:attrName>
                                        </p:attrNameLst>
                                      </p:cBhvr>
                                      <p:tavLst>
                                        <p:tav tm="0">
                                          <p:val>
                                            <p:strVal val="#ppt_x"/>
                                          </p:val>
                                        </p:tav>
                                        <p:tav tm="100000">
                                          <p:val>
                                            <p:strVal val="#ppt_x"/>
                                          </p:val>
                                        </p:tav>
                                      </p:tavLst>
                                    </p:anim>
                                    <p:anim calcmode="lin" valueType="num">
                                      <p:cBhvr additive="base">
                                        <p:cTn id="52" dur="500" fill="hold"/>
                                        <p:tgtEl>
                                          <p:spTgt spid="2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additive="base">
                                        <p:cTn id="55" dur="500" fill="hold"/>
                                        <p:tgtEl>
                                          <p:spTgt spid="25"/>
                                        </p:tgtEl>
                                        <p:attrNameLst>
                                          <p:attrName>ppt_x</p:attrName>
                                        </p:attrNameLst>
                                      </p:cBhvr>
                                      <p:tavLst>
                                        <p:tav tm="0">
                                          <p:val>
                                            <p:strVal val="#ppt_x"/>
                                          </p:val>
                                        </p:tav>
                                        <p:tav tm="100000">
                                          <p:val>
                                            <p:strVal val="#ppt_x"/>
                                          </p:val>
                                        </p:tav>
                                      </p:tavLst>
                                    </p:anim>
                                    <p:anim calcmode="lin" valueType="num">
                                      <p:cBhvr additive="base">
                                        <p:cTn id="56" dur="500" fill="hold"/>
                                        <p:tgtEl>
                                          <p:spTgt spid="2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500" fill="hold"/>
                                        <p:tgtEl>
                                          <p:spTgt spid="26"/>
                                        </p:tgtEl>
                                        <p:attrNameLst>
                                          <p:attrName>ppt_x</p:attrName>
                                        </p:attrNameLst>
                                      </p:cBhvr>
                                      <p:tavLst>
                                        <p:tav tm="0">
                                          <p:val>
                                            <p:strVal val="#ppt_x"/>
                                          </p:val>
                                        </p:tav>
                                        <p:tav tm="100000">
                                          <p:val>
                                            <p:strVal val="#ppt_x"/>
                                          </p:val>
                                        </p:tav>
                                      </p:tavLst>
                                    </p:anim>
                                    <p:anim calcmode="lin" valueType="num">
                                      <p:cBhvr additive="base">
                                        <p:cTn id="60" dur="500" fill="hold"/>
                                        <p:tgtEl>
                                          <p:spTgt spid="26"/>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anim calcmode="lin" valueType="num">
                                      <p:cBhvr additive="base">
                                        <p:cTn id="63" dur="500" fill="hold"/>
                                        <p:tgtEl>
                                          <p:spTgt spid="27"/>
                                        </p:tgtEl>
                                        <p:attrNameLst>
                                          <p:attrName>ppt_x</p:attrName>
                                        </p:attrNameLst>
                                      </p:cBhvr>
                                      <p:tavLst>
                                        <p:tav tm="0">
                                          <p:val>
                                            <p:strVal val="#ppt_x"/>
                                          </p:val>
                                        </p:tav>
                                        <p:tav tm="100000">
                                          <p:val>
                                            <p:strVal val="#ppt_x"/>
                                          </p:val>
                                        </p:tav>
                                      </p:tavLst>
                                    </p:anim>
                                    <p:anim calcmode="lin" valueType="num">
                                      <p:cBhvr additive="base">
                                        <p:cTn id="64" dur="500" fill="hold"/>
                                        <p:tgtEl>
                                          <p:spTgt spid="2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additive="base">
                                        <p:cTn id="71" dur="500" fill="hold"/>
                                        <p:tgtEl>
                                          <p:spTgt spid="29"/>
                                        </p:tgtEl>
                                        <p:attrNameLst>
                                          <p:attrName>ppt_x</p:attrName>
                                        </p:attrNameLst>
                                      </p:cBhvr>
                                      <p:tavLst>
                                        <p:tav tm="0">
                                          <p:val>
                                            <p:strVal val="#ppt_x"/>
                                          </p:val>
                                        </p:tav>
                                        <p:tav tm="100000">
                                          <p:val>
                                            <p:strVal val="#ppt_x"/>
                                          </p:val>
                                        </p:tav>
                                      </p:tavLst>
                                    </p:anim>
                                    <p:anim calcmode="lin" valueType="num">
                                      <p:cBhvr additive="base">
                                        <p:cTn id="72" dur="500" fill="hold"/>
                                        <p:tgtEl>
                                          <p:spTgt spid="2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0"/>
                                        </p:tgtEl>
                                        <p:attrNameLst>
                                          <p:attrName>style.visibility</p:attrName>
                                        </p:attrNameLst>
                                      </p:cBhvr>
                                      <p:to>
                                        <p:strVal val="visible"/>
                                      </p:to>
                                    </p:set>
                                    <p:anim calcmode="lin" valueType="num">
                                      <p:cBhvr additive="base">
                                        <p:cTn id="75" dur="500" fill="hold"/>
                                        <p:tgtEl>
                                          <p:spTgt spid="30"/>
                                        </p:tgtEl>
                                        <p:attrNameLst>
                                          <p:attrName>ppt_x</p:attrName>
                                        </p:attrNameLst>
                                      </p:cBhvr>
                                      <p:tavLst>
                                        <p:tav tm="0">
                                          <p:val>
                                            <p:strVal val="#ppt_x"/>
                                          </p:val>
                                        </p:tav>
                                        <p:tav tm="100000">
                                          <p:val>
                                            <p:strVal val="#ppt_x"/>
                                          </p:val>
                                        </p:tav>
                                      </p:tavLst>
                                    </p:anim>
                                    <p:anim calcmode="lin" valueType="num">
                                      <p:cBhvr additive="base">
                                        <p:cTn id="76" dur="500" fill="hold"/>
                                        <p:tgtEl>
                                          <p:spTgt spid="3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additive="base">
                                        <p:cTn id="79" dur="500" fill="hold"/>
                                        <p:tgtEl>
                                          <p:spTgt spid="31"/>
                                        </p:tgtEl>
                                        <p:attrNameLst>
                                          <p:attrName>ppt_x</p:attrName>
                                        </p:attrNameLst>
                                      </p:cBhvr>
                                      <p:tavLst>
                                        <p:tav tm="0">
                                          <p:val>
                                            <p:strVal val="#ppt_x"/>
                                          </p:val>
                                        </p:tav>
                                        <p:tav tm="100000">
                                          <p:val>
                                            <p:strVal val="#ppt_x"/>
                                          </p:val>
                                        </p:tav>
                                      </p:tavLst>
                                    </p:anim>
                                    <p:anim calcmode="lin" valueType="num">
                                      <p:cBhvr additive="base">
                                        <p:cTn id="80" dur="500" fill="hold"/>
                                        <p:tgtEl>
                                          <p:spTgt spid="31"/>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 calcmode="lin" valueType="num">
                                      <p:cBhvr additive="base">
                                        <p:cTn id="83" dur="500" fill="hold"/>
                                        <p:tgtEl>
                                          <p:spTgt spid="32"/>
                                        </p:tgtEl>
                                        <p:attrNameLst>
                                          <p:attrName>ppt_x</p:attrName>
                                        </p:attrNameLst>
                                      </p:cBhvr>
                                      <p:tavLst>
                                        <p:tav tm="0">
                                          <p:val>
                                            <p:strVal val="#ppt_x"/>
                                          </p:val>
                                        </p:tav>
                                        <p:tav tm="100000">
                                          <p:val>
                                            <p:strVal val="#ppt_x"/>
                                          </p:val>
                                        </p:tav>
                                      </p:tavLst>
                                    </p:anim>
                                    <p:anim calcmode="lin" valueType="num">
                                      <p:cBhvr additive="base">
                                        <p:cTn id="84" dur="500" fill="hold"/>
                                        <p:tgtEl>
                                          <p:spTgt spid="3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 calcmode="lin" valueType="num">
                                      <p:cBhvr additive="base">
                                        <p:cTn id="87" dur="500" fill="hold"/>
                                        <p:tgtEl>
                                          <p:spTgt spid="33"/>
                                        </p:tgtEl>
                                        <p:attrNameLst>
                                          <p:attrName>ppt_x</p:attrName>
                                        </p:attrNameLst>
                                      </p:cBhvr>
                                      <p:tavLst>
                                        <p:tav tm="0">
                                          <p:val>
                                            <p:strVal val="#ppt_x"/>
                                          </p:val>
                                        </p:tav>
                                        <p:tav tm="100000">
                                          <p:val>
                                            <p:strVal val="#ppt_x"/>
                                          </p:val>
                                        </p:tav>
                                      </p:tavLst>
                                    </p:anim>
                                    <p:anim calcmode="lin" valueType="num">
                                      <p:cBhvr additive="base">
                                        <p:cTn id="88" dur="500" fill="hold"/>
                                        <p:tgtEl>
                                          <p:spTgt spid="3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2"/>
                                        </p:tgtEl>
                                        <p:attrNameLst>
                                          <p:attrName>style.visibility</p:attrName>
                                        </p:attrNameLst>
                                      </p:cBhvr>
                                      <p:to>
                                        <p:strVal val="visible"/>
                                      </p:to>
                                    </p:set>
                                    <p:anim calcmode="lin" valueType="num">
                                      <p:cBhvr additive="base">
                                        <p:cTn id="91" dur="500" fill="hold"/>
                                        <p:tgtEl>
                                          <p:spTgt spid="42"/>
                                        </p:tgtEl>
                                        <p:attrNameLst>
                                          <p:attrName>ppt_x</p:attrName>
                                        </p:attrNameLst>
                                      </p:cBhvr>
                                      <p:tavLst>
                                        <p:tav tm="0">
                                          <p:val>
                                            <p:strVal val="#ppt_x"/>
                                          </p:val>
                                        </p:tav>
                                        <p:tav tm="100000">
                                          <p:val>
                                            <p:strVal val="#ppt_x"/>
                                          </p:val>
                                        </p:tav>
                                      </p:tavLst>
                                    </p:anim>
                                    <p:anim calcmode="lin" valueType="num">
                                      <p:cBhvr additive="base">
                                        <p:cTn id="92" dur="500" fill="hold"/>
                                        <p:tgtEl>
                                          <p:spTgt spid="42"/>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43"/>
                                        </p:tgtEl>
                                        <p:attrNameLst>
                                          <p:attrName>style.visibility</p:attrName>
                                        </p:attrNameLst>
                                      </p:cBhvr>
                                      <p:to>
                                        <p:strVal val="visible"/>
                                      </p:to>
                                    </p:set>
                                    <p:anim calcmode="lin" valueType="num">
                                      <p:cBhvr additive="base">
                                        <p:cTn id="95" dur="500" fill="hold"/>
                                        <p:tgtEl>
                                          <p:spTgt spid="43"/>
                                        </p:tgtEl>
                                        <p:attrNameLst>
                                          <p:attrName>ppt_x</p:attrName>
                                        </p:attrNameLst>
                                      </p:cBhvr>
                                      <p:tavLst>
                                        <p:tav tm="0">
                                          <p:val>
                                            <p:strVal val="#ppt_x"/>
                                          </p:val>
                                        </p:tav>
                                        <p:tav tm="100000">
                                          <p:val>
                                            <p:strVal val="#ppt_x"/>
                                          </p:val>
                                        </p:tav>
                                      </p:tavLst>
                                    </p:anim>
                                    <p:anim calcmode="lin" valueType="num">
                                      <p:cBhvr additive="base">
                                        <p:cTn id="96" dur="500" fill="hold"/>
                                        <p:tgtEl>
                                          <p:spTgt spid="43"/>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 calcmode="lin" valueType="num">
                                      <p:cBhvr additive="base">
                                        <p:cTn id="99" dur="500" fill="hold"/>
                                        <p:tgtEl>
                                          <p:spTgt spid="44"/>
                                        </p:tgtEl>
                                        <p:attrNameLst>
                                          <p:attrName>ppt_x</p:attrName>
                                        </p:attrNameLst>
                                      </p:cBhvr>
                                      <p:tavLst>
                                        <p:tav tm="0">
                                          <p:val>
                                            <p:strVal val="#ppt_x"/>
                                          </p:val>
                                        </p:tav>
                                        <p:tav tm="100000">
                                          <p:val>
                                            <p:strVal val="#ppt_x"/>
                                          </p:val>
                                        </p:tav>
                                      </p:tavLst>
                                    </p:anim>
                                    <p:anim calcmode="lin" valueType="num">
                                      <p:cBhvr additive="base">
                                        <p:cTn id="100" dur="500" fill="hold"/>
                                        <p:tgtEl>
                                          <p:spTgt spid="44"/>
                                        </p:tgtEl>
                                        <p:attrNameLst>
                                          <p:attrName>ppt_y</p:attrName>
                                        </p:attrNameLst>
                                      </p:cBhvr>
                                      <p:tavLst>
                                        <p:tav tm="0">
                                          <p:val>
                                            <p:strVal val="1+#ppt_h/2"/>
                                          </p:val>
                                        </p:tav>
                                        <p:tav tm="100000">
                                          <p:val>
                                            <p:strVal val="#ppt_y"/>
                                          </p:val>
                                        </p:tav>
                                      </p:tavLst>
                                    </p:anim>
                                  </p:childTnLst>
                                </p:cTn>
                              </p:par>
                              <p:par>
                                <p:cTn id="101" presetID="2" presetClass="entr" presetSubtype="4" fill="hold" grpId="0" nodeType="withEffect">
                                  <p:stCondLst>
                                    <p:cond delay="0"/>
                                  </p:stCondLst>
                                  <p:childTnLst>
                                    <p:set>
                                      <p:cBhvr>
                                        <p:cTn id="102" dur="1" fill="hold">
                                          <p:stCondLst>
                                            <p:cond delay="0"/>
                                          </p:stCondLst>
                                        </p:cTn>
                                        <p:tgtEl>
                                          <p:spTgt spid="45"/>
                                        </p:tgtEl>
                                        <p:attrNameLst>
                                          <p:attrName>style.visibility</p:attrName>
                                        </p:attrNameLst>
                                      </p:cBhvr>
                                      <p:to>
                                        <p:strVal val="visible"/>
                                      </p:to>
                                    </p:set>
                                    <p:anim calcmode="lin" valueType="num">
                                      <p:cBhvr additive="base">
                                        <p:cTn id="103" dur="500" fill="hold"/>
                                        <p:tgtEl>
                                          <p:spTgt spid="45"/>
                                        </p:tgtEl>
                                        <p:attrNameLst>
                                          <p:attrName>ppt_x</p:attrName>
                                        </p:attrNameLst>
                                      </p:cBhvr>
                                      <p:tavLst>
                                        <p:tav tm="0">
                                          <p:val>
                                            <p:strVal val="#ppt_x"/>
                                          </p:val>
                                        </p:tav>
                                        <p:tav tm="100000">
                                          <p:val>
                                            <p:strVal val="#ppt_x"/>
                                          </p:val>
                                        </p:tav>
                                      </p:tavLst>
                                    </p:anim>
                                    <p:anim calcmode="lin" valueType="num">
                                      <p:cBhvr additive="base">
                                        <p:cTn id="104" dur="500" fill="hold"/>
                                        <p:tgtEl>
                                          <p:spTgt spid="45"/>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anim calcmode="lin" valueType="num">
                                      <p:cBhvr additive="base">
                                        <p:cTn id="107" dur="500" fill="hold"/>
                                        <p:tgtEl>
                                          <p:spTgt spid="46"/>
                                        </p:tgtEl>
                                        <p:attrNameLst>
                                          <p:attrName>ppt_x</p:attrName>
                                        </p:attrNameLst>
                                      </p:cBhvr>
                                      <p:tavLst>
                                        <p:tav tm="0">
                                          <p:val>
                                            <p:strVal val="#ppt_x"/>
                                          </p:val>
                                        </p:tav>
                                        <p:tav tm="100000">
                                          <p:val>
                                            <p:strVal val="#ppt_x"/>
                                          </p:val>
                                        </p:tav>
                                      </p:tavLst>
                                    </p:anim>
                                    <p:anim calcmode="lin" valueType="num">
                                      <p:cBhvr additive="base">
                                        <p:cTn id="108" dur="500" fill="hold"/>
                                        <p:tgtEl>
                                          <p:spTgt spid="46"/>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47"/>
                                        </p:tgtEl>
                                        <p:attrNameLst>
                                          <p:attrName>style.visibility</p:attrName>
                                        </p:attrNameLst>
                                      </p:cBhvr>
                                      <p:to>
                                        <p:strVal val="visible"/>
                                      </p:to>
                                    </p:set>
                                    <p:anim calcmode="lin" valueType="num">
                                      <p:cBhvr additive="base">
                                        <p:cTn id="111" dur="500" fill="hold"/>
                                        <p:tgtEl>
                                          <p:spTgt spid="47"/>
                                        </p:tgtEl>
                                        <p:attrNameLst>
                                          <p:attrName>ppt_x</p:attrName>
                                        </p:attrNameLst>
                                      </p:cBhvr>
                                      <p:tavLst>
                                        <p:tav tm="0">
                                          <p:val>
                                            <p:strVal val="#ppt_x"/>
                                          </p:val>
                                        </p:tav>
                                        <p:tav tm="100000">
                                          <p:val>
                                            <p:strVal val="#ppt_x"/>
                                          </p:val>
                                        </p:tav>
                                      </p:tavLst>
                                    </p:anim>
                                    <p:anim calcmode="lin" valueType="num">
                                      <p:cBhvr additive="base">
                                        <p:cTn id="112" dur="500" fill="hold"/>
                                        <p:tgtEl>
                                          <p:spTgt spid="47"/>
                                        </p:tgtEl>
                                        <p:attrNameLst>
                                          <p:attrName>ppt_y</p:attrName>
                                        </p:attrNameLst>
                                      </p:cBhvr>
                                      <p:tavLst>
                                        <p:tav tm="0">
                                          <p:val>
                                            <p:strVal val="1+#ppt_h/2"/>
                                          </p:val>
                                        </p:tav>
                                        <p:tav tm="100000">
                                          <p:val>
                                            <p:strVal val="#ppt_y"/>
                                          </p:val>
                                        </p:tav>
                                      </p:tavLst>
                                    </p:anim>
                                  </p:childTnLst>
                                </p:cTn>
                              </p:par>
                              <p:par>
                                <p:cTn id="113" presetID="2" presetClass="entr" presetSubtype="4" fill="hold" grpId="0" nodeType="withEffect">
                                  <p:stCondLst>
                                    <p:cond delay="0"/>
                                  </p:stCondLst>
                                  <p:childTnLst>
                                    <p:set>
                                      <p:cBhvr>
                                        <p:cTn id="114" dur="1" fill="hold">
                                          <p:stCondLst>
                                            <p:cond delay="0"/>
                                          </p:stCondLst>
                                        </p:cTn>
                                        <p:tgtEl>
                                          <p:spTgt spid="48"/>
                                        </p:tgtEl>
                                        <p:attrNameLst>
                                          <p:attrName>style.visibility</p:attrName>
                                        </p:attrNameLst>
                                      </p:cBhvr>
                                      <p:to>
                                        <p:strVal val="visible"/>
                                      </p:to>
                                    </p:set>
                                    <p:anim calcmode="lin" valueType="num">
                                      <p:cBhvr additive="base">
                                        <p:cTn id="115" dur="500" fill="hold"/>
                                        <p:tgtEl>
                                          <p:spTgt spid="48"/>
                                        </p:tgtEl>
                                        <p:attrNameLst>
                                          <p:attrName>ppt_x</p:attrName>
                                        </p:attrNameLst>
                                      </p:cBhvr>
                                      <p:tavLst>
                                        <p:tav tm="0">
                                          <p:val>
                                            <p:strVal val="#ppt_x"/>
                                          </p:val>
                                        </p:tav>
                                        <p:tav tm="100000">
                                          <p:val>
                                            <p:strVal val="#ppt_x"/>
                                          </p:val>
                                        </p:tav>
                                      </p:tavLst>
                                    </p:anim>
                                    <p:anim calcmode="lin" valueType="num">
                                      <p:cBhvr additive="base">
                                        <p:cTn id="116" dur="500" fill="hold"/>
                                        <p:tgtEl>
                                          <p:spTgt spid="48"/>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49"/>
                                        </p:tgtEl>
                                        <p:attrNameLst>
                                          <p:attrName>style.visibility</p:attrName>
                                        </p:attrNameLst>
                                      </p:cBhvr>
                                      <p:to>
                                        <p:strVal val="visible"/>
                                      </p:to>
                                    </p:set>
                                    <p:anim calcmode="lin" valueType="num">
                                      <p:cBhvr additive="base">
                                        <p:cTn id="119" dur="500" fill="hold"/>
                                        <p:tgtEl>
                                          <p:spTgt spid="49"/>
                                        </p:tgtEl>
                                        <p:attrNameLst>
                                          <p:attrName>ppt_x</p:attrName>
                                        </p:attrNameLst>
                                      </p:cBhvr>
                                      <p:tavLst>
                                        <p:tav tm="0">
                                          <p:val>
                                            <p:strVal val="#ppt_x"/>
                                          </p:val>
                                        </p:tav>
                                        <p:tav tm="100000">
                                          <p:val>
                                            <p:strVal val="#ppt_x"/>
                                          </p:val>
                                        </p:tav>
                                      </p:tavLst>
                                    </p:anim>
                                    <p:anim calcmode="lin" valueType="num">
                                      <p:cBhvr additive="base">
                                        <p:cTn id="120" dur="500" fill="hold"/>
                                        <p:tgtEl>
                                          <p:spTgt spid="49"/>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anim calcmode="lin" valueType="num">
                                      <p:cBhvr additive="base">
                                        <p:cTn id="123" dur="500" fill="hold"/>
                                        <p:tgtEl>
                                          <p:spTgt spid="50"/>
                                        </p:tgtEl>
                                        <p:attrNameLst>
                                          <p:attrName>ppt_x</p:attrName>
                                        </p:attrNameLst>
                                      </p:cBhvr>
                                      <p:tavLst>
                                        <p:tav tm="0">
                                          <p:val>
                                            <p:strVal val="#ppt_x"/>
                                          </p:val>
                                        </p:tav>
                                        <p:tav tm="100000">
                                          <p:val>
                                            <p:strVal val="#ppt_x"/>
                                          </p:val>
                                        </p:tav>
                                      </p:tavLst>
                                    </p:anim>
                                    <p:anim calcmode="lin" valueType="num">
                                      <p:cBhvr additive="base">
                                        <p:cTn id="124" dur="500" fill="hold"/>
                                        <p:tgtEl>
                                          <p:spTgt spid="50"/>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51"/>
                                        </p:tgtEl>
                                        <p:attrNameLst>
                                          <p:attrName>style.visibility</p:attrName>
                                        </p:attrNameLst>
                                      </p:cBhvr>
                                      <p:to>
                                        <p:strVal val="visible"/>
                                      </p:to>
                                    </p:set>
                                    <p:anim calcmode="lin" valueType="num">
                                      <p:cBhvr additive="base">
                                        <p:cTn id="127" dur="500" fill="hold"/>
                                        <p:tgtEl>
                                          <p:spTgt spid="51"/>
                                        </p:tgtEl>
                                        <p:attrNameLst>
                                          <p:attrName>ppt_x</p:attrName>
                                        </p:attrNameLst>
                                      </p:cBhvr>
                                      <p:tavLst>
                                        <p:tav tm="0">
                                          <p:val>
                                            <p:strVal val="#ppt_x"/>
                                          </p:val>
                                        </p:tav>
                                        <p:tav tm="100000">
                                          <p:val>
                                            <p:strVal val="#ppt_x"/>
                                          </p:val>
                                        </p:tav>
                                      </p:tavLst>
                                    </p:anim>
                                    <p:anim calcmode="lin" valueType="num">
                                      <p:cBhvr additive="base">
                                        <p:cTn id="128" dur="500" fill="hold"/>
                                        <p:tgtEl>
                                          <p:spTgt spid="51"/>
                                        </p:tgtEl>
                                        <p:attrNameLst>
                                          <p:attrName>ppt_y</p:attrName>
                                        </p:attrNameLst>
                                      </p:cBhvr>
                                      <p:tavLst>
                                        <p:tav tm="0">
                                          <p:val>
                                            <p:strVal val="1+#ppt_h/2"/>
                                          </p:val>
                                        </p:tav>
                                        <p:tav tm="100000">
                                          <p:val>
                                            <p:strVal val="#ppt_y"/>
                                          </p:val>
                                        </p:tav>
                                      </p:tavLst>
                                    </p:anim>
                                  </p:childTnLst>
                                </p:cTn>
                              </p:par>
                              <p:par>
                                <p:cTn id="129" presetID="2" presetClass="entr" presetSubtype="4" fill="hold" grpId="0" nodeType="withEffect">
                                  <p:stCondLst>
                                    <p:cond delay="0"/>
                                  </p:stCondLst>
                                  <p:childTnLst>
                                    <p:set>
                                      <p:cBhvr>
                                        <p:cTn id="130" dur="1" fill="hold">
                                          <p:stCondLst>
                                            <p:cond delay="0"/>
                                          </p:stCondLst>
                                        </p:cTn>
                                        <p:tgtEl>
                                          <p:spTgt spid="52"/>
                                        </p:tgtEl>
                                        <p:attrNameLst>
                                          <p:attrName>style.visibility</p:attrName>
                                        </p:attrNameLst>
                                      </p:cBhvr>
                                      <p:to>
                                        <p:strVal val="visible"/>
                                      </p:to>
                                    </p:set>
                                    <p:anim calcmode="lin" valueType="num">
                                      <p:cBhvr additive="base">
                                        <p:cTn id="131" dur="500" fill="hold"/>
                                        <p:tgtEl>
                                          <p:spTgt spid="52"/>
                                        </p:tgtEl>
                                        <p:attrNameLst>
                                          <p:attrName>ppt_x</p:attrName>
                                        </p:attrNameLst>
                                      </p:cBhvr>
                                      <p:tavLst>
                                        <p:tav tm="0">
                                          <p:val>
                                            <p:strVal val="#ppt_x"/>
                                          </p:val>
                                        </p:tav>
                                        <p:tav tm="100000">
                                          <p:val>
                                            <p:strVal val="#ppt_x"/>
                                          </p:val>
                                        </p:tav>
                                      </p:tavLst>
                                    </p:anim>
                                    <p:anim calcmode="lin" valueType="num">
                                      <p:cBhvr additive="base">
                                        <p:cTn id="132" dur="500" fill="hold"/>
                                        <p:tgtEl>
                                          <p:spTgt spid="52"/>
                                        </p:tgtEl>
                                        <p:attrNameLst>
                                          <p:attrName>ppt_y</p:attrName>
                                        </p:attrNameLst>
                                      </p:cBhvr>
                                      <p:tavLst>
                                        <p:tav tm="0">
                                          <p:val>
                                            <p:strVal val="1+#ppt_h/2"/>
                                          </p:val>
                                        </p:tav>
                                        <p:tav tm="100000">
                                          <p:val>
                                            <p:strVal val="#ppt_y"/>
                                          </p:val>
                                        </p:tav>
                                      </p:tavLst>
                                    </p:anim>
                                  </p:childTnLst>
                                </p:cTn>
                              </p:par>
                              <p:par>
                                <p:cTn id="133" presetID="2" presetClass="entr" presetSubtype="4" fill="hold" grpId="0" nodeType="withEffect">
                                  <p:stCondLst>
                                    <p:cond delay="0"/>
                                  </p:stCondLst>
                                  <p:childTnLst>
                                    <p:set>
                                      <p:cBhvr>
                                        <p:cTn id="134" dur="1" fill="hold">
                                          <p:stCondLst>
                                            <p:cond delay="0"/>
                                          </p:stCondLst>
                                        </p:cTn>
                                        <p:tgtEl>
                                          <p:spTgt spid="53"/>
                                        </p:tgtEl>
                                        <p:attrNameLst>
                                          <p:attrName>style.visibility</p:attrName>
                                        </p:attrNameLst>
                                      </p:cBhvr>
                                      <p:to>
                                        <p:strVal val="visible"/>
                                      </p:to>
                                    </p:set>
                                    <p:anim calcmode="lin" valueType="num">
                                      <p:cBhvr additive="base">
                                        <p:cTn id="135" dur="500" fill="hold"/>
                                        <p:tgtEl>
                                          <p:spTgt spid="53"/>
                                        </p:tgtEl>
                                        <p:attrNameLst>
                                          <p:attrName>ppt_x</p:attrName>
                                        </p:attrNameLst>
                                      </p:cBhvr>
                                      <p:tavLst>
                                        <p:tav tm="0">
                                          <p:val>
                                            <p:strVal val="#ppt_x"/>
                                          </p:val>
                                        </p:tav>
                                        <p:tav tm="100000">
                                          <p:val>
                                            <p:strVal val="#ppt_x"/>
                                          </p:val>
                                        </p:tav>
                                      </p:tavLst>
                                    </p:anim>
                                    <p:anim calcmode="lin" valueType="num">
                                      <p:cBhvr additive="base">
                                        <p:cTn id="136" dur="500" fill="hold"/>
                                        <p:tgtEl>
                                          <p:spTgt spid="53"/>
                                        </p:tgtEl>
                                        <p:attrNameLst>
                                          <p:attrName>ppt_y</p:attrName>
                                        </p:attrNameLst>
                                      </p:cBhvr>
                                      <p:tavLst>
                                        <p:tav tm="0">
                                          <p:val>
                                            <p:strVal val="1+#ppt_h/2"/>
                                          </p:val>
                                        </p:tav>
                                        <p:tav tm="100000">
                                          <p:val>
                                            <p:strVal val="#ppt_y"/>
                                          </p:val>
                                        </p:tav>
                                      </p:tavLst>
                                    </p:anim>
                                  </p:childTnLst>
                                </p:cTn>
                              </p:par>
                              <p:par>
                                <p:cTn id="137" presetID="2" presetClass="entr" presetSubtype="4" fill="hold" grpId="0" nodeType="withEffect">
                                  <p:stCondLst>
                                    <p:cond delay="0"/>
                                  </p:stCondLst>
                                  <p:childTnLst>
                                    <p:set>
                                      <p:cBhvr>
                                        <p:cTn id="138" dur="1" fill="hold">
                                          <p:stCondLst>
                                            <p:cond delay="0"/>
                                          </p:stCondLst>
                                        </p:cTn>
                                        <p:tgtEl>
                                          <p:spTgt spid="54"/>
                                        </p:tgtEl>
                                        <p:attrNameLst>
                                          <p:attrName>style.visibility</p:attrName>
                                        </p:attrNameLst>
                                      </p:cBhvr>
                                      <p:to>
                                        <p:strVal val="visible"/>
                                      </p:to>
                                    </p:set>
                                    <p:anim calcmode="lin" valueType="num">
                                      <p:cBhvr additive="base">
                                        <p:cTn id="139" dur="500" fill="hold"/>
                                        <p:tgtEl>
                                          <p:spTgt spid="54"/>
                                        </p:tgtEl>
                                        <p:attrNameLst>
                                          <p:attrName>ppt_x</p:attrName>
                                        </p:attrNameLst>
                                      </p:cBhvr>
                                      <p:tavLst>
                                        <p:tav tm="0">
                                          <p:val>
                                            <p:strVal val="#ppt_x"/>
                                          </p:val>
                                        </p:tav>
                                        <p:tav tm="100000">
                                          <p:val>
                                            <p:strVal val="#ppt_x"/>
                                          </p:val>
                                        </p:tav>
                                      </p:tavLst>
                                    </p:anim>
                                    <p:anim calcmode="lin" valueType="num">
                                      <p:cBhvr additive="base">
                                        <p:cTn id="140" dur="500" fill="hold"/>
                                        <p:tgtEl>
                                          <p:spTgt spid="54"/>
                                        </p:tgtEl>
                                        <p:attrNameLst>
                                          <p:attrName>ppt_y</p:attrName>
                                        </p:attrNameLst>
                                      </p:cBhvr>
                                      <p:tavLst>
                                        <p:tav tm="0">
                                          <p:val>
                                            <p:strVal val="1+#ppt_h/2"/>
                                          </p:val>
                                        </p:tav>
                                        <p:tav tm="100000">
                                          <p:val>
                                            <p:strVal val="#ppt_y"/>
                                          </p:val>
                                        </p:tav>
                                      </p:tavLst>
                                    </p:anim>
                                  </p:childTnLst>
                                </p:cTn>
                              </p:par>
                              <p:par>
                                <p:cTn id="141" presetID="2" presetClass="entr" presetSubtype="4" fill="hold" grpId="0" nodeType="withEffect">
                                  <p:stCondLst>
                                    <p:cond delay="0"/>
                                  </p:stCondLst>
                                  <p:childTnLst>
                                    <p:set>
                                      <p:cBhvr>
                                        <p:cTn id="142" dur="1" fill="hold">
                                          <p:stCondLst>
                                            <p:cond delay="0"/>
                                          </p:stCondLst>
                                        </p:cTn>
                                        <p:tgtEl>
                                          <p:spTgt spid="55"/>
                                        </p:tgtEl>
                                        <p:attrNameLst>
                                          <p:attrName>style.visibility</p:attrName>
                                        </p:attrNameLst>
                                      </p:cBhvr>
                                      <p:to>
                                        <p:strVal val="visible"/>
                                      </p:to>
                                    </p:set>
                                    <p:anim calcmode="lin" valueType="num">
                                      <p:cBhvr additive="base">
                                        <p:cTn id="143" dur="500" fill="hold"/>
                                        <p:tgtEl>
                                          <p:spTgt spid="55"/>
                                        </p:tgtEl>
                                        <p:attrNameLst>
                                          <p:attrName>ppt_x</p:attrName>
                                        </p:attrNameLst>
                                      </p:cBhvr>
                                      <p:tavLst>
                                        <p:tav tm="0">
                                          <p:val>
                                            <p:strVal val="#ppt_x"/>
                                          </p:val>
                                        </p:tav>
                                        <p:tav tm="100000">
                                          <p:val>
                                            <p:strVal val="#ppt_x"/>
                                          </p:val>
                                        </p:tav>
                                      </p:tavLst>
                                    </p:anim>
                                    <p:anim calcmode="lin" valueType="num">
                                      <p:cBhvr additive="base">
                                        <p:cTn id="144" dur="500" fill="hold"/>
                                        <p:tgtEl>
                                          <p:spTgt spid="55"/>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56"/>
                                        </p:tgtEl>
                                        <p:attrNameLst>
                                          <p:attrName>style.visibility</p:attrName>
                                        </p:attrNameLst>
                                      </p:cBhvr>
                                      <p:to>
                                        <p:strVal val="visible"/>
                                      </p:to>
                                    </p:set>
                                    <p:anim calcmode="lin" valueType="num">
                                      <p:cBhvr additive="base">
                                        <p:cTn id="147" dur="500" fill="hold"/>
                                        <p:tgtEl>
                                          <p:spTgt spid="56"/>
                                        </p:tgtEl>
                                        <p:attrNameLst>
                                          <p:attrName>ppt_x</p:attrName>
                                        </p:attrNameLst>
                                      </p:cBhvr>
                                      <p:tavLst>
                                        <p:tav tm="0">
                                          <p:val>
                                            <p:strVal val="#ppt_x"/>
                                          </p:val>
                                        </p:tav>
                                        <p:tav tm="100000">
                                          <p:val>
                                            <p:strVal val="#ppt_x"/>
                                          </p:val>
                                        </p:tav>
                                      </p:tavLst>
                                    </p:anim>
                                    <p:anim calcmode="lin" valueType="num">
                                      <p:cBhvr additive="base">
                                        <p:cTn id="148" dur="500" fill="hold"/>
                                        <p:tgtEl>
                                          <p:spTgt spid="56"/>
                                        </p:tgtEl>
                                        <p:attrNameLst>
                                          <p:attrName>ppt_y</p:attrName>
                                        </p:attrNameLst>
                                      </p:cBhvr>
                                      <p:tavLst>
                                        <p:tav tm="0">
                                          <p:val>
                                            <p:strVal val="1+#ppt_h/2"/>
                                          </p:val>
                                        </p:tav>
                                        <p:tav tm="100000">
                                          <p:val>
                                            <p:strVal val="#ppt_y"/>
                                          </p:val>
                                        </p:tav>
                                      </p:tavLst>
                                    </p:anim>
                                  </p:childTnLst>
                                </p:cTn>
                              </p:par>
                              <p:par>
                                <p:cTn id="149" presetID="2" presetClass="entr" presetSubtype="4" fill="hold" grpId="0" nodeType="withEffect">
                                  <p:stCondLst>
                                    <p:cond delay="0"/>
                                  </p:stCondLst>
                                  <p:childTnLst>
                                    <p:set>
                                      <p:cBhvr>
                                        <p:cTn id="150" dur="1" fill="hold">
                                          <p:stCondLst>
                                            <p:cond delay="0"/>
                                          </p:stCondLst>
                                        </p:cTn>
                                        <p:tgtEl>
                                          <p:spTgt spid="57"/>
                                        </p:tgtEl>
                                        <p:attrNameLst>
                                          <p:attrName>style.visibility</p:attrName>
                                        </p:attrNameLst>
                                      </p:cBhvr>
                                      <p:to>
                                        <p:strVal val="visible"/>
                                      </p:to>
                                    </p:set>
                                    <p:anim calcmode="lin" valueType="num">
                                      <p:cBhvr additive="base">
                                        <p:cTn id="151" dur="500" fill="hold"/>
                                        <p:tgtEl>
                                          <p:spTgt spid="57"/>
                                        </p:tgtEl>
                                        <p:attrNameLst>
                                          <p:attrName>ppt_x</p:attrName>
                                        </p:attrNameLst>
                                      </p:cBhvr>
                                      <p:tavLst>
                                        <p:tav tm="0">
                                          <p:val>
                                            <p:strVal val="#ppt_x"/>
                                          </p:val>
                                        </p:tav>
                                        <p:tav tm="100000">
                                          <p:val>
                                            <p:strVal val="#ppt_x"/>
                                          </p:val>
                                        </p:tav>
                                      </p:tavLst>
                                    </p:anim>
                                    <p:anim calcmode="lin" valueType="num">
                                      <p:cBhvr additive="base">
                                        <p:cTn id="152" dur="500" fill="hold"/>
                                        <p:tgtEl>
                                          <p:spTgt spid="57"/>
                                        </p:tgtEl>
                                        <p:attrNameLst>
                                          <p:attrName>ppt_y</p:attrName>
                                        </p:attrNameLst>
                                      </p:cBhvr>
                                      <p:tavLst>
                                        <p:tav tm="0">
                                          <p:val>
                                            <p:strVal val="1+#ppt_h/2"/>
                                          </p:val>
                                        </p:tav>
                                        <p:tav tm="100000">
                                          <p:val>
                                            <p:strVal val="#ppt_y"/>
                                          </p:val>
                                        </p:tav>
                                      </p:tavLst>
                                    </p:anim>
                                  </p:childTnLst>
                                </p:cTn>
                              </p:par>
                              <p:par>
                                <p:cTn id="153" presetID="2" presetClass="entr" presetSubtype="4" fill="hold" grpId="0" nodeType="withEffect">
                                  <p:stCondLst>
                                    <p:cond delay="0"/>
                                  </p:stCondLst>
                                  <p:childTnLst>
                                    <p:set>
                                      <p:cBhvr>
                                        <p:cTn id="154" dur="1" fill="hold">
                                          <p:stCondLst>
                                            <p:cond delay="0"/>
                                          </p:stCondLst>
                                        </p:cTn>
                                        <p:tgtEl>
                                          <p:spTgt spid="58"/>
                                        </p:tgtEl>
                                        <p:attrNameLst>
                                          <p:attrName>style.visibility</p:attrName>
                                        </p:attrNameLst>
                                      </p:cBhvr>
                                      <p:to>
                                        <p:strVal val="visible"/>
                                      </p:to>
                                    </p:set>
                                    <p:anim calcmode="lin" valueType="num">
                                      <p:cBhvr additive="base">
                                        <p:cTn id="155" dur="500" fill="hold"/>
                                        <p:tgtEl>
                                          <p:spTgt spid="58"/>
                                        </p:tgtEl>
                                        <p:attrNameLst>
                                          <p:attrName>ppt_x</p:attrName>
                                        </p:attrNameLst>
                                      </p:cBhvr>
                                      <p:tavLst>
                                        <p:tav tm="0">
                                          <p:val>
                                            <p:strVal val="#ppt_x"/>
                                          </p:val>
                                        </p:tav>
                                        <p:tav tm="100000">
                                          <p:val>
                                            <p:strVal val="#ppt_x"/>
                                          </p:val>
                                        </p:tav>
                                      </p:tavLst>
                                    </p:anim>
                                    <p:anim calcmode="lin" valueType="num">
                                      <p:cBhvr additive="base">
                                        <p:cTn id="156" dur="500" fill="hold"/>
                                        <p:tgtEl>
                                          <p:spTgt spid="58"/>
                                        </p:tgtEl>
                                        <p:attrNameLst>
                                          <p:attrName>ppt_y</p:attrName>
                                        </p:attrNameLst>
                                      </p:cBhvr>
                                      <p:tavLst>
                                        <p:tav tm="0">
                                          <p:val>
                                            <p:strVal val="1+#ppt_h/2"/>
                                          </p:val>
                                        </p:tav>
                                        <p:tav tm="100000">
                                          <p:val>
                                            <p:strVal val="#ppt_y"/>
                                          </p:val>
                                        </p:tav>
                                      </p:tavLst>
                                    </p:anim>
                                  </p:childTnLst>
                                </p:cTn>
                              </p:par>
                              <p:par>
                                <p:cTn id="157" presetID="2" presetClass="entr" presetSubtype="4" fill="hold" grpId="0" nodeType="withEffect">
                                  <p:stCondLst>
                                    <p:cond delay="0"/>
                                  </p:stCondLst>
                                  <p:childTnLst>
                                    <p:set>
                                      <p:cBhvr>
                                        <p:cTn id="158" dur="1" fill="hold">
                                          <p:stCondLst>
                                            <p:cond delay="0"/>
                                          </p:stCondLst>
                                        </p:cTn>
                                        <p:tgtEl>
                                          <p:spTgt spid="59"/>
                                        </p:tgtEl>
                                        <p:attrNameLst>
                                          <p:attrName>style.visibility</p:attrName>
                                        </p:attrNameLst>
                                      </p:cBhvr>
                                      <p:to>
                                        <p:strVal val="visible"/>
                                      </p:to>
                                    </p:set>
                                    <p:anim calcmode="lin" valueType="num">
                                      <p:cBhvr additive="base">
                                        <p:cTn id="159" dur="500" fill="hold"/>
                                        <p:tgtEl>
                                          <p:spTgt spid="59"/>
                                        </p:tgtEl>
                                        <p:attrNameLst>
                                          <p:attrName>ppt_x</p:attrName>
                                        </p:attrNameLst>
                                      </p:cBhvr>
                                      <p:tavLst>
                                        <p:tav tm="0">
                                          <p:val>
                                            <p:strVal val="#ppt_x"/>
                                          </p:val>
                                        </p:tav>
                                        <p:tav tm="100000">
                                          <p:val>
                                            <p:strVal val="#ppt_x"/>
                                          </p:val>
                                        </p:tav>
                                      </p:tavLst>
                                    </p:anim>
                                    <p:anim calcmode="lin" valueType="num">
                                      <p:cBhvr additive="base">
                                        <p:cTn id="160" dur="500" fill="hold"/>
                                        <p:tgtEl>
                                          <p:spTgt spid="59"/>
                                        </p:tgtEl>
                                        <p:attrNameLst>
                                          <p:attrName>ppt_y</p:attrName>
                                        </p:attrNameLst>
                                      </p:cBhvr>
                                      <p:tavLst>
                                        <p:tav tm="0">
                                          <p:val>
                                            <p:strVal val="1+#ppt_h/2"/>
                                          </p:val>
                                        </p:tav>
                                        <p:tav tm="100000">
                                          <p:val>
                                            <p:strVal val="#ppt_y"/>
                                          </p:val>
                                        </p:tav>
                                      </p:tavLst>
                                    </p:anim>
                                  </p:childTnLst>
                                </p:cTn>
                              </p:par>
                              <p:par>
                                <p:cTn id="161" presetID="2" presetClass="entr" presetSubtype="4" fill="hold" grpId="0" nodeType="withEffect">
                                  <p:stCondLst>
                                    <p:cond delay="0"/>
                                  </p:stCondLst>
                                  <p:childTnLst>
                                    <p:set>
                                      <p:cBhvr>
                                        <p:cTn id="162" dur="1" fill="hold">
                                          <p:stCondLst>
                                            <p:cond delay="0"/>
                                          </p:stCondLst>
                                        </p:cTn>
                                        <p:tgtEl>
                                          <p:spTgt spid="60"/>
                                        </p:tgtEl>
                                        <p:attrNameLst>
                                          <p:attrName>style.visibility</p:attrName>
                                        </p:attrNameLst>
                                      </p:cBhvr>
                                      <p:to>
                                        <p:strVal val="visible"/>
                                      </p:to>
                                    </p:set>
                                    <p:anim calcmode="lin" valueType="num">
                                      <p:cBhvr additive="base">
                                        <p:cTn id="163" dur="500" fill="hold"/>
                                        <p:tgtEl>
                                          <p:spTgt spid="60"/>
                                        </p:tgtEl>
                                        <p:attrNameLst>
                                          <p:attrName>ppt_x</p:attrName>
                                        </p:attrNameLst>
                                      </p:cBhvr>
                                      <p:tavLst>
                                        <p:tav tm="0">
                                          <p:val>
                                            <p:strVal val="#ppt_x"/>
                                          </p:val>
                                        </p:tav>
                                        <p:tav tm="100000">
                                          <p:val>
                                            <p:strVal val="#ppt_x"/>
                                          </p:val>
                                        </p:tav>
                                      </p:tavLst>
                                    </p:anim>
                                    <p:anim calcmode="lin" valueType="num">
                                      <p:cBhvr additive="base">
                                        <p:cTn id="164" dur="500" fill="hold"/>
                                        <p:tgtEl>
                                          <p:spTgt spid="60"/>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61"/>
                                        </p:tgtEl>
                                        <p:attrNameLst>
                                          <p:attrName>style.visibility</p:attrName>
                                        </p:attrNameLst>
                                      </p:cBhvr>
                                      <p:to>
                                        <p:strVal val="visible"/>
                                      </p:to>
                                    </p:set>
                                    <p:anim calcmode="lin" valueType="num">
                                      <p:cBhvr additive="base">
                                        <p:cTn id="167" dur="500" fill="hold"/>
                                        <p:tgtEl>
                                          <p:spTgt spid="61"/>
                                        </p:tgtEl>
                                        <p:attrNameLst>
                                          <p:attrName>ppt_x</p:attrName>
                                        </p:attrNameLst>
                                      </p:cBhvr>
                                      <p:tavLst>
                                        <p:tav tm="0">
                                          <p:val>
                                            <p:strVal val="#ppt_x"/>
                                          </p:val>
                                        </p:tav>
                                        <p:tav tm="100000">
                                          <p:val>
                                            <p:strVal val="#ppt_x"/>
                                          </p:val>
                                        </p:tav>
                                      </p:tavLst>
                                    </p:anim>
                                    <p:anim calcmode="lin" valueType="num">
                                      <p:cBhvr additive="base">
                                        <p:cTn id="168" dur="500" fill="hold"/>
                                        <p:tgtEl>
                                          <p:spTgt spid="61"/>
                                        </p:tgtEl>
                                        <p:attrNameLst>
                                          <p:attrName>ppt_y</p:attrName>
                                        </p:attrNameLst>
                                      </p:cBhvr>
                                      <p:tavLst>
                                        <p:tav tm="0">
                                          <p:val>
                                            <p:strVal val="1+#ppt_h/2"/>
                                          </p:val>
                                        </p:tav>
                                        <p:tav tm="100000">
                                          <p:val>
                                            <p:strVal val="#ppt_y"/>
                                          </p:val>
                                        </p:tav>
                                      </p:tavLst>
                                    </p:anim>
                                  </p:childTnLst>
                                </p:cTn>
                              </p:par>
                              <p:par>
                                <p:cTn id="169" presetID="2" presetClass="entr" presetSubtype="4" fill="hold" grpId="0" nodeType="withEffect">
                                  <p:stCondLst>
                                    <p:cond delay="0"/>
                                  </p:stCondLst>
                                  <p:childTnLst>
                                    <p:set>
                                      <p:cBhvr>
                                        <p:cTn id="170" dur="1" fill="hold">
                                          <p:stCondLst>
                                            <p:cond delay="0"/>
                                          </p:stCondLst>
                                        </p:cTn>
                                        <p:tgtEl>
                                          <p:spTgt spid="70"/>
                                        </p:tgtEl>
                                        <p:attrNameLst>
                                          <p:attrName>style.visibility</p:attrName>
                                        </p:attrNameLst>
                                      </p:cBhvr>
                                      <p:to>
                                        <p:strVal val="visible"/>
                                      </p:to>
                                    </p:set>
                                    <p:anim calcmode="lin" valueType="num">
                                      <p:cBhvr additive="base">
                                        <p:cTn id="171" dur="500" fill="hold"/>
                                        <p:tgtEl>
                                          <p:spTgt spid="70"/>
                                        </p:tgtEl>
                                        <p:attrNameLst>
                                          <p:attrName>ppt_x</p:attrName>
                                        </p:attrNameLst>
                                      </p:cBhvr>
                                      <p:tavLst>
                                        <p:tav tm="0">
                                          <p:val>
                                            <p:strVal val="#ppt_x"/>
                                          </p:val>
                                        </p:tav>
                                        <p:tav tm="100000">
                                          <p:val>
                                            <p:strVal val="#ppt_x"/>
                                          </p:val>
                                        </p:tav>
                                      </p:tavLst>
                                    </p:anim>
                                    <p:anim calcmode="lin" valueType="num">
                                      <p:cBhvr additive="base">
                                        <p:cTn id="17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grpId="0" nodeType="clickEffect">
                                  <p:stCondLst>
                                    <p:cond delay="0"/>
                                  </p:stCondLst>
                                  <p:childTnLst>
                                    <p:set>
                                      <p:cBhvr>
                                        <p:cTn id="176" dur="1" fill="hold">
                                          <p:stCondLst>
                                            <p:cond delay="0"/>
                                          </p:stCondLst>
                                        </p:cTn>
                                        <p:tgtEl>
                                          <p:spTgt spid="5"/>
                                        </p:tgtEl>
                                        <p:attrNameLst>
                                          <p:attrName>style.visibility</p:attrName>
                                        </p:attrNameLst>
                                      </p:cBhvr>
                                      <p:to>
                                        <p:strVal val="visible"/>
                                      </p:to>
                                    </p:set>
                                    <p:anim calcmode="lin" valueType="num">
                                      <p:cBhvr additive="base">
                                        <p:cTn id="177" dur="500" fill="hold"/>
                                        <p:tgtEl>
                                          <p:spTgt spid="5"/>
                                        </p:tgtEl>
                                        <p:attrNameLst>
                                          <p:attrName>ppt_x</p:attrName>
                                        </p:attrNameLst>
                                      </p:cBhvr>
                                      <p:tavLst>
                                        <p:tav tm="0">
                                          <p:val>
                                            <p:strVal val="#ppt_x"/>
                                          </p:val>
                                        </p:tav>
                                        <p:tav tm="100000">
                                          <p:val>
                                            <p:strVal val="#ppt_x"/>
                                          </p:val>
                                        </p:tav>
                                      </p:tavLst>
                                    </p:anim>
                                    <p:anim calcmode="lin" valueType="num">
                                      <p:cBhvr additive="base">
                                        <p:cTn id="178" dur="500" fill="hold"/>
                                        <p:tgtEl>
                                          <p:spTgt spid="5"/>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6"/>
                                        </p:tgtEl>
                                        <p:attrNameLst>
                                          <p:attrName>style.visibility</p:attrName>
                                        </p:attrNameLst>
                                      </p:cBhvr>
                                      <p:to>
                                        <p:strVal val="visible"/>
                                      </p:to>
                                    </p:set>
                                    <p:anim calcmode="lin" valueType="num">
                                      <p:cBhvr additive="base">
                                        <p:cTn id="181" dur="500" fill="hold"/>
                                        <p:tgtEl>
                                          <p:spTgt spid="6"/>
                                        </p:tgtEl>
                                        <p:attrNameLst>
                                          <p:attrName>ppt_x</p:attrName>
                                        </p:attrNameLst>
                                      </p:cBhvr>
                                      <p:tavLst>
                                        <p:tav tm="0">
                                          <p:val>
                                            <p:strVal val="#ppt_x"/>
                                          </p:val>
                                        </p:tav>
                                        <p:tav tm="100000">
                                          <p:val>
                                            <p:strVal val="#ppt_x"/>
                                          </p:val>
                                        </p:tav>
                                      </p:tavLst>
                                    </p:anim>
                                    <p:anim calcmode="lin" valueType="num">
                                      <p:cBhvr additive="base">
                                        <p:cTn id="182" dur="500" fill="hold"/>
                                        <p:tgtEl>
                                          <p:spTgt spid="6"/>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7"/>
                                        </p:tgtEl>
                                        <p:attrNameLst>
                                          <p:attrName>style.visibility</p:attrName>
                                        </p:attrNameLst>
                                      </p:cBhvr>
                                      <p:to>
                                        <p:strVal val="visible"/>
                                      </p:to>
                                    </p:set>
                                    <p:anim calcmode="lin" valueType="num">
                                      <p:cBhvr additive="base">
                                        <p:cTn id="185" dur="500" fill="hold"/>
                                        <p:tgtEl>
                                          <p:spTgt spid="7"/>
                                        </p:tgtEl>
                                        <p:attrNameLst>
                                          <p:attrName>ppt_x</p:attrName>
                                        </p:attrNameLst>
                                      </p:cBhvr>
                                      <p:tavLst>
                                        <p:tav tm="0">
                                          <p:val>
                                            <p:strVal val="#ppt_x"/>
                                          </p:val>
                                        </p:tav>
                                        <p:tav tm="100000">
                                          <p:val>
                                            <p:strVal val="#ppt_x"/>
                                          </p:val>
                                        </p:tav>
                                      </p:tavLst>
                                    </p:anim>
                                    <p:anim calcmode="lin" valueType="num">
                                      <p:cBhvr additive="base">
                                        <p:cTn id="186" dur="500" fill="hold"/>
                                        <p:tgtEl>
                                          <p:spTgt spid="7"/>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8"/>
                                        </p:tgtEl>
                                        <p:attrNameLst>
                                          <p:attrName>style.visibility</p:attrName>
                                        </p:attrNameLst>
                                      </p:cBhvr>
                                      <p:to>
                                        <p:strVal val="visible"/>
                                      </p:to>
                                    </p:set>
                                    <p:anim calcmode="lin" valueType="num">
                                      <p:cBhvr additive="base">
                                        <p:cTn id="189" dur="500" fill="hold"/>
                                        <p:tgtEl>
                                          <p:spTgt spid="8"/>
                                        </p:tgtEl>
                                        <p:attrNameLst>
                                          <p:attrName>ppt_x</p:attrName>
                                        </p:attrNameLst>
                                      </p:cBhvr>
                                      <p:tavLst>
                                        <p:tav tm="0">
                                          <p:val>
                                            <p:strVal val="#ppt_x"/>
                                          </p:val>
                                        </p:tav>
                                        <p:tav tm="100000">
                                          <p:val>
                                            <p:strVal val="#ppt_x"/>
                                          </p:val>
                                        </p:tav>
                                      </p:tavLst>
                                    </p:anim>
                                    <p:anim calcmode="lin" valueType="num">
                                      <p:cBhvr additive="base">
                                        <p:cTn id="190" dur="500" fill="hold"/>
                                        <p:tgtEl>
                                          <p:spTgt spid="8"/>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9"/>
                                        </p:tgtEl>
                                        <p:attrNameLst>
                                          <p:attrName>style.visibility</p:attrName>
                                        </p:attrNameLst>
                                      </p:cBhvr>
                                      <p:to>
                                        <p:strVal val="visible"/>
                                      </p:to>
                                    </p:set>
                                    <p:anim calcmode="lin" valueType="num">
                                      <p:cBhvr additive="base">
                                        <p:cTn id="193" dur="500" fill="hold"/>
                                        <p:tgtEl>
                                          <p:spTgt spid="9"/>
                                        </p:tgtEl>
                                        <p:attrNameLst>
                                          <p:attrName>ppt_x</p:attrName>
                                        </p:attrNameLst>
                                      </p:cBhvr>
                                      <p:tavLst>
                                        <p:tav tm="0">
                                          <p:val>
                                            <p:strVal val="#ppt_x"/>
                                          </p:val>
                                        </p:tav>
                                        <p:tav tm="100000">
                                          <p:val>
                                            <p:strVal val="#ppt_x"/>
                                          </p:val>
                                        </p:tav>
                                      </p:tavLst>
                                    </p:anim>
                                    <p:anim calcmode="lin" valueType="num">
                                      <p:cBhvr additive="base">
                                        <p:cTn id="194" dur="500" fill="hold"/>
                                        <p:tgtEl>
                                          <p:spTgt spid="9"/>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14"/>
                                        </p:tgtEl>
                                        <p:attrNameLst>
                                          <p:attrName>style.visibility</p:attrName>
                                        </p:attrNameLst>
                                      </p:cBhvr>
                                      <p:to>
                                        <p:strVal val="visible"/>
                                      </p:to>
                                    </p:set>
                                    <p:anim calcmode="lin" valueType="num">
                                      <p:cBhvr additive="base">
                                        <p:cTn id="197" dur="500" fill="hold"/>
                                        <p:tgtEl>
                                          <p:spTgt spid="14"/>
                                        </p:tgtEl>
                                        <p:attrNameLst>
                                          <p:attrName>ppt_x</p:attrName>
                                        </p:attrNameLst>
                                      </p:cBhvr>
                                      <p:tavLst>
                                        <p:tav tm="0">
                                          <p:val>
                                            <p:strVal val="#ppt_x"/>
                                          </p:val>
                                        </p:tav>
                                        <p:tav tm="100000">
                                          <p:val>
                                            <p:strVal val="#ppt_x"/>
                                          </p:val>
                                        </p:tav>
                                      </p:tavLst>
                                    </p:anim>
                                    <p:anim calcmode="lin" valueType="num">
                                      <p:cBhvr additive="base">
                                        <p:cTn id="198" dur="500" fill="hold"/>
                                        <p:tgtEl>
                                          <p:spTgt spid="14"/>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15"/>
                                        </p:tgtEl>
                                        <p:attrNameLst>
                                          <p:attrName>style.visibility</p:attrName>
                                        </p:attrNameLst>
                                      </p:cBhvr>
                                      <p:to>
                                        <p:strVal val="visible"/>
                                      </p:to>
                                    </p:set>
                                    <p:anim calcmode="lin" valueType="num">
                                      <p:cBhvr additive="base">
                                        <p:cTn id="201" dur="500" fill="hold"/>
                                        <p:tgtEl>
                                          <p:spTgt spid="15"/>
                                        </p:tgtEl>
                                        <p:attrNameLst>
                                          <p:attrName>ppt_x</p:attrName>
                                        </p:attrNameLst>
                                      </p:cBhvr>
                                      <p:tavLst>
                                        <p:tav tm="0">
                                          <p:val>
                                            <p:strVal val="#ppt_x"/>
                                          </p:val>
                                        </p:tav>
                                        <p:tav tm="100000">
                                          <p:val>
                                            <p:strVal val="#ppt_x"/>
                                          </p:val>
                                        </p:tav>
                                      </p:tavLst>
                                    </p:anim>
                                    <p:anim calcmode="lin" valueType="num">
                                      <p:cBhvr additive="base">
                                        <p:cTn id="202" dur="500" fill="hold"/>
                                        <p:tgtEl>
                                          <p:spTgt spid="15"/>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16"/>
                                        </p:tgtEl>
                                        <p:attrNameLst>
                                          <p:attrName>style.visibility</p:attrName>
                                        </p:attrNameLst>
                                      </p:cBhvr>
                                      <p:to>
                                        <p:strVal val="visible"/>
                                      </p:to>
                                    </p:set>
                                    <p:anim calcmode="lin" valueType="num">
                                      <p:cBhvr additive="base">
                                        <p:cTn id="205" dur="500" fill="hold"/>
                                        <p:tgtEl>
                                          <p:spTgt spid="16"/>
                                        </p:tgtEl>
                                        <p:attrNameLst>
                                          <p:attrName>ppt_x</p:attrName>
                                        </p:attrNameLst>
                                      </p:cBhvr>
                                      <p:tavLst>
                                        <p:tav tm="0">
                                          <p:val>
                                            <p:strVal val="#ppt_x"/>
                                          </p:val>
                                        </p:tav>
                                        <p:tav tm="100000">
                                          <p:val>
                                            <p:strVal val="#ppt_x"/>
                                          </p:val>
                                        </p:tav>
                                      </p:tavLst>
                                    </p:anim>
                                    <p:anim calcmode="lin" valueType="num">
                                      <p:cBhvr additive="base">
                                        <p:cTn id="206" dur="500" fill="hold"/>
                                        <p:tgtEl>
                                          <p:spTgt spid="16"/>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17"/>
                                        </p:tgtEl>
                                        <p:attrNameLst>
                                          <p:attrName>style.visibility</p:attrName>
                                        </p:attrNameLst>
                                      </p:cBhvr>
                                      <p:to>
                                        <p:strVal val="visible"/>
                                      </p:to>
                                    </p:set>
                                    <p:anim calcmode="lin" valueType="num">
                                      <p:cBhvr additive="base">
                                        <p:cTn id="209" dur="500" fill="hold"/>
                                        <p:tgtEl>
                                          <p:spTgt spid="17"/>
                                        </p:tgtEl>
                                        <p:attrNameLst>
                                          <p:attrName>ppt_x</p:attrName>
                                        </p:attrNameLst>
                                      </p:cBhvr>
                                      <p:tavLst>
                                        <p:tav tm="0">
                                          <p:val>
                                            <p:strVal val="#ppt_x"/>
                                          </p:val>
                                        </p:tav>
                                        <p:tav tm="100000">
                                          <p:val>
                                            <p:strVal val="#ppt_x"/>
                                          </p:val>
                                        </p:tav>
                                      </p:tavLst>
                                    </p:anim>
                                    <p:anim calcmode="lin" valueType="num">
                                      <p:cBhvr additive="base">
                                        <p:cTn id="210" dur="500" fill="hold"/>
                                        <p:tgtEl>
                                          <p:spTgt spid="17"/>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34"/>
                                        </p:tgtEl>
                                        <p:attrNameLst>
                                          <p:attrName>style.visibility</p:attrName>
                                        </p:attrNameLst>
                                      </p:cBhvr>
                                      <p:to>
                                        <p:strVal val="visible"/>
                                      </p:to>
                                    </p:set>
                                    <p:anim calcmode="lin" valueType="num">
                                      <p:cBhvr additive="base">
                                        <p:cTn id="213" dur="500" fill="hold"/>
                                        <p:tgtEl>
                                          <p:spTgt spid="34"/>
                                        </p:tgtEl>
                                        <p:attrNameLst>
                                          <p:attrName>ppt_x</p:attrName>
                                        </p:attrNameLst>
                                      </p:cBhvr>
                                      <p:tavLst>
                                        <p:tav tm="0">
                                          <p:val>
                                            <p:strVal val="#ppt_x"/>
                                          </p:val>
                                        </p:tav>
                                        <p:tav tm="100000">
                                          <p:val>
                                            <p:strVal val="#ppt_x"/>
                                          </p:val>
                                        </p:tav>
                                      </p:tavLst>
                                    </p:anim>
                                    <p:anim calcmode="lin" valueType="num">
                                      <p:cBhvr additive="base">
                                        <p:cTn id="214" dur="500" fill="hold"/>
                                        <p:tgtEl>
                                          <p:spTgt spid="34"/>
                                        </p:tgtEl>
                                        <p:attrNameLst>
                                          <p:attrName>ppt_y</p:attrName>
                                        </p:attrNameLst>
                                      </p:cBhvr>
                                      <p:tavLst>
                                        <p:tav tm="0">
                                          <p:val>
                                            <p:strVal val="1+#ppt_h/2"/>
                                          </p:val>
                                        </p:tav>
                                        <p:tav tm="100000">
                                          <p:val>
                                            <p:strVal val="#ppt_y"/>
                                          </p:val>
                                        </p:tav>
                                      </p:tavLst>
                                    </p:anim>
                                  </p:childTnLst>
                                </p:cTn>
                              </p:par>
                              <p:par>
                                <p:cTn id="215" presetID="2" presetClass="entr" presetSubtype="4" fill="hold" grpId="0" nodeType="withEffect">
                                  <p:stCondLst>
                                    <p:cond delay="0"/>
                                  </p:stCondLst>
                                  <p:childTnLst>
                                    <p:set>
                                      <p:cBhvr>
                                        <p:cTn id="216" dur="1" fill="hold">
                                          <p:stCondLst>
                                            <p:cond delay="0"/>
                                          </p:stCondLst>
                                        </p:cTn>
                                        <p:tgtEl>
                                          <p:spTgt spid="35"/>
                                        </p:tgtEl>
                                        <p:attrNameLst>
                                          <p:attrName>style.visibility</p:attrName>
                                        </p:attrNameLst>
                                      </p:cBhvr>
                                      <p:to>
                                        <p:strVal val="visible"/>
                                      </p:to>
                                    </p:set>
                                    <p:anim calcmode="lin" valueType="num">
                                      <p:cBhvr additive="base">
                                        <p:cTn id="217" dur="500" fill="hold"/>
                                        <p:tgtEl>
                                          <p:spTgt spid="35"/>
                                        </p:tgtEl>
                                        <p:attrNameLst>
                                          <p:attrName>ppt_x</p:attrName>
                                        </p:attrNameLst>
                                      </p:cBhvr>
                                      <p:tavLst>
                                        <p:tav tm="0">
                                          <p:val>
                                            <p:strVal val="#ppt_x"/>
                                          </p:val>
                                        </p:tav>
                                        <p:tav tm="100000">
                                          <p:val>
                                            <p:strVal val="#ppt_x"/>
                                          </p:val>
                                        </p:tav>
                                      </p:tavLst>
                                    </p:anim>
                                    <p:anim calcmode="lin" valueType="num">
                                      <p:cBhvr additive="base">
                                        <p:cTn id="218" dur="500" fill="hold"/>
                                        <p:tgtEl>
                                          <p:spTgt spid="35"/>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36"/>
                                        </p:tgtEl>
                                        <p:attrNameLst>
                                          <p:attrName>style.visibility</p:attrName>
                                        </p:attrNameLst>
                                      </p:cBhvr>
                                      <p:to>
                                        <p:strVal val="visible"/>
                                      </p:to>
                                    </p:set>
                                    <p:anim calcmode="lin" valueType="num">
                                      <p:cBhvr additive="base">
                                        <p:cTn id="221" dur="500" fill="hold"/>
                                        <p:tgtEl>
                                          <p:spTgt spid="36"/>
                                        </p:tgtEl>
                                        <p:attrNameLst>
                                          <p:attrName>ppt_x</p:attrName>
                                        </p:attrNameLst>
                                      </p:cBhvr>
                                      <p:tavLst>
                                        <p:tav tm="0">
                                          <p:val>
                                            <p:strVal val="#ppt_x"/>
                                          </p:val>
                                        </p:tav>
                                        <p:tav tm="100000">
                                          <p:val>
                                            <p:strVal val="#ppt_x"/>
                                          </p:val>
                                        </p:tav>
                                      </p:tavLst>
                                    </p:anim>
                                    <p:anim calcmode="lin" valueType="num">
                                      <p:cBhvr additive="base">
                                        <p:cTn id="222" dur="500" fill="hold"/>
                                        <p:tgtEl>
                                          <p:spTgt spid="36"/>
                                        </p:tgtEl>
                                        <p:attrNameLst>
                                          <p:attrName>ppt_y</p:attrName>
                                        </p:attrNameLst>
                                      </p:cBhvr>
                                      <p:tavLst>
                                        <p:tav tm="0">
                                          <p:val>
                                            <p:strVal val="1+#ppt_h/2"/>
                                          </p:val>
                                        </p:tav>
                                        <p:tav tm="100000">
                                          <p:val>
                                            <p:strVal val="#ppt_y"/>
                                          </p:val>
                                        </p:tav>
                                      </p:tavLst>
                                    </p:anim>
                                  </p:childTnLst>
                                </p:cTn>
                              </p:par>
                              <p:par>
                                <p:cTn id="223" presetID="2" presetClass="entr" presetSubtype="4" fill="hold" grpId="0" nodeType="withEffect">
                                  <p:stCondLst>
                                    <p:cond delay="0"/>
                                  </p:stCondLst>
                                  <p:childTnLst>
                                    <p:set>
                                      <p:cBhvr>
                                        <p:cTn id="224" dur="1" fill="hold">
                                          <p:stCondLst>
                                            <p:cond delay="0"/>
                                          </p:stCondLst>
                                        </p:cTn>
                                        <p:tgtEl>
                                          <p:spTgt spid="37"/>
                                        </p:tgtEl>
                                        <p:attrNameLst>
                                          <p:attrName>style.visibility</p:attrName>
                                        </p:attrNameLst>
                                      </p:cBhvr>
                                      <p:to>
                                        <p:strVal val="visible"/>
                                      </p:to>
                                    </p:set>
                                    <p:anim calcmode="lin" valueType="num">
                                      <p:cBhvr additive="base">
                                        <p:cTn id="225" dur="500" fill="hold"/>
                                        <p:tgtEl>
                                          <p:spTgt spid="37"/>
                                        </p:tgtEl>
                                        <p:attrNameLst>
                                          <p:attrName>ppt_x</p:attrName>
                                        </p:attrNameLst>
                                      </p:cBhvr>
                                      <p:tavLst>
                                        <p:tav tm="0">
                                          <p:val>
                                            <p:strVal val="#ppt_x"/>
                                          </p:val>
                                        </p:tav>
                                        <p:tav tm="100000">
                                          <p:val>
                                            <p:strVal val="#ppt_x"/>
                                          </p:val>
                                        </p:tav>
                                      </p:tavLst>
                                    </p:anim>
                                    <p:anim calcmode="lin" valueType="num">
                                      <p:cBhvr additive="base">
                                        <p:cTn id="226" dur="500" fill="hold"/>
                                        <p:tgtEl>
                                          <p:spTgt spid="37"/>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38"/>
                                        </p:tgtEl>
                                        <p:attrNameLst>
                                          <p:attrName>style.visibility</p:attrName>
                                        </p:attrNameLst>
                                      </p:cBhvr>
                                      <p:to>
                                        <p:strVal val="visible"/>
                                      </p:to>
                                    </p:set>
                                    <p:anim calcmode="lin" valueType="num">
                                      <p:cBhvr additive="base">
                                        <p:cTn id="229" dur="500" fill="hold"/>
                                        <p:tgtEl>
                                          <p:spTgt spid="38"/>
                                        </p:tgtEl>
                                        <p:attrNameLst>
                                          <p:attrName>ppt_x</p:attrName>
                                        </p:attrNameLst>
                                      </p:cBhvr>
                                      <p:tavLst>
                                        <p:tav tm="0">
                                          <p:val>
                                            <p:strVal val="#ppt_x"/>
                                          </p:val>
                                        </p:tav>
                                        <p:tav tm="100000">
                                          <p:val>
                                            <p:strVal val="#ppt_x"/>
                                          </p:val>
                                        </p:tav>
                                      </p:tavLst>
                                    </p:anim>
                                    <p:anim calcmode="lin" valueType="num">
                                      <p:cBhvr additive="base">
                                        <p:cTn id="230" dur="500" fill="hold"/>
                                        <p:tgtEl>
                                          <p:spTgt spid="38"/>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39"/>
                                        </p:tgtEl>
                                        <p:attrNameLst>
                                          <p:attrName>style.visibility</p:attrName>
                                        </p:attrNameLst>
                                      </p:cBhvr>
                                      <p:to>
                                        <p:strVal val="visible"/>
                                      </p:to>
                                    </p:set>
                                    <p:anim calcmode="lin" valueType="num">
                                      <p:cBhvr additive="base">
                                        <p:cTn id="233" dur="500" fill="hold"/>
                                        <p:tgtEl>
                                          <p:spTgt spid="39"/>
                                        </p:tgtEl>
                                        <p:attrNameLst>
                                          <p:attrName>ppt_x</p:attrName>
                                        </p:attrNameLst>
                                      </p:cBhvr>
                                      <p:tavLst>
                                        <p:tav tm="0">
                                          <p:val>
                                            <p:strVal val="#ppt_x"/>
                                          </p:val>
                                        </p:tav>
                                        <p:tav tm="100000">
                                          <p:val>
                                            <p:strVal val="#ppt_x"/>
                                          </p:val>
                                        </p:tav>
                                      </p:tavLst>
                                    </p:anim>
                                    <p:anim calcmode="lin" valueType="num">
                                      <p:cBhvr additive="base">
                                        <p:cTn id="234" dur="500" fill="hold"/>
                                        <p:tgtEl>
                                          <p:spTgt spid="39"/>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40"/>
                                        </p:tgtEl>
                                        <p:attrNameLst>
                                          <p:attrName>style.visibility</p:attrName>
                                        </p:attrNameLst>
                                      </p:cBhvr>
                                      <p:to>
                                        <p:strVal val="visible"/>
                                      </p:to>
                                    </p:set>
                                    <p:anim calcmode="lin" valueType="num">
                                      <p:cBhvr additive="base">
                                        <p:cTn id="237" dur="500" fill="hold"/>
                                        <p:tgtEl>
                                          <p:spTgt spid="40"/>
                                        </p:tgtEl>
                                        <p:attrNameLst>
                                          <p:attrName>ppt_x</p:attrName>
                                        </p:attrNameLst>
                                      </p:cBhvr>
                                      <p:tavLst>
                                        <p:tav tm="0">
                                          <p:val>
                                            <p:strVal val="#ppt_x"/>
                                          </p:val>
                                        </p:tav>
                                        <p:tav tm="100000">
                                          <p:val>
                                            <p:strVal val="#ppt_x"/>
                                          </p:val>
                                        </p:tav>
                                      </p:tavLst>
                                    </p:anim>
                                    <p:anim calcmode="lin" valueType="num">
                                      <p:cBhvr additive="base">
                                        <p:cTn id="238" dur="500" fill="hold"/>
                                        <p:tgtEl>
                                          <p:spTgt spid="40"/>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41"/>
                                        </p:tgtEl>
                                        <p:attrNameLst>
                                          <p:attrName>style.visibility</p:attrName>
                                        </p:attrNameLst>
                                      </p:cBhvr>
                                      <p:to>
                                        <p:strVal val="visible"/>
                                      </p:to>
                                    </p:set>
                                    <p:anim calcmode="lin" valueType="num">
                                      <p:cBhvr additive="base">
                                        <p:cTn id="241" dur="500" fill="hold"/>
                                        <p:tgtEl>
                                          <p:spTgt spid="41"/>
                                        </p:tgtEl>
                                        <p:attrNameLst>
                                          <p:attrName>ppt_x</p:attrName>
                                        </p:attrNameLst>
                                      </p:cBhvr>
                                      <p:tavLst>
                                        <p:tav tm="0">
                                          <p:val>
                                            <p:strVal val="#ppt_x"/>
                                          </p:val>
                                        </p:tav>
                                        <p:tav tm="100000">
                                          <p:val>
                                            <p:strVal val="#ppt_x"/>
                                          </p:val>
                                        </p:tav>
                                      </p:tavLst>
                                    </p:anim>
                                    <p:anim calcmode="lin" valueType="num">
                                      <p:cBhvr additive="base">
                                        <p:cTn id="242" dur="500" fill="hold"/>
                                        <p:tgtEl>
                                          <p:spTgt spid="41"/>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62"/>
                                        </p:tgtEl>
                                        <p:attrNameLst>
                                          <p:attrName>style.visibility</p:attrName>
                                        </p:attrNameLst>
                                      </p:cBhvr>
                                      <p:to>
                                        <p:strVal val="visible"/>
                                      </p:to>
                                    </p:set>
                                    <p:anim calcmode="lin" valueType="num">
                                      <p:cBhvr additive="base">
                                        <p:cTn id="245" dur="500" fill="hold"/>
                                        <p:tgtEl>
                                          <p:spTgt spid="62"/>
                                        </p:tgtEl>
                                        <p:attrNameLst>
                                          <p:attrName>ppt_x</p:attrName>
                                        </p:attrNameLst>
                                      </p:cBhvr>
                                      <p:tavLst>
                                        <p:tav tm="0">
                                          <p:val>
                                            <p:strVal val="#ppt_x"/>
                                          </p:val>
                                        </p:tav>
                                        <p:tav tm="100000">
                                          <p:val>
                                            <p:strVal val="#ppt_x"/>
                                          </p:val>
                                        </p:tav>
                                      </p:tavLst>
                                    </p:anim>
                                    <p:anim calcmode="lin" valueType="num">
                                      <p:cBhvr additive="base">
                                        <p:cTn id="246" dur="500" fill="hold"/>
                                        <p:tgtEl>
                                          <p:spTgt spid="62"/>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63"/>
                                        </p:tgtEl>
                                        <p:attrNameLst>
                                          <p:attrName>style.visibility</p:attrName>
                                        </p:attrNameLst>
                                      </p:cBhvr>
                                      <p:to>
                                        <p:strVal val="visible"/>
                                      </p:to>
                                    </p:set>
                                    <p:anim calcmode="lin" valueType="num">
                                      <p:cBhvr additive="base">
                                        <p:cTn id="249" dur="500" fill="hold"/>
                                        <p:tgtEl>
                                          <p:spTgt spid="63"/>
                                        </p:tgtEl>
                                        <p:attrNameLst>
                                          <p:attrName>ppt_x</p:attrName>
                                        </p:attrNameLst>
                                      </p:cBhvr>
                                      <p:tavLst>
                                        <p:tav tm="0">
                                          <p:val>
                                            <p:strVal val="#ppt_x"/>
                                          </p:val>
                                        </p:tav>
                                        <p:tav tm="100000">
                                          <p:val>
                                            <p:strVal val="#ppt_x"/>
                                          </p:val>
                                        </p:tav>
                                      </p:tavLst>
                                    </p:anim>
                                    <p:anim calcmode="lin" valueType="num">
                                      <p:cBhvr additive="base">
                                        <p:cTn id="250" dur="500" fill="hold"/>
                                        <p:tgtEl>
                                          <p:spTgt spid="63"/>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64"/>
                                        </p:tgtEl>
                                        <p:attrNameLst>
                                          <p:attrName>style.visibility</p:attrName>
                                        </p:attrNameLst>
                                      </p:cBhvr>
                                      <p:to>
                                        <p:strVal val="visible"/>
                                      </p:to>
                                    </p:set>
                                    <p:anim calcmode="lin" valueType="num">
                                      <p:cBhvr additive="base">
                                        <p:cTn id="253" dur="500" fill="hold"/>
                                        <p:tgtEl>
                                          <p:spTgt spid="64"/>
                                        </p:tgtEl>
                                        <p:attrNameLst>
                                          <p:attrName>ppt_x</p:attrName>
                                        </p:attrNameLst>
                                      </p:cBhvr>
                                      <p:tavLst>
                                        <p:tav tm="0">
                                          <p:val>
                                            <p:strVal val="#ppt_x"/>
                                          </p:val>
                                        </p:tav>
                                        <p:tav tm="100000">
                                          <p:val>
                                            <p:strVal val="#ppt_x"/>
                                          </p:val>
                                        </p:tav>
                                      </p:tavLst>
                                    </p:anim>
                                    <p:anim calcmode="lin" valueType="num">
                                      <p:cBhvr additive="base">
                                        <p:cTn id="254" dur="500" fill="hold"/>
                                        <p:tgtEl>
                                          <p:spTgt spid="64"/>
                                        </p:tgtEl>
                                        <p:attrNameLst>
                                          <p:attrName>ppt_y</p:attrName>
                                        </p:attrNameLst>
                                      </p:cBhvr>
                                      <p:tavLst>
                                        <p:tav tm="0">
                                          <p:val>
                                            <p:strVal val="1+#ppt_h/2"/>
                                          </p:val>
                                        </p:tav>
                                        <p:tav tm="100000">
                                          <p:val>
                                            <p:strVal val="#ppt_y"/>
                                          </p:val>
                                        </p:tav>
                                      </p:tavLst>
                                    </p:anim>
                                  </p:childTnLst>
                                </p:cTn>
                              </p:par>
                              <p:par>
                                <p:cTn id="255" presetID="2" presetClass="entr" presetSubtype="4" fill="hold" grpId="0" nodeType="withEffect">
                                  <p:stCondLst>
                                    <p:cond delay="0"/>
                                  </p:stCondLst>
                                  <p:childTnLst>
                                    <p:set>
                                      <p:cBhvr>
                                        <p:cTn id="256" dur="1" fill="hold">
                                          <p:stCondLst>
                                            <p:cond delay="0"/>
                                          </p:stCondLst>
                                        </p:cTn>
                                        <p:tgtEl>
                                          <p:spTgt spid="65"/>
                                        </p:tgtEl>
                                        <p:attrNameLst>
                                          <p:attrName>style.visibility</p:attrName>
                                        </p:attrNameLst>
                                      </p:cBhvr>
                                      <p:to>
                                        <p:strVal val="visible"/>
                                      </p:to>
                                    </p:set>
                                    <p:anim calcmode="lin" valueType="num">
                                      <p:cBhvr additive="base">
                                        <p:cTn id="257" dur="500" fill="hold"/>
                                        <p:tgtEl>
                                          <p:spTgt spid="65"/>
                                        </p:tgtEl>
                                        <p:attrNameLst>
                                          <p:attrName>ppt_x</p:attrName>
                                        </p:attrNameLst>
                                      </p:cBhvr>
                                      <p:tavLst>
                                        <p:tav tm="0">
                                          <p:val>
                                            <p:strVal val="#ppt_x"/>
                                          </p:val>
                                        </p:tav>
                                        <p:tav tm="100000">
                                          <p:val>
                                            <p:strVal val="#ppt_x"/>
                                          </p:val>
                                        </p:tav>
                                      </p:tavLst>
                                    </p:anim>
                                    <p:anim calcmode="lin" valueType="num">
                                      <p:cBhvr additive="base">
                                        <p:cTn id="258" dur="500" fill="hold"/>
                                        <p:tgtEl>
                                          <p:spTgt spid="65"/>
                                        </p:tgtEl>
                                        <p:attrNameLst>
                                          <p:attrName>ppt_y</p:attrName>
                                        </p:attrNameLst>
                                      </p:cBhvr>
                                      <p:tavLst>
                                        <p:tav tm="0">
                                          <p:val>
                                            <p:strVal val="1+#ppt_h/2"/>
                                          </p:val>
                                        </p:tav>
                                        <p:tav tm="100000">
                                          <p:val>
                                            <p:strVal val="#ppt_y"/>
                                          </p:val>
                                        </p:tav>
                                      </p:tavLst>
                                    </p:anim>
                                  </p:childTnLst>
                                </p:cTn>
                              </p:par>
                              <p:par>
                                <p:cTn id="259" presetID="2" presetClass="entr" presetSubtype="4" fill="hold" grpId="0" nodeType="withEffect">
                                  <p:stCondLst>
                                    <p:cond delay="0"/>
                                  </p:stCondLst>
                                  <p:childTnLst>
                                    <p:set>
                                      <p:cBhvr>
                                        <p:cTn id="260" dur="1" fill="hold">
                                          <p:stCondLst>
                                            <p:cond delay="0"/>
                                          </p:stCondLst>
                                        </p:cTn>
                                        <p:tgtEl>
                                          <p:spTgt spid="66"/>
                                        </p:tgtEl>
                                        <p:attrNameLst>
                                          <p:attrName>style.visibility</p:attrName>
                                        </p:attrNameLst>
                                      </p:cBhvr>
                                      <p:to>
                                        <p:strVal val="visible"/>
                                      </p:to>
                                    </p:set>
                                    <p:anim calcmode="lin" valueType="num">
                                      <p:cBhvr additive="base">
                                        <p:cTn id="261" dur="500" fill="hold"/>
                                        <p:tgtEl>
                                          <p:spTgt spid="66"/>
                                        </p:tgtEl>
                                        <p:attrNameLst>
                                          <p:attrName>ppt_x</p:attrName>
                                        </p:attrNameLst>
                                      </p:cBhvr>
                                      <p:tavLst>
                                        <p:tav tm="0">
                                          <p:val>
                                            <p:strVal val="#ppt_x"/>
                                          </p:val>
                                        </p:tav>
                                        <p:tav tm="100000">
                                          <p:val>
                                            <p:strVal val="#ppt_x"/>
                                          </p:val>
                                        </p:tav>
                                      </p:tavLst>
                                    </p:anim>
                                    <p:anim calcmode="lin" valueType="num">
                                      <p:cBhvr additive="base">
                                        <p:cTn id="262" dur="500" fill="hold"/>
                                        <p:tgtEl>
                                          <p:spTgt spid="66"/>
                                        </p:tgtEl>
                                        <p:attrNameLst>
                                          <p:attrName>ppt_y</p:attrName>
                                        </p:attrNameLst>
                                      </p:cBhvr>
                                      <p:tavLst>
                                        <p:tav tm="0">
                                          <p:val>
                                            <p:strVal val="1+#ppt_h/2"/>
                                          </p:val>
                                        </p:tav>
                                        <p:tav tm="100000">
                                          <p:val>
                                            <p:strVal val="#ppt_y"/>
                                          </p:val>
                                        </p:tav>
                                      </p:tavLst>
                                    </p:anim>
                                  </p:childTnLst>
                                </p:cTn>
                              </p:par>
                              <p:par>
                                <p:cTn id="263" presetID="2" presetClass="entr" presetSubtype="4" fill="hold" grpId="0" nodeType="withEffect">
                                  <p:stCondLst>
                                    <p:cond delay="0"/>
                                  </p:stCondLst>
                                  <p:childTnLst>
                                    <p:set>
                                      <p:cBhvr>
                                        <p:cTn id="264" dur="1" fill="hold">
                                          <p:stCondLst>
                                            <p:cond delay="0"/>
                                          </p:stCondLst>
                                        </p:cTn>
                                        <p:tgtEl>
                                          <p:spTgt spid="67"/>
                                        </p:tgtEl>
                                        <p:attrNameLst>
                                          <p:attrName>style.visibility</p:attrName>
                                        </p:attrNameLst>
                                      </p:cBhvr>
                                      <p:to>
                                        <p:strVal val="visible"/>
                                      </p:to>
                                    </p:set>
                                    <p:anim calcmode="lin" valueType="num">
                                      <p:cBhvr additive="base">
                                        <p:cTn id="265" dur="500" fill="hold"/>
                                        <p:tgtEl>
                                          <p:spTgt spid="67"/>
                                        </p:tgtEl>
                                        <p:attrNameLst>
                                          <p:attrName>ppt_x</p:attrName>
                                        </p:attrNameLst>
                                      </p:cBhvr>
                                      <p:tavLst>
                                        <p:tav tm="0">
                                          <p:val>
                                            <p:strVal val="#ppt_x"/>
                                          </p:val>
                                        </p:tav>
                                        <p:tav tm="100000">
                                          <p:val>
                                            <p:strVal val="#ppt_x"/>
                                          </p:val>
                                        </p:tav>
                                      </p:tavLst>
                                    </p:anim>
                                    <p:anim calcmode="lin" valueType="num">
                                      <p:cBhvr additive="base">
                                        <p:cTn id="266" dur="500" fill="hold"/>
                                        <p:tgtEl>
                                          <p:spTgt spid="67"/>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68"/>
                                        </p:tgtEl>
                                        <p:attrNameLst>
                                          <p:attrName>style.visibility</p:attrName>
                                        </p:attrNameLst>
                                      </p:cBhvr>
                                      <p:to>
                                        <p:strVal val="visible"/>
                                      </p:to>
                                    </p:set>
                                    <p:anim calcmode="lin" valueType="num">
                                      <p:cBhvr additive="base">
                                        <p:cTn id="269" dur="500" fill="hold"/>
                                        <p:tgtEl>
                                          <p:spTgt spid="68"/>
                                        </p:tgtEl>
                                        <p:attrNameLst>
                                          <p:attrName>ppt_x</p:attrName>
                                        </p:attrNameLst>
                                      </p:cBhvr>
                                      <p:tavLst>
                                        <p:tav tm="0">
                                          <p:val>
                                            <p:strVal val="#ppt_x"/>
                                          </p:val>
                                        </p:tav>
                                        <p:tav tm="100000">
                                          <p:val>
                                            <p:strVal val="#ppt_x"/>
                                          </p:val>
                                        </p:tav>
                                      </p:tavLst>
                                    </p:anim>
                                    <p:anim calcmode="lin" valueType="num">
                                      <p:cBhvr additive="base">
                                        <p:cTn id="270" dur="500" fill="hold"/>
                                        <p:tgtEl>
                                          <p:spTgt spid="68"/>
                                        </p:tgtEl>
                                        <p:attrNameLst>
                                          <p:attrName>ppt_y</p:attrName>
                                        </p:attrNameLst>
                                      </p:cBhvr>
                                      <p:tavLst>
                                        <p:tav tm="0">
                                          <p:val>
                                            <p:strVal val="1+#ppt_h/2"/>
                                          </p:val>
                                        </p:tav>
                                        <p:tav tm="100000">
                                          <p:val>
                                            <p:strVal val="#ppt_y"/>
                                          </p:val>
                                        </p:tav>
                                      </p:tavLst>
                                    </p:anim>
                                  </p:childTnLst>
                                </p:cTn>
                              </p:par>
                              <p:par>
                                <p:cTn id="271" presetID="2" presetClass="entr" presetSubtype="4" fill="hold" grpId="0" nodeType="withEffect">
                                  <p:stCondLst>
                                    <p:cond delay="0"/>
                                  </p:stCondLst>
                                  <p:childTnLst>
                                    <p:set>
                                      <p:cBhvr>
                                        <p:cTn id="272" dur="1" fill="hold">
                                          <p:stCondLst>
                                            <p:cond delay="0"/>
                                          </p:stCondLst>
                                        </p:cTn>
                                        <p:tgtEl>
                                          <p:spTgt spid="69"/>
                                        </p:tgtEl>
                                        <p:attrNameLst>
                                          <p:attrName>style.visibility</p:attrName>
                                        </p:attrNameLst>
                                      </p:cBhvr>
                                      <p:to>
                                        <p:strVal val="visible"/>
                                      </p:to>
                                    </p:set>
                                    <p:anim calcmode="lin" valueType="num">
                                      <p:cBhvr additive="base">
                                        <p:cTn id="273" dur="500" fill="hold"/>
                                        <p:tgtEl>
                                          <p:spTgt spid="69"/>
                                        </p:tgtEl>
                                        <p:attrNameLst>
                                          <p:attrName>ppt_x</p:attrName>
                                        </p:attrNameLst>
                                      </p:cBhvr>
                                      <p:tavLst>
                                        <p:tav tm="0">
                                          <p:val>
                                            <p:strVal val="#ppt_x"/>
                                          </p:val>
                                        </p:tav>
                                        <p:tav tm="100000">
                                          <p:val>
                                            <p:strVal val="#ppt_x"/>
                                          </p:val>
                                        </p:tav>
                                      </p:tavLst>
                                    </p:anim>
                                    <p:anim calcmode="lin" valueType="num">
                                      <p:cBhvr additive="base">
                                        <p:cTn id="27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p:bldP spid="34" grpId="0" animBg="1"/>
      <p:bldP spid="35" grpId="0" animBg="1"/>
      <p:bldP spid="36" grpId="0" animBg="1"/>
      <p:bldP spid="37" grpId="0" animBg="1"/>
      <p:bldP spid="38" grpId="0"/>
      <p:bldP spid="39" grpId="0"/>
      <p:bldP spid="40" grpId="0"/>
      <p:bldP spid="41" grpId="0"/>
      <p:bldP spid="42" grpId="0" animBg="1"/>
      <p:bldP spid="43" grpId="0" animBg="1"/>
      <p:bldP spid="44" grpId="0" animBg="1"/>
      <p:bldP spid="45" grpId="0" animBg="1"/>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62" grpId="0" animBg="1"/>
      <p:bldP spid="63" grpId="0" animBg="1"/>
      <p:bldP spid="64" grpId="0" animBg="1"/>
      <p:bldP spid="65" grpId="0" animBg="1"/>
      <p:bldP spid="66" grpId="0" animBg="1"/>
      <p:bldP spid="67" grpId="0" animBg="1"/>
      <p:bldP spid="68" grpId="0" animBg="1"/>
      <p:bldP spid="69" grpId="0" animBg="1"/>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000" b="0" dirty="0">
                <a:ea typeface="SimSun" pitchFamily="2" charset="-122"/>
              </a:rPr>
              <a:t>Memory Location, Addresses, and Operation</a:t>
            </a:r>
            <a:endParaRPr lang="en-US" dirty="0"/>
          </a:p>
        </p:txBody>
      </p:sp>
      <p:sp>
        <p:nvSpPr>
          <p:cNvPr id="3" name="Rectangle 3"/>
          <p:cNvSpPr txBox="1">
            <a:spLocks noChangeArrowheads="1"/>
          </p:cNvSpPr>
          <p:nvPr/>
        </p:nvSpPr>
        <p:spPr>
          <a:xfrm>
            <a:off x="228600" y="990600"/>
            <a:ext cx="82296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US" altLang="zh-CN" sz="2000" kern="0" dirty="0">
                <a:ea typeface="SimSun" pitchFamily="2" charset="-122"/>
              </a:rPr>
              <a:t>To retrieve information from memory, either for one word or one byte (8-bit), addresses for each location are needed.</a:t>
            </a:r>
          </a:p>
          <a:p>
            <a:pPr marL="457200" indent="-457200">
              <a:lnSpc>
                <a:spcPct val="150000"/>
              </a:lnSpc>
              <a:buFont typeface="Wingdings" panose="05000000000000000000" pitchFamily="2" charset="2"/>
              <a:buChar char="q"/>
            </a:pPr>
            <a:r>
              <a:rPr lang="en-US" altLang="zh-CN" sz="2000" kern="0" dirty="0">
                <a:ea typeface="SimSun" pitchFamily="2" charset="-122"/>
              </a:rPr>
              <a:t> A </a:t>
            </a:r>
            <a:r>
              <a:rPr lang="en-US" altLang="zh-CN" sz="2000" i="1" kern="0" dirty="0">
                <a:ea typeface="SimSun" pitchFamily="2" charset="-122"/>
              </a:rPr>
              <a:t>k</a:t>
            </a:r>
            <a:r>
              <a:rPr lang="en-US" altLang="zh-CN" sz="2000" kern="0" dirty="0">
                <a:ea typeface="SimSun" pitchFamily="2" charset="-122"/>
              </a:rPr>
              <a:t>-bit address memory has 2</a:t>
            </a:r>
            <a:r>
              <a:rPr lang="en-US" altLang="zh-CN" sz="2000" kern="0" baseline="30000" dirty="0">
                <a:ea typeface="SimSun" pitchFamily="2" charset="-122"/>
              </a:rPr>
              <a:t>k</a:t>
            </a:r>
            <a:r>
              <a:rPr lang="en-US" altLang="zh-CN" sz="2000" kern="0" dirty="0">
                <a:ea typeface="SimSun" pitchFamily="2" charset="-122"/>
              </a:rPr>
              <a:t> memory locations, namely 0 to 2</a:t>
            </a:r>
            <a:r>
              <a:rPr lang="en-US" altLang="zh-CN" sz="2000" kern="0" baseline="30000" dirty="0">
                <a:ea typeface="SimSun" pitchFamily="2" charset="-122"/>
              </a:rPr>
              <a:t>k</a:t>
            </a:r>
            <a:r>
              <a:rPr lang="en-US" altLang="zh-CN" sz="2000" kern="0" dirty="0">
                <a:ea typeface="SimSun" pitchFamily="2" charset="-122"/>
              </a:rPr>
              <a:t>-1, called memory space. </a:t>
            </a:r>
          </a:p>
          <a:p>
            <a:pPr>
              <a:lnSpc>
                <a:spcPct val="150000"/>
              </a:lnSpc>
            </a:pPr>
            <a:endParaRPr lang="en-US" altLang="zh-CN" sz="2000" kern="0" dirty="0">
              <a:ea typeface="SimSun" pitchFamily="2" charset="-122"/>
            </a:endParaRPr>
          </a:p>
          <a:p>
            <a:pPr marL="457200" indent="-457200">
              <a:lnSpc>
                <a:spcPct val="150000"/>
              </a:lnSpc>
              <a:buFont typeface="Wingdings" panose="05000000000000000000" pitchFamily="2" charset="2"/>
              <a:buChar char="q"/>
            </a:pPr>
            <a:r>
              <a:rPr lang="en-US" altLang="zh-CN" sz="2000" kern="0" dirty="0">
                <a:ea typeface="SimSun" pitchFamily="2" charset="-122"/>
              </a:rPr>
              <a:t> 24-bit memory: 2</a:t>
            </a:r>
            <a:r>
              <a:rPr lang="en-US" altLang="zh-CN" sz="2000" kern="0" baseline="30000" dirty="0">
                <a:ea typeface="SimSun" pitchFamily="2" charset="-122"/>
              </a:rPr>
              <a:t>24</a:t>
            </a:r>
            <a:r>
              <a:rPr lang="en-US" altLang="zh-CN" sz="2000" kern="0" dirty="0">
                <a:ea typeface="SimSun" pitchFamily="2" charset="-122"/>
              </a:rPr>
              <a:t> = 16,777,216 = 16M (1M=2</a:t>
            </a:r>
            <a:r>
              <a:rPr lang="en-US" altLang="zh-CN" sz="2000" kern="0" baseline="30000" dirty="0">
                <a:ea typeface="SimSun" pitchFamily="2" charset="-122"/>
              </a:rPr>
              <a:t>20</a:t>
            </a:r>
            <a:r>
              <a:rPr lang="en-US" altLang="zh-CN" sz="2000" kern="0" dirty="0">
                <a:ea typeface="SimSun" pitchFamily="2" charset="-122"/>
              </a:rPr>
              <a:t>)</a:t>
            </a:r>
          </a:p>
          <a:p>
            <a:pPr marL="457200" indent="-457200">
              <a:lnSpc>
                <a:spcPct val="150000"/>
              </a:lnSpc>
              <a:buFont typeface="Wingdings" panose="05000000000000000000" pitchFamily="2" charset="2"/>
              <a:buChar char="q"/>
            </a:pPr>
            <a:r>
              <a:rPr lang="en-US" altLang="zh-CN" sz="2000" kern="0" dirty="0">
                <a:ea typeface="SimSun" pitchFamily="2" charset="-122"/>
              </a:rPr>
              <a:t> 32-bit memory: 2</a:t>
            </a:r>
            <a:r>
              <a:rPr lang="en-US" altLang="zh-CN" sz="2000" kern="0" baseline="30000" dirty="0">
                <a:ea typeface="SimSun" pitchFamily="2" charset="-122"/>
              </a:rPr>
              <a:t>32</a:t>
            </a:r>
            <a:r>
              <a:rPr lang="en-US" altLang="zh-CN" sz="2000" kern="0" dirty="0">
                <a:ea typeface="SimSun" pitchFamily="2" charset="-122"/>
              </a:rPr>
              <a:t> = 4G (1G=2</a:t>
            </a:r>
            <a:r>
              <a:rPr lang="en-US" altLang="zh-CN" sz="2000" kern="0" baseline="30000" dirty="0">
                <a:ea typeface="SimSun" pitchFamily="2" charset="-122"/>
              </a:rPr>
              <a:t>30</a:t>
            </a:r>
            <a:r>
              <a:rPr lang="en-US" altLang="zh-CN" sz="2000" kern="0" dirty="0">
                <a:ea typeface="SimSun" pitchFamily="2" charset="-122"/>
              </a:rPr>
              <a:t>)</a:t>
            </a:r>
          </a:p>
          <a:p>
            <a:pPr>
              <a:lnSpc>
                <a:spcPct val="150000"/>
              </a:lnSpc>
            </a:pPr>
            <a:endParaRPr lang="en-US" altLang="zh-CN" sz="2000" kern="0" dirty="0">
              <a:ea typeface="SimSun" pitchFamily="2" charset="-122"/>
            </a:endParaRPr>
          </a:p>
          <a:p>
            <a:pPr marL="457200" indent="-457200">
              <a:lnSpc>
                <a:spcPct val="150000"/>
              </a:lnSpc>
              <a:buFont typeface="Wingdings" panose="05000000000000000000" pitchFamily="2" charset="2"/>
              <a:buChar char="q"/>
            </a:pPr>
            <a:r>
              <a:rPr lang="en-US" altLang="zh-CN" sz="2000" kern="0" dirty="0">
                <a:ea typeface="SimSun" pitchFamily="2" charset="-122"/>
              </a:rPr>
              <a:t> 1K(kilo)=2</a:t>
            </a:r>
            <a:r>
              <a:rPr lang="en-US" altLang="zh-CN" sz="2000" kern="0" baseline="30000" dirty="0">
                <a:ea typeface="SimSun" pitchFamily="2" charset="-122"/>
              </a:rPr>
              <a:t>10</a:t>
            </a:r>
          </a:p>
          <a:p>
            <a:pPr marL="457200" indent="-457200">
              <a:lnSpc>
                <a:spcPct val="150000"/>
              </a:lnSpc>
              <a:buFont typeface="Wingdings" panose="05000000000000000000" pitchFamily="2" charset="2"/>
              <a:buChar char="q"/>
            </a:pPr>
            <a:r>
              <a:rPr lang="en-US" altLang="zh-CN" sz="2000" kern="0" baseline="30000" dirty="0">
                <a:ea typeface="SimSun" pitchFamily="2" charset="-122"/>
              </a:rPr>
              <a:t> </a:t>
            </a:r>
            <a:r>
              <a:rPr lang="en-US" altLang="zh-CN" sz="2000" kern="0" dirty="0">
                <a:ea typeface="SimSun" pitchFamily="2" charset="-122"/>
              </a:rPr>
              <a:t>1T(</a:t>
            </a:r>
            <a:r>
              <a:rPr lang="en-US" altLang="zh-CN" sz="2000" kern="0" dirty="0" err="1">
                <a:ea typeface="SimSun" pitchFamily="2" charset="-122"/>
              </a:rPr>
              <a:t>tera</a:t>
            </a:r>
            <a:r>
              <a:rPr lang="en-US" altLang="zh-CN" sz="2000" kern="0" dirty="0">
                <a:ea typeface="SimSun" pitchFamily="2" charset="-122"/>
              </a:rPr>
              <a:t>)=2</a:t>
            </a:r>
            <a:r>
              <a:rPr lang="en-US" altLang="zh-CN" sz="2000" kern="0" baseline="30000" dirty="0">
                <a:ea typeface="SimSun" pitchFamily="2" charset="-122"/>
              </a:rPr>
              <a:t>40</a:t>
            </a:r>
          </a:p>
          <a:p>
            <a:pPr marL="457200" indent="-457200">
              <a:lnSpc>
                <a:spcPct val="150000"/>
              </a:lnSpc>
              <a:buFont typeface="Wingdings" panose="05000000000000000000" pitchFamily="2" charset="2"/>
              <a:buChar char="q"/>
            </a:pPr>
            <a:endParaRPr lang="en-US" altLang="zh-CN" sz="2000" kern="0" dirty="0">
              <a:ea typeface="SimSun" pitchFamily="2" charset="-122"/>
            </a:endParaRPr>
          </a:p>
        </p:txBody>
      </p:sp>
    </p:spTree>
    <p:extLst>
      <p:ext uri="{BB962C8B-B14F-4D97-AF65-F5344CB8AC3E}">
        <p14:creationId xmlns:p14="http://schemas.microsoft.com/office/powerpoint/2010/main" val="3872840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400" b="0" dirty="0">
                <a:ea typeface="SimSun" pitchFamily="2" charset="-122"/>
              </a:rPr>
              <a:t>Memory Location, Addresses, and Operation</a:t>
            </a:r>
            <a:endParaRPr lang="en-US" sz="2400" dirty="0"/>
          </a:p>
        </p:txBody>
      </p:sp>
      <p:sp>
        <p:nvSpPr>
          <p:cNvPr id="3" name="Rectangle 3"/>
          <p:cNvSpPr txBox="1">
            <a:spLocks noChangeArrowheads="1"/>
          </p:cNvSpPr>
          <p:nvPr/>
        </p:nvSpPr>
        <p:spPr>
          <a:xfrm>
            <a:off x="228600" y="1143000"/>
            <a:ext cx="82296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US" altLang="zh-CN" sz="2000" kern="0" dirty="0">
                <a:ea typeface="SimSun" pitchFamily="2" charset="-122"/>
              </a:rPr>
              <a:t>It is impractical to assign distinct addresses to individual bit locations in the memory.</a:t>
            </a:r>
          </a:p>
          <a:p>
            <a:pPr>
              <a:lnSpc>
                <a:spcPct val="150000"/>
              </a:lnSpc>
            </a:pPr>
            <a:endParaRPr lang="en-US" altLang="zh-CN" sz="2000" kern="0" dirty="0">
              <a:ea typeface="SimSun" pitchFamily="2" charset="-122"/>
            </a:endParaRPr>
          </a:p>
          <a:p>
            <a:pPr marL="457200" indent="-457200">
              <a:lnSpc>
                <a:spcPct val="150000"/>
              </a:lnSpc>
              <a:buFont typeface="Wingdings" panose="05000000000000000000" pitchFamily="2" charset="2"/>
              <a:buChar char="q"/>
            </a:pPr>
            <a:r>
              <a:rPr lang="en-US" altLang="zh-CN" sz="2000" kern="0" dirty="0">
                <a:ea typeface="SimSun" pitchFamily="2" charset="-122"/>
              </a:rPr>
              <a:t> The most practical assignment is to have successive addresses refer to successive byte locations in the memory – byte-addressable memory. </a:t>
            </a:r>
          </a:p>
          <a:p>
            <a:pPr>
              <a:lnSpc>
                <a:spcPct val="150000"/>
              </a:lnSpc>
            </a:pPr>
            <a:endParaRPr lang="en-US" altLang="zh-CN" sz="2000" kern="0" dirty="0">
              <a:ea typeface="SimSun" pitchFamily="2" charset="-122"/>
            </a:endParaRPr>
          </a:p>
          <a:p>
            <a:pPr marL="457200" indent="-457200">
              <a:lnSpc>
                <a:spcPct val="150000"/>
              </a:lnSpc>
              <a:buFont typeface="Wingdings" panose="05000000000000000000" pitchFamily="2" charset="2"/>
              <a:buChar char="q"/>
            </a:pPr>
            <a:r>
              <a:rPr lang="en-US" altLang="zh-CN" sz="2000" kern="0" dirty="0">
                <a:ea typeface="SimSun" pitchFamily="2" charset="-122"/>
              </a:rPr>
              <a:t> Byte locations have addresses 0, 1, 2, … </a:t>
            </a:r>
          </a:p>
          <a:p>
            <a:pPr>
              <a:lnSpc>
                <a:spcPct val="150000"/>
              </a:lnSpc>
            </a:pPr>
            <a:endParaRPr lang="en-US" altLang="zh-CN" sz="2000" kern="0" dirty="0">
              <a:ea typeface="SimSun" pitchFamily="2" charset="-122"/>
            </a:endParaRPr>
          </a:p>
          <a:p>
            <a:pPr marL="457200" indent="-457200">
              <a:lnSpc>
                <a:spcPct val="150000"/>
              </a:lnSpc>
              <a:buFont typeface="Wingdings" panose="05000000000000000000" pitchFamily="2" charset="2"/>
              <a:buChar char="q"/>
            </a:pPr>
            <a:r>
              <a:rPr lang="en-US" altLang="zh-CN" sz="2000" kern="0" dirty="0">
                <a:ea typeface="SimSun" pitchFamily="2" charset="-122"/>
              </a:rPr>
              <a:t> If word length is 32 bits, they successive words are located at addresses 0, 4, 8,…</a:t>
            </a:r>
          </a:p>
        </p:txBody>
      </p:sp>
    </p:spTree>
    <p:extLst>
      <p:ext uri="{BB962C8B-B14F-4D97-AF65-F5344CB8AC3E}">
        <p14:creationId xmlns:p14="http://schemas.microsoft.com/office/powerpoint/2010/main" val="2596362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400" b="0">
                <a:ea typeface="SimSun" pitchFamily="2" charset="-122"/>
              </a:rPr>
              <a:t>Big-Endian and Little-Endian Assignments</a:t>
            </a:r>
            <a:endParaRPr lang="en-US" sz="2400" b="0" dirty="0"/>
          </a:p>
        </p:txBody>
      </p:sp>
      <p:sp>
        <p:nvSpPr>
          <p:cNvPr id="4" name="Rectangle 4"/>
          <p:cNvSpPr>
            <a:spLocks noChangeArrowheads="1"/>
          </p:cNvSpPr>
          <p:nvPr/>
        </p:nvSpPr>
        <p:spPr bwMode="auto">
          <a:xfrm>
            <a:off x="1747838" y="2671763"/>
            <a:ext cx="2397125" cy="3116262"/>
          </a:xfrm>
          <a:prstGeom prst="rect">
            <a:avLst/>
          </a:prstGeom>
          <a:noFill/>
          <a:ln w="19050">
            <a:solidFill>
              <a:srgbClr val="00FFFF"/>
            </a:solidFill>
            <a:miter lim="800000"/>
            <a:headEnd/>
            <a:tailEnd/>
          </a:ln>
        </p:spPr>
        <p:txBody>
          <a:bodyPr/>
          <a:lstStyle/>
          <a:p>
            <a:endParaRPr lang="en-US"/>
          </a:p>
        </p:txBody>
      </p:sp>
      <p:sp>
        <p:nvSpPr>
          <p:cNvPr id="5" name="Line 5"/>
          <p:cNvSpPr>
            <a:spLocks noChangeShapeType="1"/>
          </p:cNvSpPr>
          <p:nvPr/>
        </p:nvSpPr>
        <p:spPr bwMode="auto">
          <a:xfrm flipH="1">
            <a:off x="1747838" y="3143250"/>
            <a:ext cx="2397125" cy="1588"/>
          </a:xfrm>
          <a:prstGeom prst="line">
            <a:avLst/>
          </a:prstGeom>
          <a:noFill/>
          <a:ln w="19050">
            <a:solidFill>
              <a:srgbClr val="00FFFF"/>
            </a:solidFill>
            <a:round/>
            <a:headEnd/>
            <a:tailEnd/>
          </a:ln>
        </p:spPr>
        <p:txBody>
          <a:bodyPr/>
          <a:lstStyle/>
          <a:p>
            <a:endParaRPr lang="en-US"/>
          </a:p>
        </p:txBody>
      </p:sp>
      <p:sp>
        <p:nvSpPr>
          <p:cNvPr id="6" name="Line 6"/>
          <p:cNvSpPr>
            <a:spLocks noChangeShapeType="1"/>
          </p:cNvSpPr>
          <p:nvPr/>
        </p:nvSpPr>
        <p:spPr bwMode="auto">
          <a:xfrm flipH="1">
            <a:off x="1747838" y="3635375"/>
            <a:ext cx="2397125" cy="1588"/>
          </a:xfrm>
          <a:prstGeom prst="line">
            <a:avLst/>
          </a:prstGeom>
          <a:noFill/>
          <a:ln w="19050">
            <a:solidFill>
              <a:srgbClr val="00FFFF"/>
            </a:solidFill>
            <a:round/>
            <a:headEnd/>
            <a:tailEnd/>
          </a:ln>
        </p:spPr>
        <p:txBody>
          <a:bodyPr/>
          <a:lstStyle/>
          <a:p>
            <a:endParaRPr lang="en-US"/>
          </a:p>
        </p:txBody>
      </p:sp>
      <p:sp>
        <p:nvSpPr>
          <p:cNvPr id="7" name="Line 7"/>
          <p:cNvSpPr>
            <a:spLocks noChangeShapeType="1"/>
          </p:cNvSpPr>
          <p:nvPr/>
        </p:nvSpPr>
        <p:spPr bwMode="auto">
          <a:xfrm flipV="1">
            <a:off x="2351088" y="2671763"/>
            <a:ext cx="1587" cy="963612"/>
          </a:xfrm>
          <a:prstGeom prst="line">
            <a:avLst/>
          </a:prstGeom>
          <a:noFill/>
          <a:ln w="19050">
            <a:solidFill>
              <a:srgbClr val="00FFFF"/>
            </a:solidFill>
            <a:round/>
            <a:headEnd/>
            <a:tailEnd/>
          </a:ln>
        </p:spPr>
        <p:txBody>
          <a:bodyPr/>
          <a:lstStyle/>
          <a:p>
            <a:endParaRPr lang="en-US"/>
          </a:p>
        </p:txBody>
      </p:sp>
      <p:sp>
        <p:nvSpPr>
          <p:cNvPr id="8" name="Line 8"/>
          <p:cNvSpPr>
            <a:spLocks noChangeShapeType="1"/>
          </p:cNvSpPr>
          <p:nvPr/>
        </p:nvSpPr>
        <p:spPr bwMode="auto">
          <a:xfrm flipV="1">
            <a:off x="2936875" y="2671763"/>
            <a:ext cx="1588" cy="963612"/>
          </a:xfrm>
          <a:prstGeom prst="line">
            <a:avLst/>
          </a:prstGeom>
          <a:noFill/>
          <a:ln w="19050">
            <a:solidFill>
              <a:srgbClr val="00FFFF"/>
            </a:solidFill>
            <a:round/>
            <a:headEnd/>
            <a:tailEnd/>
          </a:ln>
        </p:spPr>
        <p:txBody>
          <a:bodyPr/>
          <a:lstStyle/>
          <a:p>
            <a:endParaRPr lang="en-US"/>
          </a:p>
        </p:txBody>
      </p:sp>
      <p:sp>
        <p:nvSpPr>
          <p:cNvPr id="9" name="Line 9"/>
          <p:cNvSpPr>
            <a:spLocks noChangeShapeType="1"/>
          </p:cNvSpPr>
          <p:nvPr/>
        </p:nvSpPr>
        <p:spPr bwMode="auto">
          <a:xfrm flipV="1">
            <a:off x="3541713" y="2671763"/>
            <a:ext cx="1587" cy="963612"/>
          </a:xfrm>
          <a:prstGeom prst="line">
            <a:avLst/>
          </a:prstGeom>
          <a:noFill/>
          <a:ln w="19050">
            <a:solidFill>
              <a:srgbClr val="00FFFF"/>
            </a:solidFill>
            <a:round/>
            <a:headEnd/>
            <a:tailEnd/>
          </a:ln>
        </p:spPr>
        <p:txBody>
          <a:bodyPr/>
          <a:lstStyle/>
          <a:p>
            <a:endParaRPr lang="en-US"/>
          </a:p>
        </p:txBody>
      </p:sp>
      <p:sp>
        <p:nvSpPr>
          <p:cNvPr id="10" name="Line 10"/>
          <p:cNvSpPr>
            <a:spLocks noChangeShapeType="1"/>
          </p:cNvSpPr>
          <p:nvPr/>
        </p:nvSpPr>
        <p:spPr bwMode="auto">
          <a:xfrm flipH="1">
            <a:off x="1747838" y="5316538"/>
            <a:ext cx="2397125" cy="1587"/>
          </a:xfrm>
          <a:prstGeom prst="line">
            <a:avLst/>
          </a:prstGeom>
          <a:noFill/>
          <a:ln w="19050">
            <a:solidFill>
              <a:srgbClr val="00FFFF"/>
            </a:solidFill>
            <a:round/>
            <a:headEnd/>
            <a:tailEnd/>
          </a:ln>
        </p:spPr>
        <p:txBody>
          <a:bodyPr/>
          <a:lstStyle/>
          <a:p>
            <a:endParaRPr lang="en-US"/>
          </a:p>
        </p:txBody>
      </p:sp>
      <p:sp>
        <p:nvSpPr>
          <p:cNvPr id="11" name="Line 11"/>
          <p:cNvSpPr>
            <a:spLocks noChangeShapeType="1"/>
          </p:cNvSpPr>
          <p:nvPr/>
        </p:nvSpPr>
        <p:spPr bwMode="auto">
          <a:xfrm flipV="1">
            <a:off x="2351088" y="5316538"/>
            <a:ext cx="1587" cy="471487"/>
          </a:xfrm>
          <a:prstGeom prst="line">
            <a:avLst/>
          </a:prstGeom>
          <a:noFill/>
          <a:ln w="19050">
            <a:solidFill>
              <a:srgbClr val="00FFFF"/>
            </a:solidFill>
            <a:round/>
            <a:headEnd/>
            <a:tailEnd/>
          </a:ln>
        </p:spPr>
        <p:txBody>
          <a:bodyPr/>
          <a:lstStyle/>
          <a:p>
            <a:endParaRPr lang="en-US"/>
          </a:p>
        </p:txBody>
      </p:sp>
      <p:sp>
        <p:nvSpPr>
          <p:cNvPr id="12" name="Line 12"/>
          <p:cNvSpPr>
            <a:spLocks noChangeShapeType="1"/>
          </p:cNvSpPr>
          <p:nvPr/>
        </p:nvSpPr>
        <p:spPr bwMode="auto">
          <a:xfrm flipV="1">
            <a:off x="2936875" y="5316538"/>
            <a:ext cx="1588" cy="471487"/>
          </a:xfrm>
          <a:prstGeom prst="line">
            <a:avLst/>
          </a:prstGeom>
          <a:noFill/>
          <a:ln w="19050">
            <a:solidFill>
              <a:srgbClr val="00FFFF"/>
            </a:solidFill>
            <a:round/>
            <a:headEnd/>
            <a:tailEnd/>
          </a:ln>
        </p:spPr>
        <p:txBody>
          <a:bodyPr/>
          <a:lstStyle/>
          <a:p>
            <a:endParaRPr lang="en-US"/>
          </a:p>
        </p:txBody>
      </p:sp>
      <p:sp>
        <p:nvSpPr>
          <p:cNvPr id="13" name="Line 13"/>
          <p:cNvSpPr>
            <a:spLocks noChangeShapeType="1"/>
          </p:cNvSpPr>
          <p:nvPr/>
        </p:nvSpPr>
        <p:spPr bwMode="auto">
          <a:xfrm flipV="1">
            <a:off x="3541713" y="5316538"/>
            <a:ext cx="1587" cy="471487"/>
          </a:xfrm>
          <a:prstGeom prst="line">
            <a:avLst/>
          </a:prstGeom>
          <a:noFill/>
          <a:ln w="19050">
            <a:solidFill>
              <a:srgbClr val="00FFFF"/>
            </a:solidFill>
            <a:round/>
            <a:headEnd/>
            <a:tailEnd/>
          </a:ln>
        </p:spPr>
        <p:txBody>
          <a:bodyPr/>
          <a:lstStyle/>
          <a:p>
            <a:endParaRPr lang="en-US"/>
          </a:p>
        </p:txBody>
      </p:sp>
      <p:sp>
        <p:nvSpPr>
          <p:cNvPr id="14" name="Rectangle 14"/>
          <p:cNvSpPr>
            <a:spLocks noChangeArrowheads="1"/>
          </p:cNvSpPr>
          <p:nvPr/>
        </p:nvSpPr>
        <p:spPr bwMode="auto">
          <a:xfrm>
            <a:off x="18605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15" name="Rectangle 15"/>
          <p:cNvSpPr>
            <a:spLocks noChangeArrowheads="1"/>
          </p:cNvSpPr>
          <p:nvPr/>
        </p:nvSpPr>
        <p:spPr bwMode="auto">
          <a:xfrm>
            <a:off x="1954213"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16" name="Rectangle 16"/>
          <p:cNvSpPr>
            <a:spLocks noChangeArrowheads="1"/>
          </p:cNvSpPr>
          <p:nvPr/>
        </p:nvSpPr>
        <p:spPr bwMode="auto">
          <a:xfrm>
            <a:off x="21431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17" name="Rectangle 17"/>
          <p:cNvSpPr>
            <a:spLocks noChangeArrowheads="1"/>
          </p:cNvSpPr>
          <p:nvPr/>
        </p:nvSpPr>
        <p:spPr bwMode="auto">
          <a:xfrm>
            <a:off x="2030413"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18" name="Rectangle 18"/>
          <p:cNvSpPr>
            <a:spLocks noChangeArrowheads="1"/>
          </p:cNvSpPr>
          <p:nvPr/>
        </p:nvSpPr>
        <p:spPr bwMode="auto">
          <a:xfrm>
            <a:off x="246538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19" name="Rectangle 19"/>
          <p:cNvSpPr>
            <a:spLocks noChangeArrowheads="1"/>
          </p:cNvSpPr>
          <p:nvPr/>
        </p:nvSpPr>
        <p:spPr bwMode="auto">
          <a:xfrm>
            <a:off x="2559050"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20" name="Rectangle 20"/>
          <p:cNvSpPr>
            <a:spLocks noChangeArrowheads="1"/>
          </p:cNvSpPr>
          <p:nvPr/>
        </p:nvSpPr>
        <p:spPr bwMode="auto">
          <a:xfrm>
            <a:off x="274796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21" name="Rectangle 21"/>
          <p:cNvSpPr>
            <a:spLocks noChangeArrowheads="1"/>
          </p:cNvSpPr>
          <p:nvPr/>
        </p:nvSpPr>
        <p:spPr bwMode="auto">
          <a:xfrm>
            <a:off x="26352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22" name="Rectangle 22"/>
          <p:cNvSpPr>
            <a:spLocks noChangeArrowheads="1"/>
          </p:cNvSpPr>
          <p:nvPr/>
        </p:nvSpPr>
        <p:spPr bwMode="auto">
          <a:xfrm>
            <a:off x="306863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23" name="Rectangle 23"/>
          <p:cNvSpPr>
            <a:spLocks noChangeArrowheads="1"/>
          </p:cNvSpPr>
          <p:nvPr/>
        </p:nvSpPr>
        <p:spPr bwMode="auto">
          <a:xfrm>
            <a:off x="314483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24" name="Rectangle 24"/>
          <p:cNvSpPr>
            <a:spLocks noChangeArrowheads="1"/>
          </p:cNvSpPr>
          <p:nvPr/>
        </p:nvSpPr>
        <p:spPr bwMode="auto">
          <a:xfrm>
            <a:off x="335280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25" name="Rectangle 25"/>
          <p:cNvSpPr>
            <a:spLocks noChangeArrowheads="1"/>
          </p:cNvSpPr>
          <p:nvPr/>
        </p:nvSpPr>
        <p:spPr bwMode="auto">
          <a:xfrm>
            <a:off x="32194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26" name="Rectangle 26"/>
          <p:cNvSpPr>
            <a:spLocks noChangeArrowheads="1"/>
          </p:cNvSpPr>
          <p:nvPr/>
        </p:nvSpPr>
        <p:spPr bwMode="auto">
          <a:xfrm>
            <a:off x="36544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27" name="Rectangle 27"/>
          <p:cNvSpPr>
            <a:spLocks noChangeArrowheads="1"/>
          </p:cNvSpPr>
          <p:nvPr/>
        </p:nvSpPr>
        <p:spPr bwMode="auto">
          <a:xfrm>
            <a:off x="374808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28" name="Rectangle 28"/>
          <p:cNvSpPr>
            <a:spLocks noChangeArrowheads="1"/>
          </p:cNvSpPr>
          <p:nvPr/>
        </p:nvSpPr>
        <p:spPr bwMode="auto">
          <a:xfrm>
            <a:off x="39560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29" name="Rectangle 29"/>
          <p:cNvSpPr>
            <a:spLocks noChangeArrowheads="1"/>
          </p:cNvSpPr>
          <p:nvPr/>
        </p:nvSpPr>
        <p:spPr bwMode="auto">
          <a:xfrm>
            <a:off x="3824288"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30" name="Rectangle 30"/>
          <p:cNvSpPr>
            <a:spLocks noChangeArrowheads="1"/>
          </p:cNvSpPr>
          <p:nvPr/>
        </p:nvSpPr>
        <p:spPr bwMode="auto">
          <a:xfrm>
            <a:off x="456088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31" name="Rectangle 31"/>
          <p:cNvSpPr>
            <a:spLocks noChangeArrowheads="1"/>
          </p:cNvSpPr>
          <p:nvPr/>
        </p:nvSpPr>
        <p:spPr bwMode="auto">
          <a:xfrm>
            <a:off x="4654550"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32" name="Rectangle 32"/>
          <p:cNvSpPr>
            <a:spLocks noChangeArrowheads="1"/>
          </p:cNvSpPr>
          <p:nvPr/>
        </p:nvSpPr>
        <p:spPr bwMode="auto">
          <a:xfrm>
            <a:off x="486251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33" name="Rectangle 33"/>
          <p:cNvSpPr>
            <a:spLocks noChangeArrowheads="1"/>
          </p:cNvSpPr>
          <p:nvPr/>
        </p:nvSpPr>
        <p:spPr bwMode="auto">
          <a:xfrm>
            <a:off x="47307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34" name="Rectangle 34"/>
          <p:cNvSpPr>
            <a:spLocks noChangeArrowheads="1"/>
          </p:cNvSpPr>
          <p:nvPr/>
        </p:nvSpPr>
        <p:spPr bwMode="auto">
          <a:xfrm>
            <a:off x="12001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35" name="Rectangle 35"/>
          <p:cNvSpPr>
            <a:spLocks noChangeArrowheads="1"/>
          </p:cNvSpPr>
          <p:nvPr/>
        </p:nvSpPr>
        <p:spPr bwMode="auto">
          <a:xfrm>
            <a:off x="1293813"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36" name="Rectangle 36"/>
          <p:cNvSpPr>
            <a:spLocks noChangeArrowheads="1"/>
          </p:cNvSpPr>
          <p:nvPr/>
        </p:nvSpPr>
        <p:spPr bwMode="auto">
          <a:xfrm>
            <a:off x="14827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37" name="Rectangle 37"/>
          <p:cNvSpPr>
            <a:spLocks noChangeArrowheads="1"/>
          </p:cNvSpPr>
          <p:nvPr/>
        </p:nvSpPr>
        <p:spPr bwMode="auto">
          <a:xfrm>
            <a:off x="1370013"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38" name="Rectangle 38"/>
          <p:cNvSpPr>
            <a:spLocks noChangeArrowheads="1"/>
          </p:cNvSpPr>
          <p:nvPr/>
        </p:nvSpPr>
        <p:spPr bwMode="auto">
          <a:xfrm>
            <a:off x="1992313"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39" name="Rectangle 39"/>
          <p:cNvSpPr>
            <a:spLocks noChangeArrowheads="1"/>
          </p:cNvSpPr>
          <p:nvPr/>
        </p:nvSpPr>
        <p:spPr bwMode="auto">
          <a:xfrm>
            <a:off x="2597150"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40" name="Rectangle 40"/>
          <p:cNvSpPr>
            <a:spLocks noChangeArrowheads="1"/>
          </p:cNvSpPr>
          <p:nvPr/>
        </p:nvSpPr>
        <p:spPr bwMode="auto">
          <a:xfrm>
            <a:off x="3200400"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41" name="Rectangle 41"/>
          <p:cNvSpPr>
            <a:spLocks noChangeArrowheads="1"/>
          </p:cNvSpPr>
          <p:nvPr/>
        </p:nvSpPr>
        <p:spPr bwMode="auto">
          <a:xfrm>
            <a:off x="3805238"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42" name="Rectangle 42"/>
          <p:cNvSpPr>
            <a:spLocks noChangeArrowheads="1"/>
          </p:cNvSpPr>
          <p:nvPr/>
        </p:nvSpPr>
        <p:spPr bwMode="auto">
          <a:xfrm>
            <a:off x="1992313"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43" name="Rectangle 43"/>
          <p:cNvSpPr>
            <a:spLocks noChangeArrowheads="1"/>
          </p:cNvSpPr>
          <p:nvPr/>
        </p:nvSpPr>
        <p:spPr bwMode="auto">
          <a:xfrm>
            <a:off x="2597150"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5</a:t>
            </a:r>
            <a:endParaRPr lang="en-CA" altLang="zh-CN" sz="2400">
              <a:latin typeface="Times New Roman" pitchFamily="18" charset="0"/>
              <a:ea typeface="SimSun" pitchFamily="2" charset="-122"/>
            </a:endParaRPr>
          </a:p>
        </p:txBody>
      </p:sp>
      <p:sp>
        <p:nvSpPr>
          <p:cNvPr id="44" name="Rectangle 44"/>
          <p:cNvSpPr>
            <a:spLocks noChangeArrowheads="1"/>
          </p:cNvSpPr>
          <p:nvPr/>
        </p:nvSpPr>
        <p:spPr bwMode="auto">
          <a:xfrm>
            <a:off x="3200400"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6</a:t>
            </a:r>
            <a:endParaRPr lang="en-CA" altLang="zh-CN" sz="2400">
              <a:latin typeface="Times New Roman" pitchFamily="18" charset="0"/>
              <a:ea typeface="SimSun" pitchFamily="2" charset="-122"/>
            </a:endParaRPr>
          </a:p>
        </p:txBody>
      </p:sp>
      <p:sp>
        <p:nvSpPr>
          <p:cNvPr id="45" name="Rectangle 45"/>
          <p:cNvSpPr>
            <a:spLocks noChangeArrowheads="1"/>
          </p:cNvSpPr>
          <p:nvPr/>
        </p:nvSpPr>
        <p:spPr bwMode="auto">
          <a:xfrm>
            <a:off x="3805238"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7</a:t>
            </a:r>
            <a:endParaRPr lang="en-CA" altLang="zh-CN" sz="2400">
              <a:latin typeface="Times New Roman" pitchFamily="18" charset="0"/>
              <a:ea typeface="SimSun" pitchFamily="2" charset="-122"/>
            </a:endParaRPr>
          </a:p>
        </p:txBody>
      </p:sp>
      <p:sp>
        <p:nvSpPr>
          <p:cNvPr id="46" name="Rectangle 46"/>
          <p:cNvSpPr>
            <a:spLocks noChangeArrowheads="1"/>
          </p:cNvSpPr>
          <p:nvPr/>
        </p:nvSpPr>
        <p:spPr bwMode="auto">
          <a:xfrm>
            <a:off x="4824413"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47" name="Rectangle 47"/>
          <p:cNvSpPr>
            <a:spLocks noChangeArrowheads="1"/>
          </p:cNvSpPr>
          <p:nvPr/>
        </p:nvSpPr>
        <p:spPr bwMode="auto">
          <a:xfrm>
            <a:off x="1331913" y="2786063"/>
            <a:ext cx="138112" cy="198437"/>
          </a:xfrm>
          <a:prstGeom prst="rect">
            <a:avLst/>
          </a:prstGeom>
          <a:noFill/>
          <a:ln w="9525">
            <a:noFill/>
            <a:miter lim="800000"/>
            <a:headEnd/>
            <a:tailEnd/>
          </a:ln>
        </p:spPr>
        <p:txBody>
          <a:bodyPr wrap="none" lIns="0" tIns="0" rIns="0" bIns="0">
            <a:spAutoFit/>
          </a:bodyPr>
          <a:lstStyle/>
          <a:p>
            <a:r>
              <a:rPr lang="zh-CN" altLang="en-CA" sz="1300">
                <a:solidFill>
                  <a:srgbClr val="000000"/>
                </a:solidFill>
                <a:latin typeface="Nimbus Roman No9 L" charset="0"/>
                <a:ea typeface="SimSun" pitchFamily="2" charset="-122"/>
              </a:rPr>
              <a:t> </a:t>
            </a:r>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48" name="Rectangle 48"/>
          <p:cNvSpPr>
            <a:spLocks noChangeArrowheads="1"/>
          </p:cNvSpPr>
          <p:nvPr/>
        </p:nvSpPr>
        <p:spPr bwMode="auto">
          <a:xfrm>
            <a:off x="1370013"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49" name="Rectangle 49"/>
          <p:cNvSpPr>
            <a:spLocks noChangeArrowheads="1"/>
          </p:cNvSpPr>
          <p:nvPr/>
        </p:nvSpPr>
        <p:spPr bwMode="auto">
          <a:xfrm>
            <a:off x="5108575" y="2671763"/>
            <a:ext cx="2416175" cy="3116262"/>
          </a:xfrm>
          <a:prstGeom prst="rect">
            <a:avLst/>
          </a:prstGeom>
          <a:noFill/>
          <a:ln w="19050">
            <a:solidFill>
              <a:srgbClr val="00FFFF"/>
            </a:solidFill>
            <a:miter lim="800000"/>
            <a:headEnd/>
            <a:tailEnd/>
          </a:ln>
        </p:spPr>
        <p:txBody>
          <a:bodyPr/>
          <a:lstStyle/>
          <a:p>
            <a:endParaRPr lang="en-US"/>
          </a:p>
        </p:txBody>
      </p:sp>
      <p:sp>
        <p:nvSpPr>
          <p:cNvPr id="50" name="Line 50"/>
          <p:cNvSpPr>
            <a:spLocks noChangeShapeType="1"/>
          </p:cNvSpPr>
          <p:nvPr/>
        </p:nvSpPr>
        <p:spPr bwMode="auto">
          <a:xfrm flipH="1">
            <a:off x="5108575" y="3143250"/>
            <a:ext cx="2416175" cy="1588"/>
          </a:xfrm>
          <a:prstGeom prst="line">
            <a:avLst/>
          </a:prstGeom>
          <a:noFill/>
          <a:ln w="19050">
            <a:solidFill>
              <a:srgbClr val="00FFFF"/>
            </a:solidFill>
            <a:round/>
            <a:headEnd/>
            <a:tailEnd/>
          </a:ln>
        </p:spPr>
        <p:txBody>
          <a:bodyPr/>
          <a:lstStyle/>
          <a:p>
            <a:endParaRPr lang="en-US"/>
          </a:p>
        </p:txBody>
      </p:sp>
      <p:sp>
        <p:nvSpPr>
          <p:cNvPr id="51" name="Line 51"/>
          <p:cNvSpPr>
            <a:spLocks noChangeShapeType="1"/>
          </p:cNvSpPr>
          <p:nvPr/>
        </p:nvSpPr>
        <p:spPr bwMode="auto">
          <a:xfrm flipH="1">
            <a:off x="5108575" y="3635375"/>
            <a:ext cx="2416175" cy="1588"/>
          </a:xfrm>
          <a:prstGeom prst="line">
            <a:avLst/>
          </a:prstGeom>
          <a:noFill/>
          <a:ln w="19050">
            <a:solidFill>
              <a:srgbClr val="00FFFF"/>
            </a:solidFill>
            <a:round/>
            <a:headEnd/>
            <a:tailEnd/>
          </a:ln>
        </p:spPr>
        <p:txBody>
          <a:bodyPr/>
          <a:lstStyle/>
          <a:p>
            <a:endParaRPr lang="en-US"/>
          </a:p>
        </p:txBody>
      </p:sp>
      <p:sp>
        <p:nvSpPr>
          <p:cNvPr id="52" name="Line 52"/>
          <p:cNvSpPr>
            <a:spLocks noChangeShapeType="1"/>
          </p:cNvSpPr>
          <p:nvPr/>
        </p:nvSpPr>
        <p:spPr bwMode="auto">
          <a:xfrm flipV="1">
            <a:off x="5711825" y="2671763"/>
            <a:ext cx="1588" cy="963612"/>
          </a:xfrm>
          <a:prstGeom prst="line">
            <a:avLst/>
          </a:prstGeom>
          <a:noFill/>
          <a:ln w="19050">
            <a:solidFill>
              <a:srgbClr val="00FFFF"/>
            </a:solidFill>
            <a:round/>
            <a:headEnd/>
            <a:tailEnd/>
          </a:ln>
        </p:spPr>
        <p:txBody>
          <a:bodyPr/>
          <a:lstStyle/>
          <a:p>
            <a:endParaRPr lang="en-US"/>
          </a:p>
        </p:txBody>
      </p:sp>
      <p:sp>
        <p:nvSpPr>
          <p:cNvPr id="53" name="Line 53"/>
          <p:cNvSpPr>
            <a:spLocks noChangeShapeType="1"/>
          </p:cNvSpPr>
          <p:nvPr/>
        </p:nvSpPr>
        <p:spPr bwMode="auto">
          <a:xfrm flipV="1">
            <a:off x="6316663" y="2671763"/>
            <a:ext cx="1587" cy="963612"/>
          </a:xfrm>
          <a:prstGeom prst="line">
            <a:avLst/>
          </a:prstGeom>
          <a:noFill/>
          <a:ln w="19050">
            <a:solidFill>
              <a:srgbClr val="00FFFF"/>
            </a:solidFill>
            <a:round/>
            <a:headEnd/>
            <a:tailEnd/>
          </a:ln>
        </p:spPr>
        <p:txBody>
          <a:bodyPr/>
          <a:lstStyle/>
          <a:p>
            <a:endParaRPr lang="en-US"/>
          </a:p>
        </p:txBody>
      </p:sp>
      <p:sp>
        <p:nvSpPr>
          <p:cNvPr id="54" name="Line 54"/>
          <p:cNvSpPr>
            <a:spLocks noChangeShapeType="1"/>
          </p:cNvSpPr>
          <p:nvPr/>
        </p:nvSpPr>
        <p:spPr bwMode="auto">
          <a:xfrm flipV="1">
            <a:off x="6921500" y="2671763"/>
            <a:ext cx="1588" cy="963612"/>
          </a:xfrm>
          <a:prstGeom prst="line">
            <a:avLst/>
          </a:prstGeom>
          <a:noFill/>
          <a:ln w="19050">
            <a:solidFill>
              <a:srgbClr val="00FFFF"/>
            </a:solidFill>
            <a:round/>
            <a:headEnd/>
            <a:tailEnd/>
          </a:ln>
        </p:spPr>
        <p:txBody>
          <a:bodyPr/>
          <a:lstStyle/>
          <a:p>
            <a:endParaRPr lang="en-US"/>
          </a:p>
        </p:txBody>
      </p:sp>
      <p:sp>
        <p:nvSpPr>
          <p:cNvPr id="55" name="Line 55"/>
          <p:cNvSpPr>
            <a:spLocks noChangeShapeType="1"/>
          </p:cNvSpPr>
          <p:nvPr/>
        </p:nvSpPr>
        <p:spPr bwMode="auto">
          <a:xfrm flipH="1">
            <a:off x="5108575" y="5316538"/>
            <a:ext cx="2416175" cy="1587"/>
          </a:xfrm>
          <a:prstGeom prst="line">
            <a:avLst/>
          </a:prstGeom>
          <a:noFill/>
          <a:ln w="19050">
            <a:solidFill>
              <a:srgbClr val="00FFFF"/>
            </a:solidFill>
            <a:round/>
            <a:headEnd/>
            <a:tailEnd/>
          </a:ln>
        </p:spPr>
        <p:txBody>
          <a:bodyPr/>
          <a:lstStyle/>
          <a:p>
            <a:endParaRPr lang="en-US"/>
          </a:p>
        </p:txBody>
      </p:sp>
      <p:sp>
        <p:nvSpPr>
          <p:cNvPr id="56" name="Line 56"/>
          <p:cNvSpPr>
            <a:spLocks noChangeShapeType="1"/>
          </p:cNvSpPr>
          <p:nvPr/>
        </p:nvSpPr>
        <p:spPr bwMode="auto">
          <a:xfrm flipV="1">
            <a:off x="5711825" y="5316538"/>
            <a:ext cx="1588" cy="471487"/>
          </a:xfrm>
          <a:prstGeom prst="line">
            <a:avLst/>
          </a:prstGeom>
          <a:noFill/>
          <a:ln w="19050">
            <a:solidFill>
              <a:srgbClr val="00FFFF"/>
            </a:solidFill>
            <a:round/>
            <a:headEnd/>
            <a:tailEnd/>
          </a:ln>
        </p:spPr>
        <p:txBody>
          <a:bodyPr/>
          <a:lstStyle/>
          <a:p>
            <a:endParaRPr lang="en-US"/>
          </a:p>
        </p:txBody>
      </p:sp>
      <p:sp>
        <p:nvSpPr>
          <p:cNvPr id="57" name="Line 57"/>
          <p:cNvSpPr>
            <a:spLocks noChangeShapeType="1"/>
          </p:cNvSpPr>
          <p:nvPr/>
        </p:nvSpPr>
        <p:spPr bwMode="auto">
          <a:xfrm flipV="1">
            <a:off x="6316663" y="5316538"/>
            <a:ext cx="1587" cy="471487"/>
          </a:xfrm>
          <a:prstGeom prst="line">
            <a:avLst/>
          </a:prstGeom>
          <a:noFill/>
          <a:ln w="19050">
            <a:solidFill>
              <a:srgbClr val="00FFFF"/>
            </a:solidFill>
            <a:round/>
            <a:headEnd/>
            <a:tailEnd/>
          </a:ln>
        </p:spPr>
        <p:txBody>
          <a:bodyPr/>
          <a:lstStyle/>
          <a:p>
            <a:endParaRPr lang="en-US"/>
          </a:p>
        </p:txBody>
      </p:sp>
      <p:sp>
        <p:nvSpPr>
          <p:cNvPr id="58" name="Line 58"/>
          <p:cNvSpPr>
            <a:spLocks noChangeShapeType="1"/>
          </p:cNvSpPr>
          <p:nvPr/>
        </p:nvSpPr>
        <p:spPr bwMode="auto">
          <a:xfrm flipV="1">
            <a:off x="6921500" y="5316538"/>
            <a:ext cx="1588" cy="471487"/>
          </a:xfrm>
          <a:prstGeom prst="line">
            <a:avLst/>
          </a:prstGeom>
          <a:noFill/>
          <a:ln w="19050">
            <a:solidFill>
              <a:srgbClr val="00FFFF"/>
            </a:solidFill>
            <a:round/>
            <a:headEnd/>
            <a:tailEnd/>
          </a:ln>
        </p:spPr>
        <p:txBody>
          <a:bodyPr/>
          <a:lstStyle/>
          <a:p>
            <a:endParaRPr lang="en-US"/>
          </a:p>
        </p:txBody>
      </p:sp>
      <p:sp>
        <p:nvSpPr>
          <p:cNvPr id="59" name="Rectangle 59"/>
          <p:cNvSpPr>
            <a:spLocks noChangeArrowheads="1"/>
          </p:cNvSpPr>
          <p:nvPr/>
        </p:nvSpPr>
        <p:spPr bwMode="auto">
          <a:xfrm>
            <a:off x="524033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0" name="Rectangle 60"/>
          <p:cNvSpPr>
            <a:spLocks noChangeArrowheads="1"/>
          </p:cNvSpPr>
          <p:nvPr/>
        </p:nvSpPr>
        <p:spPr bwMode="auto">
          <a:xfrm>
            <a:off x="531653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1" name="Rectangle 61"/>
          <p:cNvSpPr>
            <a:spLocks noChangeArrowheads="1"/>
          </p:cNvSpPr>
          <p:nvPr/>
        </p:nvSpPr>
        <p:spPr bwMode="auto">
          <a:xfrm>
            <a:off x="552291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62" name="Rectangle 62"/>
          <p:cNvSpPr>
            <a:spLocks noChangeArrowheads="1"/>
          </p:cNvSpPr>
          <p:nvPr/>
        </p:nvSpPr>
        <p:spPr bwMode="auto">
          <a:xfrm>
            <a:off x="5391150"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3" name="Rectangle 63"/>
          <p:cNvSpPr>
            <a:spLocks noChangeArrowheads="1"/>
          </p:cNvSpPr>
          <p:nvPr/>
        </p:nvSpPr>
        <p:spPr bwMode="auto">
          <a:xfrm>
            <a:off x="582612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4" name="Rectangle 64"/>
          <p:cNvSpPr>
            <a:spLocks noChangeArrowheads="1"/>
          </p:cNvSpPr>
          <p:nvPr/>
        </p:nvSpPr>
        <p:spPr bwMode="auto">
          <a:xfrm>
            <a:off x="5919788"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5" name="Rectangle 65"/>
          <p:cNvSpPr>
            <a:spLocks noChangeArrowheads="1"/>
          </p:cNvSpPr>
          <p:nvPr/>
        </p:nvSpPr>
        <p:spPr bwMode="auto">
          <a:xfrm>
            <a:off x="6127750"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6" name="Rectangle 66"/>
          <p:cNvSpPr>
            <a:spLocks noChangeArrowheads="1"/>
          </p:cNvSpPr>
          <p:nvPr/>
        </p:nvSpPr>
        <p:spPr bwMode="auto">
          <a:xfrm>
            <a:off x="5995988"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67" name="Rectangle 67"/>
          <p:cNvSpPr>
            <a:spLocks noChangeArrowheads="1"/>
          </p:cNvSpPr>
          <p:nvPr/>
        </p:nvSpPr>
        <p:spPr bwMode="auto">
          <a:xfrm>
            <a:off x="6429375"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68" name="Rectangle 68"/>
          <p:cNvSpPr>
            <a:spLocks noChangeArrowheads="1"/>
          </p:cNvSpPr>
          <p:nvPr/>
        </p:nvSpPr>
        <p:spPr bwMode="auto">
          <a:xfrm>
            <a:off x="6524625"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69" name="Rectangle 69"/>
          <p:cNvSpPr>
            <a:spLocks noChangeArrowheads="1"/>
          </p:cNvSpPr>
          <p:nvPr/>
        </p:nvSpPr>
        <p:spPr bwMode="auto">
          <a:xfrm>
            <a:off x="671353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70" name="Rectangle 70"/>
          <p:cNvSpPr>
            <a:spLocks noChangeArrowheads="1"/>
          </p:cNvSpPr>
          <p:nvPr/>
        </p:nvSpPr>
        <p:spPr bwMode="auto">
          <a:xfrm>
            <a:off x="6599238" y="5467350"/>
            <a:ext cx="5556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71" name="Rectangle 71"/>
          <p:cNvSpPr>
            <a:spLocks noChangeArrowheads="1"/>
          </p:cNvSpPr>
          <p:nvPr/>
        </p:nvSpPr>
        <p:spPr bwMode="auto">
          <a:xfrm>
            <a:off x="7034213"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72" name="Rectangle 72"/>
          <p:cNvSpPr>
            <a:spLocks noChangeArrowheads="1"/>
          </p:cNvSpPr>
          <p:nvPr/>
        </p:nvSpPr>
        <p:spPr bwMode="auto">
          <a:xfrm>
            <a:off x="7127875" y="5391150"/>
            <a:ext cx="63500" cy="152400"/>
          </a:xfrm>
          <a:prstGeom prst="rect">
            <a:avLst/>
          </a:prstGeom>
          <a:noFill/>
          <a:ln w="9525">
            <a:noFill/>
            <a:miter lim="800000"/>
            <a:headEnd/>
            <a:tailEnd/>
          </a:ln>
        </p:spPr>
        <p:txBody>
          <a:bodyPr wrap="none" lIns="0" tIns="0" rIns="0" bIns="0">
            <a:spAutoFit/>
          </a:bodyPr>
          <a:lstStyle/>
          <a:p>
            <a:r>
              <a:rPr lang="en-CA" altLang="zh-CN" sz="1000" i="1">
                <a:solidFill>
                  <a:srgbClr val="000000"/>
                </a:solidFill>
                <a:latin typeface="Nimbus Roman No9 L" charset="0"/>
                <a:ea typeface="SimSun" pitchFamily="2" charset="-122"/>
              </a:rPr>
              <a:t>k</a:t>
            </a:r>
            <a:endParaRPr lang="en-CA" altLang="zh-CN" sz="2400">
              <a:latin typeface="Times New Roman" pitchFamily="18" charset="0"/>
              <a:ea typeface="SimSun" pitchFamily="2" charset="-122"/>
            </a:endParaRPr>
          </a:p>
        </p:txBody>
      </p:sp>
      <p:sp>
        <p:nvSpPr>
          <p:cNvPr id="73" name="Rectangle 73"/>
          <p:cNvSpPr>
            <a:spLocks noChangeArrowheads="1"/>
          </p:cNvSpPr>
          <p:nvPr/>
        </p:nvSpPr>
        <p:spPr bwMode="auto">
          <a:xfrm>
            <a:off x="7316788" y="546735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74" name="Rectangle 74"/>
          <p:cNvSpPr>
            <a:spLocks noChangeArrowheads="1"/>
          </p:cNvSpPr>
          <p:nvPr/>
        </p:nvSpPr>
        <p:spPr bwMode="auto">
          <a:xfrm>
            <a:off x="7204075" y="5467350"/>
            <a:ext cx="55563"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a:t>
            </a:r>
            <a:endParaRPr lang="en-CA" altLang="zh-CN" sz="2400">
              <a:latin typeface="Times New Roman" pitchFamily="18" charset="0"/>
              <a:ea typeface="SimSun" pitchFamily="2" charset="-122"/>
            </a:endParaRPr>
          </a:p>
        </p:txBody>
      </p:sp>
      <p:sp>
        <p:nvSpPr>
          <p:cNvPr id="75" name="Rectangle 75"/>
          <p:cNvSpPr>
            <a:spLocks noChangeArrowheads="1"/>
          </p:cNvSpPr>
          <p:nvPr/>
        </p:nvSpPr>
        <p:spPr bwMode="auto">
          <a:xfrm>
            <a:off x="5372100"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3</a:t>
            </a:r>
            <a:endParaRPr lang="en-CA" altLang="zh-CN" sz="2400">
              <a:latin typeface="Times New Roman" pitchFamily="18" charset="0"/>
              <a:ea typeface="SimSun" pitchFamily="2" charset="-122"/>
            </a:endParaRPr>
          </a:p>
        </p:txBody>
      </p:sp>
      <p:sp>
        <p:nvSpPr>
          <p:cNvPr id="76" name="Rectangle 76"/>
          <p:cNvSpPr>
            <a:spLocks noChangeArrowheads="1"/>
          </p:cNvSpPr>
          <p:nvPr/>
        </p:nvSpPr>
        <p:spPr bwMode="auto">
          <a:xfrm>
            <a:off x="5976938"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2</a:t>
            </a:r>
            <a:endParaRPr lang="en-CA" altLang="zh-CN" sz="2400">
              <a:latin typeface="Times New Roman" pitchFamily="18" charset="0"/>
              <a:ea typeface="SimSun" pitchFamily="2" charset="-122"/>
            </a:endParaRPr>
          </a:p>
        </p:txBody>
      </p:sp>
      <p:sp>
        <p:nvSpPr>
          <p:cNvPr id="77" name="Rectangle 77"/>
          <p:cNvSpPr>
            <a:spLocks noChangeArrowheads="1"/>
          </p:cNvSpPr>
          <p:nvPr/>
        </p:nvSpPr>
        <p:spPr bwMode="auto">
          <a:xfrm>
            <a:off x="6562725"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1</a:t>
            </a:r>
            <a:endParaRPr lang="en-CA" altLang="zh-CN" sz="2400">
              <a:latin typeface="Times New Roman" pitchFamily="18" charset="0"/>
              <a:ea typeface="SimSun" pitchFamily="2" charset="-122"/>
            </a:endParaRPr>
          </a:p>
        </p:txBody>
      </p:sp>
      <p:sp>
        <p:nvSpPr>
          <p:cNvPr id="78" name="Rectangle 78"/>
          <p:cNvSpPr>
            <a:spLocks noChangeArrowheads="1"/>
          </p:cNvSpPr>
          <p:nvPr/>
        </p:nvSpPr>
        <p:spPr bwMode="auto">
          <a:xfrm>
            <a:off x="7165975" y="2786063"/>
            <a:ext cx="92075"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0</a:t>
            </a:r>
            <a:endParaRPr lang="en-CA" altLang="zh-CN" sz="2400">
              <a:latin typeface="Times New Roman" pitchFamily="18" charset="0"/>
              <a:ea typeface="SimSun" pitchFamily="2" charset="-122"/>
            </a:endParaRPr>
          </a:p>
        </p:txBody>
      </p:sp>
      <p:sp>
        <p:nvSpPr>
          <p:cNvPr id="79" name="Rectangle 79"/>
          <p:cNvSpPr>
            <a:spLocks noChangeArrowheads="1"/>
          </p:cNvSpPr>
          <p:nvPr/>
        </p:nvSpPr>
        <p:spPr bwMode="auto">
          <a:xfrm>
            <a:off x="5372100"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7</a:t>
            </a:r>
            <a:endParaRPr lang="en-CA" altLang="zh-CN" sz="2400">
              <a:latin typeface="Times New Roman" pitchFamily="18" charset="0"/>
              <a:ea typeface="SimSun" pitchFamily="2" charset="-122"/>
            </a:endParaRPr>
          </a:p>
        </p:txBody>
      </p:sp>
      <p:sp>
        <p:nvSpPr>
          <p:cNvPr id="80" name="Rectangle 80"/>
          <p:cNvSpPr>
            <a:spLocks noChangeArrowheads="1"/>
          </p:cNvSpPr>
          <p:nvPr/>
        </p:nvSpPr>
        <p:spPr bwMode="auto">
          <a:xfrm>
            <a:off x="5976938"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6</a:t>
            </a:r>
            <a:endParaRPr lang="en-CA" altLang="zh-CN" sz="2400">
              <a:latin typeface="Times New Roman" pitchFamily="18" charset="0"/>
              <a:ea typeface="SimSun" pitchFamily="2" charset="-122"/>
            </a:endParaRPr>
          </a:p>
        </p:txBody>
      </p:sp>
      <p:sp>
        <p:nvSpPr>
          <p:cNvPr id="81" name="Rectangle 81"/>
          <p:cNvSpPr>
            <a:spLocks noChangeArrowheads="1"/>
          </p:cNvSpPr>
          <p:nvPr/>
        </p:nvSpPr>
        <p:spPr bwMode="auto">
          <a:xfrm>
            <a:off x="6562725"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5</a:t>
            </a:r>
            <a:endParaRPr lang="en-CA" altLang="zh-CN" sz="2400">
              <a:latin typeface="Times New Roman" pitchFamily="18" charset="0"/>
              <a:ea typeface="SimSun" pitchFamily="2" charset="-122"/>
            </a:endParaRPr>
          </a:p>
        </p:txBody>
      </p:sp>
      <p:sp>
        <p:nvSpPr>
          <p:cNvPr id="82" name="Rectangle 82"/>
          <p:cNvSpPr>
            <a:spLocks noChangeArrowheads="1"/>
          </p:cNvSpPr>
          <p:nvPr/>
        </p:nvSpPr>
        <p:spPr bwMode="auto">
          <a:xfrm>
            <a:off x="7165975"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83" name="Rectangle 83"/>
          <p:cNvSpPr>
            <a:spLocks noChangeArrowheads="1"/>
          </p:cNvSpPr>
          <p:nvPr/>
        </p:nvSpPr>
        <p:spPr bwMode="auto">
          <a:xfrm>
            <a:off x="5881688" y="2370138"/>
            <a:ext cx="96520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Byte address</a:t>
            </a:r>
            <a:endParaRPr lang="en-CA" altLang="zh-CN" sz="2400">
              <a:latin typeface="Times New Roman" pitchFamily="18" charset="0"/>
              <a:ea typeface="SimSun" pitchFamily="2" charset="-122"/>
            </a:endParaRPr>
          </a:p>
        </p:txBody>
      </p:sp>
      <p:sp>
        <p:nvSpPr>
          <p:cNvPr id="84" name="Rectangle 84"/>
          <p:cNvSpPr>
            <a:spLocks noChangeArrowheads="1"/>
          </p:cNvSpPr>
          <p:nvPr/>
        </p:nvSpPr>
        <p:spPr bwMode="auto">
          <a:xfrm>
            <a:off x="2501900" y="2370138"/>
            <a:ext cx="965200" cy="198437"/>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Byte address</a:t>
            </a:r>
            <a:endParaRPr lang="en-CA" altLang="zh-CN" sz="2400">
              <a:latin typeface="Times New Roman" pitchFamily="18" charset="0"/>
              <a:ea typeface="SimSun" pitchFamily="2" charset="-122"/>
            </a:endParaRPr>
          </a:p>
        </p:txBody>
      </p:sp>
      <p:sp>
        <p:nvSpPr>
          <p:cNvPr id="85" name="Rectangle 85"/>
          <p:cNvSpPr>
            <a:spLocks noChangeArrowheads="1"/>
          </p:cNvSpPr>
          <p:nvPr/>
        </p:nvSpPr>
        <p:spPr bwMode="auto">
          <a:xfrm>
            <a:off x="1954213" y="6165850"/>
            <a:ext cx="1931987"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Sans L" charset="0"/>
                <a:ea typeface="SimSun" pitchFamily="2" charset="-122"/>
              </a:rPr>
              <a:t>(a) Big-endian assignment</a:t>
            </a:r>
            <a:endParaRPr lang="en-CA" altLang="zh-CN" sz="2400">
              <a:latin typeface="Times New Roman" pitchFamily="18" charset="0"/>
              <a:ea typeface="SimSun" pitchFamily="2" charset="-122"/>
            </a:endParaRPr>
          </a:p>
        </p:txBody>
      </p:sp>
      <p:sp>
        <p:nvSpPr>
          <p:cNvPr id="86" name="Rectangle 86"/>
          <p:cNvSpPr>
            <a:spLocks noChangeArrowheads="1"/>
          </p:cNvSpPr>
          <p:nvPr/>
        </p:nvSpPr>
        <p:spPr bwMode="auto">
          <a:xfrm>
            <a:off x="5259388" y="6165850"/>
            <a:ext cx="204311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Sans L" charset="0"/>
                <a:ea typeface="SimSun" pitchFamily="2" charset="-122"/>
              </a:rPr>
              <a:t>(b) Little-endian assignment</a:t>
            </a:r>
            <a:endParaRPr lang="en-CA" altLang="zh-CN" sz="2400">
              <a:latin typeface="Times New Roman" pitchFamily="18" charset="0"/>
              <a:ea typeface="SimSun" pitchFamily="2" charset="-122"/>
            </a:endParaRPr>
          </a:p>
        </p:txBody>
      </p:sp>
      <p:sp>
        <p:nvSpPr>
          <p:cNvPr id="87" name="Rectangle 87"/>
          <p:cNvSpPr>
            <a:spLocks noChangeArrowheads="1"/>
          </p:cNvSpPr>
          <p:nvPr/>
        </p:nvSpPr>
        <p:spPr bwMode="auto">
          <a:xfrm>
            <a:off x="4824413" y="3276600"/>
            <a:ext cx="920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4</a:t>
            </a:r>
            <a:endParaRPr lang="en-CA" altLang="zh-CN" sz="2400">
              <a:latin typeface="Times New Roman" pitchFamily="18" charset="0"/>
              <a:ea typeface="SimSun" pitchFamily="2" charset="-122"/>
            </a:endParaRPr>
          </a:p>
        </p:txBody>
      </p:sp>
      <p:sp>
        <p:nvSpPr>
          <p:cNvPr id="88" name="Rectangle 88"/>
          <p:cNvSpPr>
            <a:spLocks noChangeArrowheads="1"/>
          </p:cNvSpPr>
          <p:nvPr/>
        </p:nvSpPr>
        <p:spPr bwMode="auto">
          <a:xfrm>
            <a:off x="1200150" y="2143125"/>
            <a:ext cx="155575"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W</a:t>
            </a:r>
            <a:endParaRPr lang="en-CA" altLang="zh-CN" sz="2400">
              <a:latin typeface="Times New Roman" pitchFamily="18" charset="0"/>
              <a:ea typeface="SimSun" pitchFamily="2" charset="-122"/>
            </a:endParaRPr>
          </a:p>
        </p:txBody>
      </p:sp>
      <p:sp>
        <p:nvSpPr>
          <p:cNvPr id="89" name="Rectangle 89"/>
          <p:cNvSpPr>
            <a:spLocks noChangeArrowheads="1"/>
          </p:cNvSpPr>
          <p:nvPr/>
        </p:nvSpPr>
        <p:spPr bwMode="auto">
          <a:xfrm>
            <a:off x="1350963" y="2143125"/>
            <a:ext cx="239712" cy="198438"/>
          </a:xfrm>
          <a:prstGeom prst="rect">
            <a:avLst/>
          </a:prstGeom>
          <a:noFill/>
          <a:ln w="9525">
            <a:noFill/>
            <a:miter lim="800000"/>
            <a:headEnd/>
            <a:tailEnd/>
          </a:ln>
        </p:spPr>
        <p:txBody>
          <a:bodyPr wrap="none" lIns="0" tIns="0" rIns="0" bIns="0">
            <a:spAutoFit/>
          </a:bodyPr>
          <a:lstStyle/>
          <a:p>
            <a:r>
              <a:rPr lang="en-CA" altLang="zh-CN" sz="1300">
                <a:solidFill>
                  <a:srgbClr val="000000"/>
                </a:solidFill>
                <a:latin typeface="Nimbus Roman No9 L" charset="0"/>
                <a:ea typeface="SimSun" pitchFamily="2" charset="-122"/>
              </a:rPr>
              <a:t>ord</a:t>
            </a:r>
            <a:endParaRPr lang="en-CA" altLang="zh-CN" sz="2400">
              <a:latin typeface="Times New Roman" pitchFamily="18" charset="0"/>
              <a:ea typeface="SimSun" pitchFamily="2" charset="-122"/>
            </a:endParaRPr>
          </a:p>
        </p:txBody>
      </p:sp>
      <p:sp>
        <p:nvSpPr>
          <p:cNvPr id="90" name="Rectangle 90"/>
          <p:cNvSpPr>
            <a:spLocks noChangeArrowheads="1"/>
          </p:cNvSpPr>
          <p:nvPr/>
        </p:nvSpPr>
        <p:spPr bwMode="auto">
          <a:xfrm>
            <a:off x="1143000" y="2351088"/>
            <a:ext cx="588963" cy="198437"/>
          </a:xfrm>
          <a:prstGeom prst="rect">
            <a:avLst/>
          </a:prstGeom>
          <a:noFill/>
          <a:ln w="9525">
            <a:noFill/>
            <a:miter lim="800000"/>
            <a:headEnd/>
            <a:tailEnd/>
          </a:ln>
        </p:spPr>
        <p:txBody>
          <a:bodyPr wrap="none" lIns="0" tIns="0" rIns="0" bIns="0">
            <a:spAutoFit/>
          </a:bodyPr>
          <a:lstStyle/>
          <a:p>
            <a:r>
              <a:rPr lang="en-CA" altLang="zh-CN" sz="1300" dirty="0">
                <a:solidFill>
                  <a:srgbClr val="000000"/>
                </a:solidFill>
                <a:latin typeface="Nimbus Roman No9 L" charset="0"/>
                <a:ea typeface="SimSun" pitchFamily="2" charset="-122"/>
              </a:rPr>
              <a:t>address</a:t>
            </a:r>
            <a:endParaRPr lang="en-CA" altLang="zh-CN" sz="2400" dirty="0">
              <a:latin typeface="Times New Roman" pitchFamily="18" charset="0"/>
              <a:ea typeface="SimSun" pitchFamily="2" charset="-122"/>
            </a:endParaRPr>
          </a:p>
        </p:txBody>
      </p:sp>
      <p:sp>
        <p:nvSpPr>
          <p:cNvPr id="91" name="Text Box 91"/>
          <p:cNvSpPr txBox="1">
            <a:spLocks noChangeArrowheads="1"/>
          </p:cNvSpPr>
          <p:nvPr/>
        </p:nvSpPr>
        <p:spPr bwMode="auto">
          <a:xfrm>
            <a:off x="6216650" y="4035425"/>
            <a:ext cx="266700" cy="1003300"/>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sp>
        <p:nvSpPr>
          <p:cNvPr id="92" name="Text Box 92"/>
          <p:cNvSpPr txBox="1">
            <a:spLocks noChangeArrowheads="1"/>
          </p:cNvSpPr>
          <p:nvPr/>
        </p:nvSpPr>
        <p:spPr bwMode="auto">
          <a:xfrm>
            <a:off x="2768600" y="4035425"/>
            <a:ext cx="266700" cy="1003300"/>
          </a:xfrm>
          <a:prstGeom prst="rect">
            <a:avLst/>
          </a:prstGeom>
          <a:noFill/>
          <a:ln w="9525">
            <a:noFill/>
            <a:miter lim="800000"/>
            <a:headEnd/>
            <a:tailEnd/>
          </a:ln>
        </p:spPr>
        <p:txBody>
          <a:bodyPr>
            <a:spAutoFit/>
          </a:bodyPr>
          <a:lstStyle/>
          <a:p>
            <a:pPr>
              <a:lnSpc>
                <a:spcPct val="20000"/>
              </a:lnSpc>
              <a:spcBef>
                <a:spcPct val="50000"/>
              </a:spcBef>
            </a:pPr>
            <a:endParaRPr lang="zh-CN" altLang="en-US"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endParaRPr lang="en-US" altLang="zh-CN" sz="2000">
              <a:latin typeface="Nimbus Roman No9 L" charset="0"/>
              <a:ea typeface="SimSun" pitchFamily="2" charset="-122"/>
            </a:endParaRPr>
          </a:p>
          <a:p>
            <a:pPr>
              <a:lnSpc>
                <a:spcPct val="20000"/>
              </a:lnSpc>
              <a:spcBef>
                <a:spcPct val="50000"/>
              </a:spcBef>
            </a:pPr>
            <a:r>
              <a:rPr lang="en-CA" altLang="zh-CN" sz="2000">
                <a:latin typeface="Nimbus Roman No9 L" charset="0"/>
                <a:ea typeface="SimSun" pitchFamily="2" charset="-122"/>
              </a:rPr>
              <a:t>•</a:t>
            </a:r>
          </a:p>
          <a:p>
            <a:pPr>
              <a:lnSpc>
                <a:spcPct val="20000"/>
              </a:lnSpc>
              <a:spcBef>
                <a:spcPct val="50000"/>
              </a:spcBef>
            </a:pPr>
            <a:endParaRPr lang="zh-CN" altLang="en-CA" sz="2000">
              <a:latin typeface="Nimbus Roman No9 L" charset="0"/>
              <a:ea typeface="SimSun" pitchFamily="2" charset="-122"/>
            </a:endParaRPr>
          </a:p>
        </p:txBody>
      </p:sp>
      <p:sp>
        <p:nvSpPr>
          <p:cNvPr id="93" name="Text Box 95"/>
          <p:cNvSpPr txBox="1">
            <a:spLocks noChangeArrowheads="1"/>
          </p:cNvSpPr>
          <p:nvPr/>
        </p:nvSpPr>
        <p:spPr bwMode="auto">
          <a:xfrm>
            <a:off x="-38637" y="862310"/>
            <a:ext cx="9022507" cy="1061829"/>
          </a:xfrm>
          <a:prstGeom prst="rect">
            <a:avLst/>
          </a:prstGeom>
          <a:noFill/>
          <a:ln w="9525">
            <a:noFill/>
            <a:miter lim="800000"/>
            <a:headEnd/>
            <a:tailEnd/>
          </a:ln>
        </p:spPr>
        <p:txBody>
          <a:bodyPr wrap="square">
            <a:spAutoFit/>
          </a:bodyPr>
          <a:lstStyle/>
          <a:p>
            <a:pPr>
              <a:spcBef>
                <a:spcPct val="50000"/>
              </a:spcBef>
            </a:pPr>
            <a:r>
              <a:rPr lang="en-US" altLang="zh-CN" dirty="0">
                <a:solidFill>
                  <a:schemeClr val="tx2"/>
                </a:solidFill>
                <a:ea typeface="SimSun" pitchFamily="2" charset="-122"/>
              </a:rPr>
              <a:t>Big-Endian: lower byte addresses are used for the most significant bytes of the word </a:t>
            </a:r>
          </a:p>
          <a:p>
            <a:pPr>
              <a:spcBef>
                <a:spcPct val="50000"/>
              </a:spcBef>
            </a:pPr>
            <a:r>
              <a:rPr lang="en-US" altLang="zh-CN" dirty="0">
                <a:solidFill>
                  <a:schemeClr val="tx2"/>
                </a:solidFill>
                <a:ea typeface="SimSun" pitchFamily="2" charset="-122"/>
              </a:rPr>
              <a:t>Little-Endian: opposite ordering. lower byte addresses are used for the less significant bytes of the word</a:t>
            </a:r>
            <a:endParaRPr lang="en-US" dirty="0">
              <a:solidFill>
                <a:schemeClr val="tx2"/>
              </a:solidFill>
            </a:endParaRPr>
          </a:p>
        </p:txBody>
      </p:sp>
    </p:spTree>
    <p:extLst>
      <p:ext uri="{BB962C8B-B14F-4D97-AF65-F5344CB8AC3E}">
        <p14:creationId xmlns:p14="http://schemas.microsoft.com/office/powerpoint/2010/main" val="272836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500" fill="hold"/>
                                        <p:tgtEl>
                                          <p:spTgt spid="93"/>
                                        </p:tgtEl>
                                        <p:attrNameLst>
                                          <p:attrName>ppt_x</p:attrName>
                                        </p:attrNameLst>
                                      </p:cBhvr>
                                      <p:tavLst>
                                        <p:tav tm="0">
                                          <p:val>
                                            <p:strVal val="#ppt_x"/>
                                          </p:val>
                                        </p:tav>
                                        <p:tav tm="100000">
                                          <p:val>
                                            <p:strVal val="#ppt_x"/>
                                          </p:val>
                                        </p:tav>
                                      </p:tavLst>
                                    </p:anim>
                                    <p:anim calcmode="lin" valueType="num">
                                      <p:cBhvr additive="base">
                                        <p:cTn id="8"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500" fill="hold"/>
                                        <p:tgtEl>
                                          <p:spTgt spid="12"/>
                                        </p:tgtEl>
                                        <p:attrNameLst>
                                          <p:attrName>ppt_x</p:attrName>
                                        </p:attrNameLst>
                                      </p:cBhvr>
                                      <p:tavLst>
                                        <p:tav tm="0">
                                          <p:val>
                                            <p:strVal val="#ppt_x"/>
                                          </p:val>
                                        </p:tav>
                                        <p:tav tm="100000">
                                          <p:val>
                                            <p:strVal val="#ppt_x"/>
                                          </p:val>
                                        </p:tav>
                                      </p:tavLst>
                                    </p:anim>
                                    <p:anim calcmode="lin" valueType="num">
                                      <p:cBhvr additive="base">
                                        <p:cTn id="46" dur="500" fill="hold"/>
                                        <p:tgtEl>
                                          <p:spTgt spid="12"/>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500" fill="hold"/>
                                        <p:tgtEl>
                                          <p:spTgt spid="13"/>
                                        </p:tgtEl>
                                        <p:attrNameLst>
                                          <p:attrName>ppt_x</p:attrName>
                                        </p:attrNameLst>
                                      </p:cBhvr>
                                      <p:tavLst>
                                        <p:tav tm="0">
                                          <p:val>
                                            <p:strVal val="#ppt_x"/>
                                          </p:val>
                                        </p:tav>
                                        <p:tav tm="100000">
                                          <p:val>
                                            <p:strVal val="#ppt_x"/>
                                          </p:val>
                                        </p:tav>
                                      </p:tavLst>
                                    </p:anim>
                                    <p:anim calcmode="lin" valueType="num">
                                      <p:cBhvr additive="base">
                                        <p:cTn id="50" dur="500" fill="hold"/>
                                        <p:tgtEl>
                                          <p:spTgt spid="1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ppt_x</p:attrName>
                                        </p:attrNameLst>
                                      </p:cBhvr>
                                      <p:tavLst>
                                        <p:tav tm="0">
                                          <p:val>
                                            <p:strVal val="#ppt_x"/>
                                          </p:val>
                                        </p:tav>
                                        <p:tav tm="100000">
                                          <p:val>
                                            <p:strVal val="#ppt_x"/>
                                          </p:val>
                                        </p:tav>
                                      </p:tavLst>
                                    </p:anim>
                                    <p:anim calcmode="lin" valueType="num">
                                      <p:cBhvr additive="base">
                                        <p:cTn id="54" dur="500" fill="hold"/>
                                        <p:tgtEl>
                                          <p:spTgt spid="1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ppt_x</p:attrName>
                                        </p:attrNameLst>
                                      </p:cBhvr>
                                      <p:tavLst>
                                        <p:tav tm="0">
                                          <p:val>
                                            <p:strVal val="#ppt_x"/>
                                          </p:val>
                                        </p:tav>
                                        <p:tav tm="100000">
                                          <p:val>
                                            <p:strVal val="#ppt_x"/>
                                          </p:val>
                                        </p:tav>
                                      </p:tavLst>
                                    </p:anim>
                                    <p:anim calcmode="lin" valueType="num">
                                      <p:cBhvr additive="base">
                                        <p:cTn id="58" dur="500" fill="hold"/>
                                        <p:tgtEl>
                                          <p:spTgt spid="15"/>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 calcmode="lin" valueType="num">
                                      <p:cBhvr additive="base">
                                        <p:cTn id="73" dur="500" fill="hold"/>
                                        <p:tgtEl>
                                          <p:spTgt spid="19"/>
                                        </p:tgtEl>
                                        <p:attrNameLst>
                                          <p:attrName>ppt_x</p:attrName>
                                        </p:attrNameLst>
                                      </p:cBhvr>
                                      <p:tavLst>
                                        <p:tav tm="0">
                                          <p:val>
                                            <p:strVal val="#ppt_x"/>
                                          </p:val>
                                        </p:tav>
                                        <p:tav tm="100000">
                                          <p:val>
                                            <p:strVal val="#ppt_x"/>
                                          </p:val>
                                        </p:tav>
                                      </p:tavLst>
                                    </p:anim>
                                    <p:anim calcmode="lin" valueType="num">
                                      <p:cBhvr additive="base">
                                        <p:cTn id="74" dur="500" fill="hold"/>
                                        <p:tgtEl>
                                          <p:spTgt spid="1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81" dur="500" fill="hold"/>
                                        <p:tgtEl>
                                          <p:spTgt spid="21"/>
                                        </p:tgtEl>
                                        <p:attrNameLst>
                                          <p:attrName>ppt_x</p:attrName>
                                        </p:attrNameLst>
                                      </p:cBhvr>
                                      <p:tavLst>
                                        <p:tav tm="0">
                                          <p:val>
                                            <p:strVal val="#ppt_x"/>
                                          </p:val>
                                        </p:tav>
                                        <p:tav tm="100000">
                                          <p:val>
                                            <p:strVal val="#ppt_x"/>
                                          </p:val>
                                        </p:tav>
                                      </p:tavLst>
                                    </p:anim>
                                    <p:anim calcmode="lin" valueType="num">
                                      <p:cBhvr additive="base">
                                        <p:cTn id="82" dur="500" fill="hold"/>
                                        <p:tgtEl>
                                          <p:spTgt spid="21"/>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00" fill="hold"/>
                                        <p:tgtEl>
                                          <p:spTgt spid="22"/>
                                        </p:tgtEl>
                                        <p:attrNameLst>
                                          <p:attrName>ppt_x</p:attrName>
                                        </p:attrNameLst>
                                      </p:cBhvr>
                                      <p:tavLst>
                                        <p:tav tm="0">
                                          <p:val>
                                            <p:strVal val="#ppt_x"/>
                                          </p:val>
                                        </p:tav>
                                        <p:tav tm="100000">
                                          <p:val>
                                            <p:strVal val="#ppt_x"/>
                                          </p:val>
                                        </p:tav>
                                      </p:tavLst>
                                    </p:anim>
                                    <p:anim calcmode="lin" valueType="num">
                                      <p:cBhvr additive="base">
                                        <p:cTn id="86" dur="500" fill="hold"/>
                                        <p:tgtEl>
                                          <p:spTgt spid="22"/>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500" fill="hold"/>
                                        <p:tgtEl>
                                          <p:spTgt spid="23"/>
                                        </p:tgtEl>
                                        <p:attrNameLst>
                                          <p:attrName>ppt_x</p:attrName>
                                        </p:attrNameLst>
                                      </p:cBhvr>
                                      <p:tavLst>
                                        <p:tav tm="0">
                                          <p:val>
                                            <p:strVal val="#ppt_x"/>
                                          </p:val>
                                        </p:tav>
                                        <p:tav tm="100000">
                                          <p:val>
                                            <p:strVal val="#ppt_x"/>
                                          </p:val>
                                        </p:tav>
                                      </p:tavLst>
                                    </p:anim>
                                    <p:anim calcmode="lin" valueType="num">
                                      <p:cBhvr additive="base">
                                        <p:cTn id="90" dur="500" fill="hold"/>
                                        <p:tgtEl>
                                          <p:spTgt spid="23"/>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 calcmode="lin" valueType="num">
                                      <p:cBhvr additive="base">
                                        <p:cTn id="93" dur="500" fill="hold"/>
                                        <p:tgtEl>
                                          <p:spTgt spid="24"/>
                                        </p:tgtEl>
                                        <p:attrNameLst>
                                          <p:attrName>ppt_x</p:attrName>
                                        </p:attrNameLst>
                                      </p:cBhvr>
                                      <p:tavLst>
                                        <p:tav tm="0">
                                          <p:val>
                                            <p:strVal val="#ppt_x"/>
                                          </p:val>
                                        </p:tav>
                                        <p:tav tm="100000">
                                          <p:val>
                                            <p:strVal val="#ppt_x"/>
                                          </p:val>
                                        </p:tav>
                                      </p:tavLst>
                                    </p:anim>
                                    <p:anim calcmode="lin" valueType="num">
                                      <p:cBhvr additive="base">
                                        <p:cTn id="94" dur="500" fill="hold"/>
                                        <p:tgtEl>
                                          <p:spTgt spid="24"/>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 calcmode="lin" valueType="num">
                                      <p:cBhvr additive="base">
                                        <p:cTn id="97" dur="500" fill="hold"/>
                                        <p:tgtEl>
                                          <p:spTgt spid="25"/>
                                        </p:tgtEl>
                                        <p:attrNameLst>
                                          <p:attrName>ppt_x</p:attrName>
                                        </p:attrNameLst>
                                      </p:cBhvr>
                                      <p:tavLst>
                                        <p:tav tm="0">
                                          <p:val>
                                            <p:strVal val="#ppt_x"/>
                                          </p:val>
                                        </p:tav>
                                        <p:tav tm="100000">
                                          <p:val>
                                            <p:strVal val="#ppt_x"/>
                                          </p:val>
                                        </p:tav>
                                      </p:tavLst>
                                    </p:anim>
                                    <p:anim calcmode="lin" valueType="num">
                                      <p:cBhvr additive="base">
                                        <p:cTn id="98" dur="500" fill="hold"/>
                                        <p:tgtEl>
                                          <p:spTgt spid="25"/>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 calcmode="lin" valueType="num">
                                      <p:cBhvr additive="base">
                                        <p:cTn id="101" dur="500" fill="hold"/>
                                        <p:tgtEl>
                                          <p:spTgt spid="26"/>
                                        </p:tgtEl>
                                        <p:attrNameLst>
                                          <p:attrName>ppt_x</p:attrName>
                                        </p:attrNameLst>
                                      </p:cBhvr>
                                      <p:tavLst>
                                        <p:tav tm="0">
                                          <p:val>
                                            <p:strVal val="#ppt_x"/>
                                          </p:val>
                                        </p:tav>
                                        <p:tav tm="100000">
                                          <p:val>
                                            <p:strVal val="#ppt_x"/>
                                          </p:val>
                                        </p:tav>
                                      </p:tavLst>
                                    </p:anim>
                                    <p:anim calcmode="lin" valueType="num">
                                      <p:cBhvr additive="base">
                                        <p:cTn id="102" dur="500" fill="hold"/>
                                        <p:tgtEl>
                                          <p:spTgt spid="26"/>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anim calcmode="lin" valueType="num">
                                      <p:cBhvr additive="base">
                                        <p:cTn id="105" dur="500" fill="hold"/>
                                        <p:tgtEl>
                                          <p:spTgt spid="27"/>
                                        </p:tgtEl>
                                        <p:attrNameLst>
                                          <p:attrName>ppt_x</p:attrName>
                                        </p:attrNameLst>
                                      </p:cBhvr>
                                      <p:tavLst>
                                        <p:tav tm="0">
                                          <p:val>
                                            <p:strVal val="#ppt_x"/>
                                          </p:val>
                                        </p:tav>
                                        <p:tav tm="100000">
                                          <p:val>
                                            <p:strVal val="#ppt_x"/>
                                          </p:val>
                                        </p:tav>
                                      </p:tavLst>
                                    </p:anim>
                                    <p:anim calcmode="lin" valueType="num">
                                      <p:cBhvr additive="base">
                                        <p:cTn id="106" dur="500" fill="hold"/>
                                        <p:tgtEl>
                                          <p:spTgt spid="27"/>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28"/>
                                        </p:tgtEl>
                                        <p:attrNameLst>
                                          <p:attrName>style.visibility</p:attrName>
                                        </p:attrNameLst>
                                      </p:cBhvr>
                                      <p:to>
                                        <p:strVal val="visible"/>
                                      </p:to>
                                    </p:set>
                                    <p:anim calcmode="lin" valueType="num">
                                      <p:cBhvr additive="base">
                                        <p:cTn id="109" dur="500" fill="hold"/>
                                        <p:tgtEl>
                                          <p:spTgt spid="28"/>
                                        </p:tgtEl>
                                        <p:attrNameLst>
                                          <p:attrName>ppt_x</p:attrName>
                                        </p:attrNameLst>
                                      </p:cBhvr>
                                      <p:tavLst>
                                        <p:tav tm="0">
                                          <p:val>
                                            <p:strVal val="#ppt_x"/>
                                          </p:val>
                                        </p:tav>
                                        <p:tav tm="100000">
                                          <p:val>
                                            <p:strVal val="#ppt_x"/>
                                          </p:val>
                                        </p:tav>
                                      </p:tavLst>
                                    </p:anim>
                                    <p:anim calcmode="lin" valueType="num">
                                      <p:cBhvr additive="base">
                                        <p:cTn id="110" dur="500" fill="hold"/>
                                        <p:tgtEl>
                                          <p:spTgt spid="28"/>
                                        </p:tgtEl>
                                        <p:attrNameLst>
                                          <p:attrName>ppt_y</p:attrName>
                                        </p:attrNameLst>
                                      </p:cBhvr>
                                      <p:tavLst>
                                        <p:tav tm="0">
                                          <p:val>
                                            <p:strVal val="1+#ppt_h/2"/>
                                          </p:val>
                                        </p:tav>
                                        <p:tav tm="100000">
                                          <p:val>
                                            <p:strVal val="#ppt_y"/>
                                          </p:val>
                                        </p:tav>
                                      </p:tavLst>
                                    </p:anim>
                                  </p:childTnLst>
                                </p:cTn>
                              </p:par>
                              <p:par>
                                <p:cTn id="111" presetID="2" presetClass="entr" presetSubtype="4" fill="hold" grpId="0" nodeType="withEffect">
                                  <p:stCondLst>
                                    <p:cond delay="0"/>
                                  </p:stCondLst>
                                  <p:childTnLst>
                                    <p:set>
                                      <p:cBhvr>
                                        <p:cTn id="112" dur="1" fill="hold">
                                          <p:stCondLst>
                                            <p:cond delay="0"/>
                                          </p:stCondLst>
                                        </p:cTn>
                                        <p:tgtEl>
                                          <p:spTgt spid="29"/>
                                        </p:tgtEl>
                                        <p:attrNameLst>
                                          <p:attrName>style.visibility</p:attrName>
                                        </p:attrNameLst>
                                      </p:cBhvr>
                                      <p:to>
                                        <p:strVal val="visible"/>
                                      </p:to>
                                    </p:set>
                                    <p:anim calcmode="lin" valueType="num">
                                      <p:cBhvr additive="base">
                                        <p:cTn id="113" dur="500" fill="hold"/>
                                        <p:tgtEl>
                                          <p:spTgt spid="29"/>
                                        </p:tgtEl>
                                        <p:attrNameLst>
                                          <p:attrName>ppt_x</p:attrName>
                                        </p:attrNameLst>
                                      </p:cBhvr>
                                      <p:tavLst>
                                        <p:tav tm="0">
                                          <p:val>
                                            <p:strVal val="#ppt_x"/>
                                          </p:val>
                                        </p:tav>
                                        <p:tav tm="100000">
                                          <p:val>
                                            <p:strVal val="#ppt_x"/>
                                          </p:val>
                                        </p:tav>
                                      </p:tavLst>
                                    </p:anim>
                                    <p:anim calcmode="lin" valueType="num">
                                      <p:cBhvr additive="base">
                                        <p:cTn id="114" dur="500" fill="hold"/>
                                        <p:tgtEl>
                                          <p:spTgt spid="29"/>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1+#ppt_h/2"/>
                                          </p:val>
                                        </p:tav>
                                        <p:tav tm="100000">
                                          <p:val>
                                            <p:strVal val="#ppt_y"/>
                                          </p:val>
                                        </p:tav>
                                      </p:tavLst>
                                    </p:anim>
                                  </p:childTnLst>
                                </p:cTn>
                              </p:par>
                              <p:par>
                                <p:cTn id="119" presetID="2" presetClass="entr" presetSubtype="4" fill="hold" grpId="0" nodeType="withEffect">
                                  <p:stCondLst>
                                    <p:cond delay="0"/>
                                  </p:stCondLst>
                                  <p:childTnLst>
                                    <p:set>
                                      <p:cBhvr>
                                        <p:cTn id="120" dur="1" fill="hold">
                                          <p:stCondLst>
                                            <p:cond delay="0"/>
                                          </p:stCondLst>
                                        </p:cTn>
                                        <p:tgtEl>
                                          <p:spTgt spid="31"/>
                                        </p:tgtEl>
                                        <p:attrNameLst>
                                          <p:attrName>style.visibility</p:attrName>
                                        </p:attrNameLst>
                                      </p:cBhvr>
                                      <p:to>
                                        <p:strVal val="visible"/>
                                      </p:to>
                                    </p:set>
                                    <p:anim calcmode="lin" valueType="num">
                                      <p:cBhvr additive="base">
                                        <p:cTn id="121" dur="500" fill="hold"/>
                                        <p:tgtEl>
                                          <p:spTgt spid="31"/>
                                        </p:tgtEl>
                                        <p:attrNameLst>
                                          <p:attrName>ppt_x</p:attrName>
                                        </p:attrNameLst>
                                      </p:cBhvr>
                                      <p:tavLst>
                                        <p:tav tm="0">
                                          <p:val>
                                            <p:strVal val="#ppt_x"/>
                                          </p:val>
                                        </p:tav>
                                        <p:tav tm="100000">
                                          <p:val>
                                            <p:strVal val="#ppt_x"/>
                                          </p:val>
                                        </p:tav>
                                      </p:tavLst>
                                    </p:anim>
                                    <p:anim calcmode="lin" valueType="num">
                                      <p:cBhvr additive="base">
                                        <p:cTn id="122" dur="500" fill="hold"/>
                                        <p:tgtEl>
                                          <p:spTgt spid="31"/>
                                        </p:tgtEl>
                                        <p:attrNameLst>
                                          <p:attrName>ppt_y</p:attrName>
                                        </p:attrNameLst>
                                      </p:cBhvr>
                                      <p:tavLst>
                                        <p:tav tm="0">
                                          <p:val>
                                            <p:strVal val="1+#ppt_h/2"/>
                                          </p:val>
                                        </p:tav>
                                        <p:tav tm="100000">
                                          <p:val>
                                            <p:strVal val="#ppt_y"/>
                                          </p:val>
                                        </p:tav>
                                      </p:tavLst>
                                    </p:anim>
                                  </p:childTnLst>
                                </p:cTn>
                              </p:par>
                              <p:par>
                                <p:cTn id="123" presetID="2" presetClass="entr" presetSubtype="4" fill="hold" grpId="0" nodeType="withEffect">
                                  <p:stCondLst>
                                    <p:cond delay="0"/>
                                  </p:stCondLst>
                                  <p:childTnLst>
                                    <p:set>
                                      <p:cBhvr>
                                        <p:cTn id="124" dur="1" fill="hold">
                                          <p:stCondLst>
                                            <p:cond delay="0"/>
                                          </p:stCondLst>
                                        </p:cTn>
                                        <p:tgtEl>
                                          <p:spTgt spid="32"/>
                                        </p:tgtEl>
                                        <p:attrNameLst>
                                          <p:attrName>style.visibility</p:attrName>
                                        </p:attrNameLst>
                                      </p:cBhvr>
                                      <p:to>
                                        <p:strVal val="visible"/>
                                      </p:to>
                                    </p:set>
                                    <p:anim calcmode="lin" valueType="num">
                                      <p:cBhvr additive="base">
                                        <p:cTn id="125" dur="500" fill="hold"/>
                                        <p:tgtEl>
                                          <p:spTgt spid="32"/>
                                        </p:tgtEl>
                                        <p:attrNameLst>
                                          <p:attrName>ppt_x</p:attrName>
                                        </p:attrNameLst>
                                      </p:cBhvr>
                                      <p:tavLst>
                                        <p:tav tm="0">
                                          <p:val>
                                            <p:strVal val="#ppt_x"/>
                                          </p:val>
                                        </p:tav>
                                        <p:tav tm="100000">
                                          <p:val>
                                            <p:strVal val="#ppt_x"/>
                                          </p:val>
                                        </p:tav>
                                      </p:tavLst>
                                    </p:anim>
                                    <p:anim calcmode="lin" valueType="num">
                                      <p:cBhvr additive="base">
                                        <p:cTn id="126" dur="500" fill="hold"/>
                                        <p:tgtEl>
                                          <p:spTgt spid="32"/>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33"/>
                                        </p:tgtEl>
                                        <p:attrNameLst>
                                          <p:attrName>style.visibility</p:attrName>
                                        </p:attrNameLst>
                                      </p:cBhvr>
                                      <p:to>
                                        <p:strVal val="visible"/>
                                      </p:to>
                                    </p:set>
                                    <p:anim calcmode="lin" valueType="num">
                                      <p:cBhvr additive="base">
                                        <p:cTn id="129" dur="500" fill="hold"/>
                                        <p:tgtEl>
                                          <p:spTgt spid="33"/>
                                        </p:tgtEl>
                                        <p:attrNameLst>
                                          <p:attrName>ppt_x</p:attrName>
                                        </p:attrNameLst>
                                      </p:cBhvr>
                                      <p:tavLst>
                                        <p:tav tm="0">
                                          <p:val>
                                            <p:strVal val="#ppt_x"/>
                                          </p:val>
                                        </p:tav>
                                        <p:tav tm="100000">
                                          <p:val>
                                            <p:strVal val="#ppt_x"/>
                                          </p:val>
                                        </p:tav>
                                      </p:tavLst>
                                    </p:anim>
                                    <p:anim calcmode="lin" valueType="num">
                                      <p:cBhvr additive="base">
                                        <p:cTn id="130" dur="500" fill="hold"/>
                                        <p:tgtEl>
                                          <p:spTgt spid="33"/>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34"/>
                                        </p:tgtEl>
                                        <p:attrNameLst>
                                          <p:attrName>style.visibility</p:attrName>
                                        </p:attrNameLst>
                                      </p:cBhvr>
                                      <p:to>
                                        <p:strVal val="visible"/>
                                      </p:to>
                                    </p:set>
                                    <p:anim calcmode="lin" valueType="num">
                                      <p:cBhvr additive="base">
                                        <p:cTn id="133" dur="500" fill="hold"/>
                                        <p:tgtEl>
                                          <p:spTgt spid="34"/>
                                        </p:tgtEl>
                                        <p:attrNameLst>
                                          <p:attrName>ppt_x</p:attrName>
                                        </p:attrNameLst>
                                      </p:cBhvr>
                                      <p:tavLst>
                                        <p:tav tm="0">
                                          <p:val>
                                            <p:strVal val="#ppt_x"/>
                                          </p:val>
                                        </p:tav>
                                        <p:tav tm="100000">
                                          <p:val>
                                            <p:strVal val="#ppt_x"/>
                                          </p:val>
                                        </p:tav>
                                      </p:tavLst>
                                    </p:anim>
                                    <p:anim calcmode="lin" valueType="num">
                                      <p:cBhvr additive="base">
                                        <p:cTn id="134" dur="500" fill="hold"/>
                                        <p:tgtEl>
                                          <p:spTgt spid="34"/>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ppt_x"/>
                                          </p:val>
                                        </p:tav>
                                        <p:tav tm="100000">
                                          <p:val>
                                            <p:strVal val="#ppt_x"/>
                                          </p:val>
                                        </p:tav>
                                      </p:tavLst>
                                    </p:anim>
                                    <p:anim calcmode="lin" valueType="num">
                                      <p:cBhvr additive="base">
                                        <p:cTn id="138" dur="500" fill="hold"/>
                                        <p:tgtEl>
                                          <p:spTgt spid="35"/>
                                        </p:tgtEl>
                                        <p:attrNameLst>
                                          <p:attrName>ppt_y</p:attrName>
                                        </p:attrNameLst>
                                      </p:cBhvr>
                                      <p:tavLst>
                                        <p:tav tm="0">
                                          <p:val>
                                            <p:strVal val="1+#ppt_h/2"/>
                                          </p:val>
                                        </p:tav>
                                        <p:tav tm="100000">
                                          <p:val>
                                            <p:strVal val="#ppt_y"/>
                                          </p:val>
                                        </p:tav>
                                      </p:tavLst>
                                    </p:anim>
                                  </p:childTnLst>
                                </p:cTn>
                              </p:par>
                              <p:par>
                                <p:cTn id="139" presetID="2" presetClass="entr" presetSubtype="4" fill="hold" grpId="0" nodeType="withEffect">
                                  <p:stCondLst>
                                    <p:cond delay="0"/>
                                  </p:stCondLst>
                                  <p:childTnLst>
                                    <p:set>
                                      <p:cBhvr>
                                        <p:cTn id="140" dur="1" fill="hold">
                                          <p:stCondLst>
                                            <p:cond delay="0"/>
                                          </p:stCondLst>
                                        </p:cTn>
                                        <p:tgtEl>
                                          <p:spTgt spid="36"/>
                                        </p:tgtEl>
                                        <p:attrNameLst>
                                          <p:attrName>style.visibility</p:attrName>
                                        </p:attrNameLst>
                                      </p:cBhvr>
                                      <p:to>
                                        <p:strVal val="visible"/>
                                      </p:to>
                                    </p:set>
                                    <p:anim calcmode="lin" valueType="num">
                                      <p:cBhvr additive="base">
                                        <p:cTn id="141" dur="500" fill="hold"/>
                                        <p:tgtEl>
                                          <p:spTgt spid="36"/>
                                        </p:tgtEl>
                                        <p:attrNameLst>
                                          <p:attrName>ppt_x</p:attrName>
                                        </p:attrNameLst>
                                      </p:cBhvr>
                                      <p:tavLst>
                                        <p:tav tm="0">
                                          <p:val>
                                            <p:strVal val="#ppt_x"/>
                                          </p:val>
                                        </p:tav>
                                        <p:tav tm="100000">
                                          <p:val>
                                            <p:strVal val="#ppt_x"/>
                                          </p:val>
                                        </p:tav>
                                      </p:tavLst>
                                    </p:anim>
                                    <p:anim calcmode="lin" valueType="num">
                                      <p:cBhvr additive="base">
                                        <p:cTn id="142" dur="500" fill="hold"/>
                                        <p:tgtEl>
                                          <p:spTgt spid="36"/>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500" fill="hold"/>
                                        <p:tgtEl>
                                          <p:spTgt spid="37"/>
                                        </p:tgtEl>
                                        <p:attrNameLst>
                                          <p:attrName>ppt_x</p:attrName>
                                        </p:attrNameLst>
                                      </p:cBhvr>
                                      <p:tavLst>
                                        <p:tav tm="0">
                                          <p:val>
                                            <p:strVal val="#ppt_x"/>
                                          </p:val>
                                        </p:tav>
                                        <p:tav tm="100000">
                                          <p:val>
                                            <p:strVal val="#ppt_x"/>
                                          </p:val>
                                        </p:tav>
                                      </p:tavLst>
                                    </p:anim>
                                    <p:anim calcmode="lin" valueType="num">
                                      <p:cBhvr additive="base">
                                        <p:cTn id="146" dur="500" fill="hold"/>
                                        <p:tgtEl>
                                          <p:spTgt spid="37"/>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38"/>
                                        </p:tgtEl>
                                        <p:attrNameLst>
                                          <p:attrName>style.visibility</p:attrName>
                                        </p:attrNameLst>
                                      </p:cBhvr>
                                      <p:to>
                                        <p:strVal val="visible"/>
                                      </p:to>
                                    </p:set>
                                    <p:anim calcmode="lin" valueType="num">
                                      <p:cBhvr additive="base">
                                        <p:cTn id="149" dur="500" fill="hold"/>
                                        <p:tgtEl>
                                          <p:spTgt spid="38"/>
                                        </p:tgtEl>
                                        <p:attrNameLst>
                                          <p:attrName>ppt_x</p:attrName>
                                        </p:attrNameLst>
                                      </p:cBhvr>
                                      <p:tavLst>
                                        <p:tav tm="0">
                                          <p:val>
                                            <p:strVal val="#ppt_x"/>
                                          </p:val>
                                        </p:tav>
                                        <p:tav tm="100000">
                                          <p:val>
                                            <p:strVal val="#ppt_x"/>
                                          </p:val>
                                        </p:tav>
                                      </p:tavLst>
                                    </p:anim>
                                    <p:anim calcmode="lin" valueType="num">
                                      <p:cBhvr additive="base">
                                        <p:cTn id="150" dur="500" fill="hold"/>
                                        <p:tgtEl>
                                          <p:spTgt spid="38"/>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39"/>
                                        </p:tgtEl>
                                        <p:attrNameLst>
                                          <p:attrName>style.visibility</p:attrName>
                                        </p:attrNameLst>
                                      </p:cBhvr>
                                      <p:to>
                                        <p:strVal val="visible"/>
                                      </p:to>
                                    </p:set>
                                    <p:anim calcmode="lin" valueType="num">
                                      <p:cBhvr additive="base">
                                        <p:cTn id="153" dur="500" fill="hold"/>
                                        <p:tgtEl>
                                          <p:spTgt spid="39"/>
                                        </p:tgtEl>
                                        <p:attrNameLst>
                                          <p:attrName>ppt_x</p:attrName>
                                        </p:attrNameLst>
                                      </p:cBhvr>
                                      <p:tavLst>
                                        <p:tav tm="0">
                                          <p:val>
                                            <p:strVal val="#ppt_x"/>
                                          </p:val>
                                        </p:tav>
                                        <p:tav tm="100000">
                                          <p:val>
                                            <p:strVal val="#ppt_x"/>
                                          </p:val>
                                        </p:tav>
                                      </p:tavLst>
                                    </p:anim>
                                    <p:anim calcmode="lin" valueType="num">
                                      <p:cBhvr additive="base">
                                        <p:cTn id="154" dur="500" fill="hold"/>
                                        <p:tgtEl>
                                          <p:spTgt spid="39"/>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 calcmode="lin" valueType="num">
                                      <p:cBhvr additive="base">
                                        <p:cTn id="157" dur="500" fill="hold"/>
                                        <p:tgtEl>
                                          <p:spTgt spid="40"/>
                                        </p:tgtEl>
                                        <p:attrNameLst>
                                          <p:attrName>ppt_x</p:attrName>
                                        </p:attrNameLst>
                                      </p:cBhvr>
                                      <p:tavLst>
                                        <p:tav tm="0">
                                          <p:val>
                                            <p:strVal val="#ppt_x"/>
                                          </p:val>
                                        </p:tav>
                                        <p:tav tm="100000">
                                          <p:val>
                                            <p:strVal val="#ppt_x"/>
                                          </p:val>
                                        </p:tav>
                                      </p:tavLst>
                                    </p:anim>
                                    <p:anim calcmode="lin" valueType="num">
                                      <p:cBhvr additive="base">
                                        <p:cTn id="158" dur="500" fill="hold"/>
                                        <p:tgtEl>
                                          <p:spTgt spid="40"/>
                                        </p:tgtEl>
                                        <p:attrNameLst>
                                          <p:attrName>ppt_y</p:attrName>
                                        </p:attrNameLst>
                                      </p:cBhvr>
                                      <p:tavLst>
                                        <p:tav tm="0">
                                          <p:val>
                                            <p:strVal val="1+#ppt_h/2"/>
                                          </p:val>
                                        </p:tav>
                                        <p:tav tm="100000">
                                          <p:val>
                                            <p:strVal val="#ppt_y"/>
                                          </p:val>
                                        </p:tav>
                                      </p:tavLst>
                                    </p:anim>
                                  </p:childTnLst>
                                </p:cTn>
                              </p:par>
                              <p:par>
                                <p:cTn id="159" presetID="2" presetClass="entr" presetSubtype="4" fill="hold" grpId="0" nodeType="withEffect">
                                  <p:stCondLst>
                                    <p:cond delay="0"/>
                                  </p:stCondLst>
                                  <p:childTnLst>
                                    <p:set>
                                      <p:cBhvr>
                                        <p:cTn id="160" dur="1" fill="hold">
                                          <p:stCondLst>
                                            <p:cond delay="0"/>
                                          </p:stCondLst>
                                        </p:cTn>
                                        <p:tgtEl>
                                          <p:spTgt spid="41"/>
                                        </p:tgtEl>
                                        <p:attrNameLst>
                                          <p:attrName>style.visibility</p:attrName>
                                        </p:attrNameLst>
                                      </p:cBhvr>
                                      <p:to>
                                        <p:strVal val="visible"/>
                                      </p:to>
                                    </p:set>
                                    <p:anim calcmode="lin" valueType="num">
                                      <p:cBhvr additive="base">
                                        <p:cTn id="161" dur="500" fill="hold"/>
                                        <p:tgtEl>
                                          <p:spTgt spid="41"/>
                                        </p:tgtEl>
                                        <p:attrNameLst>
                                          <p:attrName>ppt_x</p:attrName>
                                        </p:attrNameLst>
                                      </p:cBhvr>
                                      <p:tavLst>
                                        <p:tav tm="0">
                                          <p:val>
                                            <p:strVal val="#ppt_x"/>
                                          </p:val>
                                        </p:tav>
                                        <p:tav tm="100000">
                                          <p:val>
                                            <p:strVal val="#ppt_x"/>
                                          </p:val>
                                        </p:tav>
                                      </p:tavLst>
                                    </p:anim>
                                    <p:anim calcmode="lin" valueType="num">
                                      <p:cBhvr additive="base">
                                        <p:cTn id="162" dur="500" fill="hold"/>
                                        <p:tgtEl>
                                          <p:spTgt spid="41"/>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42"/>
                                        </p:tgtEl>
                                        <p:attrNameLst>
                                          <p:attrName>style.visibility</p:attrName>
                                        </p:attrNameLst>
                                      </p:cBhvr>
                                      <p:to>
                                        <p:strVal val="visible"/>
                                      </p:to>
                                    </p:set>
                                    <p:anim calcmode="lin" valueType="num">
                                      <p:cBhvr additive="base">
                                        <p:cTn id="165" dur="500" fill="hold"/>
                                        <p:tgtEl>
                                          <p:spTgt spid="42"/>
                                        </p:tgtEl>
                                        <p:attrNameLst>
                                          <p:attrName>ppt_x</p:attrName>
                                        </p:attrNameLst>
                                      </p:cBhvr>
                                      <p:tavLst>
                                        <p:tav tm="0">
                                          <p:val>
                                            <p:strVal val="#ppt_x"/>
                                          </p:val>
                                        </p:tav>
                                        <p:tav tm="100000">
                                          <p:val>
                                            <p:strVal val="#ppt_x"/>
                                          </p:val>
                                        </p:tav>
                                      </p:tavLst>
                                    </p:anim>
                                    <p:anim calcmode="lin" valueType="num">
                                      <p:cBhvr additive="base">
                                        <p:cTn id="166" dur="500" fill="hold"/>
                                        <p:tgtEl>
                                          <p:spTgt spid="42"/>
                                        </p:tgtEl>
                                        <p:attrNameLst>
                                          <p:attrName>ppt_y</p:attrName>
                                        </p:attrNameLst>
                                      </p:cBhvr>
                                      <p:tavLst>
                                        <p:tav tm="0">
                                          <p:val>
                                            <p:strVal val="1+#ppt_h/2"/>
                                          </p:val>
                                        </p:tav>
                                        <p:tav tm="100000">
                                          <p:val>
                                            <p:strVal val="#ppt_y"/>
                                          </p:val>
                                        </p:tav>
                                      </p:tavLst>
                                    </p:anim>
                                  </p:childTnLst>
                                </p:cTn>
                              </p:par>
                              <p:par>
                                <p:cTn id="167" presetID="2" presetClass="entr" presetSubtype="4" fill="hold" grpId="0" nodeType="withEffect">
                                  <p:stCondLst>
                                    <p:cond delay="0"/>
                                  </p:stCondLst>
                                  <p:childTnLst>
                                    <p:set>
                                      <p:cBhvr>
                                        <p:cTn id="168" dur="1" fill="hold">
                                          <p:stCondLst>
                                            <p:cond delay="0"/>
                                          </p:stCondLst>
                                        </p:cTn>
                                        <p:tgtEl>
                                          <p:spTgt spid="43"/>
                                        </p:tgtEl>
                                        <p:attrNameLst>
                                          <p:attrName>style.visibility</p:attrName>
                                        </p:attrNameLst>
                                      </p:cBhvr>
                                      <p:to>
                                        <p:strVal val="visible"/>
                                      </p:to>
                                    </p:set>
                                    <p:anim calcmode="lin" valueType="num">
                                      <p:cBhvr additive="base">
                                        <p:cTn id="169" dur="500" fill="hold"/>
                                        <p:tgtEl>
                                          <p:spTgt spid="43"/>
                                        </p:tgtEl>
                                        <p:attrNameLst>
                                          <p:attrName>ppt_x</p:attrName>
                                        </p:attrNameLst>
                                      </p:cBhvr>
                                      <p:tavLst>
                                        <p:tav tm="0">
                                          <p:val>
                                            <p:strVal val="#ppt_x"/>
                                          </p:val>
                                        </p:tav>
                                        <p:tav tm="100000">
                                          <p:val>
                                            <p:strVal val="#ppt_x"/>
                                          </p:val>
                                        </p:tav>
                                      </p:tavLst>
                                    </p:anim>
                                    <p:anim calcmode="lin" valueType="num">
                                      <p:cBhvr additive="base">
                                        <p:cTn id="170" dur="500" fill="hold"/>
                                        <p:tgtEl>
                                          <p:spTgt spid="43"/>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44"/>
                                        </p:tgtEl>
                                        <p:attrNameLst>
                                          <p:attrName>style.visibility</p:attrName>
                                        </p:attrNameLst>
                                      </p:cBhvr>
                                      <p:to>
                                        <p:strVal val="visible"/>
                                      </p:to>
                                    </p:set>
                                    <p:anim calcmode="lin" valueType="num">
                                      <p:cBhvr additive="base">
                                        <p:cTn id="173" dur="500" fill="hold"/>
                                        <p:tgtEl>
                                          <p:spTgt spid="44"/>
                                        </p:tgtEl>
                                        <p:attrNameLst>
                                          <p:attrName>ppt_x</p:attrName>
                                        </p:attrNameLst>
                                      </p:cBhvr>
                                      <p:tavLst>
                                        <p:tav tm="0">
                                          <p:val>
                                            <p:strVal val="#ppt_x"/>
                                          </p:val>
                                        </p:tav>
                                        <p:tav tm="100000">
                                          <p:val>
                                            <p:strVal val="#ppt_x"/>
                                          </p:val>
                                        </p:tav>
                                      </p:tavLst>
                                    </p:anim>
                                    <p:anim calcmode="lin" valueType="num">
                                      <p:cBhvr additive="base">
                                        <p:cTn id="174" dur="500" fill="hold"/>
                                        <p:tgtEl>
                                          <p:spTgt spid="44"/>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45"/>
                                        </p:tgtEl>
                                        <p:attrNameLst>
                                          <p:attrName>style.visibility</p:attrName>
                                        </p:attrNameLst>
                                      </p:cBhvr>
                                      <p:to>
                                        <p:strVal val="visible"/>
                                      </p:to>
                                    </p:set>
                                    <p:anim calcmode="lin" valueType="num">
                                      <p:cBhvr additive="base">
                                        <p:cTn id="177" dur="500" fill="hold"/>
                                        <p:tgtEl>
                                          <p:spTgt spid="45"/>
                                        </p:tgtEl>
                                        <p:attrNameLst>
                                          <p:attrName>ppt_x</p:attrName>
                                        </p:attrNameLst>
                                      </p:cBhvr>
                                      <p:tavLst>
                                        <p:tav tm="0">
                                          <p:val>
                                            <p:strVal val="#ppt_x"/>
                                          </p:val>
                                        </p:tav>
                                        <p:tav tm="100000">
                                          <p:val>
                                            <p:strVal val="#ppt_x"/>
                                          </p:val>
                                        </p:tav>
                                      </p:tavLst>
                                    </p:anim>
                                    <p:anim calcmode="lin" valueType="num">
                                      <p:cBhvr additive="base">
                                        <p:cTn id="178" dur="500" fill="hold"/>
                                        <p:tgtEl>
                                          <p:spTgt spid="45"/>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46"/>
                                        </p:tgtEl>
                                        <p:attrNameLst>
                                          <p:attrName>style.visibility</p:attrName>
                                        </p:attrNameLst>
                                      </p:cBhvr>
                                      <p:to>
                                        <p:strVal val="visible"/>
                                      </p:to>
                                    </p:set>
                                    <p:anim calcmode="lin" valueType="num">
                                      <p:cBhvr additive="base">
                                        <p:cTn id="181" dur="500" fill="hold"/>
                                        <p:tgtEl>
                                          <p:spTgt spid="46"/>
                                        </p:tgtEl>
                                        <p:attrNameLst>
                                          <p:attrName>ppt_x</p:attrName>
                                        </p:attrNameLst>
                                      </p:cBhvr>
                                      <p:tavLst>
                                        <p:tav tm="0">
                                          <p:val>
                                            <p:strVal val="#ppt_x"/>
                                          </p:val>
                                        </p:tav>
                                        <p:tav tm="100000">
                                          <p:val>
                                            <p:strVal val="#ppt_x"/>
                                          </p:val>
                                        </p:tav>
                                      </p:tavLst>
                                    </p:anim>
                                    <p:anim calcmode="lin" valueType="num">
                                      <p:cBhvr additive="base">
                                        <p:cTn id="182" dur="500" fill="hold"/>
                                        <p:tgtEl>
                                          <p:spTgt spid="46"/>
                                        </p:tgtEl>
                                        <p:attrNameLst>
                                          <p:attrName>ppt_y</p:attrName>
                                        </p:attrNameLst>
                                      </p:cBhvr>
                                      <p:tavLst>
                                        <p:tav tm="0">
                                          <p:val>
                                            <p:strVal val="1+#ppt_h/2"/>
                                          </p:val>
                                        </p:tav>
                                        <p:tav tm="100000">
                                          <p:val>
                                            <p:strVal val="#ppt_y"/>
                                          </p:val>
                                        </p:tav>
                                      </p:tavLst>
                                    </p:anim>
                                  </p:childTnLst>
                                </p:cTn>
                              </p:par>
                              <p:par>
                                <p:cTn id="183" presetID="2" presetClass="entr" presetSubtype="4" fill="hold" grpId="0" nodeType="withEffect">
                                  <p:stCondLst>
                                    <p:cond delay="0"/>
                                  </p:stCondLst>
                                  <p:childTnLst>
                                    <p:set>
                                      <p:cBhvr>
                                        <p:cTn id="184" dur="1" fill="hold">
                                          <p:stCondLst>
                                            <p:cond delay="0"/>
                                          </p:stCondLst>
                                        </p:cTn>
                                        <p:tgtEl>
                                          <p:spTgt spid="47"/>
                                        </p:tgtEl>
                                        <p:attrNameLst>
                                          <p:attrName>style.visibility</p:attrName>
                                        </p:attrNameLst>
                                      </p:cBhvr>
                                      <p:to>
                                        <p:strVal val="visible"/>
                                      </p:to>
                                    </p:set>
                                    <p:anim calcmode="lin" valueType="num">
                                      <p:cBhvr additive="base">
                                        <p:cTn id="185" dur="500" fill="hold"/>
                                        <p:tgtEl>
                                          <p:spTgt spid="47"/>
                                        </p:tgtEl>
                                        <p:attrNameLst>
                                          <p:attrName>ppt_x</p:attrName>
                                        </p:attrNameLst>
                                      </p:cBhvr>
                                      <p:tavLst>
                                        <p:tav tm="0">
                                          <p:val>
                                            <p:strVal val="#ppt_x"/>
                                          </p:val>
                                        </p:tav>
                                        <p:tav tm="100000">
                                          <p:val>
                                            <p:strVal val="#ppt_x"/>
                                          </p:val>
                                        </p:tav>
                                      </p:tavLst>
                                    </p:anim>
                                    <p:anim calcmode="lin" valueType="num">
                                      <p:cBhvr additive="base">
                                        <p:cTn id="186" dur="500" fill="hold"/>
                                        <p:tgtEl>
                                          <p:spTgt spid="47"/>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48"/>
                                        </p:tgtEl>
                                        <p:attrNameLst>
                                          <p:attrName>style.visibility</p:attrName>
                                        </p:attrNameLst>
                                      </p:cBhvr>
                                      <p:to>
                                        <p:strVal val="visible"/>
                                      </p:to>
                                    </p:set>
                                    <p:anim calcmode="lin" valueType="num">
                                      <p:cBhvr additive="base">
                                        <p:cTn id="189" dur="500" fill="hold"/>
                                        <p:tgtEl>
                                          <p:spTgt spid="48"/>
                                        </p:tgtEl>
                                        <p:attrNameLst>
                                          <p:attrName>ppt_x</p:attrName>
                                        </p:attrNameLst>
                                      </p:cBhvr>
                                      <p:tavLst>
                                        <p:tav tm="0">
                                          <p:val>
                                            <p:strVal val="#ppt_x"/>
                                          </p:val>
                                        </p:tav>
                                        <p:tav tm="100000">
                                          <p:val>
                                            <p:strVal val="#ppt_x"/>
                                          </p:val>
                                        </p:tav>
                                      </p:tavLst>
                                    </p:anim>
                                    <p:anim calcmode="lin" valueType="num">
                                      <p:cBhvr additive="base">
                                        <p:cTn id="190" dur="500" fill="hold"/>
                                        <p:tgtEl>
                                          <p:spTgt spid="48"/>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49"/>
                                        </p:tgtEl>
                                        <p:attrNameLst>
                                          <p:attrName>style.visibility</p:attrName>
                                        </p:attrNameLst>
                                      </p:cBhvr>
                                      <p:to>
                                        <p:strVal val="visible"/>
                                      </p:to>
                                    </p:set>
                                    <p:anim calcmode="lin" valueType="num">
                                      <p:cBhvr additive="base">
                                        <p:cTn id="193" dur="500" fill="hold"/>
                                        <p:tgtEl>
                                          <p:spTgt spid="49"/>
                                        </p:tgtEl>
                                        <p:attrNameLst>
                                          <p:attrName>ppt_x</p:attrName>
                                        </p:attrNameLst>
                                      </p:cBhvr>
                                      <p:tavLst>
                                        <p:tav tm="0">
                                          <p:val>
                                            <p:strVal val="#ppt_x"/>
                                          </p:val>
                                        </p:tav>
                                        <p:tav tm="100000">
                                          <p:val>
                                            <p:strVal val="#ppt_x"/>
                                          </p:val>
                                        </p:tav>
                                      </p:tavLst>
                                    </p:anim>
                                    <p:anim calcmode="lin" valueType="num">
                                      <p:cBhvr additive="base">
                                        <p:cTn id="194" dur="500" fill="hold"/>
                                        <p:tgtEl>
                                          <p:spTgt spid="49"/>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50"/>
                                        </p:tgtEl>
                                        <p:attrNameLst>
                                          <p:attrName>style.visibility</p:attrName>
                                        </p:attrNameLst>
                                      </p:cBhvr>
                                      <p:to>
                                        <p:strVal val="visible"/>
                                      </p:to>
                                    </p:set>
                                    <p:anim calcmode="lin" valueType="num">
                                      <p:cBhvr additive="base">
                                        <p:cTn id="197" dur="500" fill="hold"/>
                                        <p:tgtEl>
                                          <p:spTgt spid="50"/>
                                        </p:tgtEl>
                                        <p:attrNameLst>
                                          <p:attrName>ppt_x</p:attrName>
                                        </p:attrNameLst>
                                      </p:cBhvr>
                                      <p:tavLst>
                                        <p:tav tm="0">
                                          <p:val>
                                            <p:strVal val="#ppt_x"/>
                                          </p:val>
                                        </p:tav>
                                        <p:tav tm="100000">
                                          <p:val>
                                            <p:strVal val="#ppt_x"/>
                                          </p:val>
                                        </p:tav>
                                      </p:tavLst>
                                    </p:anim>
                                    <p:anim calcmode="lin" valueType="num">
                                      <p:cBhvr additive="base">
                                        <p:cTn id="198" dur="500" fill="hold"/>
                                        <p:tgtEl>
                                          <p:spTgt spid="50"/>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51"/>
                                        </p:tgtEl>
                                        <p:attrNameLst>
                                          <p:attrName>style.visibility</p:attrName>
                                        </p:attrNameLst>
                                      </p:cBhvr>
                                      <p:to>
                                        <p:strVal val="visible"/>
                                      </p:to>
                                    </p:set>
                                    <p:anim calcmode="lin" valueType="num">
                                      <p:cBhvr additive="base">
                                        <p:cTn id="201" dur="500" fill="hold"/>
                                        <p:tgtEl>
                                          <p:spTgt spid="51"/>
                                        </p:tgtEl>
                                        <p:attrNameLst>
                                          <p:attrName>ppt_x</p:attrName>
                                        </p:attrNameLst>
                                      </p:cBhvr>
                                      <p:tavLst>
                                        <p:tav tm="0">
                                          <p:val>
                                            <p:strVal val="#ppt_x"/>
                                          </p:val>
                                        </p:tav>
                                        <p:tav tm="100000">
                                          <p:val>
                                            <p:strVal val="#ppt_x"/>
                                          </p:val>
                                        </p:tav>
                                      </p:tavLst>
                                    </p:anim>
                                    <p:anim calcmode="lin" valueType="num">
                                      <p:cBhvr additive="base">
                                        <p:cTn id="202" dur="500" fill="hold"/>
                                        <p:tgtEl>
                                          <p:spTgt spid="51"/>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52"/>
                                        </p:tgtEl>
                                        <p:attrNameLst>
                                          <p:attrName>style.visibility</p:attrName>
                                        </p:attrNameLst>
                                      </p:cBhvr>
                                      <p:to>
                                        <p:strVal val="visible"/>
                                      </p:to>
                                    </p:set>
                                    <p:anim calcmode="lin" valueType="num">
                                      <p:cBhvr additive="base">
                                        <p:cTn id="205" dur="500" fill="hold"/>
                                        <p:tgtEl>
                                          <p:spTgt spid="52"/>
                                        </p:tgtEl>
                                        <p:attrNameLst>
                                          <p:attrName>ppt_x</p:attrName>
                                        </p:attrNameLst>
                                      </p:cBhvr>
                                      <p:tavLst>
                                        <p:tav tm="0">
                                          <p:val>
                                            <p:strVal val="#ppt_x"/>
                                          </p:val>
                                        </p:tav>
                                        <p:tav tm="100000">
                                          <p:val>
                                            <p:strVal val="#ppt_x"/>
                                          </p:val>
                                        </p:tav>
                                      </p:tavLst>
                                    </p:anim>
                                    <p:anim calcmode="lin" valueType="num">
                                      <p:cBhvr additive="base">
                                        <p:cTn id="206" dur="500" fill="hold"/>
                                        <p:tgtEl>
                                          <p:spTgt spid="52"/>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53"/>
                                        </p:tgtEl>
                                        <p:attrNameLst>
                                          <p:attrName>style.visibility</p:attrName>
                                        </p:attrNameLst>
                                      </p:cBhvr>
                                      <p:to>
                                        <p:strVal val="visible"/>
                                      </p:to>
                                    </p:set>
                                    <p:anim calcmode="lin" valueType="num">
                                      <p:cBhvr additive="base">
                                        <p:cTn id="209" dur="500" fill="hold"/>
                                        <p:tgtEl>
                                          <p:spTgt spid="53"/>
                                        </p:tgtEl>
                                        <p:attrNameLst>
                                          <p:attrName>ppt_x</p:attrName>
                                        </p:attrNameLst>
                                      </p:cBhvr>
                                      <p:tavLst>
                                        <p:tav tm="0">
                                          <p:val>
                                            <p:strVal val="#ppt_x"/>
                                          </p:val>
                                        </p:tav>
                                        <p:tav tm="100000">
                                          <p:val>
                                            <p:strVal val="#ppt_x"/>
                                          </p:val>
                                        </p:tav>
                                      </p:tavLst>
                                    </p:anim>
                                    <p:anim calcmode="lin" valueType="num">
                                      <p:cBhvr additive="base">
                                        <p:cTn id="210" dur="500" fill="hold"/>
                                        <p:tgtEl>
                                          <p:spTgt spid="53"/>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54"/>
                                        </p:tgtEl>
                                        <p:attrNameLst>
                                          <p:attrName>style.visibility</p:attrName>
                                        </p:attrNameLst>
                                      </p:cBhvr>
                                      <p:to>
                                        <p:strVal val="visible"/>
                                      </p:to>
                                    </p:set>
                                    <p:anim calcmode="lin" valueType="num">
                                      <p:cBhvr additive="base">
                                        <p:cTn id="213" dur="500" fill="hold"/>
                                        <p:tgtEl>
                                          <p:spTgt spid="54"/>
                                        </p:tgtEl>
                                        <p:attrNameLst>
                                          <p:attrName>ppt_x</p:attrName>
                                        </p:attrNameLst>
                                      </p:cBhvr>
                                      <p:tavLst>
                                        <p:tav tm="0">
                                          <p:val>
                                            <p:strVal val="#ppt_x"/>
                                          </p:val>
                                        </p:tav>
                                        <p:tav tm="100000">
                                          <p:val>
                                            <p:strVal val="#ppt_x"/>
                                          </p:val>
                                        </p:tav>
                                      </p:tavLst>
                                    </p:anim>
                                    <p:anim calcmode="lin" valueType="num">
                                      <p:cBhvr additive="base">
                                        <p:cTn id="214" dur="500" fill="hold"/>
                                        <p:tgtEl>
                                          <p:spTgt spid="54"/>
                                        </p:tgtEl>
                                        <p:attrNameLst>
                                          <p:attrName>ppt_y</p:attrName>
                                        </p:attrNameLst>
                                      </p:cBhvr>
                                      <p:tavLst>
                                        <p:tav tm="0">
                                          <p:val>
                                            <p:strVal val="1+#ppt_h/2"/>
                                          </p:val>
                                        </p:tav>
                                        <p:tav tm="100000">
                                          <p:val>
                                            <p:strVal val="#ppt_y"/>
                                          </p:val>
                                        </p:tav>
                                      </p:tavLst>
                                    </p:anim>
                                  </p:childTnLst>
                                </p:cTn>
                              </p:par>
                              <p:par>
                                <p:cTn id="215" presetID="2" presetClass="entr" presetSubtype="4" fill="hold" grpId="0" nodeType="withEffect">
                                  <p:stCondLst>
                                    <p:cond delay="0"/>
                                  </p:stCondLst>
                                  <p:childTnLst>
                                    <p:set>
                                      <p:cBhvr>
                                        <p:cTn id="216" dur="1" fill="hold">
                                          <p:stCondLst>
                                            <p:cond delay="0"/>
                                          </p:stCondLst>
                                        </p:cTn>
                                        <p:tgtEl>
                                          <p:spTgt spid="55"/>
                                        </p:tgtEl>
                                        <p:attrNameLst>
                                          <p:attrName>style.visibility</p:attrName>
                                        </p:attrNameLst>
                                      </p:cBhvr>
                                      <p:to>
                                        <p:strVal val="visible"/>
                                      </p:to>
                                    </p:set>
                                    <p:anim calcmode="lin" valueType="num">
                                      <p:cBhvr additive="base">
                                        <p:cTn id="217" dur="500" fill="hold"/>
                                        <p:tgtEl>
                                          <p:spTgt spid="55"/>
                                        </p:tgtEl>
                                        <p:attrNameLst>
                                          <p:attrName>ppt_x</p:attrName>
                                        </p:attrNameLst>
                                      </p:cBhvr>
                                      <p:tavLst>
                                        <p:tav tm="0">
                                          <p:val>
                                            <p:strVal val="#ppt_x"/>
                                          </p:val>
                                        </p:tav>
                                        <p:tav tm="100000">
                                          <p:val>
                                            <p:strVal val="#ppt_x"/>
                                          </p:val>
                                        </p:tav>
                                      </p:tavLst>
                                    </p:anim>
                                    <p:anim calcmode="lin" valueType="num">
                                      <p:cBhvr additive="base">
                                        <p:cTn id="218" dur="500" fill="hold"/>
                                        <p:tgtEl>
                                          <p:spTgt spid="55"/>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56"/>
                                        </p:tgtEl>
                                        <p:attrNameLst>
                                          <p:attrName>style.visibility</p:attrName>
                                        </p:attrNameLst>
                                      </p:cBhvr>
                                      <p:to>
                                        <p:strVal val="visible"/>
                                      </p:to>
                                    </p:set>
                                    <p:anim calcmode="lin" valueType="num">
                                      <p:cBhvr additive="base">
                                        <p:cTn id="221" dur="500" fill="hold"/>
                                        <p:tgtEl>
                                          <p:spTgt spid="56"/>
                                        </p:tgtEl>
                                        <p:attrNameLst>
                                          <p:attrName>ppt_x</p:attrName>
                                        </p:attrNameLst>
                                      </p:cBhvr>
                                      <p:tavLst>
                                        <p:tav tm="0">
                                          <p:val>
                                            <p:strVal val="#ppt_x"/>
                                          </p:val>
                                        </p:tav>
                                        <p:tav tm="100000">
                                          <p:val>
                                            <p:strVal val="#ppt_x"/>
                                          </p:val>
                                        </p:tav>
                                      </p:tavLst>
                                    </p:anim>
                                    <p:anim calcmode="lin" valueType="num">
                                      <p:cBhvr additive="base">
                                        <p:cTn id="222" dur="500" fill="hold"/>
                                        <p:tgtEl>
                                          <p:spTgt spid="56"/>
                                        </p:tgtEl>
                                        <p:attrNameLst>
                                          <p:attrName>ppt_y</p:attrName>
                                        </p:attrNameLst>
                                      </p:cBhvr>
                                      <p:tavLst>
                                        <p:tav tm="0">
                                          <p:val>
                                            <p:strVal val="1+#ppt_h/2"/>
                                          </p:val>
                                        </p:tav>
                                        <p:tav tm="100000">
                                          <p:val>
                                            <p:strVal val="#ppt_y"/>
                                          </p:val>
                                        </p:tav>
                                      </p:tavLst>
                                    </p:anim>
                                  </p:childTnLst>
                                </p:cTn>
                              </p:par>
                              <p:par>
                                <p:cTn id="223" presetID="2" presetClass="entr" presetSubtype="4" fill="hold" grpId="0" nodeType="withEffect">
                                  <p:stCondLst>
                                    <p:cond delay="0"/>
                                  </p:stCondLst>
                                  <p:childTnLst>
                                    <p:set>
                                      <p:cBhvr>
                                        <p:cTn id="224" dur="1" fill="hold">
                                          <p:stCondLst>
                                            <p:cond delay="0"/>
                                          </p:stCondLst>
                                        </p:cTn>
                                        <p:tgtEl>
                                          <p:spTgt spid="57"/>
                                        </p:tgtEl>
                                        <p:attrNameLst>
                                          <p:attrName>style.visibility</p:attrName>
                                        </p:attrNameLst>
                                      </p:cBhvr>
                                      <p:to>
                                        <p:strVal val="visible"/>
                                      </p:to>
                                    </p:set>
                                    <p:anim calcmode="lin" valueType="num">
                                      <p:cBhvr additive="base">
                                        <p:cTn id="225" dur="500" fill="hold"/>
                                        <p:tgtEl>
                                          <p:spTgt spid="57"/>
                                        </p:tgtEl>
                                        <p:attrNameLst>
                                          <p:attrName>ppt_x</p:attrName>
                                        </p:attrNameLst>
                                      </p:cBhvr>
                                      <p:tavLst>
                                        <p:tav tm="0">
                                          <p:val>
                                            <p:strVal val="#ppt_x"/>
                                          </p:val>
                                        </p:tav>
                                        <p:tav tm="100000">
                                          <p:val>
                                            <p:strVal val="#ppt_x"/>
                                          </p:val>
                                        </p:tav>
                                      </p:tavLst>
                                    </p:anim>
                                    <p:anim calcmode="lin" valueType="num">
                                      <p:cBhvr additive="base">
                                        <p:cTn id="226" dur="500" fill="hold"/>
                                        <p:tgtEl>
                                          <p:spTgt spid="57"/>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58"/>
                                        </p:tgtEl>
                                        <p:attrNameLst>
                                          <p:attrName>style.visibility</p:attrName>
                                        </p:attrNameLst>
                                      </p:cBhvr>
                                      <p:to>
                                        <p:strVal val="visible"/>
                                      </p:to>
                                    </p:set>
                                    <p:anim calcmode="lin" valueType="num">
                                      <p:cBhvr additive="base">
                                        <p:cTn id="229" dur="500" fill="hold"/>
                                        <p:tgtEl>
                                          <p:spTgt spid="58"/>
                                        </p:tgtEl>
                                        <p:attrNameLst>
                                          <p:attrName>ppt_x</p:attrName>
                                        </p:attrNameLst>
                                      </p:cBhvr>
                                      <p:tavLst>
                                        <p:tav tm="0">
                                          <p:val>
                                            <p:strVal val="#ppt_x"/>
                                          </p:val>
                                        </p:tav>
                                        <p:tav tm="100000">
                                          <p:val>
                                            <p:strVal val="#ppt_x"/>
                                          </p:val>
                                        </p:tav>
                                      </p:tavLst>
                                    </p:anim>
                                    <p:anim calcmode="lin" valueType="num">
                                      <p:cBhvr additive="base">
                                        <p:cTn id="230" dur="500" fill="hold"/>
                                        <p:tgtEl>
                                          <p:spTgt spid="58"/>
                                        </p:tgtEl>
                                        <p:attrNameLst>
                                          <p:attrName>ppt_y</p:attrName>
                                        </p:attrNameLst>
                                      </p:cBhvr>
                                      <p:tavLst>
                                        <p:tav tm="0">
                                          <p:val>
                                            <p:strVal val="1+#ppt_h/2"/>
                                          </p:val>
                                        </p:tav>
                                        <p:tav tm="100000">
                                          <p:val>
                                            <p:strVal val="#ppt_y"/>
                                          </p:val>
                                        </p:tav>
                                      </p:tavLst>
                                    </p:anim>
                                  </p:childTnLst>
                                </p:cTn>
                              </p:par>
                              <p:par>
                                <p:cTn id="231" presetID="2" presetClass="entr" presetSubtype="4" fill="hold" grpId="0" nodeType="withEffect">
                                  <p:stCondLst>
                                    <p:cond delay="0"/>
                                  </p:stCondLst>
                                  <p:childTnLst>
                                    <p:set>
                                      <p:cBhvr>
                                        <p:cTn id="232" dur="1" fill="hold">
                                          <p:stCondLst>
                                            <p:cond delay="0"/>
                                          </p:stCondLst>
                                        </p:cTn>
                                        <p:tgtEl>
                                          <p:spTgt spid="59"/>
                                        </p:tgtEl>
                                        <p:attrNameLst>
                                          <p:attrName>style.visibility</p:attrName>
                                        </p:attrNameLst>
                                      </p:cBhvr>
                                      <p:to>
                                        <p:strVal val="visible"/>
                                      </p:to>
                                    </p:set>
                                    <p:anim calcmode="lin" valueType="num">
                                      <p:cBhvr additive="base">
                                        <p:cTn id="233" dur="500" fill="hold"/>
                                        <p:tgtEl>
                                          <p:spTgt spid="59"/>
                                        </p:tgtEl>
                                        <p:attrNameLst>
                                          <p:attrName>ppt_x</p:attrName>
                                        </p:attrNameLst>
                                      </p:cBhvr>
                                      <p:tavLst>
                                        <p:tav tm="0">
                                          <p:val>
                                            <p:strVal val="#ppt_x"/>
                                          </p:val>
                                        </p:tav>
                                        <p:tav tm="100000">
                                          <p:val>
                                            <p:strVal val="#ppt_x"/>
                                          </p:val>
                                        </p:tav>
                                      </p:tavLst>
                                    </p:anim>
                                    <p:anim calcmode="lin" valueType="num">
                                      <p:cBhvr additive="base">
                                        <p:cTn id="234" dur="500" fill="hold"/>
                                        <p:tgtEl>
                                          <p:spTgt spid="59"/>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60"/>
                                        </p:tgtEl>
                                        <p:attrNameLst>
                                          <p:attrName>style.visibility</p:attrName>
                                        </p:attrNameLst>
                                      </p:cBhvr>
                                      <p:to>
                                        <p:strVal val="visible"/>
                                      </p:to>
                                    </p:set>
                                    <p:anim calcmode="lin" valueType="num">
                                      <p:cBhvr additive="base">
                                        <p:cTn id="237" dur="500" fill="hold"/>
                                        <p:tgtEl>
                                          <p:spTgt spid="60"/>
                                        </p:tgtEl>
                                        <p:attrNameLst>
                                          <p:attrName>ppt_x</p:attrName>
                                        </p:attrNameLst>
                                      </p:cBhvr>
                                      <p:tavLst>
                                        <p:tav tm="0">
                                          <p:val>
                                            <p:strVal val="#ppt_x"/>
                                          </p:val>
                                        </p:tav>
                                        <p:tav tm="100000">
                                          <p:val>
                                            <p:strVal val="#ppt_x"/>
                                          </p:val>
                                        </p:tav>
                                      </p:tavLst>
                                    </p:anim>
                                    <p:anim calcmode="lin" valueType="num">
                                      <p:cBhvr additive="base">
                                        <p:cTn id="238" dur="500" fill="hold"/>
                                        <p:tgtEl>
                                          <p:spTgt spid="60"/>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61"/>
                                        </p:tgtEl>
                                        <p:attrNameLst>
                                          <p:attrName>style.visibility</p:attrName>
                                        </p:attrNameLst>
                                      </p:cBhvr>
                                      <p:to>
                                        <p:strVal val="visible"/>
                                      </p:to>
                                    </p:set>
                                    <p:anim calcmode="lin" valueType="num">
                                      <p:cBhvr additive="base">
                                        <p:cTn id="241" dur="500" fill="hold"/>
                                        <p:tgtEl>
                                          <p:spTgt spid="61"/>
                                        </p:tgtEl>
                                        <p:attrNameLst>
                                          <p:attrName>ppt_x</p:attrName>
                                        </p:attrNameLst>
                                      </p:cBhvr>
                                      <p:tavLst>
                                        <p:tav tm="0">
                                          <p:val>
                                            <p:strVal val="#ppt_x"/>
                                          </p:val>
                                        </p:tav>
                                        <p:tav tm="100000">
                                          <p:val>
                                            <p:strVal val="#ppt_x"/>
                                          </p:val>
                                        </p:tav>
                                      </p:tavLst>
                                    </p:anim>
                                    <p:anim calcmode="lin" valueType="num">
                                      <p:cBhvr additive="base">
                                        <p:cTn id="242" dur="500" fill="hold"/>
                                        <p:tgtEl>
                                          <p:spTgt spid="61"/>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62"/>
                                        </p:tgtEl>
                                        <p:attrNameLst>
                                          <p:attrName>style.visibility</p:attrName>
                                        </p:attrNameLst>
                                      </p:cBhvr>
                                      <p:to>
                                        <p:strVal val="visible"/>
                                      </p:to>
                                    </p:set>
                                    <p:anim calcmode="lin" valueType="num">
                                      <p:cBhvr additive="base">
                                        <p:cTn id="245" dur="500" fill="hold"/>
                                        <p:tgtEl>
                                          <p:spTgt spid="62"/>
                                        </p:tgtEl>
                                        <p:attrNameLst>
                                          <p:attrName>ppt_x</p:attrName>
                                        </p:attrNameLst>
                                      </p:cBhvr>
                                      <p:tavLst>
                                        <p:tav tm="0">
                                          <p:val>
                                            <p:strVal val="#ppt_x"/>
                                          </p:val>
                                        </p:tav>
                                        <p:tav tm="100000">
                                          <p:val>
                                            <p:strVal val="#ppt_x"/>
                                          </p:val>
                                        </p:tav>
                                      </p:tavLst>
                                    </p:anim>
                                    <p:anim calcmode="lin" valueType="num">
                                      <p:cBhvr additive="base">
                                        <p:cTn id="246" dur="500" fill="hold"/>
                                        <p:tgtEl>
                                          <p:spTgt spid="62"/>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63"/>
                                        </p:tgtEl>
                                        <p:attrNameLst>
                                          <p:attrName>style.visibility</p:attrName>
                                        </p:attrNameLst>
                                      </p:cBhvr>
                                      <p:to>
                                        <p:strVal val="visible"/>
                                      </p:to>
                                    </p:set>
                                    <p:anim calcmode="lin" valueType="num">
                                      <p:cBhvr additive="base">
                                        <p:cTn id="249" dur="500" fill="hold"/>
                                        <p:tgtEl>
                                          <p:spTgt spid="63"/>
                                        </p:tgtEl>
                                        <p:attrNameLst>
                                          <p:attrName>ppt_x</p:attrName>
                                        </p:attrNameLst>
                                      </p:cBhvr>
                                      <p:tavLst>
                                        <p:tav tm="0">
                                          <p:val>
                                            <p:strVal val="#ppt_x"/>
                                          </p:val>
                                        </p:tav>
                                        <p:tav tm="100000">
                                          <p:val>
                                            <p:strVal val="#ppt_x"/>
                                          </p:val>
                                        </p:tav>
                                      </p:tavLst>
                                    </p:anim>
                                    <p:anim calcmode="lin" valueType="num">
                                      <p:cBhvr additive="base">
                                        <p:cTn id="250" dur="500" fill="hold"/>
                                        <p:tgtEl>
                                          <p:spTgt spid="63"/>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64"/>
                                        </p:tgtEl>
                                        <p:attrNameLst>
                                          <p:attrName>style.visibility</p:attrName>
                                        </p:attrNameLst>
                                      </p:cBhvr>
                                      <p:to>
                                        <p:strVal val="visible"/>
                                      </p:to>
                                    </p:set>
                                    <p:anim calcmode="lin" valueType="num">
                                      <p:cBhvr additive="base">
                                        <p:cTn id="253" dur="500" fill="hold"/>
                                        <p:tgtEl>
                                          <p:spTgt spid="64"/>
                                        </p:tgtEl>
                                        <p:attrNameLst>
                                          <p:attrName>ppt_x</p:attrName>
                                        </p:attrNameLst>
                                      </p:cBhvr>
                                      <p:tavLst>
                                        <p:tav tm="0">
                                          <p:val>
                                            <p:strVal val="#ppt_x"/>
                                          </p:val>
                                        </p:tav>
                                        <p:tav tm="100000">
                                          <p:val>
                                            <p:strVal val="#ppt_x"/>
                                          </p:val>
                                        </p:tav>
                                      </p:tavLst>
                                    </p:anim>
                                    <p:anim calcmode="lin" valueType="num">
                                      <p:cBhvr additive="base">
                                        <p:cTn id="254" dur="500" fill="hold"/>
                                        <p:tgtEl>
                                          <p:spTgt spid="64"/>
                                        </p:tgtEl>
                                        <p:attrNameLst>
                                          <p:attrName>ppt_y</p:attrName>
                                        </p:attrNameLst>
                                      </p:cBhvr>
                                      <p:tavLst>
                                        <p:tav tm="0">
                                          <p:val>
                                            <p:strVal val="1+#ppt_h/2"/>
                                          </p:val>
                                        </p:tav>
                                        <p:tav tm="100000">
                                          <p:val>
                                            <p:strVal val="#ppt_y"/>
                                          </p:val>
                                        </p:tav>
                                      </p:tavLst>
                                    </p:anim>
                                  </p:childTnLst>
                                </p:cTn>
                              </p:par>
                              <p:par>
                                <p:cTn id="255" presetID="2" presetClass="entr" presetSubtype="4" fill="hold" grpId="0" nodeType="withEffect">
                                  <p:stCondLst>
                                    <p:cond delay="0"/>
                                  </p:stCondLst>
                                  <p:childTnLst>
                                    <p:set>
                                      <p:cBhvr>
                                        <p:cTn id="256" dur="1" fill="hold">
                                          <p:stCondLst>
                                            <p:cond delay="0"/>
                                          </p:stCondLst>
                                        </p:cTn>
                                        <p:tgtEl>
                                          <p:spTgt spid="65"/>
                                        </p:tgtEl>
                                        <p:attrNameLst>
                                          <p:attrName>style.visibility</p:attrName>
                                        </p:attrNameLst>
                                      </p:cBhvr>
                                      <p:to>
                                        <p:strVal val="visible"/>
                                      </p:to>
                                    </p:set>
                                    <p:anim calcmode="lin" valueType="num">
                                      <p:cBhvr additive="base">
                                        <p:cTn id="257" dur="500" fill="hold"/>
                                        <p:tgtEl>
                                          <p:spTgt spid="65"/>
                                        </p:tgtEl>
                                        <p:attrNameLst>
                                          <p:attrName>ppt_x</p:attrName>
                                        </p:attrNameLst>
                                      </p:cBhvr>
                                      <p:tavLst>
                                        <p:tav tm="0">
                                          <p:val>
                                            <p:strVal val="#ppt_x"/>
                                          </p:val>
                                        </p:tav>
                                        <p:tav tm="100000">
                                          <p:val>
                                            <p:strVal val="#ppt_x"/>
                                          </p:val>
                                        </p:tav>
                                      </p:tavLst>
                                    </p:anim>
                                    <p:anim calcmode="lin" valueType="num">
                                      <p:cBhvr additive="base">
                                        <p:cTn id="258" dur="500" fill="hold"/>
                                        <p:tgtEl>
                                          <p:spTgt spid="65"/>
                                        </p:tgtEl>
                                        <p:attrNameLst>
                                          <p:attrName>ppt_y</p:attrName>
                                        </p:attrNameLst>
                                      </p:cBhvr>
                                      <p:tavLst>
                                        <p:tav tm="0">
                                          <p:val>
                                            <p:strVal val="1+#ppt_h/2"/>
                                          </p:val>
                                        </p:tav>
                                        <p:tav tm="100000">
                                          <p:val>
                                            <p:strVal val="#ppt_y"/>
                                          </p:val>
                                        </p:tav>
                                      </p:tavLst>
                                    </p:anim>
                                  </p:childTnLst>
                                </p:cTn>
                              </p:par>
                              <p:par>
                                <p:cTn id="259" presetID="2" presetClass="entr" presetSubtype="4" fill="hold" grpId="0" nodeType="withEffect">
                                  <p:stCondLst>
                                    <p:cond delay="0"/>
                                  </p:stCondLst>
                                  <p:childTnLst>
                                    <p:set>
                                      <p:cBhvr>
                                        <p:cTn id="260" dur="1" fill="hold">
                                          <p:stCondLst>
                                            <p:cond delay="0"/>
                                          </p:stCondLst>
                                        </p:cTn>
                                        <p:tgtEl>
                                          <p:spTgt spid="66"/>
                                        </p:tgtEl>
                                        <p:attrNameLst>
                                          <p:attrName>style.visibility</p:attrName>
                                        </p:attrNameLst>
                                      </p:cBhvr>
                                      <p:to>
                                        <p:strVal val="visible"/>
                                      </p:to>
                                    </p:set>
                                    <p:anim calcmode="lin" valueType="num">
                                      <p:cBhvr additive="base">
                                        <p:cTn id="261" dur="500" fill="hold"/>
                                        <p:tgtEl>
                                          <p:spTgt spid="66"/>
                                        </p:tgtEl>
                                        <p:attrNameLst>
                                          <p:attrName>ppt_x</p:attrName>
                                        </p:attrNameLst>
                                      </p:cBhvr>
                                      <p:tavLst>
                                        <p:tav tm="0">
                                          <p:val>
                                            <p:strVal val="#ppt_x"/>
                                          </p:val>
                                        </p:tav>
                                        <p:tav tm="100000">
                                          <p:val>
                                            <p:strVal val="#ppt_x"/>
                                          </p:val>
                                        </p:tav>
                                      </p:tavLst>
                                    </p:anim>
                                    <p:anim calcmode="lin" valueType="num">
                                      <p:cBhvr additive="base">
                                        <p:cTn id="262" dur="500" fill="hold"/>
                                        <p:tgtEl>
                                          <p:spTgt spid="66"/>
                                        </p:tgtEl>
                                        <p:attrNameLst>
                                          <p:attrName>ppt_y</p:attrName>
                                        </p:attrNameLst>
                                      </p:cBhvr>
                                      <p:tavLst>
                                        <p:tav tm="0">
                                          <p:val>
                                            <p:strVal val="1+#ppt_h/2"/>
                                          </p:val>
                                        </p:tav>
                                        <p:tav tm="100000">
                                          <p:val>
                                            <p:strVal val="#ppt_y"/>
                                          </p:val>
                                        </p:tav>
                                      </p:tavLst>
                                    </p:anim>
                                  </p:childTnLst>
                                </p:cTn>
                              </p:par>
                              <p:par>
                                <p:cTn id="263" presetID="2" presetClass="entr" presetSubtype="4" fill="hold" grpId="0" nodeType="withEffect">
                                  <p:stCondLst>
                                    <p:cond delay="0"/>
                                  </p:stCondLst>
                                  <p:childTnLst>
                                    <p:set>
                                      <p:cBhvr>
                                        <p:cTn id="264" dur="1" fill="hold">
                                          <p:stCondLst>
                                            <p:cond delay="0"/>
                                          </p:stCondLst>
                                        </p:cTn>
                                        <p:tgtEl>
                                          <p:spTgt spid="67"/>
                                        </p:tgtEl>
                                        <p:attrNameLst>
                                          <p:attrName>style.visibility</p:attrName>
                                        </p:attrNameLst>
                                      </p:cBhvr>
                                      <p:to>
                                        <p:strVal val="visible"/>
                                      </p:to>
                                    </p:set>
                                    <p:anim calcmode="lin" valueType="num">
                                      <p:cBhvr additive="base">
                                        <p:cTn id="265" dur="500" fill="hold"/>
                                        <p:tgtEl>
                                          <p:spTgt spid="67"/>
                                        </p:tgtEl>
                                        <p:attrNameLst>
                                          <p:attrName>ppt_x</p:attrName>
                                        </p:attrNameLst>
                                      </p:cBhvr>
                                      <p:tavLst>
                                        <p:tav tm="0">
                                          <p:val>
                                            <p:strVal val="#ppt_x"/>
                                          </p:val>
                                        </p:tav>
                                        <p:tav tm="100000">
                                          <p:val>
                                            <p:strVal val="#ppt_x"/>
                                          </p:val>
                                        </p:tav>
                                      </p:tavLst>
                                    </p:anim>
                                    <p:anim calcmode="lin" valueType="num">
                                      <p:cBhvr additive="base">
                                        <p:cTn id="266" dur="500" fill="hold"/>
                                        <p:tgtEl>
                                          <p:spTgt spid="67"/>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68"/>
                                        </p:tgtEl>
                                        <p:attrNameLst>
                                          <p:attrName>style.visibility</p:attrName>
                                        </p:attrNameLst>
                                      </p:cBhvr>
                                      <p:to>
                                        <p:strVal val="visible"/>
                                      </p:to>
                                    </p:set>
                                    <p:anim calcmode="lin" valueType="num">
                                      <p:cBhvr additive="base">
                                        <p:cTn id="269" dur="500" fill="hold"/>
                                        <p:tgtEl>
                                          <p:spTgt spid="68"/>
                                        </p:tgtEl>
                                        <p:attrNameLst>
                                          <p:attrName>ppt_x</p:attrName>
                                        </p:attrNameLst>
                                      </p:cBhvr>
                                      <p:tavLst>
                                        <p:tav tm="0">
                                          <p:val>
                                            <p:strVal val="#ppt_x"/>
                                          </p:val>
                                        </p:tav>
                                        <p:tav tm="100000">
                                          <p:val>
                                            <p:strVal val="#ppt_x"/>
                                          </p:val>
                                        </p:tav>
                                      </p:tavLst>
                                    </p:anim>
                                    <p:anim calcmode="lin" valueType="num">
                                      <p:cBhvr additive="base">
                                        <p:cTn id="270" dur="500" fill="hold"/>
                                        <p:tgtEl>
                                          <p:spTgt spid="68"/>
                                        </p:tgtEl>
                                        <p:attrNameLst>
                                          <p:attrName>ppt_y</p:attrName>
                                        </p:attrNameLst>
                                      </p:cBhvr>
                                      <p:tavLst>
                                        <p:tav tm="0">
                                          <p:val>
                                            <p:strVal val="1+#ppt_h/2"/>
                                          </p:val>
                                        </p:tav>
                                        <p:tav tm="100000">
                                          <p:val>
                                            <p:strVal val="#ppt_y"/>
                                          </p:val>
                                        </p:tav>
                                      </p:tavLst>
                                    </p:anim>
                                  </p:childTnLst>
                                </p:cTn>
                              </p:par>
                              <p:par>
                                <p:cTn id="271" presetID="2" presetClass="entr" presetSubtype="4" fill="hold" grpId="0" nodeType="withEffect">
                                  <p:stCondLst>
                                    <p:cond delay="0"/>
                                  </p:stCondLst>
                                  <p:childTnLst>
                                    <p:set>
                                      <p:cBhvr>
                                        <p:cTn id="272" dur="1" fill="hold">
                                          <p:stCondLst>
                                            <p:cond delay="0"/>
                                          </p:stCondLst>
                                        </p:cTn>
                                        <p:tgtEl>
                                          <p:spTgt spid="69"/>
                                        </p:tgtEl>
                                        <p:attrNameLst>
                                          <p:attrName>style.visibility</p:attrName>
                                        </p:attrNameLst>
                                      </p:cBhvr>
                                      <p:to>
                                        <p:strVal val="visible"/>
                                      </p:to>
                                    </p:set>
                                    <p:anim calcmode="lin" valueType="num">
                                      <p:cBhvr additive="base">
                                        <p:cTn id="273" dur="500" fill="hold"/>
                                        <p:tgtEl>
                                          <p:spTgt spid="69"/>
                                        </p:tgtEl>
                                        <p:attrNameLst>
                                          <p:attrName>ppt_x</p:attrName>
                                        </p:attrNameLst>
                                      </p:cBhvr>
                                      <p:tavLst>
                                        <p:tav tm="0">
                                          <p:val>
                                            <p:strVal val="#ppt_x"/>
                                          </p:val>
                                        </p:tav>
                                        <p:tav tm="100000">
                                          <p:val>
                                            <p:strVal val="#ppt_x"/>
                                          </p:val>
                                        </p:tav>
                                      </p:tavLst>
                                    </p:anim>
                                    <p:anim calcmode="lin" valueType="num">
                                      <p:cBhvr additive="base">
                                        <p:cTn id="274" dur="500" fill="hold"/>
                                        <p:tgtEl>
                                          <p:spTgt spid="69"/>
                                        </p:tgtEl>
                                        <p:attrNameLst>
                                          <p:attrName>ppt_y</p:attrName>
                                        </p:attrNameLst>
                                      </p:cBhvr>
                                      <p:tavLst>
                                        <p:tav tm="0">
                                          <p:val>
                                            <p:strVal val="1+#ppt_h/2"/>
                                          </p:val>
                                        </p:tav>
                                        <p:tav tm="100000">
                                          <p:val>
                                            <p:strVal val="#ppt_y"/>
                                          </p:val>
                                        </p:tav>
                                      </p:tavLst>
                                    </p:anim>
                                  </p:childTnLst>
                                </p:cTn>
                              </p:par>
                              <p:par>
                                <p:cTn id="275" presetID="2" presetClass="entr" presetSubtype="4" fill="hold" grpId="0" nodeType="withEffect">
                                  <p:stCondLst>
                                    <p:cond delay="0"/>
                                  </p:stCondLst>
                                  <p:childTnLst>
                                    <p:set>
                                      <p:cBhvr>
                                        <p:cTn id="276" dur="1" fill="hold">
                                          <p:stCondLst>
                                            <p:cond delay="0"/>
                                          </p:stCondLst>
                                        </p:cTn>
                                        <p:tgtEl>
                                          <p:spTgt spid="70"/>
                                        </p:tgtEl>
                                        <p:attrNameLst>
                                          <p:attrName>style.visibility</p:attrName>
                                        </p:attrNameLst>
                                      </p:cBhvr>
                                      <p:to>
                                        <p:strVal val="visible"/>
                                      </p:to>
                                    </p:set>
                                    <p:anim calcmode="lin" valueType="num">
                                      <p:cBhvr additive="base">
                                        <p:cTn id="277" dur="500" fill="hold"/>
                                        <p:tgtEl>
                                          <p:spTgt spid="70"/>
                                        </p:tgtEl>
                                        <p:attrNameLst>
                                          <p:attrName>ppt_x</p:attrName>
                                        </p:attrNameLst>
                                      </p:cBhvr>
                                      <p:tavLst>
                                        <p:tav tm="0">
                                          <p:val>
                                            <p:strVal val="#ppt_x"/>
                                          </p:val>
                                        </p:tav>
                                        <p:tav tm="100000">
                                          <p:val>
                                            <p:strVal val="#ppt_x"/>
                                          </p:val>
                                        </p:tav>
                                      </p:tavLst>
                                    </p:anim>
                                    <p:anim calcmode="lin" valueType="num">
                                      <p:cBhvr additive="base">
                                        <p:cTn id="278" dur="500" fill="hold"/>
                                        <p:tgtEl>
                                          <p:spTgt spid="70"/>
                                        </p:tgtEl>
                                        <p:attrNameLst>
                                          <p:attrName>ppt_y</p:attrName>
                                        </p:attrNameLst>
                                      </p:cBhvr>
                                      <p:tavLst>
                                        <p:tav tm="0">
                                          <p:val>
                                            <p:strVal val="1+#ppt_h/2"/>
                                          </p:val>
                                        </p:tav>
                                        <p:tav tm="100000">
                                          <p:val>
                                            <p:strVal val="#ppt_y"/>
                                          </p:val>
                                        </p:tav>
                                      </p:tavLst>
                                    </p:anim>
                                  </p:childTnLst>
                                </p:cTn>
                              </p:par>
                              <p:par>
                                <p:cTn id="279" presetID="2" presetClass="entr" presetSubtype="4" fill="hold" grpId="0" nodeType="withEffect">
                                  <p:stCondLst>
                                    <p:cond delay="0"/>
                                  </p:stCondLst>
                                  <p:childTnLst>
                                    <p:set>
                                      <p:cBhvr>
                                        <p:cTn id="280" dur="1" fill="hold">
                                          <p:stCondLst>
                                            <p:cond delay="0"/>
                                          </p:stCondLst>
                                        </p:cTn>
                                        <p:tgtEl>
                                          <p:spTgt spid="71"/>
                                        </p:tgtEl>
                                        <p:attrNameLst>
                                          <p:attrName>style.visibility</p:attrName>
                                        </p:attrNameLst>
                                      </p:cBhvr>
                                      <p:to>
                                        <p:strVal val="visible"/>
                                      </p:to>
                                    </p:set>
                                    <p:anim calcmode="lin" valueType="num">
                                      <p:cBhvr additive="base">
                                        <p:cTn id="281" dur="500" fill="hold"/>
                                        <p:tgtEl>
                                          <p:spTgt spid="71"/>
                                        </p:tgtEl>
                                        <p:attrNameLst>
                                          <p:attrName>ppt_x</p:attrName>
                                        </p:attrNameLst>
                                      </p:cBhvr>
                                      <p:tavLst>
                                        <p:tav tm="0">
                                          <p:val>
                                            <p:strVal val="#ppt_x"/>
                                          </p:val>
                                        </p:tav>
                                        <p:tav tm="100000">
                                          <p:val>
                                            <p:strVal val="#ppt_x"/>
                                          </p:val>
                                        </p:tav>
                                      </p:tavLst>
                                    </p:anim>
                                    <p:anim calcmode="lin" valueType="num">
                                      <p:cBhvr additive="base">
                                        <p:cTn id="282" dur="500" fill="hold"/>
                                        <p:tgtEl>
                                          <p:spTgt spid="71"/>
                                        </p:tgtEl>
                                        <p:attrNameLst>
                                          <p:attrName>ppt_y</p:attrName>
                                        </p:attrNameLst>
                                      </p:cBhvr>
                                      <p:tavLst>
                                        <p:tav tm="0">
                                          <p:val>
                                            <p:strVal val="1+#ppt_h/2"/>
                                          </p:val>
                                        </p:tav>
                                        <p:tav tm="100000">
                                          <p:val>
                                            <p:strVal val="#ppt_y"/>
                                          </p:val>
                                        </p:tav>
                                      </p:tavLst>
                                    </p:anim>
                                  </p:childTnLst>
                                </p:cTn>
                              </p:par>
                              <p:par>
                                <p:cTn id="283" presetID="2" presetClass="entr" presetSubtype="4" fill="hold" grpId="0" nodeType="withEffect">
                                  <p:stCondLst>
                                    <p:cond delay="0"/>
                                  </p:stCondLst>
                                  <p:childTnLst>
                                    <p:set>
                                      <p:cBhvr>
                                        <p:cTn id="284" dur="1" fill="hold">
                                          <p:stCondLst>
                                            <p:cond delay="0"/>
                                          </p:stCondLst>
                                        </p:cTn>
                                        <p:tgtEl>
                                          <p:spTgt spid="72"/>
                                        </p:tgtEl>
                                        <p:attrNameLst>
                                          <p:attrName>style.visibility</p:attrName>
                                        </p:attrNameLst>
                                      </p:cBhvr>
                                      <p:to>
                                        <p:strVal val="visible"/>
                                      </p:to>
                                    </p:set>
                                    <p:anim calcmode="lin" valueType="num">
                                      <p:cBhvr additive="base">
                                        <p:cTn id="285" dur="500" fill="hold"/>
                                        <p:tgtEl>
                                          <p:spTgt spid="72"/>
                                        </p:tgtEl>
                                        <p:attrNameLst>
                                          <p:attrName>ppt_x</p:attrName>
                                        </p:attrNameLst>
                                      </p:cBhvr>
                                      <p:tavLst>
                                        <p:tav tm="0">
                                          <p:val>
                                            <p:strVal val="#ppt_x"/>
                                          </p:val>
                                        </p:tav>
                                        <p:tav tm="100000">
                                          <p:val>
                                            <p:strVal val="#ppt_x"/>
                                          </p:val>
                                        </p:tav>
                                      </p:tavLst>
                                    </p:anim>
                                    <p:anim calcmode="lin" valueType="num">
                                      <p:cBhvr additive="base">
                                        <p:cTn id="286" dur="500" fill="hold"/>
                                        <p:tgtEl>
                                          <p:spTgt spid="72"/>
                                        </p:tgtEl>
                                        <p:attrNameLst>
                                          <p:attrName>ppt_y</p:attrName>
                                        </p:attrNameLst>
                                      </p:cBhvr>
                                      <p:tavLst>
                                        <p:tav tm="0">
                                          <p:val>
                                            <p:strVal val="1+#ppt_h/2"/>
                                          </p:val>
                                        </p:tav>
                                        <p:tav tm="100000">
                                          <p:val>
                                            <p:strVal val="#ppt_y"/>
                                          </p:val>
                                        </p:tav>
                                      </p:tavLst>
                                    </p:anim>
                                  </p:childTnLst>
                                </p:cTn>
                              </p:par>
                              <p:par>
                                <p:cTn id="287" presetID="2" presetClass="entr" presetSubtype="4" fill="hold" grpId="0" nodeType="withEffect">
                                  <p:stCondLst>
                                    <p:cond delay="0"/>
                                  </p:stCondLst>
                                  <p:childTnLst>
                                    <p:set>
                                      <p:cBhvr>
                                        <p:cTn id="288" dur="1" fill="hold">
                                          <p:stCondLst>
                                            <p:cond delay="0"/>
                                          </p:stCondLst>
                                        </p:cTn>
                                        <p:tgtEl>
                                          <p:spTgt spid="73"/>
                                        </p:tgtEl>
                                        <p:attrNameLst>
                                          <p:attrName>style.visibility</p:attrName>
                                        </p:attrNameLst>
                                      </p:cBhvr>
                                      <p:to>
                                        <p:strVal val="visible"/>
                                      </p:to>
                                    </p:set>
                                    <p:anim calcmode="lin" valueType="num">
                                      <p:cBhvr additive="base">
                                        <p:cTn id="289" dur="500" fill="hold"/>
                                        <p:tgtEl>
                                          <p:spTgt spid="73"/>
                                        </p:tgtEl>
                                        <p:attrNameLst>
                                          <p:attrName>ppt_x</p:attrName>
                                        </p:attrNameLst>
                                      </p:cBhvr>
                                      <p:tavLst>
                                        <p:tav tm="0">
                                          <p:val>
                                            <p:strVal val="#ppt_x"/>
                                          </p:val>
                                        </p:tav>
                                        <p:tav tm="100000">
                                          <p:val>
                                            <p:strVal val="#ppt_x"/>
                                          </p:val>
                                        </p:tav>
                                      </p:tavLst>
                                    </p:anim>
                                    <p:anim calcmode="lin" valueType="num">
                                      <p:cBhvr additive="base">
                                        <p:cTn id="290" dur="500" fill="hold"/>
                                        <p:tgtEl>
                                          <p:spTgt spid="73"/>
                                        </p:tgtEl>
                                        <p:attrNameLst>
                                          <p:attrName>ppt_y</p:attrName>
                                        </p:attrNameLst>
                                      </p:cBhvr>
                                      <p:tavLst>
                                        <p:tav tm="0">
                                          <p:val>
                                            <p:strVal val="1+#ppt_h/2"/>
                                          </p:val>
                                        </p:tav>
                                        <p:tav tm="100000">
                                          <p:val>
                                            <p:strVal val="#ppt_y"/>
                                          </p:val>
                                        </p:tav>
                                      </p:tavLst>
                                    </p:anim>
                                  </p:childTnLst>
                                </p:cTn>
                              </p:par>
                              <p:par>
                                <p:cTn id="291" presetID="2" presetClass="entr" presetSubtype="4" fill="hold" grpId="0" nodeType="withEffect">
                                  <p:stCondLst>
                                    <p:cond delay="0"/>
                                  </p:stCondLst>
                                  <p:childTnLst>
                                    <p:set>
                                      <p:cBhvr>
                                        <p:cTn id="292" dur="1" fill="hold">
                                          <p:stCondLst>
                                            <p:cond delay="0"/>
                                          </p:stCondLst>
                                        </p:cTn>
                                        <p:tgtEl>
                                          <p:spTgt spid="74"/>
                                        </p:tgtEl>
                                        <p:attrNameLst>
                                          <p:attrName>style.visibility</p:attrName>
                                        </p:attrNameLst>
                                      </p:cBhvr>
                                      <p:to>
                                        <p:strVal val="visible"/>
                                      </p:to>
                                    </p:set>
                                    <p:anim calcmode="lin" valueType="num">
                                      <p:cBhvr additive="base">
                                        <p:cTn id="293" dur="500" fill="hold"/>
                                        <p:tgtEl>
                                          <p:spTgt spid="74"/>
                                        </p:tgtEl>
                                        <p:attrNameLst>
                                          <p:attrName>ppt_x</p:attrName>
                                        </p:attrNameLst>
                                      </p:cBhvr>
                                      <p:tavLst>
                                        <p:tav tm="0">
                                          <p:val>
                                            <p:strVal val="#ppt_x"/>
                                          </p:val>
                                        </p:tav>
                                        <p:tav tm="100000">
                                          <p:val>
                                            <p:strVal val="#ppt_x"/>
                                          </p:val>
                                        </p:tav>
                                      </p:tavLst>
                                    </p:anim>
                                    <p:anim calcmode="lin" valueType="num">
                                      <p:cBhvr additive="base">
                                        <p:cTn id="294" dur="500" fill="hold"/>
                                        <p:tgtEl>
                                          <p:spTgt spid="74"/>
                                        </p:tgtEl>
                                        <p:attrNameLst>
                                          <p:attrName>ppt_y</p:attrName>
                                        </p:attrNameLst>
                                      </p:cBhvr>
                                      <p:tavLst>
                                        <p:tav tm="0">
                                          <p:val>
                                            <p:strVal val="1+#ppt_h/2"/>
                                          </p:val>
                                        </p:tav>
                                        <p:tav tm="100000">
                                          <p:val>
                                            <p:strVal val="#ppt_y"/>
                                          </p:val>
                                        </p:tav>
                                      </p:tavLst>
                                    </p:anim>
                                  </p:childTnLst>
                                </p:cTn>
                              </p:par>
                              <p:par>
                                <p:cTn id="295" presetID="2" presetClass="entr" presetSubtype="4" fill="hold" grpId="0" nodeType="withEffect">
                                  <p:stCondLst>
                                    <p:cond delay="0"/>
                                  </p:stCondLst>
                                  <p:childTnLst>
                                    <p:set>
                                      <p:cBhvr>
                                        <p:cTn id="296" dur="1" fill="hold">
                                          <p:stCondLst>
                                            <p:cond delay="0"/>
                                          </p:stCondLst>
                                        </p:cTn>
                                        <p:tgtEl>
                                          <p:spTgt spid="75"/>
                                        </p:tgtEl>
                                        <p:attrNameLst>
                                          <p:attrName>style.visibility</p:attrName>
                                        </p:attrNameLst>
                                      </p:cBhvr>
                                      <p:to>
                                        <p:strVal val="visible"/>
                                      </p:to>
                                    </p:set>
                                    <p:anim calcmode="lin" valueType="num">
                                      <p:cBhvr additive="base">
                                        <p:cTn id="297" dur="500" fill="hold"/>
                                        <p:tgtEl>
                                          <p:spTgt spid="75"/>
                                        </p:tgtEl>
                                        <p:attrNameLst>
                                          <p:attrName>ppt_x</p:attrName>
                                        </p:attrNameLst>
                                      </p:cBhvr>
                                      <p:tavLst>
                                        <p:tav tm="0">
                                          <p:val>
                                            <p:strVal val="#ppt_x"/>
                                          </p:val>
                                        </p:tav>
                                        <p:tav tm="100000">
                                          <p:val>
                                            <p:strVal val="#ppt_x"/>
                                          </p:val>
                                        </p:tav>
                                      </p:tavLst>
                                    </p:anim>
                                    <p:anim calcmode="lin" valueType="num">
                                      <p:cBhvr additive="base">
                                        <p:cTn id="298" dur="500" fill="hold"/>
                                        <p:tgtEl>
                                          <p:spTgt spid="75"/>
                                        </p:tgtEl>
                                        <p:attrNameLst>
                                          <p:attrName>ppt_y</p:attrName>
                                        </p:attrNameLst>
                                      </p:cBhvr>
                                      <p:tavLst>
                                        <p:tav tm="0">
                                          <p:val>
                                            <p:strVal val="1+#ppt_h/2"/>
                                          </p:val>
                                        </p:tav>
                                        <p:tav tm="100000">
                                          <p:val>
                                            <p:strVal val="#ppt_y"/>
                                          </p:val>
                                        </p:tav>
                                      </p:tavLst>
                                    </p:anim>
                                  </p:childTnLst>
                                </p:cTn>
                              </p:par>
                              <p:par>
                                <p:cTn id="299" presetID="2" presetClass="entr" presetSubtype="4" fill="hold" grpId="0" nodeType="withEffect">
                                  <p:stCondLst>
                                    <p:cond delay="0"/>
                                  </p:stCondLst>
                                  <p:childTnLst>
                                    <p:set>
                                      <p:cBhvr>
                                        <p:cTn id="300" dur="1" fill="hold">
                                          <p:stCondLst>
                                            <p:cond delay="0"/>
                                          </p:stCondLst>
                                        </p:cTn>
                                        <p:tgtEl>
                                          <p:spTgt spid="76"/>
                                        </p:tgtEl>
                                        <p:attrNameLst>
                                          <p:attrName>style.visibility</p:attrName>
                                        </p:attrNameLst>
                                      </p:cBhvr>
                                      <p:to>
                                        <p:strVal val="visible"/>
                                      </p:to>
                                    </p:set>
                                    <p:anim calcmode="lin" valueType="num">
                                      <p:cBhvr additive="base">
                                        <p:cTn id="301" dur="500" fill="hold"/>
                                        <p:tgtEl>
                                          <p:spTgt spid="76"/>
                                        </p:tgtEl>
                                        <p:attrNameLst>
                                          <p:attrName>ppt_x</p:attrName>
                                        </p:attrNameLst>
                                      </p:cBhvr>
                                      <p:tavLst>
                                        <p:tav tm="0">
                                          <p:val>
                                            <p:strVal val="#ppt_x"/>
                                          </p:val>
                                        </p:tav>
                                        <p:tav tm="100000">
                                          <p:val>
                                            <p:strVal val="#ppt_x"/>
                                          </p:val>
                                        </p:tav>
                                      </p:tavLst>
                                    </p:anim>
                                    <p:anim calcmode="lin" valueType="num">
                                      <p:cBhvr additive="base">
                                        <p:cTn id="302" dur="500" fill="hold"/>
                                        <p:tgtEl>
                                          <p:spTgt spid="76"/>
                                        </p:tgtEl>
                                        <p:attrNameLst>
                                          <p:attrName>ppt_y</p:attrName>
                                        </p:attrNameLst>
                                      </p:cBhvr>
                                      <p:tavLst>
                                        <p:tav tm="0">
                                          <p:val>
                                            <p:strVal val="1+#ppt_h/2"/>
                                          </p:val>
                                        </p:tav>
                                        <p:tav tm="100000">
                                          <p:val>
                                            <p:strVal val="#ppt_y"/>
                                          </p:val>
                                        </p:tav>
                                      </p:tavLst>
                                    </p:anim>
                                  </p:childTnLst>
                                </p:cTn>
                              </p:par>
                              <p:par>
                                <p:cTn id="303" presetID="2" presetClass="entr" presetSubtype="4" fill="hold" grpId="0" nodeType="withEffect">
                                  <p:stCondLst>
                                    <p:cond delay="0"/>
                                  </p:stCondLst>
                                  <p:childTnLst>
                                    <p:set>
                                      <p:cBhvr>
                                        <p:cTn id="304" dur="1" fill="hold">
                                          <p:stCondLst>
                                            <p:cond delay="0"/>
                                          </p:stCondLst>
                                        </p:cTn>
                                        <p:tgtEl>
                                          <p:spTgt spid="77"/>
                                        </p:tgtEl>
                                        <p:attrNameLst>
                                          <p:attrName>style.visibility</p:attrName>
                                        </p:attrNameLst>
                                      </p:cBhvr>
                                      <p:to>
                                        <p:strVal val="visible"/>
                                      </p:to>
                                    </p:set>
                                    <p:anim calcmode="lin" valueType="num">
                                      <p:cBhvr additive="base">
                                        <p:cTn id="305" dur="500" fill="hold"/>
                                        <p:tgtEl>
                                          <p:spTgt spid="77"/>
                                        </p:tgtEl>
                                        <p:attrNameLst>
                                          <p:attrName>ppt_x</p:attrName>
                                        </p:attrNameLst>
                                      </p:cBhvr>
                                      <p:tavLst>
                                        <p:tav tm="0">
                                          <p:val>
                                            <p:strVal val="#ppt_x"/>
                                          </p:val>
                                        </p:tav>
                                        <p:tav tm="100000">
                                          <p:val>
                                            <p:strVal val="#ppt_x"/>
                                          </p:val>
                                        </p:tav>
                                      </p:tavLst>
                                    </p:anim>
                                    <p:anim calcmode="lin" valueType="num">
                                      <p:cBhvr additive="base">
                                        <p:cTn id="306" dur="500" fill="hold"/>
                                        <p:tgtEl>
                                          <p:spTgt spid="77"/>
                                        </p:tgtEl>
                                        <p:attrNameLst>
                                          <p:attrName>ppt_y</p:attrName>
                                        </p:attrNameLst>
                                      </p:cBhvr>
                                      <p:tavLst>
                                        <p:tav tm="0">
                                          <p:val>
                                            <p:strVal val="1+#ppt_h/2"/>
                                          </p:val>
                                        </p:tav>
                                        <p:tav tm="100000">
                                          <p:val>
                                            <p:strVal val="#ppt_y"/>
                                          </p:val>
                                        </p:tav>
                                      </p:tavLst>
                                    </p:anim>
                                  </p:childTnLst>
                                </p:cTn>
                              </p:par>
                              <p:par>
                                <p:cTn id="307" presetID="2" presetClass="entr" presetSubtype="4" fill="hold" grpId="0" nodeType="withEffect">
                                  <p:stCondLst>
                                    <p:cond delay="0"/>
                                  </p:stCondLst>
                                  <p:childTnLst>
                                    <p:set>
                                      <p:cBhvr>
                                        <p:cTn id="308" dur="1" fill="hold">
                                          <p:stCondLst>
                                            <p:cond delay="0"/>
                                          </p:stCondLst>
                                        </p:cTn>
                                        <p:tgtEl>
                                          <p:spTgt spid="78"/>
                                        </p:tgtEl>
                                        <p:attrNameLst>
                                          <p:attrName>style.visibility</p:attrName>
                                        </p:attrNameLst>
                                      </p:cBhvr>
                                      <p:to>
                                        <p:strVal val="visible"/>
                                      </p:to>
                                    </p:set>
                                    <p:anim calcmode="lin" valueType="num">
                                      <p:cBhvr additive="base">
                                        <p:cTn id="309" dur="500" fill="hold"/>
                                        <p:tgtEl>
                                          <p:spTgt spid="78"/>
                                        </p:tgtEl>
                                        <p:attrNameLst>
                                          <p:attrName>ppt_x</p:attrName>
                                        </p:attrNameLst>
                                      </p:cBhvr>
                                      <p:tavLst>
                                        <p:tav tm="0">
                                          <p:val>
                                            <p:strVal val="#ppt_x"/>
                                          </p:val>
                                        </p:tav>
                                        <p:tav tm="100000">
                                          <p:val>
                                            <p:strVal val="#ppt_x"/>
                                          </p:val>
                                        </p:tav>
                                      </p:tavLst>
                                    </p:anim>
                                    <p:anim calcmode="lin" valueType="num">
                                      <p:cBhvr additive="base">
                                        <p:cTn id="310" dur="500" fill="hold"/>
                                        <p:tgtEl>
                                          <p:spTgt spid="78"/>
                                        </p:tgtEl>
                                        <p:attrNameLst>
                                          <p:attrName>ppt_y</p:attrName>
                                        </p:attrNameLst>
                                      </p:cBhvr>
                                      <p:tavLst>
                                        <p:tav tm="0">
                                          <p:val>
                                            <p:strVal val="1+#ppt_h/2"/>
                                          </p:val>
                                        </p:tav>
                                        <p:tav tm="100000">
                                          <p:val>
                                            <p:strVal val="#ppt_y"/>
                                          </p:val>
                                        </p:tav>
                                      </p:tavLst>
                                    </p:anim>
                                  </p:childTnLst>
                                </p:cTn>
                              </p:par>
                              <p:par>
                                <p:cTn id="311" presetID="2" presetClass="entr" presetSubtype="4" fill="hold" grpId="0" nodeType="withEffect">
                                  <p:stCondLst>
                                    <p:cond delay="0"/>
                                  </p:stCondLst>
                                  <p:childTnLst>
                                    <p:set>
                                      <p:cBhvr>
                                        <p:cTn id="312" dur="1" fill="hold">
                                          <p:stCondLst>
                                            <p:cond delay="0"/>
                                          </p:stCondLst>
                                        </p:cTn>
                                        <p:tgtEl>
                                          <p:spTgt spid="79"/>
                                        </p:tgtEl>
                                        <p:attrNameLst>
                                          <p:attrName>style.visibility</p:attrName>
                                        </p:attrNameLst>
                                      </p:cBhvr>
                                      <p:to>
                                        <p:strVal val="visible"/>
                                      </p:to>
                                    </p:set>
                                    <p:anim calcmode="lin" valueType="num">
                                      <p:cBhvr additive="base">
                                        <p:cTn id="313" dur="500" fill="hold"/>
                                        <p:tgtEl>
                                          <p:spTgt spid="79"/>
                                        </p:tgtEl>
                                        <p:attrNameLst>
                                          <p:attrName>ppt_x</p:attrName>
                                        </p:attrNameLst>
                                      </p:cBhvr>
                                      <p:tavLst>
                                        <p:tav tm="0">
                                          <p:val>
                                            <p:strVal val="#ppt_x"/>
                                          </p:val>
                                        </p:tav>
                                        <p:tav tm="100000">
                                          <p:val>
                                            <p:strVal val="#ppt_x"/>
                                          </p:val>
                                        </p:tav>
                                      </p:tavLst>
                                    </p:anim>
                                    <p:anim calcmode="lin" valueType="num">
                                      <p:cBhvr additive="base">
                                        <p:cTn id="314" dur="500" fill="hold"/>
                                        <p:tgtEl>
                                          <p:spTgt spid="79"/>
                                        </p:tgtEl>
                                        <p:attrNameLst>
                                          <p:attrName>ppt_y</p:attrName>
                                        </p:attrNameLst>
                                      </p:cBhvr>
                                      <p:tavLst>
                                        <p:tav tm="0">
                                          <p:val>
                                            <p:strVal val="1+#ppt_h/2"/>
                                          </p:val>
                                        </p:tav>
                                        <p:tav tm="100000">
                                          <p:val>
                                            <p:strVal val="#ppt_y"/>
                                          </p:val>
                                        </p:tav>
                                      </p:tavLst>
                                    </p:anim>
                                  </p:childTnLst>
                                </p:cTn>
                              </p:par>
                              <p:par>
                                <p:cTn id="315" presetID="2" presetClass="entr" presetSubtype="4" fill="hold" grpId="0" nodeType="withEffect">
                                  <p:stCondLst>
                                    <p:cond delay="0"/>
                                  </p:stCondLst>
                                  <p:childTnLst>
                                    <p:set>
                                      <p:cBhvr>
                                        <p:cTn id="316" dur="1" fill="hold">
                                          <p:stCondLst>
                                            <p:cond delay="0"/>
                                          </p:stCondLst>
                                        </p:cTn>
                                        <p:tgtEl>
                                          <p:spTgt spid="80"/>
                                        </p:tgtEl>
                                        <p:attrNameLst>
                                          <p:attrName>style.visibility</p:attrName>
                                        </p:attrNameLst>
                                      </p:cBhvr>
                                      <p:to>
                                        <p:strVal val="visible"/>
                                      </p:to>
                                    </p:set>
                                    <p:anim calcmode="lin" valueType="num">
                                      <p:cBhvr additive="base">
                                        <p:cTn id="317" dur="500" fill="hold"/>
                                        <p:tgtEl>
                                          <p:spTgt spid="80"/>
                                        </p:tgtEl>
                                        <p:attrNameLst>
                                          <p:attrName>ppt_x</p:attrName>
                                        </p:attrNameLst>
                                      </p:cBhvr>
                                      <p:tavLst>
                                        <p:tav tm="0">
                                          <p:val>
                                            <p:strVal val="#ppt_x"/>
                                          </p:val>
                                        </p:tav>
                                        <p:tav tm="100000">
                                          <p:val>
                                            <p:strVal val="#ppt_x"/>
                                          </p:val>
                                        </p:tav>
                                      </p:tavLst>
                                    </p:anim>
                                    <p:anim calcmode="lin" valueType="num">
                                      <p:cBhvr additive="base">
                                        <p:cTn id="318" dur="500" fill="hold"/>
                                        <p:tgtEl>
                                          <p:spTgt spid="80"/>
                                        </p:tgtEl>
                                        <p:attrNameLst>
                                          <p:attrName>ppt_y</p:attrName>
                                        </p:attrNameLst>
                                      </p:cBhvr>
                                      <p:tavLst>
                                        <p:tav tm="0">
                                          <p:val>
                                            <p:strVal val="1+#ppt_h/2"/>
                                          </p:val>
                                        </p:tav>
                                        <p:tav tm="100000">
                                          <p:val>
                                            <p:strVal val="#ppt_y"/>
                                          </p:val>
                                        </p:tav>
                                      </p:tavLst>
                                    </p:anim>
                                  </p:childTnLst>
                                </p:cTn>
                              </p:par>
                              <p:par>
                                <p:cTn id="319" presetID="2" presetClass="entr" presetSubtype="4" fill="hold" grpId="0" nodeType="withEffect">
                                  <p:stCondLst>
                                    <p:cond delay="0"/>
                                  </p:stCondLst>
                                  <p:childTnLst>
                                    <p:set>
                                      <p:cBhvr>
                                        <p:cTn id="320" dur="1" fill="hold">
                                          <p:stCondLst>
                                            <p:cond delay="0"/>
                                          </p:stCondLst>
                                        </p:cTn>
                                        <p:tgtEl>
                                          <p:spTgt spid="81"/>
                                        </p:tgtEl>
                                        <p:attrNameLst>
                                          <p:attrName>style.visibility</p:attrName>
                                        </p:attrNameLst>
                                      </p:cBhvr>
                                      <p:to>
                                        <p:strVal val="visible"/>
                                      </p:to>
                                    </p:set>
                                    <p:anim calcmode="lin" valueType="num">
                                      <p:cBhvr additive="base">
                                        <p:cTn id="321" dur="500" fill="hold"/>
                                        <p:tgtEl>
                                          <p:spTgt spid="81"/>
                                        </p:tgtEl>
                                        <p:attrNameLst>
                                          <p:attrName>ppt_x</p:attrName>
                                        </p:attrNameLst>
                                      </p:cBhvr>
                                      <p:tavLst>
                                        <p:tav tm="0">
                                          <p:val>
                                            <p:strVal val="#ppt_x"/>
                                          </p:val>
                                        </p:tav>
                                        <p:tav tm="100000">
                                          <p:val>
                                            <p:strVal val="#ppt_x"/>
                                          </p:val>
                                        </p:tav>
                                      </p:tavLst>
                                    </p:anim>
                                    <p:anim calcmode="lin" valueType="num">
                                      <p:cBhvr additive="base">
                                        <p:cTn id="322" dur="500" fill="hold"/>
                                        <p:tgtEl>
                                          <p:spTgt spid="81"/>
                                        </p:tgtEl>
                                        <p:attrNameLst>
                                          <p:attrName>ppt_y</p:attrName>
                                        </p:attrNameLst>
                                      </p:cBhvr>
                                      <p:tavLst>
                                        <p:tav tm="0">
                                          <p:val>
                                            <p:strVal val="1+#ppt_h/2"/>
                                          </p:val>
                                        </p:tav>
                                        <p:tav tm="100000">
                                          <p:val>
                                            <p:strVal val="#ppt_y"/>
                                          </p:val>
                                        </p:tav>
                                      </p:tavLst>
                                    </p:anim>
                                  </p:childTnLst>
                                </p:cTn>
                              </p:par>
                              <p:par>
                                <p:cTn id="323" presetID="2" presetClass="entr" presetSubtype="4" fill="hold" grpId="0" nodeType="withEffect">
                                  <p:stCondLst>
                                    <p:cond delay="0"/>
                                  </p:stCondLst>
                                  <p:childTnLst>
                                    <p:set>
                                      <p:cBhvr>
                                        <p:cTn id="324" dur="1" fill="hold">
                                          <p:stCondLst>
                                            <p:cond delay="0"/>
                                          </p:stCondLst>
                                        </p:cTn>
                                        <p:tgtEl>
                                          <p:spTgt spid="82"/>
                                        </p:tgtEl>
                                        <p:attrNameLst>
                                          <p:attrName>style.visibility</p:attrName>
                                        </p:attrNameLst>
                                      </p:cBhvr>
                                      <p:to>
                                        <p:strVal val="visible"/>
                                      </p:to>
                                    </p:set>
                                    <p:anim calcmode="lin" valueType="num">
                                      <p:cBhvr additive="base">
                                        <p:cTn id="325" dur="500" fill="hold"/>
                                        <p:tgtEl>
                                          <p:spTgt spid="82"/>
                                        </p:tgtEl>
                                        <p:attrNameLst>
                                          <p:attrName>ppt_x</p:attrName>
                                        </p:attrNameLst>
                                      </p:cBhvr>
                                      <p:tavLst>
                                        <p:tav tm="0">
                                          <p:val>
                                            <p:strVal val="#ppt_x"/>
                                          </p:val>
                                        </p:tav>
                                        <p:tav tm="100000">
                                          <p:val>
                                            <p:strVal val="#ppt_x"/>
                                          </p:val>
                                        </p:tav>
                                      </p:tavLst>
                                    </p:anim>
                                    <p:anim calcmode="lin" valueType="num">
                                      <p:cBhvr additive="base">
                                        <p:cTn id="326" dur="500" fill="hold"/>
                                        <p:tgtEl>
                                          <p:spTgt spid="82"/>
                                        </p:tgtEl>
                                        <p:attrNameLst>
                                          <p:attrName>ppt_y</p:attrName>
                                        </p:attrNameLst>
                                      </p:cBhvr>
                                      <p:tavLst>
                                        <p:tav tm="0">
                                          <p:val>
                                            <p:strVal val="1+#ppt_h/2"/>
                                          </p:val>
                                        </p:tav>
                                        <p:tav tm="100000">
                                          <p:val>
                                            <p:strVal val="#ppt_y"/>
                                          </p:val>
                                        </p:tav>
                                      </p:tavLst>
                                    </p:anim>
                                  </p:childTnLst>
                                </p:cTn>
                              </p:par>
                              <p:par>
                                <p:cTn id="327" presetID="2" presetClass="entr" presetSubtype="4" fill="hold" grpId="0" nodeType="withEffect">
                                  <p:stCondLst>
                                    <p:cond delay="0"/>
                                  </p:stCondLst>
                                  <p:childTnLst>
                                    <p:set>
                                      <p:cBhvr>
                                        <p:cTn id="328" dur="1" fill="hold">
                                          <p:stCondLst>
                                            <p:cond delay="0"/>
                                          </p:stCondLst>
                                        </p:cTn>
                                        <p:tgtEl>
                                          <p:spTgt spid="83"/>
                                        </p:tgtEl>
                                        <p:attrNameLst>
                                          <p:attrName>style.visibility</p:attrName>
                                        </p:attrNameLst>
                                      </p:cBhvr>
                                      <p:to>
                                        <p:strVal val="visible"/>
                                      </p:to>
                                    </p:set>
                                    <p:anim calcmode="lin" valueType="num">
                                      <p:cBhvr additive="base">
                                        <p:cTn id="329" dur="500" fill="hold"/>
                                        <p:tgtEl>
                                          <p:spTgt spid="83"/>
                                        </p:tgtEl>
                                        <p:attrNameLst>
                                          <p:attrName>ppt_x</p:attrName>
                                        </p:attrNameLst>
                                      </p:cBhvr>
                                      <p:tavLst>
                                        <p:tav tm="0">
                                          <p:val>
                                            <p:strVal val="#ppt_x"/>
                                          </p:val>
                                        </p:tav>
                                        <p:tav tm="100000">
                                          <p:val>
                                            <p:strVal val="#ppt_x"/>
                                          </p:val>
                                        </p:tav>
                                      </p:tavLst>
                                    </p:anim>
                                    <p:anim calcmode="lin" valueType="num">
                                      <p:cBhvr additive="base">
                                        <p:cTn id="330" dur="500" fill="hold"/>
                                        <p:tgtEl>
                                          <p:spTgt spid="83"/>
                                        </p:tgtEl>
                                        <p:attrNameLst>
                                          <p:attrName>ppt_y</p:attrName>
                                        </p:attrNameLst>
                                      </p:cBhvr>
                                      <p:tavLst>
                                        <p:tav tm="0">
                                          <p:val>
                                            <p:strVal val="1+#ppt_h/2"/>
                                          </p:val>
                                        </p:tav>
                                        <p:tav tm="100000">
                                          <p:val>
                                            <p:strVal val="#ppt_y"/>
                                          </p:val>
                                        </p:tav>
                                      </p:tavLst>
                                    </p:anim>
                                  </p:childTnLst>
                                </p:cTn>
                              </p:par>
                              <p:par>
                                <p:cTn id="331" presetID="2" presetClass="entr" presetSubtype="4" fill="hold" grpId="0" nodeType="withEffect">
                                  <p:stCondLst>
                                    <p:cond delay="0"/>
                                  </p:stCondLst>
                                  <p:childTnLst>
                                    <p:set>
                                      <p:cBhvr>
                                        <p:cTn id="332" dur="1" fill="hold">
                                          <p:stCondLst>
                                            <p:cond delay="0"/>
                                          </p:stCondLst>
                                        </p:cTn>
                                        <p:tgtEl>
                                          <p:spTgt spid="84"/>
                                        </p:tgtEl>
                                        <p:attrNameLst>
                                          <p:attrName>style.visibility</p:attrName>
                                        </p:attrNameLst>
                                      </p:cBhvr>
                                      <p:to>
                                        <p:strVal val="visible"/>
                                      </p:to>
                                    </p:set>
                                    <p:anim calcmode="lin" valueType="num">
                                      <p:cBhvr additive="base">
                                        <p:cTn id="333" dur="500" fill="hold"/>
                                        <p:tgtEl>
                                          <p:spTgt spid="84"/>
                                        </p:tgtEl>
                                        <p:attrNameLst>
                                          <p:attrName>ppt_x</p:attrName>
                                        </p:attrNameLst>
                                      </p:cBhvr>
                                      <p:tavLst>
                                        <p:tav tm="0">
                                          <p:val>
                                            <p:strVal val="#ppt_x"/>
                                          </p:val>
                                        </p:tav>
                                        <p:tav tm="100000">
                                          <p:val>
                                            <p:strVal val="#ppt_x"/>
                                          </p:val>
                                        </p:tav>
                                      </p:tavLst>
                                    </p:anim>
                                    <p:anim calcmode="lin" valueType="num">
                                      <p:cBhvr additive="base">
                                        <p:cTn id="334" dur="500" fill="hold"/>
                                        <p:tgtEl>
                                          <p:spTgt spid="84"/>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85"/>
                                        </p:tgtEl>
                                        <p:attrNameLst>
                                          <p:attrName>style.visibility</p:attrName>
                                        </p:attrNameLst>
                                      </p:cBhvr>
                                      <p:to>
                                        <p:strVal val="visible"/>
                                      </p:to>
                                    </p:set>
                                    <p:anim calcmode="lin" valueType="num">
                                      <p:cBhvr additive="base">
                                        <p:cTn id="337" dur="500" fill="hold"/>
                                        <p:tgtEl>
                                          <p:spTgt spid="85"/>
                                        </p:tgtEl>
                                        <p:attrNameLst>
                                          <p:attrName>ppt_x</p:attrName>
                                        </p:attrNameLst>
                                      </p:cBhvr>
                                      <p:tavLst>
                                        <p:tav tm="0">
                                          <p:val>
                                            <p:strVal val="#ppt_x"/>
                                          </p:val>
                                        </p:tav>
                                        <p:tav tm="100000">
                                          <p:val>
                                            <p:strVal val="#ppt_x"/>
                                          </p:val>
                                        </p:tav>
                                      </p:tavLst>
                                    </p:anim>
                                    <p:anim calcmode="lin" valueType="num">
                                      <p:cBhvr additive="base">
                                        <p:cTn id="338" dur="500" fill="hold"/>
                                        <p:tgtEl>
                                          <p:spTgt spid="85"/>
                                        </p:tgtEl>
                                        <p:attrNameLst>
                                          <p:attrName>ppt_y</p:attrName>
                                        </p:attrNameLst>
                                      </p:cBhvr>
                                      <p:tavLst>
                                        <p:tav tm="0">
                                          <p:val>
                                            <p:strVal val="1+#ppt_h/2"/>
                                          </p:val>
                                        </p:tav>
                                        <p:tav tm="100000">
                                          <p:val>
                                            <p:strVal val="#ppt_y"/>
                                          </p:val>
                                        </p:tav>
                                      </p:tavLst>
                                    </p:anim>
                                  </p:childTnLst>
                                </p:cTn>
                              </p:par>
                              <p:par>
                                <p:cTn id="339" presetID="2" presetClass="entr" presetSubtype="4" fill="hold" grpId="0" nodeType="withEffect">
                                  <p:stCondLst>
                                    <p:cond delay="0"/>
                                  </p:stCondLst>
                                  <p:childTnLst>
                                    <p:set>
                                      <p:cBhvr>
                                        <p:cTn id="340" dur="1" fill="hold">
                                          <p:stCondLst>
                                            <p:cond delay="0"/>
                                          </p:stCondLst>
                                        </p:cTn>
                                        <p:tgtEl>
                                          <p:spTgt spid="86"/>
                                        </p:tgtEl>
                                        <p:attrNameLst>
                                          <p:attrName>style.visibility</p:attrName>
                                        </p:attrNameLst>
                                      </p:cBhvr>
                                      <p:to>
                                        <p:strVal val="visible"/>
                                      </p:to>
                                    </p:set>
                                    <p:anim calcmode="lin" valueType="num">
                                      <p:cBhvr additive="base">
                                        <p:cTn id="341" dur="500" fill="hold"/>
                                        <p:tgtEl>
                                          <p:spTgt spid="86"/>
                                        </p:tgtEl>
                                        <p:attrNameLst>
                                          <p:attrName>ppt_x</p:attrName>
                                        </p:attrNameLst>
                                      </p:cBhvr>
                                      <p:tavLst>
                                        <p:tav tm="0">
                                          <p:val>
                                            <p:strVal val="#ppt_x"/>
                                          </p:val>
                                        </p:tav>
                                        <p:tav tm="100000">
                                          <p:val>
                                            <p:strVal val="#ppt_x"/>
                                          </p:val>
                                        </p:tav>
                                      </p:tavLst>
                                    </p:anim>
                                    <p:anim calcmode="lin" valueType="num">
                                      <p:cBhvr additive="base">
                                        <p:cTn id="342" dur="500" fill="hold"/>
                                        <p:tgtEl>
                                          <p:spTgt spid="86"/>
                                        </p:tgtEl>
                                        <p:attrNameLst>
                                          <p:attrName>ppt_y</p:attrName>
                                        </p:attrNameLst>
                                      </p:cBhvr>
                                      <p:tavLst>
                                        <p:tav tm="0">
                                          <p:val>
                                            <p:strVal val="1+#ppt_h/2"/>
                                          </p:val>
                                        </p:tav>
                                        <p:tav tm="100000">
                                          <p:val>
                                            <p:strVal val="#ppt_y"/>
                                          </p:val>
                                        </p:tav>
                                      </p:tavLst>
                                    </p:anim>
                                  </p:childTnLst>
                                </p:cTn>
                              </p:par>
                              <p:par>
                                <p:cTn id="343" presetID="2" presetClass="entr" presetSubtype="4" fill="hold" grpId="0" nodeType="withEffect">
                                  <p:stCondLst>
                                    <p:cond delay="0"/>
                                  </p:stCondLst>
                                  <p:childTnLst>
                                    <p:set>
                                      <p:cBhvr>
                                        <p:cTn id="344" dur="1" fill="hold">
                                          <p:stCondLst>
                                            <p:cond delay="0"/>
                                          </p:stCondLst>
                                        </p:cTn>
                                        <p:tgtEl>
                                          <p:spTgt spid="87"/>
                                        </p:tgtEl>
                                        <p:attrNameLst>
                                          <p:attrName>style.visibility</p:attrName>
                                        </p:attrNameLst>
                                      </p:cBhvr>
                                      <p:to>
                                        <p:strVal val="visible"/>
                                      </p:to>
                                    </p:set>
                                    <p:anim calcmode="lin" valueType="num">
                                      <p:cBhvr additive="base">
                                        <p:cTn id="345" dur="500" fill="hold"/>
                                        <p:tgtEl>
                                          <p:spTgt spid="87"/>
                                        </p:tgtEl>
                                        <p:attrNameLst>
                                          <p:attrName>ppt_x</p:attrName>
                                        </p:attrNameLst>
                                      </p:cBhvr>
                                      <p:tavLst>
                                        <p:tav tm="0">
                                          <p:val>
                                            <p:strVal val="#ppt_x"/>
                                          </p:val>
                                        </p:tav>
                                        <p:tav tm="100000">
                                          <p:val>
                                            <p:strVal val="#ppt_x"/>
                                          </p:val>
                                        </p:tav>
                                      </p:tavLst>
                                    </p:anim>
                                    <p:anim calcmode="lin" valueType="num">
                                      <p:cBhvr additive="base">
                                        <p:cTn id="346" dur="500" fill="hold"/>
                                        <p:tgtEl>
                                          <p:spTgt spid="87"/>
                                        </p:tgtEl>
                                        <p:attrNameLst>
                                          <p:attrName>ppt_y</p:attrName>
                                        </p:attrNameLst>
                                      </p:cBhvr>
                                      <p:tavLst>
                                        <p:tav tm="0">
                                          <p:val>
                                            <p:strVal val="1+#ppt_h/2"/>
                                          </p:val>
                                        </p:tav>
                                        <p:tav tm="100000">
                                          <p:val>
                                            <p:strVal val="#ppt_y"/>
                                          </p:val>
                                        </p:tav>
                                      </p:tavLst>
                                    </p:anim>
                                  </p:childTnLst>
                                </p:cTn>
                              </p:par>
                              <p:par>
                                <p:cTn id="347" presetID="2" presetClass="entr" presetSubtype="4" fill="hold" grpId="0" nodeType="withEffect">
                                  <p:stCondLst>
                                    <p:cond delay="0"/>
                                  </p:stCondLst>
                                  <p:childTnLst>
                                    <p:set>
                                      <p:cBhvr>
                                        <p:cTn id="348" dur="1" fill="hold">
                                          <p:stCondLst>
                                            <p:cond delay="0"/>
                                          </p:stCondLst>
                                        </p:cTn>
                                        <p:tgtEl>
                                          <p:spTgt spid="88"/>
                                        </p:tgtEl>
                                        <p:attrNameLst>
                                          <p:attrName>style.visibility</p:attrName>
                                        </p:attrNameLst>
                                      </p:cBhvr>
                                      <p:to>
                                        <p:strVal val="visible"/>
                                      </p:to>
                                    </p:set>
                                    <p:anim calcmode="lin" valueType="num">
                                      <p:cBhvr additive="base">
                                        <p:cTn id="349" dur="500" fill="hold"/>
                                        <p:tgtEl>
                                          <p:spTgt spid="88"/>
                                        </p:tgtEl>
                                        <p:attrNameLst>
                                          <p:attrName>ppt_x</p:attrName>
                                        </p:attrNameLst>
                                      </p:cBhvr>
                                      <p:tavLst>
                                        <p:tav tm="0">
                                          <p:val>
                                            <p:strVal val="#ppt_x"/>
                                          </p:val>
                                        </p:tav>
                                        <p:tav tm="100000">
                                          <p:val>
                                            <p:strVal val="#ppt_x"/>
                                          </p:val>
                                        </p:tav>
                                      </p:tavLst>
                                    </p:anim>
                                    <p:anim calcmode="lin" valueType="num">
                                      <p:cBhvr additive="base">
                                        <p:cTn id="350" dur="500" fill="hold"/>
                                        <p:tgtEl>
                                          <p:spTgt spid="88"/>
                                        </p:tgtEl>
                                        <p:attrNameLst>
                                          <p:attrName>ppt_y</p:attrName>
                                        </p:attrNameLst>
                                      </p:cBhvr>
                                      <p:tavLst>
                                        <p:tav tm="0">
                                          <p:val>
                                            <p:strVal val="1+#ppt_h/2"/>
                                          </p:val>
                                        </p:tav>
                                        <p:tav tm="100000">
                                          <p:val>
                                            <p:strVal val="#ppt_y"/>
                                          </p:val>
                                        </p:tav>
                                      </p:tavLst>
                                    </p:anim>
                                  </p:childTnLst>
                                </p:cTn>
                              </p:par>
                              <p:par>
                                <p:cTn id="351" presetID="2" presetClass="entr" presetSubtype="4" fill="hold" grpId="0" nodeType="withEffect">
                                  <p:stCondLst>
                                    <p:cond delay="0"/>
                                  </p:stCondLst>
                                  <p:childTnLst>
                                    <p:set>
                                      <p:cBhvr>
                                        <p:cTn id="352" dur="1" fill="hold">
                                          <p:stCondLst>
                                            <p:cond delay="0"/>
                                          </p:stCondLst>
                                        </p:cTn>
                                        <p:tgtEl>
                                          <p:spTgt spid="89"/>
                                        </p:tgtEl>
                                        <p:attrNameLst>
                                          <p:attrName>style.visibility</p:attrName>
                                        </p:attrNameLst>
                                      </p:cBhvr>
                                      <p:to>
                                        <p:strVal val="visible"/>
                                      </p:to>
                                    </p:set>
                                    <p:anim calcmode="lin" valueType="num">
                                      <p:cBhvr additive="base">
                                        <p:cTn id="353" dur="500" fill="hold"/>
                                        <p:tgtEl>
                                          <p:spTgt spid="89"/>
                                        </p:tgtEl>
                                        <p:attrNameLst>
                                          <p:attrName>ppt_x</p:attrName>
                                        </p:attrNameLst>
                                      </p:cBhvr>
                                      <p:tavLst>
                                        <p:tav tm="0">
                                          <p:val>
                                            <p:strVal val="#ppt_x"/>
                                          </p:val>
                                        </p:tav>
                                        <p:tav tm="100000">
                                          <p:val>
                                            <p:strVal val="#ppt_x"/>
                                          </p:val>
                                        </p:tav>
                                      </p:tavLst>
                                    </p:anim>
                                    <p:anim calcmode="lin" valueType="num">
                                      <p:cBhvr additive="base">
                                        <p:cTn id="354" dur="500" fill="hold"/>
                                        <p:tgtEl>
                                          <p:spTgt spid="89"/>
                                        </p:tgtEl>
                                        <p:attrNameLst>
                                          <p:attrName>ppt_y</p:attrName>
                                        </p:attrNameLst>
                                      </p:cBhvr>
                                      <p:tavLst>
                                        <p:tav tm="0">
                                          <p:val>
                                            <p:strVal val="1+#ppt_h/2"/>
                                          </p:val>
                                        </p:tav>
                                        <p:tav tm="100000">
                                          <p:val>
                                            <p:strVal val="#ppt_y"/>
                                          </p:val>
                                        </p:tav>
                                      </p:tavLst>
                                    </p:anim>
                                  </p:childTnLst>
                                </p:cTn>
                              </p:par>
                              <p:par>
                                <p:cTn id="355" presetID="2" presetClass="entr" presetSubtype="4" fill="hold" grpId="0" nodeType="withEffect">
                                  <p:stCondLst>
                                    <p:cond delay="0"/>
                                  </p:stCondLst>
                                  <p:childTnLst>
                                    <p:set>
                                      <p:cBhvr>
                                        <p:cTn id="356" dur="1" fill="hold">
                                          <p:stCondLst>
                                            <p:cond delay="0"/>
                                          </p:stCondLst>
                                        </p:cTn>
                                        <p:tgtEl>
                                          <p:spTgt spid="90"/>
                                        </p:tgtEl>
                                        <p:attrNameLst>
                                          <p:attrName>style.visibility</p:attrName>
                                        </p:attrNameLst>
                                      </p:cBhvr>
                                      <p:to>
                                        <p:strVal val="visible"/>
                                      </p:to>
                                    </p:set>
                                    <p:anim calcmode="lin" valueType="num">
                                      <p:cBhvr additive="base">
                                        <p:cTn id="357" dur="500" fill="hold"/>
                                        <p:tgtEl>
                                          <p:spTgt spid="90"/>
                                        </p:tgtEl>
                                        <p:attrNameLst>
                                          <p:attrName>ppt_x</p:attrName>
                                        </p:attrNameLst>
                                      </p:cBhvr>
                                      <p:tavLst>
                                        <p:tav tm="0">
                                          <p:val>
                                            <p:strVal val="#ppt_x"/>
                                          </p:val>
                                        </p:tav>
                                        <p:tav tm="100000">
                                          <p:val>
                                            <p:strVal val="#ppt_x"/>
                                          </p:val>
                                        </p:tav>
                                      </p:tavLst>
                                    </p:anim>
                                    <p:anim calcmode="lin" valueType="num">
                                      <p:cBhvr additive="base">
                                        <p:cTn id="358" dur="500" fill="hold"/>
                                        <p:tgtEl>
                                          <p:spTgt spid="90"/>
                                        </p:tgtEl>
                                        <p:attrNameLst>
                                          <p:attrName>ppt_y</p:attrName>
                                        </p:attrNameLst>
                                      </p:cBhvr>
                                      <p:tavLst>
                                        <p:tav tm="0">
                                          <p:val>
                                            <p:strVal val="1+#ppt_h/2"/>
                                          </p:val>
                                        </p:tav>
                                        <p:tav tm="100000">
                                          <p:val>
                                            <p:strVal val="#ppt_y"/>
                                          </p:val>
                                        </p:tav>
                                      </p:tavLst>
                                    </p:anim>
                                  </p:childTnLst>
                                </p:cTn>
                              </p:par>
                              <p:par>
                                <p:cTn id="359" presetID="2" presetClass="entr" presetSubtype="4" fill="hold" grpId="0" nodeType="withEffect">
                                  <p:stCondLst>
                                    <p:cond delay="0"/>
                                  </p:stCondLst>
                                  <p:childTnLst>
                                    <p:set>
                                      <p:cBhvr>
                                        <p:cTn id="360" dur="1" fill="hold">
                                          <p:stCondLst>
                                            <p:cond delay="0"/>
                                          </p:stCondLst>
                                        </p:cTn>
                                        <p:tgtEl>
                                          <p:spTgt spid="91"/>
                                        </p:tgtEl>
                                        <p:attrNameLst>
                                          <p:attrName>style.visibility</p:attrName>
                                        </p:attrNameLst>
                                      </p:cBhvr>
                                      <p:to>
                                        <p:strVal val="visible"/>
                                      </p:to>
                                    </p:set>
                                    <p:anim calcmode="lin" valueType="num">
                                      <p:cBhvr additive="base">
                                        <p:cTn id="361" dur="500" fill="hold"/>
                                        <p:tgtEl>
                                          <p:spTgt spid="91"/>
                                        </p:tgtEl>
                                        <p:attrNameLst>
                                          <p:attrName>ppt_x</p:attrName>
                                        </p:attrNameLst>
                                      </p:cBhvr>
                                      <p:tavLst>
                                        <p:tav tm="0">
                                          <p:val>
                                            <p:strVal val="#ppt_x"/>
                                          </p:val>
                                        </p:tav>
                                        <p:tav tm="100000">
                                          <p:val>
                                            <p:strVal val="#ppt_x"/>
                                          </p:val>
                                        </p:tav>
                                      </p:tavLst>
                                    </p:anim>
                                    <p:anim calcmode="lin" valueType="num">
                                      <p:cBhvr additive="base">
                                        <p:cTn id="362" dur="500" fill="hold"/>
                                        <p:tgtEl>
                                          <p:spTgt spid="91"/>
                                        </p:tgtEl>
                                        <p:attrNameLst>
                                          <p:attrName>ppt_y</p:attrName>
                                        </p:attrNameLst>
                                      </p:cBhvr>
                                      <p:tavLst>
                                        <p:tav tm="0">
                                          <p:val>
                                            <p:strVal val="1+#ppt_h/2"/>
                                          </p:val>
                                        </p:tav>
                                        <p:tav tm="100000">
                                          <p:val>
                                            <p:strVal val="#ppt_y"/>
                                          </p:val>
                                        </p:tav>
                                      </p:tavLst>
                                    </p:anim>
                                  </p:childTnLst>
                                </p:cTn>
                              </p:par>
                              <p:par>
                                <p:cTn id="363" presetID="2" presetClass="entr" presetSubtype="4" fill="hold" grpId="0" nodeType="withEffect">
                                  <p:stCondLst>
                                    <p:cond delay="0"/>
                                  </p:stCondLst>
                                  <p:childTnLst>
                                    <p:set>
                                      <p:cBhvr>
                                        <p:cTn id="364" dur="1" fill="hold">
                                          <p:stCondLst>
                                            <p:cond delay="0"/>
                                          </p:stCondLst>
                                        </p:cTn>
                                        <p:tgtEl>
                                          <p:spTgt spid="92"/>
                                        </p:tgtEl>
                                        <p:attrNameLst>
                                          <p:attrName>style.visibility</p:attrName>
                                        </p:attrNameLst>
                                      </p:cBhvr>
                                      <p:to>
                                        <p:strVal val="visible"/>
                                      </p:to>
                                    </p:set>
                                    <p:anim calcmode="lin" valueType="num">
                                      <p:cBhvr additive="base">
                                        <p:cTn id="365" dur="500" fill="hold"/>
                                        <p:tgtEl>
                                          <p:spTgt spid="92"/>
                                        </p:tgtEl>
                                        <p:attrNameLst>
                                          <p:attrName>ppt_x</p:attrName>
                                        </p:attrNameLst>
                                      </p:cBhvr>
                                      <p:tavLst>
                                        <p:tav tm="0">
                                          <p:val>
                                            <p:strVal val="#ppt_x"/>
                                          </p:val>
                                        </p:tav>
                                        <p:tav tm="100000">
                                          <p:val>
                                            <p:strVal val="#ppt_x"/>
                                          </p:val>
                                        </p:tav>
                                      </p:tavLst>
                                    </p:anim>
                                    <p:anim calcmode="lin" valueType="num">
                                      <p:cBhvr additive="base">
                                        <p:cTn id="366" dur="500" fill="hold"/>
                                        <p:tgtEl>
                                          <p:spTgt spid="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p:bldP spid="60" grpId="0"/>
      <p:bldP spid="61" grpId="0"/>
      <p:bldP spid="62" grpId="0"/>
      <p:bldP spid="63" grpId="0"/>
      <p:bldP spid="64" grpId="0"/>
      <p:bldP spid="65" grpId="0"/>
      <p:bldP spid="66" grpId="0"/>
      <p:bldP spid="67" grpId="0"/>
      <p:bldP spid="68" grpId="0"/>
      <p:bldP spid="69" grpId="0"/>
      <p:bldP spid="70" grpId="0"/>
      <p:bldP spid="71" grpId="0"/>
      <p:bldP spid="72" grpId="0"/>
      <p:bldP spid="73" grpId="0"/>
      <p:bldP spid="74" grpId="0"/>
      <p:bldP spid="75" grpId="0"/>
      <p:bldP spid="76" grpId="0"/>
      <p:bldP spid="77" grpId="0"/>
      <p:bldP spid="78" grpId="0"/>
      <p:bldP spid="79" grpId="0"/>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D322D-EA42-4257-B3B1-028B25C72315}"/>
              </a:ext>
            </a:extLst>
          </p:cNvPr>
          <p:cNvSpPr>
            <a:spLocks noGrp="1"/>
          </p:cNvSpPr>
          <p:nvPr>
            <p:ph type="title"/>
          </p:nvPr>
        </p:nvSpPr>
        <p:spPr/>
        <p:txBody>
          <a:bodyPr/>
          <a:lstStyle/>
          <a:p>
            <a:pPr algn="ctr"/>
            <a:r>
              <a:rPr lang="en-US" sz="2400" b="0" dirty="0">
                <a:solidFill>
                  <a:srgbClr val="FF0000"/>
                </a:solidFill>
              </a:rPr>
              <a:t>Little- and big-endian memory organizations</a:t>
            </a:r>
            <a:endParaRPr lang="en-IN" sz="2400" b="0" dirty="0">
              <a:solidFill>
                <a:srgbClr val="FF0000"/>
              </a:solidFill>
            </a:endParaRPr>
          </a:p>
        </p:txBody>
      </p:sp>
      <p:pic>
        <p:nvPicPr>
          <p:cNvPr id="4" name="Picture 3">
            <a:extLst>
              <a:ext uri="{FF2B5EF4-FFF2-40B4-BE49-F238E27FC236}">
                <a16:creationId xmlns:a16="http://schemas.microsoft.com/office/drawing/2014/main" id="{A29CE1BE-57E5-42CF-988F-74DF5C21AAEE}"/>
              </a:ext>
            </a:extLst>
          </p:cNvPr>
          <p:cNvPicPr>
            <a:picLocks noChangeAspect="1"/>
          </p:cNvPicPr>
          <p:nvPr/>
        </p:nvPicPr>
        <p:blipFill>
          <a:blip r:embed="rId2"/>
          <a:stretch>
            <a:fillRect/>
          </a:stretch>
        </p:blipFill>
        <p:spPr>
          <a:xfrm>
            <a:off x="1181100" y="928382"/>
            <a:ext cx="6781800" cy="3648075"/>
          </a:xfrm>
          <a:prstGeom prst="rect">
            <a:avLst/>
          </a:prstGeom>
        </p:spPr>
      </p:pic>
      <p:sp>
        <p:nvSpPr>
          <p:cNvPr id="5" name="Rectangle 4">
            <a:extLst>
              <a:ext uri="{FF2B5EF4-FFF2-40B4-BE49-F238E27FC236}">
                <a16:creationId xmlns:a16="http://schemas.microsoft.com/office/drawing/2014/main" id="{86928F1A-D217-4D63-8607-AA03B8A3B46B}"/>
              </a:ext>
            </a:extLst>
          </p:cNvPr>
          <p:cNvSpPr/>
          <p:nvPr/>
        </p:nvSpPr>
        <p:spPr>
          <a:xfrm>
            <a:off x="455160" y="4629834"/>
            <a:ext cx="8153400" cy="872034"/>
          </a:xfrm>
          <a:prstGeom prst="rect">
            <a:avLst/>
          </a:prstGeom>
        </p:spPr>
        <p:txBody>
          <a:bodyPr wrap="square">
            <a:spAutoFit/>
          </a:bodyPr>
          <a:lstStyle/>
          <a:p>
            <a:pPr>
              <a:lnSpc>
                <a:spcPct val="150000"/>
              </a:lnSpc>
            </a:pPr>
            <a:r>
              <a:rPr lang="en-US" dirty="0">
                <a:solidFill>
                  <a:srgbClr val="7030A0"/>
                </a:solidFill>
              </a:rPr>
              <a:t>Most ARM chips can be configured to work with either memory arrangement, though they default to little-endian</a:t>
            </a:r>
            <a:endParaRPr lang="en-IN" dirty="0">
              <a:solidFill>
                <a:srgbClr val="7030A0"/>
              </a:solidFill>
            </a:endParaRPr>
          </a:p>
        </p:txBody>
      </p:sp>
    </p:spTree>
    <p:extLst>
      <p:ext uri="{BB962C8B-B14F-4D97-AF65-F5344CB8AC3E}">
        <p14:creationId xmlns:p14="http://schemas.microsoft.com/office/powerpoint/2010/main" val="214170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16C6-C53E-4E8F-952C-1B11FFC1357D}"/>
              </a:ext>
            </a:extLst>
          </p:cNvPr>
          <p:cNvSpPr>
            <a:spLocks noGrp="1"/>
          </p:cNvSpPr>
          <p:nvPr>
            <p:ph type="title"/>
          </p:nvPr>
        </p:nvSpPr>
        <p:spPr/>
        <p:txBody>
          <a:bodyPr/>
          <a:lstStyle/>
          <a:p>
            <a:pPr algn="ctr"/>
            <a:r>
              <a:rPr lang="en-GB" altLang="en-US" sz="2400" dirty="0">
                <a:solidFill>
                  <a:srgbClr val="FF0000"/>
                </a:solidFill>
              </a:rPr>
              <a:t>ARM Endian Support</a:t>
            </a:r>
            <a:endParaRPr lang="en-IN" sz="2400" dirty="0">
              <a:solidFill>
                <a:srgbClr val="FF0000"/>
              </a:solidFill>
            </a:endParaRPr>
          </a:p>
        </p:txBody>
      </p:sp>
      <p:sp>
        <p:nvSpPr>
          <p:cNvPr id="3" name="Rectangle 3">
            <a:extLst>
              <a:ext uri="{FF2B5EF4-FFF2-40B4-BE49-F238E27FC236}">
                <a16:creationId xmlns:a16="http://schemas.microsoft.com/office/drawing/2014/main" id="{38E8A590-EABB-4DCC-84A9-896AECD5CBA1}"/>
              </a:ext>
            </a:extLst>
          </p:cNvPr>
          <p:cNvSpPr txBox="1">
            <a:spLocks noChangeArrowheads="1"/>
          </p:cNvSpPr>
          <p:nvPr/>
        </p:nvSpPr>
        <p:spPr>
          <a:xfrm>
            <a:off x="228600" y="914400"/>
            <a:ext cx="8407400" cy="1066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3138" rtl="0" eaLnBrk="1" fontAlgn="base" latinLnBrk="0" hangingPunct="1">
              <a:lnSpc>
                <a:spcPct val="150000"/>
              </a:lnSpc>
              <a:spcBef>
                <a:spcPct val="0"/>
              </a:spcBef>
              <a:spcAft>
                <a:spcPct val="0"/>
              </a:spcAft>
              <a:buClr>
                <a:srgbClr val="002960"/>
              </a:buClr>
              <a:buSzTx/>
              <a:buFontTx/>
              <a:buNone/>
              <a:tabLst/>
              <a:defRPr/>
            </a:pPr>
            <a:r>
              <a:rPr kumimoji="0" lang="en-GB" altLang="en-US" sz="2000" b="0" i="0" u="none" strike="noStrike" kern="0" cap="none" spc="0" normalizeH="0" baseline="0" noProof="0">
                <a:ln>
                  <a:noFill/>
                </a:ln>
                <a:solidFill>
                  <a:srgbClr val="7030A0"/>
                </a:solidFill>
                <a:effectLst/>
                <a:uLnTx/>
                <a:uFillTx/>
                <a:latin typeface="Arial"/>
                <a:ea typeface="ＭＳ Ｐゴシック"/>
                <a:cs typeface="+mn-cs"/>
              </a:rPr>
              <a:t>E-bit in system control register</a:t>
            </a:r>
          </a:p>
          <a:p>
            <a:pPr marL="0" marR="0" lvl="0" indent="0" algn="l" defTabSz="913138" rtl="0" eaLnBrk="1" fontAlgn="base" latinLnBrk="0" hangingPunct="1">
              <a:lnSpc>
                <a:spcPct val="150000"/>
              </a:lnSpc>
              <a:spcBef>
                <a:spcPct val="0"/>
              </a:spcBef>
              <a:spcAft>
                <a:spcPct val="0"/>
              </a:spcAft>
              <a:buClr>
                <a:srgbClr val="002960"/>
              </a:buClr>
              <a:buSzTx/>
              <a:buFontTx/>
              <a:buNone/>
              <a:tabLst/>
              <a:defRPr/>
            </a:pPr>
            <a:r>
              <a:rPr kumimoji="0" lang="en-GB" altLang="en-US" sz="2000" b="0" i="0" u="none" strike="noStrike" kern="0" cap="none" spc="0" normalizeH="0" baseline="0" noProof="0">
                <a:ln>
                  <a:noFill/>
                </a:ln>
                <a:solidFill>
                  <a:srgbClr val="7030A0"/>
                </a:solidFill>
                <a:effectLst/>
                <a:uLnTx/>
                <a:uFillTx/>
                <a:latin typeface="Arial"/>
                <a:ea typeface="ＭＳ Ｐゴシック"/>
                <a:cs typeface="+mn-cs"/>
              </a:rPr>
              <a:t>Under program control</a:t>
            </a:r>
          </a:p>
          <a:p>
            <a:pPr marL="0" marR="0" lvl="0" indent="0" algn="l" defTabSz="913138" rtl="0" eaLnBrk="1" fontAlgn="base" latinLnBrk="0" hangingPunct="1">
              <a:lnSpc>
                <a:spcPct val="150000"/>
              </a:lnSpc>
              <a:spcBef>
                <a:spcPct val="0"/>
              </a:spcBef>
              <a:spcAft>
                <a:spcPct val="0"/>
              </a:spcAft>
              <a:buClr>
                <a:srgbClr val="002960"/>
              </a:buClr>
              <a:buSzTx/>
              <a:buFontTx/>
              <a:buNone/>
              <a:tabLst/>
              <a:defRPr/>
            </a:pPr>
            <a:endParaRPr kumimoji="0" lang="en-GB" altLang="en-US" sz="2000" b="0" i="0" u="none" strike="noStrike" kern="0" cap="none" spc="0" normalizeH="0" baseline="0" noProof="0" dirty="0">
              <a:ln>
                <a:noFill/>
              </a:ln>
              <a:solidFill>
                <a:srgbClr val="7030A0"/>
              </a:solidFill>
              <a:effectLst/>
              <a:uLnTx/>
              <a:uFillTx/>
              <a:latin typeface="Arial"/>
              <a:ea typeface="ＭＳ Ｐゴシック"/>
              <a:cs typeface="+mn-cs"/>
            </a:endParaRPr>
          </a:p>
        </p:txBody>
      </p:sp>
      <p:pic>
        <p:nvPicPr>
          <p:cNvPr id="4" name="Picture 4">
            <a:extLst>
              <a:ext uri="{FF2B5EF4-FFF2-40B4-BE49-F238E27FC236}">
                <a16:creationId xmlns:a16="http://schemas.microsoft.com/office/drawing/2014/main" id="{3BEDDB01-50C1-496B-B26C-1FA62E41C8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977887"/>
            <a:ext cx="7469187" cy="434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9481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sz="2400" b="0" dirty="0">
                <a:solidFill>
                  <a:srgbClr val="FF0000"/>
                </a:solidFill>
                <a:ea typeface="SimSun" pitchFamily="2" charset="-122"/>
              </a:rPr>
              <a:t>Memory Location, Addresses, and Operation</a:t>
            </a:r>
            <a:endParaRPr lang="en-US" sz="2400" dirty="0">
              <a:solidFill>
                <a:srgbClr val="FF0000"/>
              </a:solidFill>
            </a:endParaRPr>
          </a:p>
        </p:txBody>
      </p:sp>
      <p:sp>
        <p:nvSpPr>
          <p:cNvPr id="3" name="Rectangle 3"/>
          <p:cNvSpPr txBox="1">
            <a:spLocks noChangeArrowheads="1"/>
          </p:cNvSpPr>
          <p:nvPr/>
        </p:nvSpPr>
        <p:spPr>
          <a:xfrm>
            <a:off x="304800" y="867948"/>
            <a:ext cx="8534400" cy="271345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Address ordering of bytes</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 Word alignment</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 Words are said to be aligned in memory if they begin at a byte address. that is a multiple of the number of bytes in a word.</a:t>
            </a:r>
          </a:p>
          <a:p>
            <a:pPr lvl="2">
              <a:lnSpc>
                <a:spcPct val="150000"/>
              </a:lnSpc>
            </a:pPr>
            <a:r>
              <a:rPr lang="en-US" altLang="zh-CN" kern="0" dirty="0">
                <a:solidFill>
                  <a:srgbClr val="7030A0"/>
                </a:solidFill>
                <a:ea typeface="SimSun" pitchFamily="2" charset="-122"/>
              </a:rPr>
              <a:t>16-bit word: word addresses: 0, 2, 4,….</a:t>
            </a:r>
          </a:p>
          <a:p>
            <a:pPr lvl="2">
              <a:lnSpc>
                <a:spcPct val="150000"/>
              </a:lnSpc>
            </a:pPr>
            <a:r>
              <a:rPr lang="en-US" altLang="zh-CN" kern="0" dirty="0">
                <a:solidFill>
                  <a:srgbClr val="7030A0"/>
                </a:solidFill>
                <a:ea typeface="SimSun" pitchFamily="2" charset="-122"/>
              </a:rPr>
              <a:t>32-bit word: word addresses: 0, 4, 8,….</a:t>
            </a:r>
          </a:p>
          <a:p>
            <a:pPr lvl="2">
              <a:lnSpc>
                <a:spcPct val="150000"/>
              </a:lnSpc>
            </a:pPr>
            <a:r>
              <a:rPr lang="en-US" altLang="zh-CN" kern="0" dirty="0">
                <a:solidFill>
                  <a:srgbClr val="7030A0"/>
                </a:solidFill>
                <a:ea typeface="SimSun" pitchFamily="2" charset="-122"/>
              </a:rPr>
              <a:t>64-bit word: word addresses: 0, 8,16,….</a:t>
            </a:r>
          </a:p>
        </p:txBody>
      </p:sp>
      <p:sp>
        <p:nvSpPr>
          <p:cNvPr id="4" name="Rectangle 3">
            <a:extLst>
              <a:ext uri="{FF2B5EF4-FFF2-40B4-BE49-F238E27FC236}">
                <a16:creationId xmlns:a16="http://schemas.microsoft.com/office/drawing/2014/main" id="{5FC4E00A-D237-4C2D-9FF6-F76C88FE0580}"/>
              </a:ext>
            </a:extLst>
          </p:cNvPr>
          <p:cNvSpPr/>
          <p:nvPr/>
        </p:nvSpPr>
        <p:spPr>
          <a:xfrm>
            <a:off x="121493" y="3429000"/>
            <a:ext cx="2305439" cy="400110"/>
          </a:xfrm>
          <a:prstGeom prst="rect">
            <a:avLst/>
          </a:prstGeom>
        </p:spPr>
        <p:txBody>
          <a:bodyPr wrap="none">
            <a:spAutoFit/>
          </a:bodyPr>
          <a:lstStyle/>
          <a:p>
            <a:r>
              <a:rPr lang="en-US" altLang="zh-CN" sz="2000" dirty="0">
                <a:solidFill>
                  <a:srgbClr val="00B050"/>
                </a:solidFill>
                <a:ea typeface="SimSun" pitchFamily="2" charset="-122"/>
              </a:rPr>
              <a:t>Memory Operation</a:t>
            </a:r>
            <a:endParaRPr lang="en-IN" sz="2000" dirty="0">
              <a:solidFill>
                <a:srgbClr val="00B050"/>
              </a:solidFill>
            </a:endParaRPr>
          </a:p>
        </p:txBody>
      </p:sp>
      <p:sp>
        <p:nvSpPr>
          <p:cNvPr id="5" name="Rectangle 4">
            <a:extLst>
              <a:ext uri="{FF2B5EF4-FFF2-40B4-BE49-F238E27FC236}">
                <a16:creationId xmlns:a16="http://schemas.microsoft.com/office/drawing/2014/main" id="{99DECC1A-E746-4A76-AC1E-B98E595F40D6}"/>
              </a:ext>
            </a:extLst>
          </p:cNvPr>
          <p:cNvSpPr/>
          <p:nvPr/>
        </p:nvSpPr>
        <p:spPr>
          <a:xfrm>
            <a:off x="685800" y="3624875"/>
            <a:ext cx="6781800" cy="3001334"/>
          </a:xfrm>
          <a:prstGeom prst="rect">
            <a:avLst/>
          </a:prstGeom>
        </p:spPr>
        <p:txBody>
          <a:bodyPr wrap="square">
            <a:spAutoFit/>
          </a:bodyPr>
          <a:lstStyle/>
          <a:p>
            <a:pPr>
              <a:lnSpc>
                <a:spcPct val="150000"/>
              </a:lnSpc>
            </a:pPr>
            <a:r>
              <a:rPr lang="en-US" altLang="zh-CN" sz="1600" kern="0" dirty="0">
                <a:solidFill>
                  <a:srgbClr val="7030A0"/>
                </a:solidFill>
                <a:ea typeface="SimSun" pitchFamily="2" charset="-122"/>
              </a:rPr>
              <a:t>Load (or Read or Fetch)</a:t>
            </a:r>
          </a:p>
          <a:p>
            <a:pPr>
              <a:lnSpc>
                <a:spcPct val="150000"/>
              </a:lnSpc>
              <a:buFont typeface="Wingdings" pitchFamily="2" charset="2"/>
              <a:buChar char="Ø"/>
            </a:pPr>
            <a:r>
              <a:rPr lang="en-US" altLang="zh-CN" sz="1600" kern="0" dirty="0">
                <a:solidFill>
                  <a:srgbClr val="7030A0"/>
                </a:solidFill>
                <a:ea typeface="SimSun" pitchFamily="2" charset="-122"/>
              </a:rPr>
              <a:t>Copy the content. The memory content doesn’t change.</a:t>
            </a:r>
          </a:p>
          <a:p>
            <a:pPr>
              <a:lnSpc>
                <a:spcPct val="150000"/>
              </a:lnSpc>
              <a:buFont typeface="Wingdings" pitchFamily="2" charset="2"/>
              <a:buChar char="Ø"/>
            </a:pPr>
            <a:r>
              <a:rPr lang="en-US" altLang="zh-CN" sz="1600" kern="0" dirty="0">
                <a:solidFill>
                  <a:srgbClr val="7030A0"/>
                </a:solidFill>
                <a:ea typeface="SimSun" pitchFamily="2" charset="-122"/>
              </a:rPr>
              <a:t>Address – Load</a:t>
            </a:r>
          </a:p>
          <a:p>
            <a:pPr>
              <a:lnSpc>
                <a:spcPct val="150000"/>
              </a:lnSpc>
              <a:buFont typeface="Wingdings" pitchFamily="2" charset="2"/>
              <a:buChar char="Ø"/>
            </a:pPr>
            <a:r>
              <a:rPr lang="en-US" altLang="zh-CN" sz="1600" kern="0" dirty="0">
                <a:solidFill>
                  <a:srgbClr val="7030A0"/>
                </a:solidFill>
                <a:ea typeface="SimSun" pitchFamily="2" charset="-122"/>
              </a:rPr>
              <a:t>Registers can be used</a:t>
            </a:r>
          </a:p>
          <a:p>
            <a:pPr>
              <a:lnSpc>
                <a:spcPct val="150000"/>
              </a:lnSpc>
            </a:pPr>
            <a:r>
              <a:rPr lang="en-US" altLang="zh-CN" sz="1600" kern="0" dirty="0">
                <a:solidFill>
                  <a:srgbClr val="7030A0"/>
                </a:solidFill>
                <a:ea typeface="SimSun" pitchFamily="2" charset="-122"/>
              </a:rPr>
              <a:t>Store (or Write)</a:t>
            </a:r>
          </a:p>
          <a:p>
            <a:pPr>
              <a:lnSpc>
                <a:spcPct val="150000"/>
              </a:lnSpc>
              <a:buFont typeface="Wingdings" pitchFamily="2" charset="2"/>
              <a:buChar char="Ø"/>
            </a:pPr>
            <a:r>
              <a:rPr lang="en-US" altLang="zh-CN" sz="1600" kern="0" dirty="0">
                <a:solidFill>
                  <a:srgbClr val="7030A0"/>
                </a:solidFill>
                <a:ea typeface="SimSun" pitchFamily="2" charset="-122"/>
              </a:rPr>
              <a:t>Overwrite the content in memory</a:t>
            </a:r>
          </a:p>
          <a:p>
            <a:pPr>
              <a:lnSpc>
                <a:spcPct val="150000"/>
              </a:lnSpc>
              <a:buFont typeface="Wingdings" pitchFamily="2" charset="2"/>
              <a:buChar char="Ø"/>
            </a:pPr>
            <a:r>
              <a:rPr lang="en-US" altLang="zh-CN" sz="1600" kern="0" dirty="0">
                <a:solidFill>
                  <a:srgbClr val="7030A0"/>
                </a:solidFill>
                <a:ea typeface="SimSun" pitchFamily="2" charset="-122"/>
              </a:rPr>
              <a:t>Address and Data – Store</a:t>
            </a:r>
          </a:p>
          <a:p>
            <a:pPr>
              <a:lnSpc>
                <a:spcPct val="150000"/>
              </a:lnSpc>
              <a:buFont typeface="Wingdings" pitchFamily="2" charset="2"/>
              <a:buChar char="Ø"/>
            </a:pPr>
            <a:r>
              <a:rPr lang="en-US" altLang="zh-CN" sz="1600" kern="0" dirty="0">
                <a:solidFill>
                  <a:srgbClr val="7030A0"/>
                </a:solidFill>
                <a:ea typeface="SimSun" pitchFamily="2" charset="-122"/>
              </a:rPr>
              <a:t>Registers can be used</a:t>
            </a:r>
          </a:p>
        </p:txBody>
      </p:sp>
    </p:spTree>
    <p:extLst>
      <p:ext uri="{BB962C8B-B14F-4D97-AF65-F5344CB8AC3E}">
        <p14:creationId xmlns:p14="http://schemas.microsoft.com/office/powerpoint/2010/main" val="3551053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sz="2800" b="0" dirty="0">
                <a:solidFill>
                  <a:srgbClr val="FF0000"/>
                </a:solidFill>
                <a:ea typeface="SimSun" pitchFamily="2" charset="-122"/>
              </a:rPr>
              <a:t>“Must-Perform” Operations</a:t>
            </a:r>
            <a:endParaRPr lang="en-US" sz="2800" b="0" dirty="0">
              <a:solidFill>
                <a:srgbClr val="FF0000"/>
              </a:solidFill>
            </a:endParaRPr>
          </a:p>
        </p:txBody>
      </p:sp>
      <p:sp>
        <p:nvSpPr>
          <p:cNvPr id="3" name="Rectangle 3"/>
          <p:cNvSpPr txBox="1">
            <a:spLocks noChangeArrowheads="1"/>
          </p:cNvSpPr>
          <p:nvPr/>
        </p:nvSpPr>
        <p:spPr>
          <a:xfrm>
            <a:off x="132003" y="874025"/>
            <a:ext cx="7945198" cy="1564375"/>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Data transfers between the memory and the processor registers</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 Arithmetic and logic operations on data</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 Program sequencing and control</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 I/O transfers</a:t>
            </a:r>
          </a:p>
        </p:txBody>
      </p:sp>
      <p:sp>
        <p:nvSpPr>
          <p:cNvPr id="4" name="Rectangle 3">
            <a:extLst>
              <a:ext uri="{FF2B5EF4-FFF2-40B4-BE49-F238E27FC236}">
                <a16:creationId xmlns:a16="http://schemas.microsoft.com/office/drawing/2014/main" id="{45A864BF-82A7-4B16-9F6B-109FA61C9B5E}"/>
              </a:ext>
            </a:extLst>
          </p:cNvPr>
          <p:cNvSpPr/>
          <p:nvPr/>
        </p:nvSpPr>
        <p:spPr>
          <a:xfrm>
            <a:off x="108355" y="2454987"/>
            <a:ext cx="4209807" cy="461665"/>
          </a:xfrm>
          <a:prstGeom prst="rect">
            <a:avLst/>
          </a:prstGeom>
        </p:spPr>
        <p:txBody>
          <a:bodyPr wrap="none">
            <a:spAutoFit/>
          </a:bodyPr>
          <a:lstStyle/>
          <a:p>
            <a:r>
              <a:rPr lang="en-US" altLang="zh-CN" sz="2400" dirty="0">
                <a:solidFill>
                  <a:srgbClr val="00B050"/>
                </a:solidFill>
                <a:ea typeface="SimSun" pitchFamily="2" charset="-122"/>
              </a:rPr>
              <a:t>Assembly Language Notation</a:t>
            </a:r>
            <a:endParaRPr lang="en-IN" sz="2400" dirty="0">
              <a:solidFill>
                <a:srgbClr val="00B050"/>
              </a:solidFill>
            </a:endParaRPr>
          </a:p>
        </p:txBody>
      </p:sp>
      <p:sp>
        <p:nvSpPr>
          <p:cNvPr id="5" name="Rectangle 4">
            <a:extLst>
              <a:ext uri="{FF2B5EF4-FFF2-40B4-BE49-F238E27FC236}">
                <a16:creationId xmlns:a16="http://schemas.microsoft.com/office/drawing/2014/main" id="{FCA21C66-8197-48B9-A97F-0BDE3404C5E9}"/>
              </a:ext>
            </a:extLst>
          </p:cNvPr>
          <p:cNvSpPr/>
          <p:nvPr/>
        </p:nvSpPr>
        <p:spPr>
          <a:xfrm>
            <a:off x="1098660" y="2933239"/>
            <a:ext cx="5549169" cy="2118529"/>
          </a:xfrm>
          <a:prstGeom prst="rect">
            <a:avLst/>
          </a:prstGeom>
        </p:spPr>
        <p:txBody>
          <a:bodyPr wrap="square">
            <a:spAutoFit/>
          </a:bodyPr>
          <a:lstStyle/>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Represent machine instructions and programs.</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rPr>
              <a:t> Move LOC, R1 = R1</a:t>
            </a:r>
            <a:r>
              <a:rPr lang="en-US" altLang="zh-CN" kern="0" dirty="0">
                <a:solidFill>
                  <a:srgbClr val="7030A0"/>
                </a:solidFill>
                <a:ea typeface="SimSun" pitchFamily="2" charset="-122"/>
                <a:cs typeface="Arial" pitchFamily="34" charset="0"/>
              </a:rPr>
              <a:t>←[LOC]</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cs typeface="Arial" pitchFamily="34" charset="0"/>
              </a:rPr>
              <a:t> Add R1, R2, R3 = R3 ←[R1]+[R2]</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cs typeface="Arial" pitchFamily="34" charset="0"/>
              </a:rPr>
              <a:t> or</a:t>
            </a:r>
          </a:p>
          <a:p>
            <a:pPr marL="457200" indent="-457200">
              <a:lnSpc>
                <a:spcPct val="150000"/>
              </a:lnSpc>
              <a:buFont typeface="Wingdings" panose="05000000000000000000" pitchFamily="2" charset="2"/>
              <a:buChar char="q"/>
            </a:pPr>
            <a:r>
              <a:rPr lang="en-US" altLang="zh-CN" kern="0" dirty="0">
                <a:solidFill>
                  <a:srgbClr val="7030A0"/>
                </a:solidFill>
                <a:ea typeface="SimSun" pitchFamily="2" charset="-122"/>
                <a:cs typeface="Arial" pitchFamily="34" charset="0"/>
              </a:rPr>
              <a:t> Add R1, R2, R3 = R1 ←[R2]+[R3]</a:t>
            </a:r>
          </a:p>
        </p:txBody>
      </p:sp>
    </p:spTree>
    <p:extLst>
      <p:ext uri="{BB962C8B-B14F-4D97-AF65-F5344CB8AC3E}">
        <p14:creationId xmlns:p14="http://schemas.microsoft.com/office/powerpoint/2010/main" val="3856437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0" dirty="0"/>
              <a:t>CPU Organization </a:t>
            </a:r>
          </a:p>
        </p:txBody>
      </p:sp>
      <p:sp>
        <p:nvSpPr>
          <p:cNvPr id="3" name="Rectangle 3"/>
          <p:cNvSpPr txBox="1">
            <a:spLocks noChangeArrowheads="1"/>
          </p:cNvSpPr>
          <p:nvPr/>
        </p:nvSpPr>
        <p:spPr>
          <a:xfrm>
            <a:off x="381000" y="1143000"/>
            <a:ext cx="8610600" cy="4498975"/>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buClr>
                <a:srgbClr val="002960"/>
              </a:buClr>
              <a:buFont typeface="Wingdings" panose="05000000000000000000" pitchFamily="2" charset="2"/>
              <a:buChar char="q"/>
            </a:pPr>
            <a:r>
              <a:rPr lang="en-US" sz="2800" kern="0" dirty="0">
                <a:solidFill>
                  <a:srgbClr val="000000"/>
                </a:solidFill>
              </a:rPr>
              <a:t>Single Accumulator</a:t>
            </a:r>
          </a:p>
          <a:p>
            <a:pPr marL="654723" lvl="1" indent="-457200">
              <a:buClr>
                <a:srgbClr val="002960"/>
              </a:buClr>
              <a:buFont typeface="Wingdings" panose="05000000000000000000" pitchFamily="2" charset="2"/>
              <a:buChar char="ü"/>
            </a:pPr>
            <a:r>
              <a:rPr lang="en-US" sz="2800" kern="0" dirty="0">
                <a:solidFill>
                  <a:srgbClr val="000000"/>
                </a:solidFill>
              </a:rPr>
              <a:t> Result usually goes to the Accumulator</a:t>
            </a:r>
          </a:p>
          <a:p>
            <a:pPr marL="654723" lvl="1" indent="-457200">
              <a:buClr>
                <a:srgbClr val="002960"/>
              </a:buClr>
              <a:buFont typeface="Wingdings" panose="05000000000000000000" pitchFamily="2" charset="2"/>
              <a:buChar char="ü"/>
            </a:pPr>
            <a:r>
              <a:rPr lang="en-US" sz="2800" kern="0" dirty="0">
                <a:solidFill>
                  <a:srgbClr val="000000"/>
                </a:solidFill>
              </a:rPr>
              <a:t> Accumulator has to be saved to memory quite often</a:t>
            </a:r>
          </a:p>
          <a:p>
            <a:pPr marL="457200" indent="-457200">
              <a:buClr>
                <a:srgbClr val="002960"/>
              </a:buClr>
              <a:buFont typeface="Wingdings" panose="05000000000000000000" pitchFamily="2" charset="2"/>
              <a:buChar char="q"/>
            </a:pPr>
            <a:r>
              <a:rPr lang="en-US" sz="2800" kern="0" dirty="0">
                <a:solidFill>
                  <a:srgbClr val="000000"/>
                </a:solidFill>
              </a:rPr>
              <a:t>General Register</a:t>
            </a:r>
          </a:p>
          <a:p>
            <a:pPr marL="654723" lvl="1" indent="-457200">
              <a:buClr>
                <a:srgbClr val="002960"/>
              </a:buClr>
              <a:buFont typeface="Wingdings" panose="05000000000000000000" pitchFamily="2" charset="2"/>
              <a:buChar char="ü"/>
            </a:pPr>
            <a:r>
              <a:rPr lang="en-US" sz="2800" kern="0" dirty="0">
                <a:solidFill>
                  <a:srgbClr val="000000"/>
                </a:solidFill>
              </a:rPr>
              <a:t> Registers hold operands thus reduce memory traffic</a:t>
            </a:r>
          </a:p>
          <a:p>
            <a:pPr marL="654723" lvl="1" indent="-457200">
              <a:buClr>
                <a:srgbClr val="002960"/>
              </a:buClr>
              <a:buFont typeface="Wingdings" panose="05000000000000000000" pitchFamily="2" charset="2"/>
              <a:buChar char="ü"/>
            </a:pPr>
            <a:r>
              <a:rPr lang="en-US" sz="2800" kern="0" dirty="0">
                <a:solidFill>
                  <a:srgbClr val="000000"/>
                </a:solidFill>
              </a:rPr>
              <a:t> Register book keeping</a:t>
            </a:r>
          </a:p>
          <a:p>
            <a:pPr marL="457200" indent="-457200">
              <a:buClr>
                <a:srgbClr val="002960"/>
              </a:buClr>
              <a:buFont typeface="Wingdings" panose="05000000000000000000" pitchFamily="2" charset="2"/>
              <a:buChar char="q"/>
            </a:pPr>
            <a:r>
              <a:rPr lang="en-US" sz="2800" kern="0" dirty="0">
                <a:solidFill>
                  <a:srgbClr val="000000"/>
                </a:solidFill>
              </a:rPr>
              <a:t>Stack</a:t>
            </a:r>
          </a:p>
          <a:p>
            <a:pPr marL="654723" lvl="1" indent="-457200">
              <a:buClr>
                <a:srgbClr val="002960"/>
              </a:buClr>
              <a:buFont typeface="Wingdings" panose="05000000000000000000" pitchFamily="2" charset="2"/>
              <a:buChar char="ü"/>
            </a:pPr>
            <a:r>
              <a:rPr lang="en-US" sz="2800" kern="0" dirty="0">
                <a:solidFill>
                  <a:srgbClr val="000000"/>
                </a:solidFill>
              </a:rPr>
              <a:t> Operands and result are always in the stack</a:t>
            </a:r>
          </a:p>
        </p:txBody>
      </p:sp>
    </p:spTree>
    <p:extLst>
      <p:ext uri="{BB962C8B-B14F-4D97-AF65-F5344CB8AC3E}">
        <p14:creationId xmlns:p14="http://schemas.microsoft.com/office/powerpoint/2010/main" val="530023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left)">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left)">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left)">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left)">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a:t>Instruction Formats</a:t>
            </a:r>
            <a:endParaRPr lang="en-US" sz="2400" b="0" dirty="0"/>
          </a:p>
        </p:txBody>
      </p:sp>
      <p:sp>
        <p:nvSpPr>
          <p:cNvPr id="3" name="Rectangle 3"/>
          <p:cNvSpPr txBox="1">
            <a:spLocks noChangeArrowheads="1"/>
          </p:cNvSpPr>
          <p:nvPr/>
        </p:nvSpPr>
        <p:spPr>
          <a:xfrm>
            <a:off x="381000" y="1905000"/>
            <a:ext cx="8280400" cy="4543425"/>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spcBef>
                <a:spcPct val="15000"/>
              </a:spcBef>
            </a:pPr>
            <a:r>
              <a:rPr lang="en-US" sz="2600" kern="0" dirty="0"/>
              <a:t>Three-Address Instructions</a:t>
            </a:r>
          </a:p>
          <a:p>
            <a:pPr lvl="1">
              <a:spcBef>
                <a:spcPct val="15000"/>
              </a:spcBef>
            </a:pPr>
            <a:r>
              <a:rPr lang="en-US" sz="2200" kern="0" dirty="0"/>
              <a:t>ADD	R1, R2, R3	R1 ← R2 + R3 or R3 ← R1 + R2 </a:t>
            </a:r>
          </a:p>
          <a:p>
            <a:pPr>
              <a:spcBef>
                <a:spcPct val="15000"/>
              </a:spcBef>
            </a:pPr>
            <a:r>
              <a:rPr lang="en-US" sz="2600" kern="0" dirty="0"/>
              <a:t>Two-Address Instructions</a:t>
            </a:r>
          </a:p>
          <a:p>
            <a:pPr lvl="1">
              <a:spcBef>
                <a:spcPct val="15000"/>
              </a:spcBef>
            </a:pPr>
            <a:r>
              <a:rPr lang="en-US" sz="2200" kern="0" dirty="0"/>
              <a:t>ADD	R1, R2			R1 ← R1 + R2</a:t>
            </a:r>
          </a:p>
          <a:p>
            <a:pPr>
              <a:spcBef>
                <a:spcPct val="15000"/>
              </a:spcBef>
            </a:pPr>
            <a:r>
              <a:rPr lang="en-US" sz="2600" kern="0" dirty="0"/>
              <a:t>One-Address Instructions</a:t>
            </a:r>
          </a:p>
          <a:p>
            <a:pPr lvl="1">
              <a:spcBef>
                <a:spcPct val="15000"/>
              </a:spcBef>
            </a:pPr>
            <a:r>
              <a:rPr lang="en-US" sz="2200" kern="0" dirty="0"/>
              <a:t>ADD	M			AC ← AC + M[AR]</a:t>
            </a:r>
          </a:p>
          <a:p>
            <a:pPr>
              <a:spcBef>
                <a:spcPct val="15000"/>
              </a:spcBef>
            </a:pPr>
            <a:r>
              <a:rPr lang="en-US" sz="2600" kern="0" dirty="0"/>
              <a:t>Zero-Address Instructions</a:t>
            </a:r>
          </a:p>
          <a:p>
            <a:pPr lvl="1">
              <a:spcBef>
                <a:spcPct val="15000"/>
              </a:spcBef>
            </a:pPr>
            <a:r>
              <a:rPr lang="en-US" sz="2200" kern="0" dirty="0"/>
              <a:t>ADD				TOS ← TOS + (TOS – 1)</a:t>
            </a:r>
          </a:p>
          <a:p>
            <a:pPr>
              <a:spcBef>
                <a:spcPct val="15000"/>
              </a:spcBef>
            </a:pPr>
            <a:r>
              <a:rPr lang="en-US" sz="2600" kern="0" dirty="0"/>
              <a:t>RISC Instructions</a:t>
            </a:r>
          </a:p>
          <a:p>
            <a:pPr lvl="1">
              <a:spcBef>
                <a:spcPct val="15000"/>
              </a:spcBef>
            </a:pPr>
            <a:r>
              <a:rPr lang="en-US" sz="2200" kern="0" dirty="0"/>
              <a:t>Lots of registers. Memory is restricted to Load &amp; Store</a:t>
            </a:r>
          </a:p>
        </p:txBody>
      </p:sp>
      <p:sp>
        <p:nvSpPr>
          <p:cNvPr id="4" name="AutoShape 5"/>
          <p:cNvSpPr>
            <a:spLocks noChangeArrowheads="1"/>
          </p:cNvSpPr>
          <p:nvPr/>
        </p:nvSpPr>
        <p:spPr bwMode="auto">
          <a:xfrm>
            <a:off x="1828800" y="1066800"/>
            <a:ext cx="4262437" cy="663575"/>
          </a:xfrm>
          <a:prstGeom prst="cube">
            <a:avLst>
              <a:gd name="adj" fmla="val 45694"/>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000" b="1">
              <a:latin typeface="Times New Roman" pitchFamily="18" charset="0"/>
              <a:cs typeface="Times New Roman" pitchFamily="18" charset="0"/>
            </a:endParaRPr>
          </a:p>
        </p:txBody>
      </p:sp>
      <p:sp>
        <p:nvSpPr>
          <p:cNvPr id="5" name="WordArt 6"/>
          <p:cNvSpPr>
            <a:spLocks noChangeArrowheads="1" noChangeShapeType="1" noTextEdit="1"/>
          </p:cNvSpPr>
          <p:nvPr/>
        </p:nvSpPr>
        <p:spPr bwMode="auto">
          <a:xfrm>
            <a:off x="2009775" y="1104900"/>
            <a:ext cx="3806825" cy="212725"/>
          </a:xfrm>
          <a:prstGeom prst="rect">
            <a:avLst/>
          </a:prstGeom>
        </p:spPr>
        <p:txBody>
          <a:bodyPr wrap="none" fromWordArt="1">
            <a:prstTxWarp prst="textPlain">
              <a:avLst>
                <a:gd name="adj" fmla="val 49167"/>
              </a:avLst>
            </a:prstTxWarp>
          </a:bodyPr>
          <a:lstStyle/>
          <a:p>
            <a:pPr algn="ctr"/>
            <a:r>
              <a:rPr lang="en-US" sz="3600" i="1" kern="10">
                <a:ln w="9525">
                  <a:solidFill>
                    <a:srgbClr val="000000"/>
                  </a:solidFill>
                  <a:round/>
                  <a:headEnd/>
                  <a:tailEnd/>
                </a:ln>
                <a:solidFill>
                  <a:srgbClr val="FFFF00"/>
                </a:solidFill>
                <a:effectLst>
                  <a:outerShdw dist="35921" dir="2700000" algn="ctr" rotWithShape="0">
                    <a:srgbClr val="808080">
                      <a:alpha val="79999"/>
                    </a:srgbClr>
                  </a:outerShdw>
                </a:effectLst>
                <a:latin typeface="Arial Black"/>
              </a:rPr>
              <a:t>Instruction</a:t>
            </a:r>
          </a:p>
        </p:txBody>
      </p:sp>
      <p:sp>
        <p:nvSpPr>
          <p:cNvPr id="6" name="Text Box 7"/>
          <p:cNvSpPr txBox="1">
            <a:spLocks noChangeArrowheads="1"/>
          </p:cNvSpPr>
          <p:nvPr/>
        </p:nvSpPr>
        <p:spPr bwMode="auto">
          <a:xfrm>
            <a:off x="1828800" y="1370013"/>
            <a:ext cx="900112" cy="360362"/>
          </a:xfrm>
          <a:prstGeom prst="rect">
            <a:avLst/>
          </a:prstGeom>
          <a:no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cs typeface="Arial" pitchFamily="34" charset="0"/>
              </a:rPr>
              <a:t>Opcode</a:t>
            </a:r>
          </a:p>
        </p:txBody>
      </p:sp>
      <p:sp>
        <p:nvSpPr>
          <p:cNvPr id="7" name="Text Box 8"/>
          <p:cNvSpPr txBox="1">
            <a:spLocks noChangeArrowheads="1"/>
          </p:cNvSpPr>
          <p:nvPr/>
        </p:nvSpPr>
        <p:spPr bwMode="auto">
          <a:xfrm>
            <a:off x="2728912" y="1370013"/>
            <a:ext cx="3059113" cy="360362"/>
          </a:xfrm>
          <a:prstGeom prst="rect">
            <a:avLst/>
          </a:prstGeom>
          <a:no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cs typeface="Arial" pitchFamily="34" charset="0"/>
              </a:rPr>
              <a:t>Operand(s) or Address(es)</a:t>
            </a:r>
          </a:p>
        </p:txBody>
      </p:sp>
    </p:spTree>
    <p:extLst>
      <p:ext uri="{BB962C8B-B14F-4D97-AF65-F5344CB8AC3E}">
        <p14:creationId xmlns:p14="http://schemas.microsoft.com/office/powerpoint/2010/main" val="379460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left)">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left)">
                                      <p:cBhvr>
                                        <p:cTn id="35" dur="500"/>
                                        <p:tgtEl>
                                          <p:spTgt spid="3">
                                            <p:txEl>
                                              <p:pRg st="6" end="6"/>
                                            </p:txEl>
                                          </p:spTgt>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wipe(left)">
                                      <p:cBhvr>
                                        <p:cTn id="39" dur="5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wipe(left)">
                                      <p:cBhvr>
                                        <p:cTn id="44" dur="500"/>
                                        <p:tgtEl>
                                          <p:spTgt spid="3">
                                            <p:txEl>
                                              <p:pRg st="8" end="8"/>
                                            </p:txEl>
                                          </p:spTgt>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wipe(left)">
                                      <p:cBhvr>
                                        <p:cTn id="4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0" dirty="0">
                <a:solidFill>
                  <a:srgbClr val="FF0000"/>
                </a:solidFill>
              </a:rPr>
              <a:t>Instruction Formats</a:t>
            </a:r>
          </a:p>
        </p:txBody>
      </p:sp>
      <p:sp>
        <p:nvSpPr>
          <p:cNvPr id="3" name="Rectangle 3"/>
          <p:cNvSpPr txBox="1">
            <a:spLocks noChangeArrowheads="1"/>
          </p:cNvSpPr>
          <p:nvPr/>
        </p:nvSpPr>
        <p:spPr>
          <a:xfrm>
            <a:off x="1" y="874025"/>
            <a:ext cx="8763000" cy="2021575"/>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indent="-533400">
              <a:lnSpc>
                <a:spcPct val="150000"/>
              </a:lnSpc>
              <a:buFont typeface="Wingdings" pitchFamily="2" charset="2"/>
              <a:buNone/>
              <a:tabLst>
                <a:tab pos="2146300" algn="l"/>
                <a:tab pos="5022850" algn="l"/>
              </a:tabLst>
            </a:pPr>
            <a:r>
              <a:rPr lang="en-US" kern="0" dirty="0">
                <a:solidFill>
                  <a:srgbClr val="7030A0"/>
                </a:solidFill>
              </a:rPr>
              <a:t>Example:   Evaluate (A+B) </a:t>
            </a:r>
            <a:r>
              <a:rPr lang="en-US" kern="0" dirty="0">
                <a:solidFill>
                  <a:srgbClr val="7030A0"/>
                </a:solidFill>
                <a:sym typeface="Symbol" pitchFamily="18" charset="2"/>
              </a:rPr>
              <a:t> (C+D)</a:t>
            </a:r>
          </a:p>
          <a:p>
            <a:pPr marL="533400" indent="-533400">
              <a:lnSpc>
                <a:spcPct val="150000"/>
              </a:lnSpc>
              <a:tabLst>
                <a:tab pos="2146300" algn="l"/>
                <a:tab pos="5022850" algn="l"/>
              </a:tabLst>
            </a:pPr>
            <a:r>
              <a:rPr lang="en-US" kern="0" dirty="0">
                <a:solidFill>
                  <a:srgbClr val="7030A0"/>
                </a:solidFill>
                <a:sym typeface="Symbol" pitchFamily="18" charset="2"/>
              </a:rPr>
              <a:t>Three-Address</a:t>
            </a:r>
          </a:p>
          <a:p>
            <a:pPr marL="989013" lvl="1" indent="-457200">
              <a:lnSpc>
                <a:spcPct val="150000"/>
              </a:lnSpc>
              <a:buFont typeface="Times New Roman" pitchFamily="18" charset="0"/>
              <a:buAutoNum type="arabicPeriod"/>
              <a:tabLst>
                <a:tab pos="2146300" algn="l"/>
                <a:tab pos="5022850" algn="l"/>
              </a:tabLst>
            </a:pPr>
            <a:r>
              <a:rPr lang="en-US" kern="0" dirty="0">
                <a:solidFill>
                  <a:srgbClr val="7030A0"/>
                </a:solidFill>
                <a:sym typeface="Symbol" pitchFamily="18" charset="2"/>
              </a:rPr>
              <a:t>ADD	R1, A, B	; </a:t>
            </a:r>
            <a:r>
              <a:rPr lang="en-US" kern="0" dirty="0">
                <a:solidFill>
                  <a:srgbClr val="7030A0"/>
                </a:solidFill>
              </a:rPr>
              <a:t>R1 ← M[A] + M[B]</a:t>
            </a:r>
          </a:p>
          <a:p>
            <a:pPr marL="989013" lvl="1" indent="-457200">
              <a:lnSpc>
                <a:spcPct val="150000"/>
              </a:lnSpc>
              <a:buFont typeface="Times New Roman" pitchFamily="18" charset="0"/>
              <a:buAutoNum type="arabicPeriod"/>
              <a:tabLst>
                <a:tab pos="2146300" algn="l"/>
                <a:tab pos="5022850" algn="l"/>
              </a:tabLst>
            </a:pPr>
            <a:r>
              <a:rPr lang="en-US" kern="0" dirty="0">
                <a:solidFill>
                  <a:srgbClr val="7030A0"/>
                </a:solidFill>
              </a:rPr>
              <a:t>ADD	R2, C, D	; R2 ← M[C] + M[D]</a:t>
            </a:r>
          </a:p>
          <a:p>
            <a:pPr marL="989013" lvl="1" indent="-457200">
              <a:lnSpc>
                <a:spcPct val="150000"/>
              </a:lnSpc>
              <a:buFont typeface="Times New Roman" pitchFamily="18" charset="0"/>
              <a:buAutoNum type="arabicPeriod"/>
              <a:tabLst>
                <a:tab pos="2146300" algn="l"/>
                <a:tab pos="5022850" algn="l"/>
              </a:tabLst>
            </a:pPr>
            <a:r>
              <a:rPr lang="en-US" kern="0" dirty="0">
                <a:solidFill>
                  <a:srgbClr val="7030A0"/>
                </a:solidFill>
              </a:rPr>
              <a:t>MUL	X, R1, R2	; M[X] ← R1 </a:t>
            </a:r>
            <a:r>
              <a:rPr lang="en-US" kern="0" dirty="0">
                <a:solidFill>
                  <a:srgbClr val="7030A0"/>
                </a:solidFill>
                <a:sym typeface="Symbol" pitchFamily="18" charset="2"/>
              </a:rPr>
              <a:t></a:t>
            </a:r>
            <a:r>
              <a:rPr lang="en-US" kern="0" dirty="0">
                <a:solidFill>
                  <a:srgbClr val="7030A0"/>
                </a:solidFill>
              </a:rPr>
              <a:t> R2</a:t>
            </a:r>
          </a:p>
        </p:txBody>
      </p:sp>
      <p:sp>
        <p:nvSpPr>
          <p:cNvPr id="4" name="Rectangle 3">
            <a:extLst>
              <a:ext uri="{FF2B5EF4-FFF2-40B4-BE49-F238E27FC236}">
                <a16:creationId xmlns:a16="http://schemas.microsoft.com/office/drawing/2014/main" id="{796BC0C2-1A6F-4AB7-B68A-0F011D0C7430}"/>
              </a:ext>
            </a:extLst>
          </p:cNvPr>
          <p:cNvSpPr txBox="1">
            <a:spLocks noChangeArrowheads="1"/>
          </p:cNvSpPr>
          <p:nvPr/>
        </p:nvSpPr>
        <p:spPr>
          <a:xfrm>
            <a:off x="129376" y="2959484"/>
            <a:ext cx="7772400" cy="2736058"/>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indent="-533400">
              <a:lnSpc>
                <a:spcPct val="150000"/>
              </a:lnSpc>
              <a:buFont typeface="Wingdings" pitchFamily="2" charset="2"/>
              <a:buNone/>
              <a:tabLst>
                <a:tab pos="2146300" algn="l"/>
                <a:tab pos="5022850" algn="l"/>
              </a:tabLst>
            </a:pPr>
            <a:r>
              <a:rPr lang="en-US" kern="0" dirty="0">
                <a:solidFill>
                  <a:srgbClr val="7030A0"/>
                </a:solidFill>
              </a:rPr>
              <a:t>Example:   Evaluate (A+B) </a:t>
            </a:r>
            <a:r>
              <a:rPr lang="en-US" kern="0" dirty="0">
                <a:solidFill>
                  <a:srgbClr val="7030A0"/>
                </a:solidFill>
                <a:sym typeface="Symbol" pitchFamily="18" charset="2"/>
              </a:rPr>
              <a:t> (C+D)</a:t>
            </a:r>
          </a:p>
          <a:p>
            <a:pPr marL="533400" indent="-533400">
              <a:lnSpc>
                <a:spcPct val="150000"/>
              </a:lnSpc>
              <a:tabLst>
                <a:tab pos="2146300" algn="l"/>
                <a:tab pos="5022850" algn="l"/>
              </a:tabLst>
            </a:pPr>
            <a:r>
              <a:rPr lang="en-US" kern="0" dirty="0">
                <a:solidFill>
                  <a:srgbClr val="00B050"/>
                </a:solidFill>
                <a:sym typeface="Symbol" pitchFamily="18" charset="2"/>
              </a:rPr>
              <a:t>Two-Address</a:t>
            </a:r>
          </a:p>
          <a:p>
            <a:pPr marL="989013" lvl="1" indent="-457200">
              <a:lnSpc>
                <a:spcPct val="150000"/>
              </a:lnSpc>
              <a:buFont typeface="Times New Roman" pitchFamily="18" charset="0"/>
              <a:buAutoNum type="arabicPeriod"/>
              <a:tabLst>
                <a:tab pos="2146300" algn="l"/>
                <a:tab pos="5022850" algn="l"/>
              </a:tabLst>
            </a:pPr>
            <a:r>
              <a:rPr lang="en-US" kern="0" dirty="0">
                <a:solidFill>
                  <a:srgbClr val="00B050"/>
                </a:solidFill>
                <a:sym typeface="Symbol" pitchFamily="18" charset="2"/>
              </a:rPr>
              <a:t>MOV	R1, A	; </a:t>
            </a:r>
            <a:r>
              <a:rPr lang="en-US" kern="0" dirty="0">
                <a:solidFill>
                  <a:srgbClr val="00B050"/>
                </a:solidFill>
              </a:rPr>
              <a:t>R1 ← M[A]</a:t>
            </a:r>
            <a:endParaRPr lang="en-US" kern="0" dirty="0">
              <a:solidFill>
                <a:srgbClr val="00B050"/>
              </a:solidFill>
              <a:sym typeface="Symbol" pitchFamily="18" charset="2"/>
            </a:endParaRPr>
          </a:p>
          <a:p>
            <a:pPr marL="989013" lvl="1" indent="-457200">
              <a:lnSpc>
                <a:spcPct val="150000"/>
              </a:lnSpc>
              <a:buFont typeface="Times New Roman" pitchFamily="18" charset="0"/>
              <a:buAutoNum type="arabicPeriod"/>
              <a:tabLst>
                <a:tab pos="2146300" algn="l"/>
                <a:tab pos="5022850" algn="l"/>
              </a:tabLst>
            </a:pPr>
            <a:r>
              <a:rPr lang="en-US" kern="0" dirty="0">
                <a:solidFill>
                  <a:srgbClr val="00B050"/>
                </a:solidFill>
                <a:sym typeface="Symbol" pitchFamily="18" charset="2"/>
              </a:rPr>
              <a:t>ADD	R1, B	; </a:t>
            </a:r>
            <a:r>
              <a:rPr lang="en-US" kern="0" dirty="0">
                <a:solidFill>
                  <a:srgbClr val="00B050"/>
                </a:solidFill>
              </a:rPr>
              <a:t>R1 ← R1 + M[B]</a:t>
            </a:r>
          </a:p>
          <a:p>
            <a:pPr marL="989013" lvl="1" indent="-457200">
              <a:lnSpc>
                <a:spcPct val="150000"/>
              </a:lnSpc>
              <a:buFont typeface="Times New Roman" pitchFamily="18" charset="0"/>
              <a:buAutoNum type="arabicPeriod"/>
              <a:tabLst>
                <a:tab pos="2146300" algn="l"/>
                <a:tab pos="5022850" algn="l"/>
              </a:tabLst>
            </a:pPr>
            <a:r>
              <a:rPr lang="en-US" kern="0" dirty="0">
                <a:solidFill>
                  <a:srgbClr val="00B050"/>
                </a:solidFill>
                <a:sym typeface="Symbol" pitchFamily="18" charset="2"/>
              </a:rPr>
              <a:t>MOV	R2, C	; </a:t>
            </a:r>
            <a:r>
              <a:rPr lang="en-US" kern="0" dirty="0">
                <a:solidFill>
                  <a:srgbClr val="00B050"/>
                </a:solidFill>
              </a:rPr>
              <a:t>R2 ← M[C]</a:t>
            </a:r>
            <a:endParaRPr lang="en-US" kern="0" dirty="0">
              <a:solidFill>
                <a:srgbClr val="00B050"/>
              </a:solidFill>
              <a:sym typeface="Symbol" pitchFamily="18" charset="2"/>
            </a:endParaRPr>
          </a:p>
          <a:p>
            <a:pPr marL="989013" lvl="1" indent="-457200">
              <a:lnSpc>
                <a:spcPct val="150000"/>
              </a:lnSpc>
              <a:buFont typeface="Times New Roman" pitchFamily="18" charset="0"/>
              <a:buAutoNum type="arabicPeriod"/>
              <a:tabLst>
                <a:tab pos="2146300" algn="l"/>
                <a:tab pos="5022850" algn="l"/>
              </a:tabLst>
            </a:pPr>
            <a:r>
              <a:rPr lang="en-US" kern="0" dirty="0">
                <a:solidFill>
                  <a:srgbClr val="00B050"/>
                </a:solidFill>
              </a:rPr>
              <a:t>ADD	R2, D	; R2 ← R2 + M[D]</a:t>
            </a:r>
          </a:p>
          <a:p>
            <a:pPr marL="989013" lvl="1" indent="-457200">
              <a:lnSpc>
                <a:spcPct val="150000"/>
              </a:lnSpc>
              <a:buFont typeface="Times New Roman" pitchFamily="18" charset="0"/>
              <a:buAutoNum type="arabicPeriod"/>
              <a:tabLst>
                <a:tab pos="2146300" algn="l"/>
                <a:tab pos="5022850" algn="l"/>
              </a:tabLst>
            </a:pPr>
            <a:r>
              <a:rPr lang="en-US" kern="0" dirty="0">
                <a:solidFill>
                  <a:srgbClr val="00B050"/>
                </a:solidFill>
              </a:rPr>
              <a:t>MUL	R1, R2	; R1 ← R1 </a:t>
            </a:r>
            <a:r>
              <a:rPr lang="en-US" kern="0" dirty="0">
                <a:solidFill>
                  <a:srgbClr val="00B050"/>
                </a:solidFill>
                <a:sym typeface="Symbol" pitchFamily="18" charset="2"/>
              </a:rPr>
              <a:t></a:t>
            </a:r>
            <a:r>
              <a:rPr lang="en-US" kern="0" dirty="0">
                <a:solidFill>
                  <a:srgbClr val="00B050"/>
                </a:solidFill>
              </a:rPr>
              <a:t> R2</a:t>
            </a:r>
          </a:p>
          <a:p>
            <a:pPr marL="989013" lvl="1" indent="-457200">
              <a:lnSpc>
                <a:spcPct val="150000"/>
              </a:lnSpc>
              <a:buFont typeface="Times New Roman" pitchFamily="18" charset="0"/>
              <a:buAutoNum type="arabicPeriod"/>
              <a:tabLst>
                <a:tab pos="2146300" algn="l"/>
                <a:tab pos="5022850" algn="l"/>
              </a:tabLst>
            </a:pPr>
            <a:r>
              <a:rPr lang="en-US" kern="0" dirty="0">
                <a:solidFill>
                  <a:srgbClr val="00B050"/>
                </a:solidFill>
              </a:rPr>
              <a:t>MOV	X, R1	; M[X] ← R1</a:t>
            </a:r>
          </a:p>
        </p:txBody>
      </p:sp>
    </p:spTree>
    <p:extLst>
      <p:ext uri="{BB962C8B-B14F-4D97-AF65-F5344CB8AC3E}">
        <p14:creationId xmlns:p14="http://schemas.microsoft.com/office/powerpoint/2010/main" val="196438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ipe(left)">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left)">
                                      <p:cBhvr>
                                        <p:cTn id="26" dur="500"/>
                                        <p:tgtEl>
                                          <p:spTgt spid="3">
                                            <p:txEl>
                                              <p:pRg st="4" end="4"/>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wipe(left)">
                                      <p:cBhvr>
                                        <p:cTn id="30" dur="500"/>
                                        <p:tgtEl>
                                          <p:spTgt spid="4">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wipe(left)">
                                      <p:cBhvr>
                                        <p:cTn id="35" dur="500"/>
                                        <p:tgtEl>
                                          <p:spTgt spid="4">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
                                            <p:txEl>
                                              <p:pRg st="3" end="3"/>
                                            </p:txEl>
                                          </p:spTgt>
                                        </p:tgtEl>
                                        <p:attrNameLst>
                                          <p:attrName>style.visibility</p:attrName>
                                        </p:attrNameLst>
                                      </p:cBhvr>
                                      <p:to>
                                        <p:strVal val="visible"/>
                                      </p:to>
                                    </p:set>
                                    <p:animEffect transition="in" filter="wipe(left)">
                                      <p:cBhvr>
                                        <p:cTn id="40" dur="500"/>
                                        <p:tgtEl>
                                          <p:spTgt spid="4">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animEffect transition="in" filter="wipe(left)">
                                      <p:cBhvr>
                                        <p:cTn id="45" dur="500"/>
                                        <p:tgtEl>
                                          <p:spTgt spid="4">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
                                            <p:txEl>
                                              <p:pRg st="5" end="5"/>
                                            </p:txEl>
                                          </p:spTgt>
                                        </p:tgtEl>
                                        <p:attrNameLst>
                                          <p:attrName>style.visibility</p:attrName>
                                        </p:attrNameLst>
                                      </p:cBhvr>
                                      <p:to>
                                        <p:strVal val="visible"/>
                                      </p:to>
                                    </p:set>
                                    <p:animEffect transition="in" filter="wipe(left)">
                                      <p:cBhvr>
                                        <p:cTn id="50" dur="500"/>
                                        <p:tgtEl>
                                          <p:spTgt spid="4">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animEffect transition="in" filter="wipe(left)">
                                      <p:cBhvr>
                                        <p:cTn id="55" dur="500"/>
                                        <p:tgtEl>
                                          <p:spTgt spid="4">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4">
                                            <p:txEl>
                                              <p:pRg st="7" end="7"/>
                                            </p:txEl>
                                          </p:spTgt>
                                        </p:tgtEl>
                                        <p:attrNameLst>
                                          <p:attrName>style.visibility</p:attrName>
                                        </p:attrNameLst>
                                      </p:cBhvr>
                                      <p:to>
                                        <p:strVal val="visible"/>
                                      </p:to>
                                    </p:set>
                                    <p:animEffect transition="in" filter="wipe(left)">
                                      <p:cBhvr>
                                        <p:cTn id="60"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B32C1-44B8-4F3C-8DB7-2DFBEDF15BEC}"/>
              </a:ext>
            </a:extLst>
          </p:cNvPr>
          <p:cNvSpPr>
            <a:spLocks noGrp="1"/>
          </p:cNvSpPr>
          <p:nvPr>
            <p:ph type="title"/>
          </p:nvPr>
        </p:nvSpPr>
        <p:spPr>
          <a:xfrm>
            <a:off x="84707" y="-37542"/>
            <a:ext cx="6526337" cy="596653"/>
          </a:xfrm>
        </p:spPr>
        <p:txBody>
          <a:bodyPr/>
          <a:lstStyle/>
          <a:p>
            <a:pPr algn="ctr"/>
            <a:r>
              <a:rPr lang="en-US" sz="2800" b="0" dirty="0">
                <a:solidFill>
                  <a:srgbClr val="FF0000"/>
                </a:solidFill>
              </a:rPr>
              <a:t>Instruction Formats</a:t>
            </a:r>
            <a:endParaRPr lang="en-IN" sz="2800" dirty="0"/>
          </a:p>
        </p:txBody>
      </p:sp>
      <p:sp>
        <p:nvSpPr>
          <p:cNvPr id="3" name="Rectangle 3">
            <a:extLst>
              <a:ext uri="{FF2B5EF4-FFF2-40B4-BE49-F238E27FC236}">
                <a16:creationId xmlns:a16="http://schemas.microsoft.com/office/drawing/2014/main" id="{0B0D9E5A-AE32-4ADB-821B-159422215CFE}"/>
              </a:ext>
            </a:extLst>
          </p:cNvPr>
          <p:cNvSpPr txBox="1">
            <a:spLocks noChangeArrowheads="1"/>
          </p:cNvSpPr>
          <p:nvPr/>
        </p:nvSpPr>
        <p:spPr>
          <a:xfrm>
            <a:off x="373117" y="559111"/>
            <a:ext cx="7848600" cy="242956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indent="-533400">
              <a:lnSpc>
                <a:spcPct val="150000"/>
              </a:lnSpc>
              <a:buFont typeface="Wingdings" pitchFamily="2" charset="2"/>
              <a:buNone/>
              <a:tabLst>
                <a:tab pos="2146300" algn="l"/>
                <a:tab pos="5022850" algn="l"/>
              </a:tabLst>
            </a:pPr>
            <a:r>
              <a:rPr lang="en-US" sz="1400" kern="0" dirty="0">
                <a:solidFill>
                  <a:srgbClr val="00B050"/>
                </a:solidFill>
              </a:rPr>
              <a:t>Example:   Evaluate (A+B) </a:t>
            </a:r>
            <a:r>
              <a:rPr lang="en-US" sz="1400" kern="0" dirty="0">
                <a:solidFill>
                  <a:srgbClr val="00B050"/>
                </a:solidFill>
                <a:sym typeface="Symbol" pitchFamily="18" charset="2"/>
              </a:rPr>
              <a:t> (C+D) One-Address</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sym typeface="Symbol" pitchFamily="18" charset="2"/>
              </a:rPr>
              <a:t>LOAD	A	; </a:t>
            </a:r>
            <a:r>
              <a:rPr lang="en-US" sz="1400" kern="0" dirty="0">
                <a:solidFill>
                  <a:srgbClr val="7030A0"/>
                </a:solidFill>
              </a:rPr>
              <a:t>AC ← M[A]</a:t>
            </a:r>
            <a:endParaRPr lang="en-US" sz="1400" kern="0" dirty="0">
              <a:solidFill>
                <a:srgbClr val="7030A0"/>
              </a:solidFill>
              <a:sym typeface="Symbol" pitchFamily="18" charset="2"/>
            </a:endParaRP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sym typeface="Symbol" pitchFamily="18" charset="2"/>
              </a:rPr>
              <a:t>ADD	B	; </a:t>
            </a:r>
            <a:r>
              <a:rPr lang="en-US" sz="1400" kern="0" dirty="0">
                <a:solidFill>
                  <a:srgbClr val="7030A0"/>
                </a:solidFill>
              </a:rPr>
              <a:t>AC ← AC + M[B]</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STORE           T	; M[T] ← AC </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sym typeface="Symbol" pitchFamily="18" charset="2"/>
              </a:rPr>
              <a:t>LOAD	C	; </a:t>
            </a:r>
            <a:r>
              <a:rPr lang="en-US" sz="1400" kern="0" dirty="0">
                <a:solidFill>
                  <a:srgbClr val="7030A0"/>
                </a:solidFill>
              </a:rPr>
              <a:t>AC ← M[C]</a:t>
            </a:r>
            <a:endParaRPr lang="en-US" sz="1400" kern="0" dirty="0">
              <a:solidFill>
                <a:srgbClr val="7030A0"/>
              </a:solidFill>
              <a:sym typeface="Symbol" pitchFamily="18" charset="2"/>
            </a:endParaRP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ADD	D	; AC ← AC + M[D]</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MUL	T	; AC ← AC </a:t>
            </a:r>
            <a:r>
              <a:rPr lang="en-US" sz="1400" kern="0" dirty="0">
                <a:solidFill>
                  <a:srgbClr val="7030A0"/>
                </a:solidFill>
                <a:sym typeface="Symbol" pitchFamily="18" charset="2"/>
              </a:rPr>
              <a:t></a:t>
            </a:r>
            <a:r>
              <a:rPr lang="en-US" sz="1400" kern="0" dirty="0">
                <a:solidFill>
                  <a:srgbClr val="7030A0"/>
                </a:solidFill>
              </a:rPr>
              <a:t> M[T]</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STORE         X	; M[X] ← AC</a:t>
            </a:r>
          </a:p>
        </p:txBody>
      </p:sp>
      <p:sp>
        <p:nvSpPr>
          <p:cNvPr id="4" name="Rectangle 3">
            <a:extLst>
              <a:ext uri="{FF2B5EF4-FFF2-40B4-BE49-F238E27FC236}">
                <a16:creationId xmlns:a16="http://schemas.microsoft.com/office/drawing/2014/main" id="{9188BD3B-D1EB-4FDD-B0D4-8F85D995807D}"/>
              </a:ext>
            </a:extLst>
          </p:cNvPr>
          <p:cNvSpPr txBox="1">
            <a:spLocks noChangeArrowheads="1"/>
          </p:cNvSpPr>
          <p:nvPr/>
        </p:nvSpPr>
        <p:spPr>
          <a:xfrm>
            <a:off x="368486" y="3506284"/>
            <a:ext cx="8775514" cy="2754015"/>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indent="-533400">
              <a:lnSpc>
                <a:spcPct val="150000"/>
              </a:lnSpc>
              <a:buFont typeface="Wingdings" pitchFamily="2" charset="2"/>
              <a:buNone/>
              <a:tabLst>
                <a:tab pos="2146300" algn="l"/>
                <a:tab pos="5022850" algn="l"/>
              </a:tabLst>
            </a:pPr>
            <a:r>
              <a:rPr lang="en-US" sz="1400" kern="0" dirty="0">
                <a:solidFill>
                  <a:srgbClr val="00B050"/>
                </a:solidFill>
              </a:rPr>
              <a:t>Example:   Evaluate (A+B) </a:t>
            </a:r>
            <a:r>
              <a:rPr lang="en-US" sz="1400" kern="0" dirty="0">
                <a:solidFill>
                  <a:srgbClr val="00B050"/>
                </a:solidFill>
                <a:sym typeface="Symbol" pitchFamily="18" charset="2"/>
              </a:rPr>
              <a:t> (C+D) RISC</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sym typeface="Symbol" pitchFamily="18" charset="2"/>
              </a:rPr>
              <a:t>LOAD	R1, A	; </a:t>
            </a:r>
            <a:r>
              <a:rPr lang="en-US" sz="1400" kern="0" dirty="0">
                <a:solidFill>
                  <a:srgbClr val="7030A0"/>
                </a:solidFill>
              </a:rPr>
              <a:t>R1 ← M[A]</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LOAD	R2, B</a:t>
            </a:r>
            <a:r>
              <a:rPr lang="en-US" sz="1400" kern="0" dirty="0">
                <a:solidFill>
                  <a:srgbClr val="7030A0"/>
                </a:solidFill>
                <a:sym typeface="Symbol" pitchFamily="18" charset="2"/>
              </a:rPr>
              <a:t>	; </a:t>
            </a:r>
            <a:r>
              <a:rPr lang="en-US" sz="1400" kern="0" dirty="0">
                <a:solidFill>
                  <a:srgbClr val="7030A0"/>
                </a:solidFill>
              </a:rPr>
              <a:t>R2 ← M[B]</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LOAD	R3, C</a:t>
            </a:r>
            <a:r>
              <a:rPr lang="en-US" sz="1400" kern="0" dirty="0">
                <a:solidFill>
                  <a:srgbClr val="7030A0"/>
                </a:solidFill>
                <a:sym typeface="Symbol" pitchFamily="18" charset="2"/>
              </a:rPr>
              <a:t>	; </a:t>
            </a:r>
            <a:r>
              <a:rPr lang="en-US" sz="1400" kern="0" dirty="0">
                <a:solidFill>
                  <a:srgbClr val="7030A0"/>
                </a:solidFill>
              </a:rPr>
              <a:t>R3 ← M[C]</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sym typeface="Symbol" pitchFamily="18" charset="2"/>
              </a:rPr>
              <a:t>LOAD	R4, D	; </a:t>
            </a:r>
            <a:r>
              <a:rPr lang="en-US" sz="1400" kern="0" dirty="0">
                <a:solidFill>
                  <a:srgbClr val="7030A0"/>
                </a:solidFill>
              </a:rPr>
              <a:t>R4 ← M[D]</a:t>
            </a:r>
            <a:endParaRPr lang="en-US" sz="1400" kern="0" dirty="0">
              <a:solidFill>
                <a:srgbClr val="7030A0"/>
              </a:solidFill>
              <a:sym typeface="Symbol" pitchFamily="18" charset="2"/>
            </a:endParaRP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sym typeface="Symbol" pitchFamily="18" charset="2"/>
              </a:rPr>
              <a:t>ADD	R1, R1, R2	; </a:t>
            </a:r>
            <a:r>
              <a:rPr lang="en-US" sz="1400" kern="0" dirty="0">
                <a:solidFill>
                  <a:srgbClr val="7030A0"/>
                </a:solidFill>
              </a:rPr>
              <a:t>R1 ← R1 + R2</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ADD	R3, R3, R4	; R3 ← R3 + R4</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MUL	R1, R1, R3	; R1 ← R1 </a:t>
            </a:r>
            <a:r>
              <a:rPr lang="en-US" sz="1400" kern="0" dirty="0">
                <a:solidFill>
                  <a:srgbClr val="7030A0"/>
                </a:solidFill>
                <a:sym typeface="Symbol" pitchFamily="18" charset="2"/>
              </a:rPr>
              <a:t></a:t>
            </a:r>
            <a:r>
              <a:rPr lang="en-US" sz="1400" kern="0" dirty="0">
                <a:solidFill>
                  <a:srgbClr val="7030A0"/>
                </a:solidFill>
              </a:rPr>
              <a:t> R3</a:t>
            </a:r>
          </a:p>
          <a:p>
            <a:pPr marL="989013" lvl="1" indent="-457200">
              <a:lnSpc>
                <a:spcPct val="150000"/>
              </a:lnSpc>
              <a:buFont typeface="Times New Roman" pitchFamily="18" charset="0"/>
              <a:buAutoNum type="arabicPeriod"/>
              <a:tabLst>
                <a:tab pos="2146300" algn="l"/>
                <a:tab pos="5022850" algn="l"/>
              </a:tabLst>
            </a:pPr>
            <a:r>
              <a:rPr lang="en-US" sz="1400" kern="0" dirty="0">
                <a:solidFill>
                  <a:srgbClr val="7030A0"/>
                </a:solidFill>
              </a:rPr>
              <a:t>STORE	X, R1	; M[X] ← R1</a:t>
            </a:r>
          </a:p>
        </p:txBody>
      </p:sp>
    </p:spTree>
    <p:extLst>
      <p:ext uri="{BB962C8B-B14F-4D97-AF65-F5344CB8AC3E}">
        <p14:creationId xmlns:p14="http://schemas.microsoft.com/office/powerpoint/2010/main" val="424727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left)">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left)">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left)">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left)">
                                      <p:cBhvr>
                                        <p:cTn id="57" dur="500"/>
                                        <p:tgtEl>
                                          <p:spTgt spid="4">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
                                            <p:txEl>
                                              <p:pRg st="5" end="5"/>
                                            </p:txEl>
                                          </p:spTgt>
                                        </p:tgtEl>
                                        <p:attrNameLst>
                                          <p:attrName>style.visibility</p:attrName>
                                        </p:attrNameLst>
                                      </p:cBhvr>
                                      <p:to>
                                        <p:strVal val="visible"/>
                                      </p:to>
                                    </p:set>
                                    <p:animEffect transition="in" filter="wipe(left)">
                                      <p:cBhvr>
                                        <p:cTn id="62" dur="500"/>
                                        <p:tgtEl>
                                          <p:spTgt spid="4">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4">
                                            <p:txEl>
                                              <p:pRg st="6" end="6"/>
                                            </p:txEl>
                                          </p:spTgt>
                                        </p:tgtEl>
                                        <p:attrNameLst>
                                          <p:attrName>style.visibility</p:attrName>
                                        </p:attrNameLst>
                                      </p:cBhvr>
                                      <p:to>
                                        <p:strVal val="visible"/>
                                      </p:to>
                                    </p:set>
                                    <p:animEffect transition="in" filter="wipe(left)">
                                      <p:cBhvr>
                                        <p:cTn id="67" dur="500"/>
                                        <p:tgtEl>
                                          <p:spTgt spid="4">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4">
                                            <p:txEl>
                                              <p:pRg st="7" end="7"/>
                                            </p:txEl>
                                          </p:spTgt>
                                        </p:tgtEl>
                                        <p:attrNameLst>
                                          <p:attrName>style.visibility</p:attrName>
                                        </p:attrNameLst>
                                      </p:cBhvr>
                                      <p:to>
                                        <p:strVal val="visible"/>
                                      </p:to>
                                    </p:set>
                                    <p:animEffect transition="in" filter="wipe(left)">
                                      <p:cBhvr>
                                        <p:cTn id="72" dur="500"/>
                                        <p:tgtEl>
                                          <p:spTgt spid="4">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
                                            <p:txEl>
                                              <p:pRg st="8" end="8"/>
                                            </p:txEl>
                                          </p:spTgt>
                                        </p:tgtEl>
                                        <p:attrNameLst>
                                          <p:attrName>style.visibility</p:attrName>
                                        </p:attrNameLst>
                                      </p:cBhvr>
                                      <p:to>
                                        <p:strVal val="visible"/>
                                      </p:to>
                                    </p:set>
                                    <p:animEffect transition="in" filter="wipe(left)">
                                      <p:cBhvr>
                                        <p:cTn id="7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D6AE-34A9-45F3-8180-DF0ECBD8CAF2}"/>
              </a:ext>
            </a:extLst>
          </p:cNvPr>
          <p:cNvSpPr>
            <a:spLocks noGrp="1"/>
          </p:cNvSpPr>
          <p:nvPr>
            <p:ph type="title"/>
          </p:nvPr>
        </p:nvSpPr>
        <p:spPr/>
        <p:txBody>
          <a:bodyPr/>
          <a:lstStyle/>
          <a:p>
            <a:pPr algn="ctr"/>
            <a:r>
              <a:rPr lang="en-GB" altLang="en-US" sz="2400" b="0" dirty="0">
                <a:solidFill>
                  <a:srgbClr val="FF0000"/>
                </a:solidFill>
              </a:rPr>
              <a:t>ARM Data Types</a:t>
            </a:r>
            <a:endParaRPr lang="en-IN" sz="2400" b="0" dirty="0">
              <a:solidFill>
                <a:srgbClr val="FF0000"/>
              </a:solidFill>
            </a:endParaRPr>
          </a:p>
        </p:txBody>
      </p:sp>
      <p:sp>
        <p:nvSpPr>
          <p:cNvPr id="4" name="Rectangle 3">
            <a:extLst>
              <a:ext uri="{FF2B5EF4-FFF2-40B4-BE49-F238E27FC236}">
                <a16:creationId xmlns:a16="http://schemas.microsoft.com/office/drawing/2014/main" id="{660DF3C0-F95E-437A-9041-6672E7EFB0A4}"/>
              </a:ext>
            </a:extLst>
          </p:cNvPr>
          <p:cNvSpPr txBox="1">
            <a:spLocks noChangeArrowheads="1"/>
          </p:cNvSpPr>
          <p:nvPr/>
        </p:nvSpPr>
        <p:spPr>
          <a:xfrm>
            <a:off x="304800" y="914400"/>
            <a:ext cx="8178800" cy="5638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285750" indent="-285750">
              <a:lnSpc>
                <a:spcPct val="150000"/>
              </a:lnSpc>
              <a:buFont typeface="Wingdings" panose="05000000000000000000" pitchFamily="2" charset="2"/>
              <a:buChar char="q"/>
            </a:pPr>
            <a:r>
              <a:rPr lang="en-GB" altLang="en-US" sz="1800" kern="0" dirty="0">
                <a:solidFill>
                  <a:srgbClr val="7030A0"/>
                </a:solidFill>
              </a:rPr>
              <a:t>Supports: 8 (byte), 16 (halfword), 32 (word) bits</a:t>
            </a:r>
          </a:p>
          <a:p>
            <a:pPr>
              <a:lnSpc>
                <a:spcPct val="150000"/>
              </a:lnSpc>
            </a:pPr>
            <a:r>
              <a:rPr lang="en-GB" altLang="en-US" sz="1800" kern="0" dirty="0">
                <a:solidFill>
                  <a:srgbClr val="7030A0"/>
                </a:solidFill>
              </a:rPr>
              <a:t>Halfword and word accesses should be half  word  &amp; word aligned respectively</a:t>
            </a:r>
          </a:p>
          <a:p>
            <a:pPr>
              <a:lnSpc>
                <a:spcPct val="150000"/>
              </a:lnSpc>
            </a:pPr>
            <a:r>
              <a:rPr lang="en-GB" altLang="en-US" sz="1800" kern="0" dirty="0">
                <a:solidFill>
                  <a:srgbClr val="7030A0"/>
                </a:solidFill>
              </a:rPr>
              <a:t>Nonaligned access alternatives</a:t>
            </a:r>
          </a:p>
          <a:p>
            <a:pPr lvl="1">
              <a:lnSpc>
                <a:spcPct val="150000"/>
              </a:lnSpc>
            </a:pPr>
            <a:r>
              <a:rPr lang="en-GB" altLang="en-US" sz="1800" kern="0" dirty="0">
                <a:solidFill>
                  <a:srgbClr val="7030A0"/>
                </a:solidFill>
              </a:rPr>
              <a:t>Default</a:t>
            </a:r>
          </a:p>
          <a:p>
            <a:pPr lvl="2">
              <a:lnSpc>
                <a:spcPct val="150000"/>
              </a:lnSpc>
            </a:pPr>
            <a:r>
              <a:rPr lang="en-GB" altLang="en-US" sz="1800" kern="0" dirty="0">
                <a:solidFill>
                  <a:srgbClr val="7030A0"/>
                </a:solidFill>
              </a:rPr>
              <a:t>Treated as truncated</a:t>
            </a:r>
          </a:p>
          <a:p>
            <a:pPr lvl="2">
              <a:lnSpc>
                <a:spcPct val="150000"/>
              </a:lnSpc>
            </a:pPr>
            <a:r>
              <a:rPr lang="en-GB" altLang="en-US" sz="1800" kern="0" dirty="0">
                <a:solidFill>
                  <a:srgbClr val="7030A0"/>
                </a:solidFill>
              </a:rPr>
              <a:t>Bits[1:0] treated as zero for word </a:t>
            </a:r>
          </a:p>
          <a:p>
            <a:pPr lvl="2">
              <a:lnSpc>
                <a:spcPct val="150000"/>
              </a:lnSpc>
            </a:pPr>
            <a:r>
              <a:rPr lang="en-GB" altLang="en-US" sz="1800" kern="0" dirty="0">
                <a:solidFill>
                  <a:srgbClr val="7030A0"/>
                </a:solidFill>
              </a:rPr>
              <a:t>Bit[0] treated as zero for halfword</a:t>
            </a:r>
          </a:p>
          <a:p>
            <a:pPr lvl="2">
              <a:lnSpc>
                <a:spcPct val="150000"/>
              </a:lnSpc>
            </a:pPr>
            <a:r>
              <a:rPr lang="en-GB" altLang="en-US" sz="1800" kern="0" dirty="0">
                <a:solidFill>
                  <a:srgbClr val="7030A0"/>
                </a:solidFill>
              </a:rPr>
              <a:t>Load single word instructions rotate right word aligned data transferred by non word-aligned address one, two or three bytes Alignment checking</a:t>
            </a:r>
          </a:p>
          <a:p>
            <a:pPr lvl="1">
              <a:lnSpc>
                <a:spcPct val="150000"/>
              </a:lnSpc>
            </a:pPr>
            <a:r>
              <a:rPr lang="en-GB" altLang="en-US" sz="1800" kern="0" dirty="0">
                <a:solidFill>
                  <a:srgbClr val="7030A0"/>
                </a:solidFill>
              </a:rPr>
              <a:t>Data abort signal indicates alignment fault for attempting unaligned access</a:t>
            </a:r>
          </a:p>
          <a:p>
            <a:pPr lvl="1">
              <a:lnSpc>
                <a:spcPct val="150000"/>
              </a:lnSpc>
            </a:pPr>
            <a:r>
              <a:rPr lang="en-GB" altLang="en-US" sz="1800" kern="0" dirty="0">
                <a:solidFill>
                  <a:srgbClr val="7030A0"/>
                </a:solidFill>
              </a:rPr>
              <a:t>Unaligned access</a:t>
            </a:r>
          </a:p>
          <a:p>
            <a:pPr lvl="1">
              <a:lnSpc>
                <a:spcPct val="150000"/>
              </a:lnSpc>
            </a:pPr>
            <a:r>
              <a:rPr lang="en-GB" altLang="en-US" sz="1800" kern="0" dirty="0">
                <a:solidFill>
                  <a:srgbClr val="7030A0"/>
                </a:solidFill>
              </a:rPr>
              <a:t>Processor uses one or more memory accesses to generate transfer of adjacent bytes transparently to the programmer</a:t>
            </a:r>
          </a:p>
        </p:txBody>
      </p:sp>
    </p:spTree>
    <p:extLst>
      <p:ext uri="{BB962C8B-B14F-4D97-AF65-F5344CB8AC3E}">
        <p14:creationId xmlns:p14="http://schemas.microsoft.com/office/powerpoint/2010/main" val="1460504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BD6AE-34A9-45F3-8180-DF0ECBD8CAF2}"/>
              </a:ext>
            </a:extLst>
          </p:cNvPr>
          <p:cNvSpPr>
            <a:spLocks noGrp="1"/>
          </p:cNvSpPr>
          <p:nvPr>
            <p:ph type="title"/>
          </p:nvPr>
        </p:nvSpPr>
        <p:spPr/>
        <p:txBody>
          <a:bodyPr/>
          <a:lstStyle/>
          <a:p>
            <a:pPr algn="ctr"/>
            <a:r>
              <a:rPr lang="en-GB" altLang="en-US" sz="2400" b="0" dirty="0">
                <a:solidFill>
                  <a:srgbClr val="FF0000"/>
                </a:solidFill>
              </a:rPr>
              <a:t>ARM Data Types </a:t>
            </a:r>
            <a:r>
              <a:rPr lang="en-GB" altLang="en-US" sz="2400" b="0" dirty="0" err="1">
                <a:solidFill>
                  <a:srgbClr val="FF0000"/>
                </a:solidFill>
              </a:rPr>
              <a:t>contnd</a:t>
            </a:r>
            <a:r>
              <a:rPr lang="en-GB" altLang="en-US" sz="2400" b="0" dirty="0">
                <a:solidFill>
                  <a:srgbClr val="FF0000"/>
                </a:solidFill>
              </a:rPr>
              <a:t>.</a:t>
            </a:r>
            <a:endParaRPr lang="en-IN" sz="2400" b="0" dirty="0">
              <a:solidFill>
                <a:srgbClr val="FF0000"/>
              </a:solidFill>
            </a:endParaRPr>
          </a:p>
        </p:txBody>
      </p:sp>
      <p:sp>
        <p:nvSpPr>
          <p:cNvPr id="4" name="Rectangle 3">
            <a:extLst>
              <a:ext uri="{FF2B5EF4-FFF2-40B4-BE49-F238E27FC236}">
                <a16:creationId xmlns:a16="http://schemas.microsoft.com/office/drawing/2014/main" id="{660DF3C0-F95E-437A-9041-6672E7EFB0A4}"/>
              </a:ext>
            </a:extLst>
          </p:cNvPr>
          <p:cNvSpPr txBox="1">
            <a:spLocks noChangeArrowheads="1"/>
          </p:cNvSpPr>
          <p:nvPr/>
        </p:nvSpPr>
        <p:spPr>
          <a:xfrm>
            <a:off x="457200" y="990600"/>
            <a:ext cx="8178800" cy="5638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200000"/>
              </a:lnSpc>
            </a:pPr>
            <a:r>
              <a:rPr lang="en-GB" altLang="en-US" sz="1800" kern="0" dirty="0">
                <a:solidFill>
                  <a:srgbClr val="7030A0"/>
                </a:solidFill>
              </a:rPr>
              <a:t>Unsigned integer interpretation supported for all types</a:t>
            </a:r>
          </a:p>
          <a:p>
            <a:pPr>
              <a:lnSpc>
                <a:spcPct val="200000"/>
              </a:lnSpc>
            </a:pPr>
            <a:r>
              <a:rPr lang="en-GB" altLang="en-US" sz="1800" kern="0" dirty="0">
                <a:solidFill>
                  <a:srgbClr val="7030A0"/>
                </a:solidFill>
              </a:rPr>
              <a:t>Twos-complement signed integer interpretation supported for all types</a:t>
            </a:r>
          </a:p>
          <a:p>
            <a:pPr>
              <a:lnSpc>
                <a:spcPct val="200000"/>
              </a:lnSpc>
            </a:pPr>
            <a:r>
              <a:rPr lang="en-GB" altLang="en-US" sz="1800" kern="0" dirty="0">
                <a:solidFill>
                  <a:srgbClr val="7030A0"/>
                </a:solidFill>
              </a:rPr>
              <a:t>Majority of implementations do not provide floating-point hardware</a:t>
            </a:r>
          </a:p>
          <a:p>
            <a:pPr lvl="1">
              <a:lnSpc>
                <a:spcPct val="200000"/>
              </a:lnSpc>
            </a:pPr>
            <a:r>
              <a:rPr lang="en-GB" altLang="en-US" sz="1800" kern="0" dirty="0">
                <a:solidFill>
                  <a:srgbClr val="7030A0"/>
                </a:solidFill>
              </a:rPr>
              <a:t>Saves power and area</a:t>
            </a:r>
          </a:p>
          <a:p>
            <a:pPr lvl="1">
              <a:lnSpc>
                <a:spcPct val="200000"/>
              </a:lnSpc>
            </a:pPr>
            <a:r>
              <a:rPr lang="en-GB" altLang="en-US" sz="1800" kern="0" dirty="0">
                <a:solidFill>
                  <a:srgbClr val="7030A0"/>
                </a:solidFill>
              </a:rPr>
              <a:t>Floating-point arithmetic implemented in software</a:t>
            </a:r>
          </a:p>
          <a:p>
            <a:pPr lvl="1">
              <a:lnSpc>
                <a:spcPct val="200000"/>
              </a:lnSpc>
            </a:pPr>
            <a:r>
              <a:rPr lang="en-GB" altLang="en-US" sz="1800" kern="0" dirty="0">
                <a:solidFill>
                  <a:srgbClr val="7030A0"/>
                </a:solidFill>
              </a:rPr>
              <a:t>Optional floating-point coprocessor</a:t>
            </a:r>
          </a:p>
          <a:p>
            <a:pPr lvl="1">
              <a:lnSpc>
                <a:spcPct val="200000"/>
              </a:lnSpc>
            </a:pPr>
            <a:r>
              <a:rPr lang="en-GB" altLang="en-US" sz="1800" kern="0" dirty="0">
                <a:solidFill>
                  <a:srgbClr val="7030A0"/>
                </a:solidFill>
              </a:rPr>
              <a:t>Single- and double-precision IEEE 754 floating point data types</a:t>
            </a:r>
          </a:p>
          <a:p>
            <a:pPr lvl="1">
              <a:lnSpc>
                <a:spcPct val="200000"/>
              </a:lnSpc>
            </a:pPr>
            <a:r>
              <a:rPr lang="en-GB" altLang="en-US" sz="1800" kern="0" dirty="0">
                <a:solidFill>
                  <a:srgbClr val="7030A0"/>
                </a:solidFill>
              </a:rPr>
              <a:t> </a:t>
            </a:r>
            <a:r>
              <a:rPr lang="en-US" sz="1800" dirty="0">
                <a:solidFill>
                  <a:srgbClr val="7030A0"/>
                </a:solidFill>
              </a:rPr>
              <a:t>(1) load or store a 32-bit word or an 8-bit unsigned byte, and</a:t>
            </a:r>
          </a:p>
          <a:p>
            <a:pPr lvl="1">
              <a:lnSpc>
                <a:spcPct val="200000"/>
              </a:lnSpc>
            </a:pPr>
            <a:r>
              <a:rPr lang="en-US" sz="1800" dirty="0">
                <a:solidFill>
                  <a:srgbClr val="7030A0"/>
                </a:solidFill>
              </a:rPr>
              <a:t> (2) load or store a 16-bit unsigned halfword, </a:t>
            </a:r>
          </a:p>
          <a:p>
            <a:pPr lvl="1">
              <a:lnSpc>
                <a:spcPct val="200000"/>
              </a:lnSpc>
            </a:pPr>
            <a:r>
              <a:rPr lang="en-US" sz="1800" dirty="0">
                <a:solidFill>
                  <a:srgbClr val="7030A0"/>
                </a:solidFill>
              </a:rPr>
              <a:t>and load and sign extend a 16-bit halfword or an 8-bit byte</a:t>
            </a:r>
            <a:endParaRPr lang="en-GB" altLang="en-US" sz="1800" kern="0" dirty="0">
              <a:solidFill>
                <a:srgbClr val="7030A0"/>
              </a:solidFill>
            </a:endParaRPr>
          </a:p>
          <a:p>
            <a:pPr lvl="1">
              <a:lnSpc>
                <a:spcPct val="200000"/>
              </a:lnSpc>
            </a:pPr>
            <a:endParaRPr lang="en-GB" altLang="en-US" sz="1800" kern="0" dirty="0">
              <a:solidFill>
                <a:srgbClr val="7030A0"/>
              </a:solidFill>
            </a:endParaRPr>
          </a:p>
        </p:txBody>
      </p:sp>
    </p:spTree>
    <p:extLst>
      <p:ext uri="{BB962C8B-B14F-4D97-AF65-F5344CB8AC3E}">
        <p14:creationId xmlns:p14="http://schemas.microsoft.com/office/powerpoint/2010/main" val="4004264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70165-A3B9-4CEC-85E6-40A25F9B4FD9}"/>
              </a:ext>
            </a:extLst>
          </p:cNvPr>
          <p:cNvSpPr>
            <a:spLocks noGrp="1"/>
          </p:cNvSpPr>
          <p:nvPr>
            <p:ph type="title"/>
          </p:nvPr>
        </p:nvSpPr>
        <p:spPr/>
        <p:txBody>
          <a:bodyPr/>
          <a:lstStyle/>
          <a:p>
            <a:pPr algn="ctr"/>
            <a:r>
              <a:rPr lang="en-IN" sz="2400" dirty="0">
                <a:solidFill>
                  <a:srgbClr val="FF0000"/>
                </a:solidFill>
              </a:rPr>
              <a:t>ARM Operation Types</a:t>
            </a:r>
          </a:p>
        </p:txBody>
      </p:sp>
      <p:sp>
        <p:nvSpPr>
          <p:cNvPr id="3" name="Rectangle 2">
            <a:extLst>
              <a:ext uri="{FF2B5EF4-FFF2-40B4-BE49-F238E27FC236}">
                <a16:creationId xmlns:a16="http://schemas.microsoft.com/office/drawing/2014/main" id="{5E528913-DDD5-49BD-98B0-4EE66C245143}"/>
              </a:ext>
            </a:extLst>
          </p:cNvPr>
          <p:cNvSpPr/>
          <p:nvPr/>
        </p:nvSpPr>
        <p:spPr>
          <a:xfrm>
            <a:off x="121492" y="990600"/>
            <a:ext cx="8489108" cy="502701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dirty="0"/>
              <a:t>The ARM architecture provides a large collection of operation types</a:t>
            </a:r>
          </a:p>
          <a:p>
            <a:pPr marL="285750" indent="-285750">
              <a:lnSpc>
                <a:spcPct val="150000"/>
              </a:lnSpc>
              <a:buFont typeface="Wingdings" panose="05000000000000000000" pitchFamily="2" charset="2"/>
              <a:buChar char="q"/>
            </a:pPr>
            <a:r>
              <a:rPr lang="en-US" dirty="0"/>
              <a:t> The following are the principal categories:</a:t>
            </a:r>
          </a:p>
          <a:p>
            <a:pPr marL="285750" indent="-285750">
              <a:lnSpc>
                <a:spcPct val="150000"/>
              </a:lnSpc>
              <a:buFont typeface="Wingdings" panose="05000000000000000000" pitchFamily="2" charset="2"/>
              <a:buChar char="ü"/>
            </a:pPr>
            <a:r>
              <a:rPr lang="en-US" dirty="0"/>
              <a:t> </a:t>
            </a:r>
            <a:r>
              <a:rPr lang="en-IN" dirty="0"/>
              <a:t>Load and store instructions: </a:t>
            </a:r>
            <a:r>
              <a:rPr lang="en-US" dirty="0"/>
              <a:t>only load and store instructions access memory locations; arithmetic and logical instructions are performed only on registers and immediate values encoded in the instruction</a:t>
            </a:r>
          </a:p>
          <a:p>
            <a:pPr marL="285750" indent="-285750">
              <a:lnSpc>
                <a:spcPct val="150000"/>
              </a:lnSpc>
              <a:buFont typeface="Wingdings" panose="05000000000000000000" pitchFamily="2" charset="2"/>
              <a:buChar char="ü"/>
            </a:pPr>
            <a:r>
              <a:rPr lang="en-US" dirty="0"/>
              <a:t>A </a:t>
            </a:r>
            <a:r>
              <a:rPr lang="en-IN" dirty="0"/>
              <a:t>Branch instructions: </a:t>
            </a:r>
            <a:r>
              <a:rPr lang="en-US" dirty="0"/>
              <a:t>Allows a conditional branch forwards or backwards up to 32 MB.</a:t>
            </a:r>
          </a:p>
          <a:p>
            <a:pPr marL="285750" indent="-285750">
              <a:lnSpc>
                <a:spcPct val="150000"/>
              </a:lnSpc>
              <a:buFont typeface="Wingdings" panose="05000000000000000000" pitchFamily="2" charset="2"/>
              <a:buChar char="ü"/>
            </a:pPr>
            <a:r>
              <a:rPr lang="en-US" dirty="0"/>
              <a:t> </a:t>
            </a:r>
            <a:r>
              <a:rPr lang="en-IN" dirty="0"/>
              <a:t>Data-processing instructions:</a:t>
            </a:r>
            <a:r>
              <a:rPr lang="en-US" dirty="0"/>
              <a:t>includes logical instructions (AND, OR, XOR), add and subtract instructions, and test and compare instructions</a:t>
            </a:r>
          </a:p>
          <a:p>
            <a:pPr marL="285750" indent="-285750">
              <a:lnSpc>
                <a:spcPct val="150000"/>
              </a:lnSpc>
              <a:buFont typeface="Wingdings" panose="05000000000000000000" pitchFamily="2" charset="2"/>
              <a:buChar char="ü"/>
            </a:pPr>
            <a:r>
              <a:rPr lang="en-US" dirty="0"/>
              <a:t> </a:t>
            </a:r>
            <a:r>
              <a:rPr lang="en-IN" dirty="0"/>
              <a:t>Multiply instructions: </a:t>
            </a:r>
            <a:r>
              <a:rPr lang="en-US" dirty="0"/>
              <a:t>The integer multiply instructions operate on word or halfword operands and can produce normal or long results</a:t>
            </a:r>
          </a:p>
          <a:p>
            <a:pPr>
              <a:lnSpc>
                <a:spcPct val="150000"/>
              </a:lnSpc>
            </a:pPr>
            <a:endParaRPr lang="en-IN" dirty="0"/>
          </a:p>
        </p:txBody>
      </p:sp>
    </p:spTree>
    <p:extLst>
      <p:ext uri="{BB962C8B-B14F-4D97-AF65-F5344CB8AC3E}">
        <p14:creationId xmlns:p14="http://schemas.microsoft.com/office/powerpoint/2010/main" val="964695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70165-A3B9-4CEC-85E6-40A25F9B4FD9}"/>
              </a:ext>
            </a:extLst>
          </p:cNvPr>
          <p:cNvSpPr>
            <a:spLocks noGrp="1"/>
          </p:cNvSpPr>
          <p:nvPr>
            <p:ph type="title"/>
          </p:nvPr>
        </p:nvSpPr>
        <p:spPr/>
        <p:txBody>
          <a:bodyPr/>
          <a:lstStyle/>
          <a:p>
            <a:pPr algn="ctr"/>
            <a:r>
              <a:rPr lang="en-IN" sz="2800" dirty="0">
                <a:solidFill>
                  <a:srgbClr val="FF0000"/>
                </a:solidFill>
              </a:rPr>
              <a:t>ARM Operation Types </a:t>
            </a:r>
            <a:r>
              <a:rPr lang="en-IN" sz="2800" dirty="0" err="1">
                <a:solidFill>
                  <a:srgbClr val="FF0000"/>
                </a:solidFill>
              </a:rPr>
              <a:t>contnd</a:t>
            </a:r>
            <a:r>
              <a:rPr lang="en-IN" sz="2800" dirty="0">
                <a:solidFill>
                  <a:srgbClr val="FF0000"/>
                </a:solidFill>
              </a:rPr>
              <a:t>. </a:t>
            </a:r>
          </a:p>
        </p:txBody>
      </p:sp>
      <p:sp>
        <p:nvSpPr>
          <p:cNvPr id="4" name="TextBox 3">
            <a:extLst>
              <a:ext uri="{FF2B5EF4-FFF2-40B4-BE49-F238E27FC236}">
                <a16:creationId xmlns:a16="http://schemas.microsoft.com/office/drawing/2014/main" id="{DC8D7629-D918-4FA3-98D3-D9C4C8EDA2EA}"/>
              </a:ext>
            </a:extLst>
          </p:cNvPr>
          <p:cNvSpPr txBox="1"/>
          <p:nvPr/>
        </p:nvSpPr>
        <p:spPr>
          <a:xfrm>
            <a:off x="121493" y="1066800"/>
            <a:ext cx="8641507" cy="4305730"/>
          </a:xfrm>
          <a:prstGeom prst="rect">
            <a:avLst/>
          </a:prstGeom>
          <a:noFill/>
        </p:spPr>
        <p:txBody>
          <a:bodyPr wrap="square" rtlCol="0">
            <a:spAutoFit/>
          </a:bodyPr>
          <a:lstStyle/>
          <a:p>
            <a:pPr marL="285750" indent="-285750">
              <a:lnSpc>
                <a:spcPct val="200000"/>
              </a:lnSpc>
              <a:buFont typeface="Wingdings" panose="05000000000000000000" pitchFamily="2" charset="2"/>
              <a:buChar char="ü"/>
            </a:pPr>
            <a:r>
              <a:rPr lang="en-US" sz="2000" dirty="0">
                <a:solidFill>
                  <a:srgbClr val="7030A0"/>
                </a:solidFill>
              </a:rPr>
              <a:t> Parallel addition and subtraction instructions</a:t>
            </a:r>
          </a:p>
          <a:p>
            <a:pPr marL="285750" indent="-285750">
              <a:lnSpc>
                <a:spcPct val="200000"/>
              </a:lnSpc>
              <a:buFont typeface="Wingdings" panose="05000000000000000000" pitchFamily="2" charset="2"/>
              <a:buChar char="ü"/>
            </a:pPr>
            <a:r>
              <a:rPr lang="en-US" sz="2000" dirty="0">
                <a:solidFill>
                  <a:srgbClr val="7030A0"/>
                </a:solidFill>
              </a:rPr>
              <a:t> Extend instructions: There are several instructions for unpacking data by sign or zero extending bytes to halfwords or words, and halfwords to words. </a:t>
            </a:r>
          </a:p>
          <a:p>
            <a:pPr marL="285750" indent="-285750">
              <a:lnSpc>
                <a:spcPct val="200000"/>
              </a:lnSpc>
              <a:buFont typeface="Wingdings" panose="05000000000000000000" pitchFamily="2" charset="2"/>
              <a:buChar char="ü"/>
            </a:pPr>
            <a:r>
              <a:rPr lang="en-US" sz="2000" dirty="0">
                <a:solidFill>
                  <a:srgbClr val="7030A0"/>
                </a:solidFill>
              </a:rPr>
              <a:t> Status register access instructions: ARM provides the ability to read and also to write portions of the status register.</a:t>
            </a:r>
          </a:p>
          <a:p>
            <a:pPr marL="285750" indent="-285750">
              <a:lnSpc>
                <a:spcPct val="200000"/>
              </a:lnSpc>
              <a:buFont typeface="Wingdings" panose="05000000000000000000" pitchFamily="2" charset="2"/>
              <a:buChar char="ü"/>
            </a:pPr>
            <a:endParaRPr lang="en-IN" sz="2000" dirty="0">
              <a:solidFill>
                <a:srgbClr val="7030A0"/>
              </a:solidFill>
            </a:endParaRPr>
          </a:p>
        </p:txBody>
      </p:sp>
    </p:spTree>
    <p:extLst>
      <p:ext uri="{BB962C8B-B14F-4D97-AF65-F5344CB8AC3E}">
        <p14:creationId xmlns:p14="http://schemas.microsoft.com/office/powerpoint/2010/main" val="1569403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sz="3200" b="0" dirty="0">
                <a:solidFill>
                  <a:srgbClr val="FF0000"/>
                </a:solidFill>
                <a:ea typeface="SimSun" pitchFamily="2" charset="-122"/>
              </a:rPr>
              <a:t>ARM Condition Codes</a:t>
            </a:r>
            <a:endParaRPr lang="en-US" sz="3200" b="0" dirty="0">
              <a:solidFill>
                <a:srgbClr val="FF0000"/>
              </a:solidFill>
            </a:endParaRPr>
          </a:p>
        </p:txBody>
      </p:sp>
      <p:sp>
        <p:nvSpPr>
          <p:cNvPr id="3" name="Rectangle 3"/>
          <p:cNvSpPr txBox="1">
            <a:spLocks noChangeArrowheads="1"/>
          </p:cNvSpPr>
          <p:nvPr/>
        </p:nvSpPr>
        <p:spPr>
          <a:xfrm>
            <a:off x="457200" y="990600"/>
            <a:ext cx="82296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US" altLang="zh-CN" sz="2400" kern="0" dirty="0">
                <a:solidFill>
                  <a:srgbClr val="7030A0"/>
                </a:solidFill>
                <a:ea typeface="SimSun" pitchFamily="2" charset="-122"/>
              </a:rPr>
              <a:t>Condition code flags</a:t>
            </a:r>
          </a:p>
          <a:p>
            <a:pPr>
              <a:lnSpc>
                <a:spcPct val="150000"/>
              </a:lnSpc>
            </a:pPr>
            <a:r>
              <a:rPr lang="en-US" altLang="zh-CN" sz="2400" kern="0" dirty="0">
                <a:solidFill>
                  <a:srgbClr val="7030A0"/>
                </a:solidFill>
                <a:ea typeface="SimSun" pitchFamily="2" charset="-122"/>
              </a:rPr>
              <a:t>Condition code register / status register</a:t>
            </a:r>
          </a:p>
          <a:p>
            <a:pPr>
              <a:lnSpc>
                <a:spcPct val="150000"/>
              </a:lnSpc>
            </a:pPr>
            <a:r>
              <a:rPr lang="en-US" altLang="zh-CN" sz="2400" kern="0" dirty="0">
                <a:solidFill>
                  <a:srgbClr val="7030A0"/>
                </a:solidFill>
                <a:ea typeface="SimSun" pitchFamily="2" charset="-122"/>
              </a:rPr>
              <a:t>N (negative)</a:t>
            </a:r>
          </a:p>
          <a:p>
            <a:pPr>
              <a:lnSpc>
                <a:spcPct val="150000"/>
              </a:lnSpc>
            </a:pPr>
            <a:r>
              <a:rPr lang="en-US" altLang="zh-CN" sz="2400" kern="0" dirty="0">
                <a:solidFill>
                  <a:srgbClr val="7030A0"/>
                </a:solidFill>
                <a:ea typeface="SimSun" pitchFamily="2" charset="-122"/>
              </a:rPr>
              <a:t>Z (zero)</a:t>
            </a:r>
          </a:p>
          <a:p>
            <a:pPr>
              <a:lnSpc>
                <a:spcPct val="150000"/>
              </a:lnSpc>
            </a:pPr>
            <a:r>
              <a:rPr lang="en-US" altLang="zh-CN" sz="2400" kern="0" dirty="0">
                <a:solidFill>
                  <a:srgbClr val="7030A0"/>
                </a:solidFill>
                <a:ea typeface="SimSun" pitchFamily="2" charset="-122"/>
              </a:rPr>
              <a:t>V (overflow)</a:t>
            </a:r>
          </a:p>
          <a:p>
            <a:pPr>
              <a:lnSpc>
                <a:spcPct val="150000"/>
              </a:lnSpc>
            </a:pPr>
            <a:r>
              <a:rPr lang="en-US" altLang="zh-CN" sz="2400" kern="0" dirty="0">
                <a:solidFill>
                  <a:srgbClr val="7030A0"/>
                </a:solidFill>
                <a:ea typeface="SimSun" pitchFamily="2" charset="-122"/>
              </a:rPr>
              <a:t>C (carry)</a:t>
            </a:r>
          </a:p>
          <a:p>
            <a:pPr>
              <a:lnSpc>
                <a:spcPct val="150000"/>
              </a:lnSpc>
            </a:pPr>
            <a:r>
              <a:rPr lang="en-US" altLang="zh-CN" sz="2400" kern="0" dirty="0">
                <a:solidFill>
                  <a:srgbClr val="7030A0"/>
                </a:solidFill>
                <a:ea typeface="SimSun" pitchFamily="2" charset="-122"/>
              </a:rPr>
              <a:t>Different instructions affect different flags</a:t>
            </a:r>
          </a:p>
        </p:txBody>
      </p:sp>
      <p:pic>
        <p:nvPicPr>
          <p:cNvPr id="4" name="Picture 3">
            <a:extLst>
              <a:ext uri="{FF2B5EF4-FFF2-40B4-BE49-F238E27FC236}">
                <a16:creationId xmlns:a16="http://schemas.microsoft.com/office/drawing/2014/main" id="{90252AE0-62CD-49BE-A5F2-570B0725EDD3}"/>
              </a:ext>
            </a:extLst>
          </p:cNvPr>
          <p:cNvPicPr>
            <a:picLocks noChangeAspect="1"/>
          </p:cNvPicPr>
          <p:nvPr/>
        </p:nvPicPr>
        <p:blipFill>
          <a:blip r:embed="rId3"/>
          <a:stretch>
            <a:fillRect/>
          </a:stretch>
        </p:blipFill>
        <p:spPr>
          <a:xfrm>
            <a:off x="969579" y="5535424"/>
            <a:ext cx="6753225" cy="847725"/>
          </a:xfrm>
          <a:prstGeom prst="rect">
            <a:avLst/>
          </a:prstGeom>
        </p:spPr>
      </p:pic>
      <p:sp>
        <p:nvSpPr>
          <p:cNvPr id="5" name="Rectangle 4">
            <a:extLst>
              <a:ext uri="{FF2B5EF4-FFF2-40B4-BE49-F238E27FC236}">
                <a16:creationId xmlns:a16="http://schemas.microsoft.com/office/drawing/2014/main" id="{4891283B-A990-473C-A323-6E6AE9000D86}"/>
              </a:ext>
            </a:extLst>
          </p:cNvPr>
          <p:cNvSpPr/>
          <p:nvPr/>
        </p:nvSpPr>
        <p:spPr>
          <a:xfrm>
            <a:off x="664779" y="5166092"/>
            <a:ext cx="5486400" cy="369332"/>
          </a:xfrm>
          <a:prstGeom prst="rect">
            <a:avLst/>
          </a:prstGeom>
        </p:spPr>
        <p:txBody>
          <a:bodyPr wrap="square">
            <a:spAutoFit/>
          </a:bodyPr>
          <a:lstStyle/>
          <a:p>
            <a:r>
              <a:rPr lang="en-US" dirty="0">
                <a:solidFill>
                  <a:srgbClr val="7030A0"/>
                </a:solidFill>
              </a:rPr>
              <a:t>The Current Program Status Register (CPSR)</a:t>
            </a:r>
            <a:endParaRPr lang="en-IN" dirty="0">
              <a:solidFill>
                <a:srgbClr val="7030A0"/>
              </a:solidFill>
            </a:endParaRPr>
          </a:p>
        </p:txBody>
      </p:sp>
    </p:spTree>
    <p:extLst>
      <p:ext uri="{BB962C8B-B14F-4D97-AF65-F5344CB8AC3E}">
        <p14:creationId xmlns:p14="http://schemas.microsoft.com/office/powerpoint/2010/main" val="2426628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sz="3200" b="0" dirty="0">
                <a:solidFill>
                  <a:srgbClr val="FF0000"/>
                </a:solidFill>
                <a:ea typeface="SimSun" pitchFamily="2" charset="-122"/>
              </a:rPr>
              <a:t>Using Registers</a:t>
            </a:r>
            <a:endParaRPr lang="en-US" sz="3200" b="0" dirty="0">
              <a:solidFill>
                <a:srgbClr val="FF0000"/>
              </a:solidFill>
            </a:endParaRPr>
          </a:p>
        </p:txBody>
      </p:sp>
      <p:sp>
        <p:nvSpPr>
          <p:cNvPr id="3" name="Rectangle 3"/>
          <p:cNvSpPr txBox="1">
            <a:spLocks noChangeArrowheads="1"/>
          </p:cNvSpPr>
          <p:nvPr/>
        </p:nvSpPr>
        <p:spPr>
          <a:xfrm>
            <a:off x="103100" y="1066800"/>
            <a:ext cx="86868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457200" indent="-457200">
              <a:lnSpc>
                <a:spcPct val="150000"/>
              </a:lnSpc>
              <a:buFont typeface="Wingdings" panose="05000000000000000000" pitchFamily="2" charset="2"/>
              <a:buChar char="q"/>
            </a:pPr>
            <a:r>
              <a:rPr lang="en-US" altLang="zh-CN" sz="2000" kern="0" dirty="0">
                <a:solidFill>
                  <a:srgbClr val="7030A0"/>
                </a:solidFill>
                <a:ea typeface="SimSun" pitchFamily="2" charset="-122"/>
              </a:rPr>
              <a:t>Registers are faster </a:t>
            </a:r>
          </a:p>
          <a:p>
            <a:pPr marL="457200" indent="-457200">
              <a:lnSpc>
                <a:spcPct val="150000"/>
              </a:lnSpc>
              <a:buFont typeface="Wingdings" panose="05000000000000000000" pitchFamily="2" charset="2"/>
              <a:buChar char="q"/>
            </a:pPr>
            <a:r>
              <a:rPr lang="en-US" altLang="zh-CN" sz="2000" kern="0" dirty="0">
                <a:solidFill>
                  <a:srgbClr val="7030A0"/>
                </a:solidFill>
                <a:ea typeface="SimSun" pitchFamily="2" charset="-122"/>
              </a:rPr>
              <a:t> Shorter instructions</a:t>
            </a:r>
          </a:p>
          <a:p>
            <a:pPr lvl="2">
              <a:lnSpc>
                <a:spcPct val="150000"/>
              </a:lnSpc>
            </a:pPr>
            <a:r>
              <a:rPr lang="en-US" altLang="zh-CN" sz="2000" kern="0" dirty="0">
                <a:solidFill>
                  <a:srgbClr val="7030A0"/>
                </a:solidFill>
                <a:ea typeface="SimSun" pitchFamily="2" charset="-122"/>
              </a:rPr>
              <a:t>The number of registers is smaller (e.g. 32 registers need 5 bits)</a:t>
            </a:r>
          </a:p>
          <a:p>
            <a:pPr lvl="1">
              <a:lnSpc>
                <a:spcPct val="150000"/>
              </a:lnSpc>
              <a:buFont typeface="Wingdings" panose="05000000000000000000" pitchFamily="2" charset="2"/>
              <a:buChar char="q"/>
            </a:pPr>
            <a:r>
              <a:rPr lang="en-US" altLang="zh-CN" sz="2000" kern="0" dirty="0">
                <a:solidFill>
                  <a:srgbClr val="7030A0"/>
                </a:solidFill>
                <a:ea typeface="SimSun" pitchFamily="2" charset="-122"/>
              </a:rPr>
              <a:t> Potential speedup</a:t>
            </a:r>
          </a:p>
          <a:p>
            <a:pPr lvl="1">
              <a:lnSpc>
                <a:spcPct val="150000"/>
              </a:lnSpc>
              <a:buFont typeface="Wingdings" panose="05000000000000000000" pitchFamily="2" charset="2"/>
              <a:buChar char="q"/>
            </a:pPr>
            <a:r>
              <a:rPr lang="en-US" altLang="zh-CN" sz="2000" kern="0" dirty="0">
                <a:solidFill>
                  <a:srgbClr val="7030A0"/>
                </a:solidFill>
                <a:ea typeface="SimSun" pitchFamily="2" charset="-122"/>
              </a:rPr>
              <a:t> Minimize the frequency with which data is moved back and forth between the memory and processor registers.</a:t>
            </a:r>
          </a:p>
        </p:txBody>
      </p:sp>
    </p:spTree>
    <p:extLst>
      <p:ext uri="{BB962C8B-B14F-4D97-AF65-F5344CB8AC3E}">
        <p14:creationId xmlns:p14="http://schemas.microsoft.com/office/powerpoint/2010/main" val="2382209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400" b="0" dirty="0">
                <a:solidFill>
                  <a:srgbClr val="FF0000"/>
                </a:solidFill>
              </a:rPr>
              <a:t>Conditional Branch Instructions</a:t>
            </a:r>
          </a:p>
        </p:txBody>
      </p:sp>
      <p:sp>
        <p:nvSpPr>
          <p:cNvPr id="3" name="Rectangle 3"/>
          <p:cNvSpPr txBox="1">
            <a:spLocks noChangeArrowheads="1"/>
          </p:cNvSpPr>
          <p:nvPr/>
        </p:nvSpPr>
        <p:spPr>
          <a:xfrm>
            <a:off x="457200" y="1719263"/>
            <a:ext cx="8229600" cy="2217737"/>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0" marR="0" lvl="0" indent="0" algn="l" defTabSz="913138" rtl="0" eaLnBrk="1" fontAlgn="base" latinLnBrk="0" hangingPunct="1">
              <a:lnSpc>
                <a:spcPct val="100000"/>
              </a:lnSpc>
              <a:spcBef>
                <a:spcPct val="0"/>
              </a:spcBef>
              <a:spcAft>
                <a:spcPct val="0"/>
              </a:spcAft>
              <a:buClr>
                <a:srgbClr val="002960"/>
              </a:buClr>
              <a:buSzTx/>
              <a:buFontTx/>
              <a:buNone/>
              <a:tabLst/>
              <a:defRPr/>
            </a:pPr>
            <a:r>
              <a:rPr kumimoji="0" lang="en-US" sz="1600" b="0" i="0" u="none" strike="noStrike" kern="0" cap="none" spc="0" normalizeH="0" baseline="0" noProof="0">
                <a:ln>
                  <a:noFill/>
                </a:ln>
                <a:solidFill>
                  <a:srgbClr val="000000"/>
                </a:solidFill>
                <a:effectLst/>
                <a:uLnTx/>
                <a:uFillTx/>
                <a:latin typeface="Arial"/>
                <a:ea typeface="ＭＳ Ｐゴシック"/>
                <a:cs typeface="+mn-cs"/>
              </a:rPr>
              <a:t>Example:</a:t>
            </a:r>
          </a:p>
          <a:p>
            <a:pPr marL="197523" marR="0" lvl="1" indent="-195905" algn="l" defTabSz="913138" rtl="0" eaLnBrk="1" fontAlgn="base" latinLnBrk="0" hangingPunct="1">
              <a:lnSpc>
                <a:spcPct val="100000"/>
              </a:lnSpc>
              <a:spcBef>
                <a:spcPct val="0"/>
              </a:spcBef>
              <a:spcAft>
                <a:spcPct val="0"/>
              </a:spcAft>
              <a:buClr>
                <a:srgbClr val="002960"/>
              </a:buClr>
              <a:buSzPct val="125000"/>
              <a:buFont typeface="Arial" charset="0"/>
              <a:buChar char="▪"/>
              <a:tabLst/>
              <a:defRPr/>
            </a:pPr>
            <a:r>
              <a:rPr kumimoji="0" lang="en-US" sz="1600" b="0" i="0" u="none" strike="noStrike" kern="0" cap="none" spc="0" normalizeH="0" baseline="0" noProof="0">
                <a:ln>
                  <a:noFill/>
                </a:ln>
                <a:solidFill>
                  <a:srgbClr val="FCB017"/>
                </a:solidFill>
                <a:effectLst/>
                <a:uLnTx/>
                <a:uFillTx/>
                <a:latin typeface="Arial"/>
                <a:ea typeface="ＭＳ Ｐゴシック"/>
                <a:cs typeface="+mn-cs"/>
              </a:rPr>
              <a:t>A</a:t>
            </a:r>
            <a:r>
              <a:rPr kumimoji="0" lang="en-US" sz="1600" b="0" i="0" u="none" strike="noStrike" kern="0" cap="none" spc="0" normalizeH="0" baseline="0" noProof="0">
                <a:ln>
                  <a:noFill/>
                </a:ln>
                <a:solidFill>
                  <a:srgbClr val="000000"/>
                </a:solidFill>
                <a:effectLst/>
                <a:uLnTx/>
                <a:uFillTx/>
                <a:latin typeface="Arial"/>
                <a:ea typeface="ＭＳ Ｐゴシック"/>
                <a:cs typeface="+mn-cs"/>
              </a:rPr>
              <a:t>:  1 1 1 1 0 0 0 0</a:t>
            </a:r>
          </a:p>
          <a:p>
            <a:pPr marL="197523" marR="0" lvl="1" indent="-195905" algn="l" defTabSz="913138" rtl="0" eaLnBrk="1" fontAlgn="base" latinLnBrk="0" hangingPunct="1">
              <a:lnSpc>
                <a:spcPct val="100000"/>
              </a:lnSpc>
              <a:spcBef>
                <a:spcPct val="0"/>
              </a:spcBef>
              <a:spcAft>
                <a:spcPct val="0"/>
              </a:spcAft>
              <a:buClr>
                <a:srgbClr val="002960"/>
              </a:buClr>
              <a:buSzPct val="125000"/>
              <a:buFont typeface="Arial" charset="0"/>
              <a:buChar char="▪"/>
              <a:tabLst/>
              <a:defRPr/>
            </a:pPr>
            <a:r>
              <a:rPr kumimoji="0" lang="en-US" sz="1600" b="0" i="0" u="none" strike="noStrike" kern="0" cap="none" spc="0" normalizeH="0" baseline="0" noProof="0">
                <a:ln>
                  <a:noFill/>
                </a:ln>
                <a:solidFill>
                  <a:srgbClr val="FCB017"/>
                </a:solidFill>
                <a:effectLst/>
                <a:uLnTx/>
                <a:uFillTx/>
                <a:latin typeface="Arial"/>
                <a:ea typeface="ＭＳ Ｐゴシック"/>
                <a:cs typeface="+mn-cs"/>
              </a:rPr>
              <a:t>B</a:t>
            </a:r>
            <a:r>
              <a:rPr kumimoji="0" lang="en-US" sz="1600" b="0" i="0" u="none" strike="noStrike" kern="0" cap="none" spc="0" normalizeH="0" baseline="0" noProof="0">
                <a:ln>
                  <a:noFill/>
                </a:ln>
                <a:solidFill>
                  <a:srgbClr val="000000"/>
                </a:solidFill>
                <a:effectLst/>
                <a:uLnTx/>
                <a:uFillTx/>
                <a:latin typeface="Arial"/>
                <a:ea typeface="ＭＳ Ｐゴシック"/>
                <a:cs typeface="+mn-cs"/>
              </a:rPr>
              <a:t>:  0 0 0 1 0 1 0 0</a:t>
            </a:r>
          </a:p>
        </p:txBody>
      </p:sp>
      <p:sp>
        <p:nvSpPr>
          <p:cNvPr id="4" name="Text Box 4"/>
          <p:cNvSpPr txBox="1">
            <a:spLocks noChangeArrowheads="1"/>
          </p:cNvSpPr>
          <p:nvPr/>
        </p:nvSpPr>
        <p:spPr bwMode="auto">
          <a:xfrm>
            <a:off x="4572000" y="1628775"/>
            <a:ext cx="3060700"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A</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      </a:t>
            </a:r>
            <a:r>
              <a:rPr kumimoji="0" lang="en-US" sz="2000" b="1" i="0" u="none" strike="noStrike" kern="1200" cap="none" spc="0" normalizeH="0" baseline="0" noProof="0">
                <a:ln>
                  <a:noFill/>
                </a:ln>
                <a:solidFill>
                  <a:srgbClr val="000000"/>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1 1 1 1 0 0 0 0</a:t>
            </a:r>
          </a:p>
        </p:txBody>
      </p:sp>
      <p:sp>
        <p:nvSpPr>
          <p:cNvPr id="5" name="Text Box 5"/>
          <p:cNvSpPr txBox="1">
            <a:spLocks noChangeArrowheads="1"/>
          </p:cNvSpPr>
          <p:nvPr/>
        </p:nvSpPr>
        <p:spPr bwMode="auto">
          <a:xfrm>
            <a:off x="4572000" y="2168525"/>
            <a:ext cx="3060700"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a:t>
            </a:r>
            <a:r>
              <a:rPr kumimoji="0" lang="en-US" sz="2400" b="1" i="0" u="none" strike="noStrike" kern="1200" cap="none" spc="0" normalizeH="0" baseline="0" noProof="0">
                <a:ln>
                  <a:noFill/>
                </a:ln>
                <a:solidFill>
                  <a:srgbClr val="76C2E5"/>
                </a:solidFill>
                <a:effectLst/>
                <a:uLnTx/>
                <a:uFillTx/>
                <a:latin typeface="Arial"/>
                <a:ea typeface="ＭＳ Ｐゴシック"/>
                <a:cs typeface="Arial" pitchFamily="34" charset="0"/>
              </a:rPr>
              <a:t>−B</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a:t>
            </a:r>
            <a:r>
              <a:rPr kumimoji="0" lang="en-US" sz="2400" b="1" i="0" u="none" strike="noStrike" kern="1200" cap="none" spc="0" normalizeH="0" baseline="0" noProof="0">
                <a:ln>
                  <a:noFill/>
                </a:ln>
                <a:solidFill>
                  <a:srgbClr val="76C2E5"/>
                </a:solidFill>
                <a:effectLst/>
                <a:uLnTx/>
                <a:uFillTx/>
                <a:latin typeface="Arial"/>
                <a:ea typeface="ＭＳ Ｐゴシック"/>
                <a:cs typeface="Arial" pitchFamily="34" charset="0"/>
              </a:rPr>
              <a:t>  1 1 1 0 1 1 0 0</a:t>
            </a:r>
          </a:p>
        </p:txBody>
      </p:sp>
      <p:sp>
        <p:nvSpPr>
          <p:cNvPr id="6" name="Line 6"/>
          <p:cNvSpPr>
            <a:spLocks noChangeShapeType="1"/>
          </p:cNvSpPr>
          <p:nvPr/>
        </p:nvSpPr>
        <p:spPr bwMode="auto">
          <a:xfrm>
            <a:off x="4572000" y="2708275"/>
            <a:ext cx="3060700" cy="0"/>
          </a:xfrm>
          <a:prstGeom prst="line">
            <a:avLst/>
          </a:prstGeom>
          <a:noFill/>
          <a:ln w="28575">
            <a:solidFill>
              <a:schemeClr val="tx1"/>
            </a:solidFill>
            <a:round/>
            <a:headEnd/>
            <a:tailEnd/>
          </a:ln>
        </p:spPr>
        <p:txBody>
          <a:bodyPr lIns="0" tIns="0" rIns="0" bIns="0" anchor="ctr">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a:cs typeface="+mn-cs"/>
            </a:endParaRPr>
          </a:p>
        </p:txBody>
      </p:sp>
      <p:sp>
        <p:nvSpPr>
          <p:cNvPr id="7" name="Text Box 7"/>
          <p:cNvSpPr txBox="1">
            <a:spLocks noChangeArrowheads="1"/>
          </p:cNvSpPr>
          <p:nvPr/>
        </p:nvSpPr>
        <p:spPr bwMode="auto">
          <a:xfrm>
            <a:off x="4572000" y="2708275"/>
            <a:ext cx="3060700"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          </a:t>
            </a:r>
            <a:r>
              <a:rPr kumimoji="0" lang="en-US" sz="2000" b="1" i="0" u="none" strike="noStrike" kern="1200" cap="none" spc="0" normalizeH="0" baseline="0" noProof="0">
                <a:ln>
                  <a:noFill/>
                </a:ln>
                <a:solidFill>
                  <a:srgbClr val="000000"/>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1 1 0 1 1 1 0 0</a:t>
            </a:r>
          </a:p>
        </p:txBody>
      </p:sp>
      <p:sp>
        <p:nvSpPr>
          <p:cNvPr id="8" name="Text Box 8"/>
          <p:cNvSpPr txBox="1">
            <a:spLocks noChangeArrowheads="1"/>
          </p:cNvSpPr>
          <p:nvPr/>
        </p:nvSpPr>
        <p:spPr bwMode="auto">
          <a:xfrm>
            <a:off x="4751388" y="3608388"/>
            <a:ext cx="900112"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C </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1</a:t>
            </a:r>
            <a:endPar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endParaRPr>
          </a:p>
        </p:txBody>
      </p:sp>
      <p:cxnSp>
        <p:nvCxnSpPr>
          <p:cNvPr id="9" name="AutoShape 9"/>
          <p:cNvCxnSpPr>
            <a:cxnSpLocks noChangeShapeType="1"/>
            <a:endCxn id="8" idx="0"/>
          </p:cNvCxnSpPr>
          <p:nvPr/>
        </p:nvCxnSpPr>
        <p:spPr bwMode="auto">
          <a:xfrm rot="10800000" flipV="1">
            <a:off x="5202238" y="2798763"/>
            <a:ext cx="449262" cy="809625"/>
          </a:xfrm>
          <a:prstGeom prst="curvedConnector2">
            <a:avLst/>
          </a:prstGeom>
          <a:noFill/>
          <a:ln w="38100">
            <a:solidFill>
              <a:schemeClr val="accent1"/>
            </a:solidFill>
            <a:round/>
            <a:headEnd/>
            <a:tailEnd type="triangle" w="lg" len="lg"/>
          </a:ln>
        </p:spPr>
      </p:cxnSp>
      <p:sp>
        <p:nvSpPr>
          <p:cNvPr id="10" name="Text Box 10"/>
          <p:cNvSpPr txBox="1">
            <a:spLocks noChangeArrowheads="1"/>
          </p:cNvSpPr>
          <p:nvPr/>
        </p:nvSpPr>
        <p:spPr bwMode="auto">
          <a:xfrm>
            <a:off x="5292725" y="4149725"/>
            <a:ext cx="900113"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76C2E5"/>
                </a:solidFill>
                <a:effectLst/>
                <a:uLnTx/>
                <a:uFillTx/>
                <a:latin typeface="Arial"/>
                <a:ea typeface="ＭＳ Ｐゴシック"/>
                <a:cs typeface="Arial" pitchFamily="34" charset="0"/>
              </a:rPr>
              <a:t>S</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76C2E5"/>
                </a:solidFill>
                <a:effectLst/>
                <a:uLnTx/>
                <a:uFillTx/>
                <a:latin typeface="Arial"/>
                <a:ea typeface="ＭＳ Ｐゴシック"/>
                <a:cs typeface="Arial" pitchFamily="34" charset="0"/>
              </a:rPr>
              <a:t>1</a:t>
            </a:r>
          </a:p>
        </p:txBody>
      </p:sp>
      <p:sp>
        <p:nvSpPr>
          <p:cNvPr id="11" name="Line 11"/>
          <p:cNvSpPr>
            <a:spLocks noChangeShapeType="1"/>
          </p:cNvSpPr>
          <p:nvPr/>
        </p:nvSpPr>
        <p:spPr bwMode="auto">
          <a:xfrm>
            <a:off x="5732463" y="3249613"/>
            <a:ext cx="0" cy="900112"/>
          </a:xfrm>
          <a:prstGeom prst="line">
            <a:avLst/>
          </a:prstGeom>
          <a:noFill/>
          <a:ln w="38100">
            <a:solidFill>
              <a:schemeClr val="accent2"/>
            </a:solidFill>
            <a:round/>
            <a:headEnd/>
            <a:tailEnd type="triangle" w="lg" len="lg"/>
          </a:ln>
        </p:spPr>
        <p:txBody>
          <a:bodyPr lIns="0" tIns="0" rIns="0" bIns="0" anchor="ctr">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a:cs typeface="+mn-cs"/>
            </a:endParaRPr>
          </a:p>
        </p:txBody>
      </p:sp>
      <p:sp>
        <p:nvSpPr>
          <p:cNvPr id="12" name="Text Box 12"/>
          <p:cNvSpPr txBox="1">
            <a:spLocks noChangeArrowheads="1"/>
          </p:cNvSpPr>
          <p:nvPr/>
        </p:nvSpPr>
        <p:spPr bwMode="auto">
          <a:xfrm>
            <a:off x="5292725" y="4689475"/>
            <a:ext cx="900113"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CC00FF"/>
                </a:solidFill>
                <a:effectLst/>
                <a:uLnTx/>
                <a:uFillTx/>
                <a:latin typeface="Arial"/>
                <a:ea typeface="ＭＳ Ｐゴシック"/>
                <a:cs typeface="Arial" pitchFamily="34" charset="0"/>
              </a:rPr>
              <a:t>V</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CC00FF"/>
                </a:solidFill>
                <a:effectLst/>
                <a:uLnTx/>
                <a:uFillTx/>
                <a:latin typeface="Arial"/>
                <a:ea typeface="ＭＳ Ｐゴシック"/>
                <a:cs typeface="Arial" pitchFamily="34" charset="0"/>
              </a:rPr>
              <a:t>0</a:t>
            </a:r>
          </a:p>
        </p:txBody>
      </p:sp>
      <p:sp>
        <p:nvSpPr>
          <p:cNvPr id="13" name="Text Box 13"/>
          <p:cNvSpPr txBox="1">
            <a:spLocks noChangeArrowheads="1"/>
          </p:cNvSpPr>
          <p:nvPr/>
        </p:nvSpPr>
        <p:spPr bwMode="auto">
          <a:xfrm>
            <a:off x="6372225" y="3608388"/>
            <a:ext cx="900113" cy="539750"/>
          </a:xfrm>
          <a:prstGeom prst="rect">
            <a:avLst/>
          </a:prstGeom>
          <a:noFill/>
          <a:ln w="28575" algn="ctr">
            <a:noFill/>
            <a:miter lim="800000"/>
            <a:headEnd/>
            <a:tailEnd/>
          </a:ln>
        </p:spPr>
        <p:txBody>
          <a:bodyPr lIns="0" tIns="0" rIns="0" bIns="0" anchor="ctr"/>
          <a:lstStyle/>
          <a:p>
            <a:pPr marL="0" marR="0" lvl="0" indent="0" algn="l" defTabSz="914012" rtl="0" eaLnBrk="0" fontAlgn="auto" latinLnBrk="0" hangingPunct="0">
              <a:lnSpc>
                <a:spcPct val="90000"/>
              </a:lnSpc>
              <a:spcBef>
                <a:spcPct val="50000"/>
              </a:spcBef>
              <a:spcAft>
                <a:spcPts val="0"/>
              </a:spcAft>
              <a:buClr>
                <a:srgbClr val="FFFFFF"/>
              </a:buClr>
              <a:buSzTx/>
              <a:buFont typeface="Arial" pitchFamily="34" charset="0"/>
              <a:buNone/>
              <a:tabLst/>
              <a:defRPr/>
            </a:pPr>
            <a:r>
              <a:rPr kumimoji="0" lang="en-US" sz="2400" b="1" i="0" u="none" strike="noStrike" kern="1200" cap="none" spc="0" normalizeH="0" baseline="0" noProof="0">
                <a:ln>
                  <a:noFill/>
                </a:ln>
                <a:solidFill>
                  <a:srgbClr val="996600"/>
                </a:solidFill>
                <a:effectLst/>
                <a:uLnTx/>
                <a:uFillTx/>
                <a:latin typeface="Arial"/>
                <a:ea typeface="ＭＳ Ｐゴシック"/>
                <a:cs typeface="Arial" pitchFamily="34" charset="0"/>
              </a:rPr>
              <a:t>Z</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000000"/>
                </a:solidFill>
                <a:effectLst/>
                <a:uLnTx/>
                <a:uFillTx/>
                <a:latin typeface="Arial"/>
                <a:ea typeface="ＭＳ Ｐゴシック"/>
                <a:cs typeface="Arial" pitchFamily="34" charset="0"/>
              </a:rPr>
              <a:t>=</a:t>
            </a:r>
            <a:r>
              <a:rPr kumimoji="0" lang="en-US" sz="2400" b="1" i="0" u="none" strike="noStrike" kern="1200" cap="none" spc="0" normalizeH="0" baseline="0" noProof="0">
                <a:ln>
                  <a:noFill/>
                </a:ln>
                <a:solidFill>
                  <a:srgbClr val="FCB017"/>
                </a:solidFill>
                <a:effectLst/>
                <a:uLnTx/>
                <a:uFillTx/>
                <a:latin typeface="Arial"/>
                <a:ea typeface="ＭＳ Ｐゴシック"/>
                <a:cs typeface="Arial" pitchFamily="34" charset="0"/>
              </a:rPr>
              <a:t> </a:t>
            </a:r>
            <a:r>
              <a:rPr kumimoji="0" lang="en-US" sz="2400" b="1" i="0" u="none" strike="noStrike" kern="1200" cap="none" spc="0" normalizeH="0" baseline="0" noProof="0">
                <a:ln>
                  <a:noFill/>
                </a:ln>
                <a:solidFill>
                  <a:srgbClr val="996600"/>
                </a:solidFill>
                <a:effectLst/>
                <a:uLnTx/>
                <a:uFillTx/>
                <a:latin typeface="Arial"/>
                <a:ea typeface="ＭＳ Ｐゴシック"/>
                <a:cs typeface="Arial" pitchFamily="34" charset="0"/>
              </a:rPr>
              <a:t>0</a:t>
            </a:r>
          </a:p>
        </p:txBody>
      </p:sp>
      <p:sp>
        <p:nvSpPr>
          <p:cNvPr id="14" name="AutoShape 14"/>
          <p:cNvSpPr>
            <a:spLocks/>
          </p:cNvSpPr>
          <p:nvPr/>
        </p:nvSpPr>
        <p:spPr bwMode="auto">
          <a:xfrm rot="-5400000">
            <a:off x="6446044" y="2507456"/>
            <a:ext cx="401638" cy="1800225"/>
          </a:xfrm>
          <a:prstGeom prst="leftBrace">
            <a:avLst>
              <a:gd name="adj1" fmla="val 37352"/>
              <a:gd name="adj2" fmla="val 50000"/>
            </a:avLst>
          </a:prstGeom>
          <a:noFill/>
          <a:ln w="28575">
            <a:solidFill>
              <a:srgbClr val="996600"/>
            </a:solidFill>
            <a:round/>
            <a:headEnd/>
            <a:tailEnd/>
          </a:ln>
        </p:spPr>
        <p:txBody>
          <a:bodyPr lIns="0" tIns="0" rIns="0" bIns="0" anchor="ctr">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ＭＳ Ｐゴシック"/>
              <a:cs typeface="+mn-cs"/>
            </a:endParaRPr>
          </a:p>
        </p:txBody>
      </p:sp>
      <p:sp>
        <p:nvSpPr>
          <p:cNvPr id="15" name="Rectangle 1"/>
          <p:cNvSpPr>
            <a:spLocks noChangeArrowheads="1"/>
          </p:cNvSpPr>
          <p:nvPr/>
        </p:nvSpPr>
        <p:spPr bwMode="auto">
          <a:xfrm>
            <a:off x="0" y="4923299"/>
            <a:ext cx="9046707"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7030A0"/>
                </a:solidFill>
                <a:effectLst/>
                <a:uLnTx/>
                <a:uFillTx/>
                <a:latin typeface="Arial"/>
                <a:ea typeface="ＭＳ Ｐゴシック"/>
                <a:cs typeface="+mn-cs"/>
              </a:rPr>
              <a:t>Overflow can only happen when adding two numbers of the same sign </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7030A0"/>
                </a:solidFill>
                <a:effectLst/>
                <a:uLnTx/>
                <a:uFillTx/>
                <a:latin typeface="Arial"/>
                <a:ea typeface="ＭＳ Ｐゴシック"/>
                <a:cs typeface="+mn-cs"/>
              </a:rPr>
              <a:t>and getting a different sign.  So, to detect overflow we don't care about any bits except </a:t>
            </a: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7030A0"/>
                </a:solidFill>
                <a:effectLst/>
                <a:uLnTx/>
                <a:uFillTx/>
                <a:latin typeface="Arial"/>
                <a:ea typeface="ＭＳ Ｐゴシック"/>
                <a:cs typeface="+mn-cs"/>
              </a:rPr>
              <a:t>the sign bits. Ignore the other bits. </a:t>
            </a:r>
          </a:p>
        </p:txBody>
      </p:sp>
    </p:spTree>
    <p:extLst>
      <p:ext uri="{BB962C8B-B14F-4D97-AF65-F5344CB8AC3E}">
        <p14:creationId xmlns:p14="http://schemas.microsoft.com/office/powerpoint/2010/main" val="2358553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left)">
                                      <p:cBhvr>
                                        <p:cTn id="20" dur="500"/>
                                        <p:tgtEl>
                                          <p:spTgt spid="4"/>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left)">
                                      <p:cBhvr>
                                        <p:cTn id="24" dur="500"/>
                                        <p:tgtEl>
                                          <p:spTgt spid="5"/>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p:stCondLst>
                              <p:cond delay="1500"/>
                            </p:stCondLst>
                            <p:childTnLst>
                              <p:par>
                                <p:cTn id="33" presetID="22" presetClass="entr" presetSubtype="1"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up)">
                                      <p:cBhvr>
                                        <p:cTn id="44" dur="500"/>
                                        <p:tgtEl>
                                          <p:spTgt spid="11"/>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left)">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up)">
                                      <p:cBhvr>
                                        <p:cTn id="58" dur="500"/>
                                        <p:tgtEl>
                                          <p:spTgt spid="14"/>
                                        </p:tgtEl>
                                      </p:cBhvr>
                                    </p:animEffect>
                                  </p:childTnLst>
                                </p:cTn>
                              </p:par>
                            </p:childTnLst>
                          </p:cTn>
                        </p:par>
                        <p:par>
                          <p:cTn id="59" fill="hold">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7" grpId="0"/>
      <p:bldP spid="8" grpId="0"/>
      <p:bldP spid="10" grpId="0"/>
      <p:bldP spid="11" grpId="0" animBg="1"/>
      <p:bldP spid="12" grpId="0"/>
      <p:bldP spid="13" grpId="0"/>
      <p:bldP spid="14" grpId="0" animBg="1"/>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903F4-5C8A-4927-A5C3-CEBC000D4B2B}"/>
              </a:ext>
            </a:extLst>
          </p:cNvPr>
          <p:cNvSpPr>
            <a:spLocks noGrp="1"/>
          </p:cNvSpPr>
          <p:nvPr>
            <p:ph type="title"/>
          </p:nvPr>
        </p:nvSpPr>
        <p:spPr/>
        <p:txBody>
          <a:bodyPr/>
          <a:lstStyle/>
          <a:p>
            <a:pPr algn="ctr"/>
            <a:r>
              <a:rPr lang="en-IN" sz="2800" b="0" dirty="0">
                <a:solidFill>
                  <a:srgbClr val="FF0000"/>
                </a:solidFill>
              </a:rPr>
              <a:t>ARM Conditions for Conditional Instruction Execution</a:t>
            </a:r>
          </a:p>
        </p:txBody>
      </p:sp>
      <p:pic>
        <p:nvPicPr>
          <p:cNvPr id="5" name="Picture 4">
            <a:extLst>
              <a:ext uri="{FF2B5EF4-FFF2-40B4-BE49-F238E27FC236}">
                <a16:creationId xmlns:a16="http://schemas.microsoft.com/office/drawing/2014/main" id="{D9B7567E-0417-4E58-89B6-443CEDF647DB}"/>
              </a:ext>
            </a:extLst>
          </p:cNvPr>
          <p:cNvPicPr>
            <a:picLocks noChangeAspect="1"/>
          </p:cNvPicPr>
          <p:nvPr/>
        </p:nvPicPr>
        <p:blipFill>
          <a:blip r:embed="rId3"/>
          <a:stretch>
            <a:fillRect/>
          </a:stretch>
        </p:blipFill>
        <p:spPr>
          <a:xfrm>
            <a:off x="1066799" y="1025744"/>
            <a:ext cx="6526337" cy="5434976"/>
          </a:xfrm>
          <a:prstGeom prst="rect">
            <a:avLst/>
          </a:prstGeom>
        </p:spPr>
      </p:pic>
    </p:spTree>
    <p:extLst>
      <p:ext uri="{BB962C8B-B14F-4D97-AF65-F5344CB8AC3E}">
        <p14:creationId xmlns:p14="http://schemas.microsoft.com/office/powerpoint/2010/main" val="1953419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83F16-19E1-4031-A7DE-4FE1A6AE7FF5}"/>
              </a:ext>
            </a:extLst>
          </p:cNvPr>
          <p:cNvSpPr>
            <a:spLocks noGrp="1"/>
          </p:cNvSpPr>
          <p:nvPr>
            <p:ph type="title"/>
          </p:nvPr>
        </p:nvSpPr>
        <p:spPr/>
        <p:txBody>
          <a:bodyPr/>
          <a:lstStyle/>
          <a:p>
            <a:pPr algn="ctr"/>
            <a:r>
              <a:rPr lang="en-IN" sz="2800" dirty="0">
                <a:solidFill>
                  <a:srgbClr val="FF0000"/>
                </a:solidFill>
              </a:rPr>
              <a:t>Expression Evaluation</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F215566-60E8-45CB-914E-44F5A23B6BF9}"/>
                  </a:ext>
                </a:extLst>
              </p:cNvPr>
              <p:cNvSpPr txBox="1"/>
              <p:nvPr/>
            </p:nvSpPr>
            <p:spPr>
              <a:xfrm>
                <a:off x="121493" y="882134"/>
                <a:ext cx="8717707" cy="1287532"/>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IN" dirty="0">
                    <a:solidFill>
                      <a:srgbClr val="00B050"/>
                    </a:solidFill>
                  </a:rPr>
                  <a:t>Infix notation: </a:t>
                </a:r>
                <a:r>
                  <a:rPr lang="en-US" dirty="0">
                    <a:solidFill>
                      <a:srgbClr val="00B050"/>
                    </a:solidFill>
                  </a:rPr>
                  <a:t>A binary operator appears between the operands</a:t>
                </a:r>
              </a:p>
              <a:p>
                <a:pPr marL="285750" indent="-285750">
                  <a:lnSpc>
                    <a:spcPct val="150000"/>
                  </a:lnSpc>
                  <a:buFont typeface="Wingdings" panose="05000000000000000000" pitchFamily="2" charset="2"/>
                  <a:buChar char="ü"/>
                </a:pPr>
                <a:r>
                  <a:rPr lang="en-US" dirty="0">
                    <a:solidFill>
                      <a:srgbClr val="00B050"/>
                    </a:solidFill>
                  </a:rPr>
                  <a:t> </a:t>
                </a:r>
                <a14:m>
                  <m:oMath xmlns:m="http://schemas.openxmlformats.org/officeDocument/2006/math">
                    <m:r>
                      <a:rPr lang="en-US" b="0" i="1" smtClean="0">
                        <a:solidFill>
                          <a:srgbClr val="00B050"/>
                        </a:solidFill>
                        <a:latin typeface="Cambria Math" panose="02040503050406030204" pitchFamily="18" charset="0"/>
                      </a:rPr>
                      <m:t>𝑎</m:t>
                    </m:r>
                    <m:r>
                      <a:rPr lang="en-US" b="0" i="1" smtClean="0">
                        <a:solidFill>
                          <a:srgbClr val="00B050"/>
                        </a:solidFill>
                        <a:latin typeface="Cambria Math" panose="02040503050406030204" pitchFamily="18" charset="0"/>
                      </a:rPr>
                      <m:t>+(</m:t>
                    </m:r>
                    <m:r>
                      <a:rPr lang="en-US" b="0" i="1" smtClean="0">
                        <a:solidFill>
                          <a:srgbClr val="00B050"/>
                        </a:solidFill>
                        <a:latin typeface="Cambria Math" panose="02040503050406030204" pitchFamily="18" charset="0"/>
                      </a:rPr>
                      <m:t>𝑏</m:t>
                    </m:r>
                    <m:r>
                      <a:rPr lang="en-US" b="0" i="1" smtClean="0">
                        <a:solidFill>
                          <a:srgbClr val="00B050"/>
                        </a:solidFill>
                        <a:latin typeface="Cambria Math" panose="02040503050406030204" pitchFamily="18" charset="0"/>
                        <a:ea typeface="Cambria Math" panose="02040503050406030204" pitchFamily="18" charset="0"/>
                      </a:rPr>
                      <m:t>×</m:t>
                    </m:r>
                    <m:r>
                      <a:rPr lang="en-US" b="0" i="1" smtClean="0">
                        <a:solidFill>
                          <a:srgbClr val="00B050"/>
                        </a:solidFill>
                        <a:latin typeface="Cambria Math" panose="02040503050406030204" pitchFamily="18" charset="0"/>
                        <a:ea typeface="Cambria Math" panose="02040503050406030204" pitchFamily="18" charset="0"/>
                      </a:rPr>
                      <m:t>𝑐</m:t>
                    </m:r>
                    <m:r>
                      <a:rPr lang="en-US" b="0" i="1" smtClean="0">
                        <a:solidFill>
                          <a:srgbClr val="00B050"/>
                        </a:solidFill>
                        <a:latin typeface="Cambria Math" panose="02040503050406030204" pitchFamily="18" charset="0"/>
                        <a:ea typeface="Cambria Math" panose="02040503050406030204" pitchFamily="18" charset="0"/>
                      </a:rPr>
                      <m:t>)</m:t>
                    </m:r>
                  </m:oMath>
                </a14:m>
                <a:r>
                  <a:rPr lang="en-US" dirty="0">
                    <a:solidFill>
                      <a:srgbClr val="00B050"/>
                    </a:solidFill>
                  </a:rPr>
                  <a:t>, will yield a different result from </a:t>
                </a:r>
                <a14:m>
                  <m:oMath xmlns:m="http://schemas.openxmlformats.org/officeDocument/2006/math">
                    <m:r>
                      <a:rPr lang="en-US" b="0" i="0" smtClean="0">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𝑎</m:t>
                    </m:r>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𝑏</m:t>
                    </m:r>
                    <m:r>
                      <a:rPr lang="en-US" b="0" i="1" smtClean="0">
                        <a:solidFill>
                          <a:srgbClr val="00B050"/>
                        </a:solidFill>
                        <a:latin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𝑐</m:t>
                    </m:r>
                  </m:oMath>
                </a14:m>
                <a:endParaRPr lang="en-IN" dirty="0">
                  <a:solidFill>
                    <a:srgbClr val="00B050"/>
                  </a:solidFill>
                </a:endParaRPr>
              </a:p>
              <a:p>
                <a:pPr marL="285750" indent="-285750">
                  <a:lnSpc>
                    <a:spcPct val="150000"/>
                  </a:lnSpc>
                  <a:buFont typeface="Wingdings" panose="05000000000000000000" pitchFamily="2" charset="2"/>
                  <a:buChar char="q"/>
                </a:pPr>
                <a:r>
                  <a:rPr lang="en-US" dirty="0">
                    <a:solidFill>
                      <a:srgbClr val="00B050"/>
                    </a:solidFill>
                  </a:rPr>
                  <a:t>Reverse Polish, or postfix, notation</a:t>
                </a:r>
                <a:endParaRPr lang="en-IN" dirty="0">
                  <a:solidFill>
                    <a:srgbClr val="00B050"/>
                  </a:solidFill>
                </a:endParaRPr>
              </a:p>
            </p:txBody>
          </p:sp>
        </mc:Choice>
        <mc:Fallback xmlns="">
          <p:sp>
            <p:nvSpPr>
              <p:cNvPr id="3" name="TextBox 2">
                <a:extLst>
                  <a:ext uri="{FF2B5EF4-FFF2-40B4-BE49-F238E27FC236}">
                    <a16:creationId xmlns:a16="http://schemas.microsoft.com/office/drawing/2014/main" id="{FF215566-60E8-45CB-914E-44F5A23B6BF9}"/>
                  </a:ext>
                </a:extLst>
              </p:cNvPr>
              <p:cNvSpPr txBox="1">
                <a:spLocks noRot="1" noChangeAspect="1" noMove="1" noResize="1" noEditPoints="1" noAdjustHandles="1" noChangeArrowheads="1" noChangeShapeType="1" noTextEdit="1"/>
              </p:cNvSpPr>
              <p:nvPr/>
            </p:nvSpPr>
            <p:spPr>
              <a:xfrm>
                <a:off x="121493" y="882134"/>
                <a:ext cx="8717707" cy="1287532"/>
              </a:xfrm>
              <a:prstGeom prst="rect">
                <a:avLst/>
              </a:prstGeom>
              <a:blipFill>
                <a:blip r:embed="rId2"/>
                <a:stretch>
                  <a:fillRect l="-490" b="-71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42984CD-6E6D-41A5-BC32-4A03005A0940}"/>
                  </a:ext>
                </a:extLst>
              </p:cNvPr>
              <p:cNvSpPr/>
              <p:nvPr/>
            </p:nvSpPr>
            <p:spPr>
              <a:xfrm>
                <a:off x="730469" y="1905000"/>
                <a:ext cx="8382000" cy="1668405"/>
              </a:xfrm>
              <a:prstGeom prst="rect">
                <a:avLst/>
              </a:prstGeom>
            </p:spPr>
            <p:txBody>
              <a:bodyPr wrap="square">
                <a:spAutoFit/>
              </a:bodyPr>
              <a:lstStyle/>
              <a:p>
                <a:pPr>
                  <a:lnSpc>
                    <a:spcPct val="200000"/>
                  </a:lnSpc>
                </a:pPr>
                <a:r>
                  <a:rPr lang="en-US" dirty="0">
                    <a:solidFill>
                      <a:srgbClr val="00B050"/>
                    </a:solidFill>
                  </a:rPr>
                  <a:t>a + b                  becomes a b +                                                                                  </a:t>
                </a:r>
                <a14:m>
                  <m:oMath xmlns:m="http://schemas.openxmlformats.org/officeDocument/2006/math">
                    <m:r>
                      <a:rPr lang="en-US" i="1">
                        <a:solidFill>
                          <a:srgbClr val="00B050"/>
                        </a:solidFill>
                        <a:latin typeface="Cambria Math" panose="02040503050406030204" pitchFamily="18" charset="0"/>
                      </a:rPr>
                      <m:t>𝑎</m:t>
                    </m:r>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𝑏</m:t>
                    </m:r>
                    <m:r>
                      <a:rPr lang="en-US" i="1">
                        <a:solidFill>
                          <a:srgbClr val="00B050"/>
                        </a:solidFill>
                        <a:latin typeface="Cambria Math" panose="02040503050406030204" pitchFamily="18" charset="0"/>
                        <a:ea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𝑐</m:t>
                    </m:r>
                    <m:r>
                      <a:rPr lang="en-US" i="1">
                        <a:solidFill>
                          <a:srgbClr val="00B050"/>
                        </a:solidFill>
                        <a:latin typeface="Cambria Math" panose="02040503050406030204" pitchFamily="18" charset="0"/>
                        <a:ea typeface="Cambria Math" panose="02040503050406030204" pitchFamily="18" charset="0"/>
                      </a:rPr>
                      <m:t>)</m:t>
                    </m:r>
                  </m:oMath>
                </a14:m>
                <a:r>
                  <a:rPr lang="en-US" dirty="0">
                    <a:solidFill>
                      <a:srgbClr val="00B050"/>
                    </a:solidFill>
                  </a:rPr>
                  <a:t>,       becomes a b c x +                                                                         </a:t>
                </a:r>
                <a14:m>
                  <m:oMath xmlns:m="http://schemas.openxmlformats.org/officeDocument/2006/math">
                    <m:r>
                      <a:rPr lang="en-US">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𝑎</m:t>
                    </m:r>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rPr>
                      <m:t>𝑏</m:t>
                    </m:r>
                    <m:r>
                      <a:rPr lang="en-US" i="1">
                        <a:solidFill>
                          <a:srgbClr val="00B050"/>
                        </a:solidFill>
                        <a:latin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𝑐</m:t>
                    </m:r>
                    <m:r>
                      <a:rPr lang="en-US" i="1">
                        <a:solidFill>
                          <a:srgbClr val="00B050"/>
                        </a:solidFill>
                        <a:latin typeface="Cambria Math" panose="02040503050406030204" pitchFamily="18" charset="0"/>
                        <a:ea typeface="Cambria Math" panose="02040503050406030204" pitchFamily="18" charset="0"/>
                      </a:rPr>
                      <m:t> </m:t>
                    </m:r>
                  </m:oMath>
                </a14:m>
                <a:r>
                  <a:rPr lang="en-US" dirty="0">
                    <a:solidFill>
                      <a:srgbClr val="00B050"/>
                    </a:solidFill>
                  </a:rPr>
                  <a:t>      becomes a b + c x</a:t>
                </a:r>
                <a:endParaRPr lang="en-IN" dirty="0">
                  <a:solidFill>
                    <a:srgbClr val="00B050"/>
                  </a:solidFill>
                </a:endParaRPr>
              </a:p>
            </p:txBody>
          </p:sp>
        </mc:Choice>
        <mc:Fallback xmlns="">
          <p:sp>
            <p:nvSpPr>
              <p:cNvPr id="4" name="Rectangle 3">
                <a:extLst>
                  <a:ext uri="{FF2B5EF4-FFF2-40B4-BE49-F238E27FC236}">
                    <a16:creationId xmlns:a16="http://schemas.microsoft.com/office/drawing/2014/main" id="{A42984CD-6E6D-41A5-BC32-4A03005A0940}"/>
                  </a:ext>
                </a:extLst>
              </p:cNvPr>
              <p:cNvSpPr>
                <a:spLocks noRot="1" noChangeAspect="1" noMove="1" noResize="1" noEditPoints="1" noAdjustHandles="1" noChangeArrowheads="1" noChangeShapeType="1" noTextEdit="1"/>
              </p:cNvSpPr>
              <p:nvPr/>
            </p:nvSpPr>
            <p:spPr>
              <a:xfrm>
                <a:off x="730469" y="1905000"/>
                <a:ext cx="8382000" cy="1668405"/>
              </a:xfrm>
              <a:prstGeom prst="rect">
                <a:avLst/>
              </a:prstGeom>
              <a:blipFill>
                <a:blip r:embed="rId3"/>
                <a:stretch>
                  <a:fillRect l="-655" b="-5128"/>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B179F553-51A3-4554-B2A9-89D6218E1E64}"/>
              </a:ext>
            </a:extLst>
          </p:cNvPr>
          <p:cNvSpPr/>
          <p:nvPr/>
        </p:nvSpPr>
        <p:spPr>
          <a:xfrm>
            <a:off x="213146" y="3657600"/>
            <a:ext cx="8899323" cy="2949525"/>
          </a:xfrm>
          <a:prstGeom prst="rect">
            <a:avLst/>
          </a:prstGeom>
        </p:spPr>
        <p:txBody>
          <a:bodyPr wrap="square">
            <a:spAutoFit/>
          </a:bodyPr>
          <a:lstStyle/>
          <a:p>
            <a:pPr marL="285750" indent="-285750">
              <a:lnSpc>
                <a:spcPct val="150000"/>
              </a:lnSpc>
              <a:buFont typeface="Wingdings" panose="05000000000000000000" pitchFamily="2" charset="2"/>
              <a:buChar char="ü"/>
            </a:pPr>
            <a:r>
              <a:rPr lang="en-US" dirty="0">
                <a:solidFill>
                  <a:srgbClr val="7030A0"/>
                </a:solidFill>
              </a:rPr>
              <a:t>Regardless of the complexity of an expression, no parentheses are required when using reverse Polish</a:t>
            </a:r>
          </a:p>
          <a:p>
            <a:pPr marL="285750" indent="-285750">
              <a:lnSpc>
                <a:spcPct val="150000"/>
              </a:lnSpc>
              <a:buFont typeface="Wingdings" panose="05000000000000000000" pitchFamily="2" charset="2"/>
              <a:buChar char="ü"/>
            </a:pPr>
            <a:r>
              <a:rPr lang="en-US" dirty="0">
                <a:solidFill>
                  <a:srgbClr val="7030A0"/>
                </a:solidFill>
              </a:rPr>
              <a:t> An expression in this form is easily evaluated using a stack</a:t>
            </a:r>
          </a:p>
          <a:p>
            <a:pPr marL="285750" indent="-285750">
              <a:lnSpc>
                <a:spcPct val="150000"/>
              </a:lnSpc>
              <a:buFont typeface="Wingdings" panose="05000000000000000000" pitchFamily="2" charset="2"/>
              <a:buChar char="q"/>
            </a:pPr>
            <a:r>
              <a:rPr lang="en-US" dirty="0">
                <a:solidFill>
                  <a:srgbClr val="7030A0"/>
                </a:solidFill>
              </a:rPr>
              <a:t> </a:t>
            </a:r>
            <a:r>
              <a:rPr lang="en-IN" dirty="0">
                <a:solidFill>
                  <a:srgbClr val="7030A0"/>
                </a:solidFill>
              </a:rPr>
              <a:t>Rules</a:t>
            </a:r>
          </a:p>
          <a:p>
            <a:pPr marL="342900" indent="-342900">
              <a:lnSpc>
                <a:spcPct val="150000"/>
              </a:lnSpc>
              <a:buAutoNum type="arabicPeriod"/>
            </a:pPr>
            <a:r>
              <a:rPr lang="en-US" dirty="0">
                <a:solidFill>
                  <a:srgbClr val="7030A0"/>
                </a:solidFill>
              </a:rPr>
              <a:t>If the element is a variable or constant, push it onto the stack. </a:t>
            </a:r>
          </a:p>
          <a:p>
            <a:pPr marL="342900" indent="-342900">
              <a:lnSpc>
                <a:spcPct val="150000"/>
              </a:lnSpc>
              <a:buAutoNum type="arabicPeriod"/>
            </a:pPr>
            <a:r>
              <a:rPr lang="en-US" dirty="0">
                <a:solidFill>
                  <a:srgbClr val="7030A0"/>
                </a:solidFill>
              </a:rPr>
              <a:t> If the element is an operator, pop the top two items of the stack, perform the operation, and push the result.</a:t>
            </a:r>
            <a:endParaRPr lang="en-IN" dirty="0">
              <a:solidFill>
                <a:srgbClr val="7030A0"/>
              </a:solidFill>
            </a:endParaRPr>
          </a:p>
        </p:txBody>
      </p:sp>
    </p:spTree>
    <p:extLst>
      <p:ext uri="{BB962C8B-B14F-4D97-AF65-F5344CB8AC3E}">
        <p14:creationId xmlns:p14="http://schemas.microsoft.com/office/powerpoint/2010/main" val="429719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0" dirty="0"/>
              <a:t>Instruction Formats</a:t>
            </a:r>
          </a:p>
        </p:txBody>
      </p:sp>
      <p:sp>
        <p:nvSpPr>
          <p:cNvPr id="4" name="Rectangle 3"/>
          <p:cNvSpPr txBox="1">
            <a:spLocks noChangeArrowheads="1"/>
          </p:cNvSpPr>
          <p:nvPr/>
        </p:nvSpPr>
        <p:spPr>
          <a:xfrm>
            <a:off x="121493" y="1357313"/>
            <a:ext cx="7955707" cy="4586287"/>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marR="0" lvl="0" indent="-533400" algn="l" defTabSz="913138" rtl="0" eaLnBrk="1" fontAlgn="base" latinLnBrk="0" hangingPunct="1">
              <a:lnSpc>
                <a:spcPct val="100000"/>
              </a:lnSpc>
              <a:spcBef>
                <a:spcPct val="0"/>
              </a:spcBef>
              <a:spcAft>
                <a:spcPct val="0"/>
              </a:spcAft>
              <a:buClr>
                <a:srgbClr val="002960"/>
              </a:buClr>
              <a:buSzTx/>
              <a:buFont typeface="Wingdings" pitchFamily="2" charset="2"/>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Example:   Evaluate (A+B)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 (C+D)</a:t>
            </a:r>
          </a:p>
          <a:p>
            <a:pPr marL="533400" marR="0" lvl="0" indent="-533400" algn="l" defTabSz="913138" rtl="0" eaLnBrk="1" fontAlgn="base" latinLnBrk="0" hangingPunct="1">
              <a:lnSpc>
                <a:spcPct val="100000"/>
              </a:lnSpc>
              <a:spcBef>
                <a:spcPct val="0"/>
              </a:spcBef>
              <a:spcAft>
                <a:spcPct val="0"/>
              </a:spcAft>
              <a:buClr>
                <a:srgbClr val="002960"/>
              </a:buClr>
              <a:buSzTx/>
              <a:buFontTx/>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Zero-Address</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A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A</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B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(A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C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C</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PUSH	D    ; TOS ← D</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(C + D)</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MUL	       ; TOS ← (C+D)</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POP	X     ; M[X] ← TOS</a:t>
            </a:r>
          </a:p>
        </p:txBody>
      </p:sp>
      <p:sp>
        <p:nvSpPr>
          <p:cNvPr id="3" name="Rectangle 2"/>
          <p:cNvSpPr/>
          <p:nvPr/>
        </p:nvSpPr>
        <p:spPr>
          <a:xfrm>
            <a:off x="6842975" y="3048000"/>
            <a:ext cx="12192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A</a:t>
            </a:r>
          </a:p>
        </p:txBody>
      </p:sp>
      <p:sp>
        <p:nvSpPr>
          <p:cNvPr id="5" name="Rectangle 4"/>
          <p:cNvSpPr/>
          <p:nvPr/>
        </p:nvSpPr>
        <p:spPr>
          <a:xfrm>
            <a:off x="6842975" y="2839238"/>
            <a:ext cx="1219200" cy="188925"/>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B</a:t>
            </a:r>
          </a:p>
        </p:txBody>
      </p:sp>
      <p:sp>
        <p:nvSpPr>
          <p:cNvPr id="7" name="TextBox 6">
            <a:extLst>
              <a:ext uri="{FF2B5EF4-FFF2-40B4-BE49-F238E27FC236}">
                <a16:creationId xmlns:a16="http://schemas.microsoft.com/office/drawing/2014/main" id="{A4F7545D-B93B-47B3-A0BF-0F57E232BD11}"/>
              </a:ext>
            </a:extLst>
          </p:cNvPr>
          <p:cNvSpPr txBox="1"/>
          <p:nvPr/>
        </p:nvSpPr>
        <p:spPr>
          <a:xfrm>
            <a:off x="3505200" y="1066800"/>
            <a:ext cx="4191000" cy="369332"/>
          </a:xfrm>
          <a:prstGeom prst="rect">
            <a:avLst/>
          </a:prstGeom>
          <a:noFill/>
        </p:spPr>
        <p:txBody>
          <a:bodyPr wrap="square" rtlCol="0">
            <a:spAutoFit/>
          </a:bodyPr>
          <a:lstStyle/>
          <a:p>
            <a:pPr marL="0" marR="0" lvl="0" indent="0" algn="l"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ＭＳ Ｐゴシック"/>
                <a:cs typeface="+mn-cs"/>
              </a:rPr>
              <a:t>TOS= TOS (operation)(TOS-1)</a:t>
            </a:r>
            <a:endParaRPr kumimoji="0" lang="en-IN" sz="1800" b="0" i="0" u="none" strike="noStrike" kern="1200" cap="none" spc="0" normalizeH="0" baseline="0" noProof="0" dirty="0">
              <a:ln>
                <a:noFill/>
              </a:ln>
              <a:solidFill>
                <a:srgbClr val="FF0000"/>
              </a:solidFill>
              <a:effectLst/>
              <a:uLnTx/>
              <a:uFillTx/>
              <a:latin typeface="Arial"/>
              <a:ea typeface="ＭＳ Ｐゴシック"/>
              <a:cs typeface="+mn-cs"/>
            </a:endParaRPr>
          </a:p>
        </p:txBody>
      </p:sp>
    </p:spTree>
    <p:extLst>
      <p:ext uri="{BB962C8B-B14F-4D97-AF65-F5344CB8AC3E}">
        <p14:creationId xmlns:p14="http://schemas.microsoft.com/office/powerpoint/2010/main" val="75733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 calcmode="lin" valueType="num">
                                      <p:cBhvr additive="base">
                                        <p:cTn id="12"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 calcmode="lin" valueType="num">
                                      <p:cBhvr additive="base">
                                        <p:cTn id="1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 calcmode="lin" valueType="num">
                                      <p:cBhvr additive="base">
                                        <p:cTn id="24"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 calcmode="lin" valueType="num">
                                      <p:cBhvr additive="base">
                                        <p:cTn id="30"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 calcmode="lin" valueType="num">
                                      <p:cBhvr additive="base">
                                        <p:cTn id="36"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 calcmode="lin" valueType="num">
                                      <p:cBhvr additive="base">
                                        <p:cTn id="40"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4">
                                            <p:txEl>
                                              <p:pRg st="8" end="8"/>
                                            </p:txEl>
                                          </p:spTgt>
                                        </p:tgtEl>
                                        <p:attrNameLst>
                                          <p:attrName>style.visibility</p:attrName>
                                        </p:attrNameLst>
                                      </p:cBhvr>
                                      <p:to>
                                        <p:strVal val="visible"/>
                                      </p:to>
                                    </p:set>
                                    <p:anim calcmode="lin" valueType="num">
                                      <p:cBhvr additive="base">
                                        <p:cTn id="46"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 calcmode="lin" valueType="num">
                                      <p:cBhvr additive="base">
                                        <p:cTn id="52"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 calcmode="lin" valueType="num">
                                      <p:cBhvr additive="base">
                                        <p:cTn id="58" dur="500" fill="hold"/>
                                        <p:tgtEl>
                                          <p:spTgt spid="3"/>
                                        </p:tgtEl>
                                        <p:attrNameLst>
                                          <p:attrName>ppt_x</p:attrName>
                                        </p:attrNameLst>
                                      </p:cBhvr>
                                      <p:tavLst>
                                        <p:tav tm="0">
                                          <p:val>
                                            <p:strVal val="#ppt_x"/>
                                          </p:val>
                                        </p:tav>
                                        <p:tav tm="100000">
                                          <p:val>
                                            <p:strVal val="#ppt_x"/>
                                          </p:val>
                                        </p:tav>
                                      </p:tavLst>
                                    </p:anim>
                                    <p:anim calcmode="lin" valueType="num">
                                      <p:cBhvr additive="base">
                                        <p:cTn id="5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additive="base">
                                        <p:cTn id="64" dur="500" fill="hold"/>
                                        <p:tgtEl>
                                          <p:spTgt spid="5"/>
                                        </p:tgtEl>
                                        <p:attrNameLst>
                                          <p:attrName>ppt_x</p:attrName>
                                        </p:attrNameLst>
                                      </p:cBhvr>
                                      <p:tavLst>
                                        <p:tav tm="0">
                                          <p:val>
                                            <p:strVal val="#ppt_x"/>
                                          </p:val>
                                        </p:tav>
                                        <p:tav tm="100000">
                                          <p:val>
                                            <p:strVal val="#ppt_x"/>
                                          </p:val>
                                        </p:tav>
                                      </p:tavLst>
                                    </p:anim>
                                    <p:anim calcmode="lin" valueType="num">
                                      <p:cBhvr additive="base">
                                        <p:cTn id="6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0" dirty="0"/>
              <a:t>Instruction Formats</a:t>
            </a:r>
          </a:p>
        </p:txBody>
      </p:sp>
      <p:sp>
        <p:nvSpPr>
          <p:cNvPr id="4" name="Rectangle 3"/>
          <p:cNvSpPr txBox="1">
            <a:spLocks noChangeArrowheads="1"/>
          </p:cNvSpPr>
          <p:nvPr/>
        </p:nvSpPr>
        <p:spPr>
          <a:xfrm>
            <a:off x="121493" y="1357313"/>
            <a:ext cx="7955707" cy="4586287"/>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marR="0" lvl="0" indent="-533400" algn="l" defTabSz="913138" rtl="0" eaLnBrk="1" fontAlgn="base" latinLnBrk="0" hangingPunct="1">
              <a:lnSpc>
                <a:spcPct val="100000"/>
              </a:lnSpc>
              <a:spcBef>
                <a:spcPct val="0"/>
              </a:spcBef>
              <a:spcAft>
                <a:spcPct val="0"/>
              </a:spcAft>
              <a:buClr>
                <a:srgbClr val="002960"/>
              </a:buClr>
              <a:buSzTx/>
              <a:buFont typeface="Wingdings" pitchFamily="2" charset="2"/>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Example:   Evaluate (A+B)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 (C+D)</a:t>
            </a:r>
          </a:p>
          <a:p>
            <a:pPr marL="533400" marR="0" lvl="0" indent="-533400" algn="l" defTabSz="913138" rtl="0" eaLnBrk="1" fontAlgn="base" latinLnBrk="0" hangingPunct="1">
              <a:lnSpc>
                <a:spcPct val="100000"/>
              </a:lnSpc>
              <a:spcBef>
                <a:spcPct val="0"/>
              </a:spcBef>
              <a:spcAft>
                <a:spcPct val="0"/>
              </a:spcAft>
              <a:buClr>
                <a:srgbClr val="002960"/>
              </a:buClr>
              <a:buSzTx/>
              <a:buFontTx/>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Zero-Address</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A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A</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B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(A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C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C</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PUSH	D    ; TOS ← D</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(C + D)</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MUL	       ; TOS ← (C+D)</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POP	X     ; M[X] ← TOS</a:t>
            </a:r>
          </a:p>
        </p:txBody>
      </p:sp>
      <p:sp>
        <p:nvSpPr>
          <p:cNvPr id="3" name="Rectangle 2"/>
          <p:cNvSpPr/>
          <p:nvPr/>
        </p:nvSpPr>
        <p:spPr>
          <a:xfrm>
            <a:off x="6842975" y="3048000"/>
            <a:ext cx="12192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A+B</a:t>
            </a:r>
          </a:p>
        </p:txBody>
      </p:sp>
      <p:sp>
        <p:nvSpPr>
          <p:cNvPr id="5" name="Rectangle 4"/>
          <p:cNvSpPr/>
          <p:nvPr/>
        </p:nvSpPr>
        <p:spPr>
          <a:xfrm>
            <a:off x="6842975" y="2839238"/>
            <a:ext cx="1219200" cy="188925"/>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C</a:t>
            </a:r>
          </a:p>
        </p:txBody>
      </p:sp>
      <p:sp>
        <p:nvSpPr>
          <p:cNvPr id="6" name="Rectangle 5"/>
          <p:cNvSpPr/>
          <p:nvPr/>
        </p:nvSpPr>
        <p:spPr>
          <a:xfrm>
            <a:off x="6842975" y="2590800"/>
            <a:ext cx="1219200" cy="248438"/>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D</a:t>
            </a: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190B4245-0B51-4B8A-A78E-A3EAD67859B6}"/>
                  </a:ext>
                </a:extLst>
              </p14:cNvPr>
              <p14:cNvContentPartPr/>
              <p14:nvPr/>
            </p14:nvContentPartPr>
            <p14:xfrm>
              <a:off x="4878000" y="3431520"/>
              <a:ext cx="916200" cy="711000"/>
            </p14:xfrm>
          </p:contentPart>
        </mc:Choice>
        <mc:Fallback xmlns="">
          <p:pic>
            <p:nvPicPr>
              <p:cNvPr id="7" name="Ink 6">
                <a:extLst>
                  <a:ext uri="{FF2B5EF4-FFF2-40B4-BE49-F238E27FC236}">
                    <a16:creationId xmlns:a16="http://schemas.microsoft.com/office/drawing/2014/main" id="{190B4245-0B51-4B8A-A78E-A3EAD67859B6}"/>
                  </a:ext>
                </a:extLst>
              </p:cNvPr>
              <p:cNvPicPr/>
              <p:nvPr/>
            </p:nvPicPr>
            <p:blipFill>
              <a:blip r:embed="rId3"/>
              <a:stretch>
                <a:fillRect/>
              </a:stretch>
            </p:blipFill>
            <p:spPr>
              <a:xfrm>
                <a:off x="4868640" y="3422160"/>
                <a:ext cx="934920" cy="729720"/>
              </a:xfrm>
              <a:prstGeom prst="rect">
                <a:avLst/>
              </a:prstGeom>
            </p:spPr>
          </p:pic>
        </mc:Fallback>
      </mc:AlternateContent>
    </p:spTree>
    <p:extLst>
      <p:ext uri="{BB962C8B-B14F-4D97-AF65-F5344CB8AC3E}">
        <p14:creationId xmlns:p14="http://schemas.microsoft.com/office/powerpoint/2010/main" val="367188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0" dirty="0"/>
              <a:t>Instruction Formats</a:t>
            </a:r>
          </a:p>
        </p:txBody>
      </p:sp>
      <p:sp>
        <p:nvSpPr>
          <p:cNvPr id="4" name="Rectangle 3"/>
          <p:cNvSpPr txBox="1">
            <a:spLocks noChangeArrowheads="1"/>
          </p:cNvSpPr>
          <p:nvPr/>
        </p:nvSpPr>
        <p:spPr>
          <a:xfrm>
            <a:off x="121493" y="1357313"/>
            <a:ext cx="7955707" cy="4586287"/>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marR="0" lvl="0" indent="-533400" algn="l" defTabSz="913138" rtl="0" eaLnBrk="1" fontAlgn="base" latinLnBrk="0" hangingPunct="1">
              <a:lnSpc>
                <a:spcPct val="100000"/>
              </a:lnSpc>
              <a:spcBef>
                <a:spcPct val="0"/>
              </a:spcBef>
              <a:spcAft>
                <a:spcPct val="0"/>
              </a:spcAft>
              <a:buClr>
                <a:srgbClr val="002960"/>
              </a:buClr>
              <a:buSzTx/>
              <a:buFont typeface="Wingdings" pitchFamily="2" charset="2"/>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Example:   Evaluate (A+B)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 (C+D)</a:t>
            </a:r>
          </a:p>
          <a:p>
            <a:pPr marL="533400" marR="0" lvl="0" indent="-533400" algn="l" defTabSz="913138" rtl="0" eaLnBrk="1" fontAlgn="base" latinLnBrk="0" hangingPunct="1">
              <a:lnSpc>
                <a:spcPct val="100000"/>
              </a:lnSpc>
              <a:spcBef>
                <a:spcPct val="0"/>
              </a:spcBef>
              <a:spcAft>
                <a:spcPct val="0"/>
              </a:spcAft>
              <a:buClr>
                <a:srgbClr val="002960"/>
              </a:buClr>
              <a:buSzTx/>
              <a:buFontTx/>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Zero-Address</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A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A</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B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(A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C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C</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PUSH	D    ; TOS ← D</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(C + D)</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MUL	       ; TOS ← (C+D)</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POP	X     ; M[X] ← TOS</a:t>
            </a:r>
          </a:p>
        </p:txBody>
      </p:sp>
      <p:sp>
        <p:nvSpPr>
          <p:cNvPr id="3" name="Rectangle 2"/>
          <p:cNvSpPr/>
          <p:nvPr/>
        </p:nvSpPr>
        <p:spPr>
          <a:xfrm>
            <a:off x="6842975" y="3048000"/>
            <a:ext cx="12192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A+B</a:t>
            </a:r>
          </a:p>
        </p:txBody>
      </p:sp>
      <p:sp>
        <p:nvSpPr>
          <p:cNvPr id="5" name="Rectangle 4"/>
          <p:cNvSpPr/>
          <p:nvPr/>
        </p:nvSpPr>
        <p:spPr>
          <a:xfrm>
            <a:off x="6842975" y="2839238"/>
            <a:ext cx="1219200" cy="188925"/>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C+D</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DCEB2487-EC77-4C6B-BCBB-47814F1FB972}"/>
                  </a:ext>
                </a:extLst>
              </p14:cNvPr>
              <p14:cNvContentPartPr/>
              <p14:nvPr/>
            </p14:nvContentPartPr>
            <p14:xfrm>
              <a:off x="5443920" y="2908080"/>
              <a:ext cx="2363040" cy="2390400"/>
            </p14:xfrm>
          </p:contentPart>
        </mc:Choice>
        <mc:Fallback xmlns="">
          <p:pic>
            <p:nvPicPr>
              <p:cNvPr id="6" name="Ink 5">
                <a:extLst>
                  <a:ext uri="{FF2B5EF4-FFF2-40B4-BE49-F238E27FC236}">
                    <a16:creationId xmlns:a16="http://schemas.microsoft.com/office/drawing/2014/main" id="{DCEB2487-EC77-4C6B-BCBB-47814F1FB972}"/>
                  </a:ext>
                </a:extLst>
              </p:cNvPr>
              <p:cNvPicPr/>
              <p:nvPr/>
            </p:nvPicPr>
            <p:blipFill>
              <a:blip r:embed="rId3"/>
              <a:stretch>
                <a:fillRect/>
              </a:stretch>
            </p:blipFill>
            <p:spPr>
              <a:xfrm>
                <a:off x="5434560" y="2898720"/>
                <a:ext cx="2381760" cy="2409120"/>
              </a:xfrm>
              <a:prstGeom prst="rect">
                <a:avLst/>
              </a:prstGeom>
            </p:spPr>
          </p:pic>
        </mc:Fallback>
      </mc:AlternateContent>
    </p:spTree>
    <p:extLst>
      <p:ext uri="{BB962C8B-B14F-4D97-AF65-F5344CB8AC3E}">
        <p14:creationId xmlns:p14="http://schemas.microsoft.com/office/powerpoint/2010/main" val="4017083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0" dirty="0"/>
              <a:t>Instruction Formats</a:t>
            </a:r>
          </a:p>
        </p:txBody>
      </p:sp>
      <p:sp>
        <p:nvSpPr>
          <p:cNvPr id="4" name="Rectangle 3"/>
          <p:cNvSpPr txBox="1">
            <a:spLocks noChangeArrowheads="1"/>
          </p:cNvSpPr>
          <p:nvPr/>
        </p:nvSpPr>
        <p:spPr>
          <a:xfrm>
            <a:off x="121493" y="1357313"/>
            <a:ext cx="7955707" cy="4586287"/>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533400" marR="0" lvl="0" indent="-533400" algn="l" defTabSz="913138" rtl="0" eaLnBrk="1" fontAlgn="base" latinLnBrk="0" hangingPunct="1">
              <a:lnSpc>
                <a:spcPct val="100000"/>
              </a:lnSpc>
              <a:spcBef>
                <a:spcPct val="0"/>
              </a:spcBef>
              <a:spcAft>
                <a:spcPct val="0"/>
              </a:spcAft>
              <a:buClr>
                <a:srgbClr val="002960"/>
              </a:buClr>
              <a:buSzTx/>
              <a:buFont typeface="Wingdings" pitchFamily="2" charset="2"/>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Example:   Evaluate (A+B)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 (C+D)</a:t>
            </a:r>
          </a:p>
          <a:p>
            <a:pPr marL="533400" marR="0" lvl="0" indent="-533400" algn="l" defTabSz="913138" rtl="0" eaLnBrk="1" fontAlgn="base" latinLnBrk="0" hangingPunct="1">
              <a:lnSpc>
                <a:spcPct val="100000"/>
              </a:lnSpc>
              <a:spcBef>
                <a:spcPct val="0"/>
              </a:spcBef>
              <a:spcAft>
                <a:spcPct val="0"/>
              </a:spcAft>
              <a:buClr>
                <a:srgbClr val="002960"/>
              </a:buClr>
              <a:buSzTx/>
              <a:buFontTx/>
              <a:buNone/>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Zero-Address</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A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A</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B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(A + 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PUSH 	C    ; </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TOS ← C</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PUSH	D    ; TOS ← D</a:t>
            </a:r>
            <a:endPar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endParaRP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ADD	       ; TOS ← (C + D)</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MUL	       ; TOS ← (C+D)</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sym typeface="Symbol" pitchFamily="18" charset="2"/>
              </a:rPr>
              <a:t></a:t>
            </a: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(A+B)</a:t>
            </a:r>
          </a:p>
          <a:p>
            <a:pPr marL="989013" marR="0" lvl="1" indent="-457200" algn="l" defTabSz="913138" rtl="0" eaLnBrk="1" fontAlgn="base" latinLnBrk="0" hangingPunct="1">
              <a:lnSpc>
                <a:spcPct val="100000"/>
              </a:lnSpc>
              <a:spcBef>
                <a:spcPct val="0"/>
              </a:spcBef>
              <a:spcAft>
                <a:spcPct val="0"/>
              </a:spcAft>
              <a:buClr>
                <a:srgbClr val="002960"/>
              </a:buClr>
              <a:buSzPct val="125000"/>
              <a:buFont typeface="Times New Roman" pitchFamily="18" charset="0"/>
              <a:buAutoNum type="arabicPeriod"/>
              <a:tabLst>
                <a:tab pos="2146300" algn="l"/>
                <a:tab pos="5022850" algn="l"/>
              </a:tabLst>
              <a:defRPr/>
            </a:pPr>
            <a:r>
              <a:rPr kumimoji="0" lang="en-US" sz="2800" b="0" i="0" u="none" strike="noStrike" kern="0" cap="none" spc="0" normalizeH="0" baseline="0" noProof="0" dirty="0">
                <a:ln>
                  <a:noFill/>
                </a:ln>
                <a:solidFill>
                  <a:srgbClr val="000000"/>
                </a:solidFill>
                <a:effectLst/>
                <a:uLnTx/>
                <a:uFillTx/>
                <a:latin typeface="Arial"/>
                <a:ea typeface="ＭＳ Ｐゴシック"/>
                <a:cs typeface="+mn-cs"/>
              </a:rPr>
              <a:t>POP	X     ; M[X] ← TOS</a:t>
            </a:r>
          </a:p>
        </p:txBody>
      </p:sp>
      <p:sp>
        <p:nvSpPr>
          <p:cNvPr id="3" name="Rectangle 2"/>
          <p:cNvSpPr/>
          <p:nvPr/>
        </p:nvSpPr>
        <p:spPr>
          <a:xfrm>
            <a:off x="6842974" y="3048000"/>
            <a:ext cx="1996226" cy="480038"/>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01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ＭＳ Ｐゴシック"/>
                <a:cs typeface="+mn-cs"/>
              </a:rPr>
              <a:t>(C+D)*(A+B)</a:t>
            </a:r>
          </a:p>
        </p:txBody>
      </p:sp>
    </p:spTree>
    <p:extLst>
      <p:ext uri="{BB962C8B-B14F-4D97-AF65-F5344CB8AC3E}">
        <p14:creationId xmlns:p14="http://schemas.microsoft.com/office/powerpoint/2010/main" val="19427216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ea typeface="SimSun" pitchFamily="2" charset="-122"/>
              </a:rPr>
              <a:t>Addressing Modes</a:t>
            </a:r>
            <a:endParaRPr lang="en-US" dirty="0"/>
          </a:p>
        </p:txBody>
      </p:sp>
    </p:spTree>
    <p:extLst>
      <p:ext uri="{BB962C8B-B14F-4D97-AF65-F5344CB8AC3E}">
        <p14:creationId xmlns:p14="http://schemas.microsoft.com/office/powerpoint/2010/main" val="1581418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457200" y="609600"/>
            <a:ext cx="8229600" cy="5521325"/>
          </a:xfrm>
          <a:prstGeom prst="rect">
            <a:avLst/>
          </a:prstGeom>
        </p:spPr>
        <p:txBody>
          <a:bodyPr/>
          <a:lstStyle>
            <a:lvl1pPr marL="342754" indent="-342754" algn="l" defTabSz="914012"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636" indent="-285630" algn="l" defTabSz="914012"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2515" indent="-228502" algn="l" defTabSz="914012"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599521" indent="-228502" algn="l" defTabSz="914012"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6528" indent="-228502" algn="l" defTabSz="914012"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3534"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540"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547"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552" indent="-228502" algn="l" defTabSz="91401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754" marR="0" lvl="0" indent="-342754" algn="l" defTabSz="914012"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a:ln>
                  <a:noFill/>
                </a:ln>
                <a:solidFill>
                  <a:prstClr val="black"/>
                </a:solidFill>
                <a:effectLst/>
                <a:uLnTx/>
                <a:uFillTx/>
                <a:latin typeface="Arial" pitchFamily="34" charset="0"/>
                <a:ea typeface="+mn-ea"/>
                <a:cs typeface="Arial" pitchFamily="34" charset="0"/>
              </a:rPr>
              <a:t>8086 Intel Microprocessor Architecture</a:t>
            </a:r>
            <a:endParaRPr kumimoji="0" lang="en-US" sz="32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pic>
        <p:nvPicPr>
          <p:cNvPr id="5" name="Picture 5" descr="Intel%2080186%20Architecture"/>
          <p:cNvPicPr>
            <a:picLocks noChangeAspect="1" noChangeArrowheads="1"/>
          </p:cNvPicPr>
          <p:nvPr/>
        </p:nvPicPr>
        <p:blipFill>
          <a:blip r:embed="rId2" cstate="print"/>
          <a:srcRect/>
          <a:stretch>
            <a:fillRect/>
          </a:stretch>
        </p:blipFill>
        <p:spPr bwMode="auto">
          <a:xfrm>
            <a:off x="457200" y="1219200"/>
            <a:ext cx="8305800" cy="5083175"/>
          </a:xfrm>
          <a:prstGeom prst="rect">
            <a:avLst/>
          </a:prstGeom>
          <a:noFill/>
          <a:ln w="9525">
            <a:noFill/>
            <a:miter lim="800000"/>
            <a:headEnd/>
            <a:tailEnd/>
          </a:ln>
        </p:spPr>
      </p:pic>
    </p:spTree>
    <p:extLst>
      <p:ext uri="{BB962C8B-B14F-4D97-AF65-F5344CB8AC3E}">
        <p14:creationId xmlns:p14="http://schemas.microsoft.com/office/powerpoint/2010/main" val="6461252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2400" b="0" dirty="0">
                <a:ea typeface="SimSun" pitchFamily="2" charset="-122"/>
              </a:rPr>
              <a:t>Generating Memory Addresses</a:t>
            </a:r>
            <a:endParaRPr lang="en-US" sz="2400" b="0" dirty="0"/>
          </a:p>
        </p:txBody>
      </p:sp>
      <p:sp>
        <p:nvSpPr>
          <p:cNvPr id="3" name="Rectangle 3"/>
          <p:cNvSpPr txBox="1">
            <a:spLocks noChangeArrowheads="1"/>
          </p:cNvSpPr>
          <p:nvPr/>
        </p:nvSpPr>
        <p:spPr>
          <a:xfrm>
            <a:off x="457200" y="1719263"/>
            <a:ext cx="8229600" cy="4411662"/>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altLang="zh-CN" sz="2800" kern="0" dirty="0">
                <a:ea typeface="SimSun" pitchFamily="2" charset="-122"/>
              </a:rPr>
              <a:t>How to specify the address of branch target?</a:t>
            </a:r>
          </a:p>
          <a:p>
            <a:endParaRPr lang="en-US" altLang="zh-CN" sz="2800" kern="0" dirty="0">
              <a:ea typeface="SimSun" pitchFamily="2" charset="-122"/>
            </a:endParaRPr>
          </a:p>
          <a:p>
            <a:r>
              <a:rPr lang="en-US" altLang="zh-CN" sz="2800" kern="0" dirty="0">
                <a:ea typeface="SimSun" pitchFamily="2" charset="-122"/>
              </a:rPr>
              <a:t>Can we give the memory operand address directly in a single Add instruction in the loop?</a:t>
            </a:r>
          </a:p>
          <a:p>
            <a:endParaRPr lang="en-US" altLang="zh-CN" sz="2800" kern="0" dirty="0">
              <a:ea typeface="SimSun" pitchFamily="2" charset="-122"/>
            </a:endParaRPr>
          </a:p>
          <a:p>
            <a:r>
              <a:rPr lang="en-US" altLang="zh-CN" sz="2800" kern="0" dirty="0">
                <a:ea typeface="SimSun" pitchFamily="2" charset="-122"/>
              </a:rPr>
              <a:t>Use a register to hold the address of NUM1; then increment by 4 on each pass through the loop.</a:t>
            </a:r>
          </a:p>
        </p:txBody>
      </p:sp>
    </p:spTree>
    <p:extLst>
      <p:ext uri="{BB962C8B-B14F-4D97-AF65-F5344CB8AC3E}">
        <p14:creationId xmlns:p14="http://schemas.microsoft.com/office/powerpoint/2010/main" val="290341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Addressing Modes</a:t>
            </a:r>
          </a:p>
        </p:txBody>
      </p:sp>
      <p:sp>
        <p:nvSpPr>
          <p:cNvPr id="3" name="Rectangle 3"/>
          <p:cNvSpPr txBox="1">
            <a:spLocks noChangeArrowheads="1"/>
          </p:cNvSpPr>
          <p:nvPr/>
        </p:nvSpPr>
        <p:spPr>
          <a:xfrm>
            <a:off x="431800" y="1595437"/>
            <a:ext cx="8280400" cy="4957763"/>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endParaRPr lang="en-US" sz="2800" kern="0" dirty="0">
              <a:latin typeface="+mj-lt"/>
            </a:endParaRPr>
          </a:p>
          <a:p>
            <a:r>
              <a:rPr lang="en-US" sz="2800" kern="0" dirty="0">
                <a:latin typeface="+mj-lt"/>
              </a:rPr>
              <a:t>Implied</a:t>
            </a:r>
          </a:p>
          <a:p>
            <a:pPr lvl="1"/>
            <a:r>
              <a:rPr lang="en-US" sz="2800" kern="0" dirty="0">
                <a:latin typeface="+mj-lt"/>
              </a:rPr>
              <a:t>AC is implied in “ADD   M[AR]” in “One-Address” instr.</a:t>
            </a:r>
          </a:p>
          <a:p>
            <a:pPr lvl="1"/>
            <a:r>
              <a:rPr lang="en-US" sz="2800" kern="0" dirty="0">
                <a:latin typeface="+mj-lt"/>
              </a:rPr>
              <a:t>TOS is implied in “ADD” in “Zero-Address” instr.</a:t>
            </a:r>
          </a:p>
          <a:p>
            <a:r>
              <a:rPr lang="en-US" sz="2800" kern="0" dirty="0">
                <a:latin typeface="+mj-lt"/>
              </a:rPr>
              <a:t>Immediate</a:t>
            </a:r>
          </a:p>
          <a:p>
            <a:pPr lvl="1"/>
            <a:r>
              <a:rPr lang="en-US" sz="2800" kern="0" dirty="0">
                <a:latin typeface="+mj-lt"/>
              </a:rPr>
              <a:t>The use of a constant in “MOV   R1, 5”, i.e. R1 ← 5</a:t>
            </a:r>
          </a:p>
          <a:p>
            <a:r>
              <a:rPr lang="en-US" sz="2800" kern="0" dirty="0">
                <a:latin typeface="+mj-lt"/>
              </a:rPr>
              <a:t>Register</a:t>
            </a:r>
          </a:p>
          <a:p>
            <a:pPr lvl="1"/>
            <a:r>
              <a:rPr lang="en-US" sz="2800" kern="0" dirty="0">
                <a:latin typeface="+mj-lt"/>
              </a:rPr>
              <a:t>Indicate which register holds the operand</a:t>
            </a:r>
          </a:p>
        </p:txBody>
      </p:sp>
      <p:sp>
        <p:nvSpPr>
          <p:cNvPr id="4" name="AutoShape 4"/>
          <p:cNvSpPr>
            <a:spLocks noChangeArrowheads="1"/>
          </p:cNvSpPr>
          <p:nvPr/>
        </p:nvSpPr>
        <p:spPr bwMode="auto">
          <a:xfrm>
            <a:off x="2771775" y="1066800"/>
            <a:ext cx="4262438" cy="663575"/>
          </a:xfrm>
          <a:prstGeom prst="cube">
            <a:avLst>
              <a:gd name="adj" fmla="val 45694"/>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b="1">
              <a:latin typeface="+mj-lt"/>
              <a:cs typeface="Times New Roman" pitchFamily="18" charset="0"/>
            </a:endParaRPr>
          </a:p>
        </p:txBody>
      </p:sp>
      <p:sp>
        <p:nvSpPr>
          <p:cNvPr id="5" name="WordArt 5"/>
          <p:cNvSpPr>
            <a:spLocks noChangeArrowheads="1" noChangeShapeType="1" noTextEdit="1"/>
          </p:cNvSpPr>
          <p:nvPr/>
        </p:nvSpPr>
        <p:spPr bwMode="auto">
          <a:xfrm>
            <a:off x="2952750" y="1104900"/>
            <a:ext cx="3806825" cy="212725"/>
          </a:xfrm>
          <a:prstGeom prst="rect">
            <a:avLst/>
          </a:prstGeom>
        </p:spPr>
        <p:txBody>
          <a:bodyPr wrap="none" fromWordArt="1">
            <a:prstTxWarp prst="textPlain">
              <a:avLst>
                <a:gd name="adj" fmla="val 49167"/>
              </a:avLst>
            </a:prstTxWarp>
          </a:bodyPr>
          <a:lstStyle/>
          <a:p>
            <a:pPr algn="ctr"/>
            <a:r>
              <a:rPr lang="en-US" i="1" kern="10">
                <a:ln w="9525">
                  <a:solidFill>
                    <a:srgbClr val="000000"/>
                  </a:solidFill>
                  <a:round/>
                  <a:headEnd/>
                  <a:tailEnd/>
                </a:ln>
                <a:solidFill>
                  <a:srgbClr val="FFFF00"/>
                </a:solidFill>
                <a:effectLst>
                  <a:outerShdw dist="35921" dir="2700000" algn="ctr" rotWithShape="0">
                    <a:srgbClr val="808080">
                      <a:alpha val="79999"/>
                    </a:srgbClr>
                  </a:outerShdw>
                </a:effectLst>
                <a:latin typeface="+mj-lt"/>
              </a:rPr>
              <a:t>Instruction</a:t>
            </a:r>
          </a:p>
        </p:txBody>
      </p:sp>
      <p:sp>
        <p:nvSpPr>
          <p:cNvPr id="6" name="Text Box 6"/>
          <p:cNvSpPr txBox="1">
            <a:spLocks noChangeArrowheads="1"/>
          </p:cNvSpPr>
          <p:nvPr/>
        </p:nvSpPr>
        <p:spPr bwMode="auto">
          <a:xfrm>
            <a:off x="2771775" y="1370012"/>
            <a:ext cx="900113" cy="360363"/>
          </a:xfrm>
          <a:prstGeom prst="rect">
            <a:avLst/>
          </a:prstGeom>
          <a:no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latin typeface="+mj-lt"/>
                <a:cs typeface="Arial" pitchFamily="34" charset="0"/>
              </a:rPr>
              <a:t>Opcode</a:t>
            </a:r>
          </a:p>
        </p:txBody>
      </p:sp>
      <p:sp>
        <p:nvSpPr>
          <p:cNvPr id="7" name="Text Box 7"/>
          <p:cNvSpPr txBox="1">
            <a:spLocks noChangeArrowheads="1"/>
          </p:cNvSpPr>
          <p:nvPr/>
        </p:nvSpPr>
        <p:spPr bwMode="auto">
          <a:xfrm>
            <a:off x="3671888" y="1370012"/>
            <a:ext cx="720725" cy="360363"/>
          </a:xfrm>
          <a:prstGeom prst="rect">
            <a:avLst/>
          </a:prstGeom>
          <a:no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latin typeface="+mj-lt"/>
                <a:cs typeface="Arial" pitchFamily="34" charset="0"/>
              </a:rPr>
              <a:t>Mode</a:t>
            </a:r>
          </a:p>
        </p:txBody>
      </p:sp>
      <p:sp>
        <p:nvSpPr>
          <p:cNvPr id="8" name="Text Box 8"/>
          <p:cNvSpPr txBox="1">
            <a:spLocks noChangeArrowheads="1"/>
          </p:cNvSpPr>
          <p:nvPr/>
        </p:nvSpPr>
        <p:spPr bwMode="auto">
          <a:xfrm>
            <a:off x="4392613" y="1370012"/>
            <a:ext cx="2339975" cy="360363"/>
          </a:xfrm>
          <a:prstGeom prst="rect">
            <a:avLst/>
          </a:prstGeom>
          <a:no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latin typeface="+mj-lt"/>
                <a:cs typeface="Arial" pitchFamily="34" charset="0"/>
              </a:rPr>
              <a:t>...</a:t>
            </a:r>
          </a:p>
        </p:txBody>
      </p:sp>
    </p:spTree>
    <p:extLst>
      <p:ext uri="{BB962C8B-B14F-4D97-AF65-F5344CB8AC3E}">
        <p14:creationId xmlns:p14="http://schemas.microsoft.com/office/powerpoint/2010/main" val="106430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left)">
                                      <p:cBhvr>
                                        <p:cTn id="29" dur="500"/>
                                        <p:tgtEl>
                                          <p:spTgt spid="3">
                                            <p:txEl>
                                              <p:pRg st="6" end="6"/>
                                            </p:txEl>
                                          </p:spTgt>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Addressing Modes</a:t>
            </a:r>
          </a:p>
        </p:txBody>
      </p:sp>
      <p:sp>
        <p:nvSpPr>
          <p:cNvPr id="9" name="Rectangle 3"/>
          <p:cNvSpPr txBox="1">
            <a:spLocks noChangeArrowheads="1"/>
          </p:cNvSpPr>
          <p:nvPr/>
        </p:nvSpPr>
        <p:spPr>
          <a:xfrm>
            <a:off x="381000" y="1371600"/>
            <a:ext cx="8280400" cy="4316413"/>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sz="2000" kern="0">
                <a:latin typeface="+mj-lt"/>
              </a:rPr>
              <a:t>Register Indirect</a:t>
            </a:r>
          </a:p>
          <a:p>
            <a:pPr lvl="1"/>
            <a:r>
              <a:rPr lang="en-US" sz="2000" kern="0">
                <a:latin typeface="+mj-lt"/>
              </a:rPr>
              <a:t>Indicate the register that holds the number of the register that holds the operand</a:t>
            </a:r>
          </a:p>
          <a:p>
            <a:pPr lvl="2">
              <a:buFont typeface="Wingdings" pitchFamily="2" charset="2"/>
              <a:buNone/>
            </a:pPr>
            <a:r>
              <a:rPr lang="en-US" sz="2000" kern="0">
                <a:latin typeface="+mj-lt"/>
              </a:rPr>
              <a:t>MOV	  R1, (R2)</a:t>
            </a:r>
          </a:p>
          <a:p>
            <a:r>
              <a:rPr lang="en-US" sz="2000" kern="0">
                <a:latin typeface="+mj-lt"/>
              </a:rPr>
              <a:t>Autoincrement / Autodecrement</a:t>
            </a:r>
          </a:p>
          <a:p>
            <a:pPr lvl="1"/>
            <a:r>
              <a:rPr lang="en-US" sz="2000" kern="0">
                <a:latin typeface="+mj-lt"/>
              </a:rPr>
              <a:t>Access &amp; update in 1 instr.</a:t>
            </a:r>
          </a:p>
          <a:p>
            <a:r>
              <a:rPr lang="en-US" sz="2000" kern="0">
                <a:latin typeface="+mj-lt"/>
              </a:rPr>
              <a:t>Direct Address</a:t>
            </a:r>
          </a:p>
          <a:p>
            <a:pPr lvl="1"/>
            <a:r>
              <a:rPr lang="en-US" sz="2000" kern="0">
                <a:latin typeface="+mj-lt"/>
              </a:rPr>
              <a:t>Use the given address to access a memory location</a:t>
            </a:r>
            <a:endParaRPr lang="en-US" sz="2000" kern="0" dirty="0">
              <a:latin typeface="+mj-lt"/>
            </a:endParaRPr>
          </a:p>
        </p:txBody>
      </p:sp>
      <p:sp>
        <p:nvSpPr>
          <p:cNvPr id="10" name="Text Box 4"/>
          <p:cNvSpPr txBox="1">
            <a:spLocks noChangeArrowheads="1"/>
          </p:cNvSpPr>
          <p:nvPr/>
        </p:nvSpPr>
        <p:spPr bwMode="auto">
          <a:xfrm>
            <a:off x="6732588" y="2528888"/>
            <a:ext cx="1439862"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000" b="1">
                <a:latin typeface="+mj-lt"/>
                <a:cs typeface="Times New Roman" pitchFamily="18" charset="0"/>
              </a:rPr>
              <a:t>R1</a:t>
            </a:r>
          </a:p>
        </p:txBody>
      </p:sp>
      <p:sp>
        <p:nvSpPr>
          <p:cNvPr id="11" name="Text Box 5"/>
          <p:cNvSpPr txBox="1">
            <a:spLocks noChangeArrowheads="1"/>
          </p:cNvSpPr>
          <p:nvPr/>
        </p:nvSpPr>
        <p:spPr bwMode="auto">
          <a:xfrm>
            <a:off x="6732588" y="3249613"/>
            <a:ext cx="1439862"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000" b="1">
                <a:latin typeface="+mj-lt"/>
                <a:cs typeface="Times New Roman" pitchFamily="18" charset="0"/>
              </a:rPr>
              <a:t>R2 = </a:t>
            </a:r>
            <a:r>
              <a:rPr lang="en-US" sz="2000" b="1">
                <a:solidFill>
                  <a:schemeClr val="accent1"/>
                </a:solidFill>
                <a:latin typeface="+mj-lt"/>
                <a:cs typeface="Times New Roman" pitchFamily="18" charset="0"/>
              </a:rPr>
              <a:t>3</a:t>
            </a:r>
          </a:p>
        </p:txBody>
      </p:sp>
      <p:sp>
        <p:nvSpPr>
          <p:cNvPr id="12" name="Text Box 6"/>
          <p:cNvSpPr txBox="1">
            <a:spLocks noChangeArrowheads="1"/>
          </p:cNvSpPr>
          <p:nvPr/>
        </p:nvSpPr>
        <p:spPr bwMode="auto">
          <a:xfrm>
            <a:off x="6732588" y="3968750"/>
            <a:ext cx="1439862"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000" b="1">
                <a:latin typeface="+mj-lt"/>
                <a:cs typeface="Times New Roman" pitchFamily="18" charset="0"/>
              </a:rPr>
              <a:t>R3 = </a:t>
            </a:r>
            <a:r>
              <a:rPr lang="en-US" sz="2000" b="1">
                <a:solidFill>
                  <a:schemeClr val="accent2"/>
                </a:solidFill>
                <a:latin typeface="+mj-lt"/>
                <a:cs typeface="Times New Roman" pitchFamily="18" charset="0"/>
              </a:rPr>
              <a:t>5</a:t>
            </a:r>
          </a:p>
        </p:txBody>
      </p:sp>
      <p:cxnSp>
        <p:nvCxnSpPr>
          <p:cNvPr id="13" name="AutoShape 7"/>
          <p:cNvCxnSpPr>
            <a:cxnSpLocks noChangeShapeType="1"/>
            <a:stCxn id="11" idx="3"/>
            <a:endCxn id="12" idx="1"/>
          </p:cNvCxnSpPr>
          <p:nvPr/>
        </p:nvCxnSpPr>
        <p:spPr bwMode="auto">
          <a:xfrm flipH="1">
            <a:off x="6718300" y="3429000"/>
            <a:ext cx="1468438" cy="719138"/>
          </a:xfrm>
          <a:prstGeom prst="curvedConnector5">
            <a:avLst>
              <a:gd name="adj1" fmla="val -14486"/>
              <a:gd name="adj2" fmla="val 49889"/>
              <a:gd name="adj3" fmla="val 114593"/>
            </a:avLst>
          </a:prstGeom>
          <a:noFill/>
          <a:ln w="28575">
            <a:solidFill>
              <a:schemeClr val="accent1"/>
            </a:solidFill>
            <a:round/>
            <a:headEnd/>
            <a:tailEnd type="triangle" w="lg" len="lg"/>
          </a:ln>
        </p:spPr>
      </p:cxnSp>
      <p:cxnSp>
        <p:nvCxnSpPr>
          <p:cNvPr id="14" name="AutoShape 8"/>
          <p:cNvCxnSpPr>
            <a:cxnSpLocks noChangeShapeType="1"/>
            <a:stCxn id="12" idx="3"/>
            <a:endCxn id="10" idx="3"/>
          </p:cNvCxnSpPr>
          <p:nvPr/>
        </p:nvCxnSpPr>
        <p:spPr bwMode="auto">
          <a:xfrm flipV="1">
            <a:off x="8186738" y="2708275"/>
            <a:ext cx="1587" cy="1439863"/>
          </a:xfrm>
          <a:prstGeom prst="curvedConnector3">
            <a:avLst>
              <a:gd name="adj1" fmla="val 32000009"/>
            </a:avLst>
          </a:prstGeom>
          <a:noFill/>
          <a:ln w="28575">
            <a:solidFill>
              <a:schemeClr val="accent2"/>
            </a:solidFill>
            <a:round/>
            <a:headEnd/>
            <a:tailEnd type="triangle" w="lg" len="lg"/>
          </a:ln>
        </p:spPr>
      </p:cxnSp>
      <p:sp>
        <p:nvSpPr>
          <p:cNvPr id="15" name="Line 9"/>
          <p:cNvSpPr>
            <a:spLocks noChangeShapeType="1"/>
          </p:cNvSpPr>
          <p:nvPr/>
        </p:nvSpPr>
        <p:spPr bwMode="auto">
          <a:xfrm>
            <a:off x="8532813" y="6742113"/>
            <a:ext cx="539750" cy="0"/>
          </a:xfrm>
          <a:prstGeom prst="line">
            <a:avLst/>
          </a:prstGeom>
          <a:noFill/>
          <a:ln w="9525">
            <a:solidFill>
              <a:schemeClr val="tx1"/>
            </a:solidFill>
            <a:round/>
            <a:headEnd/>
            <a:tailEnd type="triangle" w="med" len="med"/>
          </a:ln>
        </p:spPr>
        <p:txBody>
          <a:bodyPr/>
          <a:lstStyle/>
          <a:p>
            <a:endParaRPr lang="en-US" sz="2000">
              <a:latin typeface="+mj-lt"/>
            </a:endParaRPr>
          </a:p>
        </p:txBody>
      </p:sp>
    </p:spTree>
    <p:extLst>
      <p:ext uri="{BB962C8B-B14F-4D97-AF65-F5344CB8AC3E}">
        <p14:creationId xmlns:p14="http://schemas.microsoft.com/office/powerpoint/2010/main" val="308983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animEffect transition="in" filter="wipe(left)">
                                      <p:cBhvr>
                                        <p:cTn id="11" dur="500"/>
                                        <p:tgtEl>
                                          <p:spTgt spid="9">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wipe(left)">
                                      <p:cBhvr>
                                        <p:cTn id="15" dur="500"/>
                                        <p:tgtEl>
                                          <p:spTgt spid="9">
                                            <p:txEl>
                                              <p:pRg st="2" end="2"/>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up)">
                                      <p:cBhvr>
                                        <p:cTn id="23" dur="500"/>
                                        <p:tgtEl>
                                          <p:spTgt spid="11"/>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up)">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9">
                                            <p:txEl>
                                              <p:pRg st="3" end="3"/>
                                            </p:txEl>
                                          </p:spTgt>
                                        </p:tgtEl>
                                        <p:attrNameLst>
                                          <p:attrName>style.visibility</p:attrName>
                                        </p:attrNameLst>
                                      </p:cBhvr>
                                      <p:to>
                                        <p:strVal val="visible"/>
                                      </p:to>
                                    </p:set>
                                    <p:animEffect transition="in" filter="wipe(left)">
                                      <p:cBhvr>
                                        <p:cTn id="41" dur="500"/>
                                        <p:tgtEl>
                                          <p:spTgt spid="9">
                                            <p:txEl>
                                              <p:pRg st="3" end="3"/>
                                            </p:txEl>
                                          </p:spTgt>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9">
                                            <p:txEl>
                                              <p:pRg st="4" end="4"/>
                                            </p:txEl>
                                          </p:spTgt>
                                        </p:tgtEl>
                                        <p:attrNameLst>
                                          <p:attrName>style.visibility</p:attrName>
                                        </p:attrNameLst>
                                      </p:cBhvr>
                                      <p:to>
                                        <p:strVal val="visible"/>
                                      </p:to>
                                    </p:set>
                                    <p:animEffect transition="in" filter="wipe(left)">
                                      <p:cBhvr>
                                        <p:cTn id="45" dur="500"/>
                                        <p:tgtEl>
                                          <p:spTgt spid="9">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9">
                                            <p:txEl>
                                              <p:pRg st="5" end="5"/>
                                            </p:txEl>
                                          </p:spTgt>
                                        </p:tgtEl>
                                        <p:attrNameLst>
                                          <p:attrName>style.visibility</p:attrName>
                                        </p:attrNameLst>
                                      </p:cBhvr>
                                      <p:to>
                                        <p:strVal val="visible"/>
                                      </p:to>
                                    </p:set>
                                    <p:animEffect transition="in" filter="wipe(left)">
                                      <p:cBhvr>
                                        <p:cTn id="50" dur="500"/>
                                        <p:tgtEl>
                                          <p:spTgt spid="9">
                                            <p:txEl>
                                              <p:pRg st="5" end="5"/>
                                            </p:txEl>
                                          </p:spTgt>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9">
                                            <p:txEl>
                                              <p:pRg st="6" end="6"/>
                                            </p:txEl>
                                          </p:spTgt>
                                        </p:tgtEl>
                                        <p:attrNameLst>
                                          <p:attrName>style.visibility</p:attrName>
                                        </p:attrNameLst>
                                      </p:cBhvr>
                                      <p:to>
                                        <p:strVal val="visible"/>
                                      </p:to>
                                    </p:set>
                                    <p:animEffect transition="in" filter="wipe(left)">
                                      <p:cBhvr>
                                        <p:cTn id="54" dur="500"/>
                                        <p:tgtEl>
                                          <p:spTgt spid="9">
                                            <p:txEl>
                                              <p:pRg st="6" end="6"/>
                                            </p:txEl>
                                          </p:spTgt>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Addressing Modes</a:t>
            </a:r>
            <a:endParaRPr lang="en-US" sz="2400" dirty="0"/>
          </a:p>
        </p:txBody>
      </p:sp>
      <p:sp>
        <p:nvSpPr>
          <p:cNvPr id="3" name="Rectangle 3"/>
          <p:cNvSpPr txBox="1">
            <a:spLocks noChangeArrowheads="1"/>
          </p:cNvSpPr>
          <p:nvPr/>
        </p:nvSpPr>
        <p:spPr>
          <a:xfrm>
            <a:off x="457200" y="990600"/>
            <a:ext cx="8229600" cy="1960563"/>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sz="2400" kern="0" dirty="0">
                <a:latin typeface="+mj-lt"/>
              </a:rPr>
              <a:t>Indirect Address</a:t>
            </a:r>
          </a:p>
          <a:p>
            <a:pPr lvl="1"/>
            <a:r>
              <a:rPr lang="en-US" sz="2400" kern="0" dirty="0">
                <a:latin typeface="+mj-lt"/>
              </a:rPr>
              <a:t>Indicate the memory location that holds the address of the memory location that holds the data</a:t>
            </a:r>
          </a:p>
        </p:txBody>
      </p:sp>
      <p:sp>
        <p:nvSpPr>
          <p:cNvPr id="4" name="Text Box 4"/>
          <p:cNvSpPr txBox="1">
            <a:spLocks noChangeArrowheads="1"/>
          </p:cNvSpPr>
          <p:nvPr/>
        </p:nvSpPr>
        <p:spPr bwMode="auto">
          <a:xfrm>
            <a:off x="3851275" y="2889250"/>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000" b="1">
                <a:latin typeface="+mj-lt"/>
                <a:cs typeface="Times New Roman" pitchFamily="18" charset="0"/>
              </a:rPr>
              <a:t>AR = </a:t>
            </a:r>
            <a:r>
              <a:rPr lang="en-US" sz="2000" b="1">
                <a:solidFill>
                  <a:schemeClr val="accent1"/>
                </a:solidFill>
                <a:latin typeface="+mj-lt"/>
                <a:cs typeface="Times New Roman" pitchFamily="18" charset="0"/>
              </a:rPr>
              <a:t>101</a:t>
            </a:r>
          </a:p>
        </p:txBody>
      </p:sp>
      <p:cxnSp>
        <p:nvCxnSpPr>
          <p:cNvPr id="5" name="AutoShape 5"/>
          <p:cNvCxnSpPr>
            <a:cxnSpLocks noChangeShapeType="1"/>
            <a:stCxn id="4" idx="3"/>
            <a:endCxn id="9" idx="1"/>
          </p:cNvCxnSpPr>
          <p:nvPr/>
        </p:nvCxnSpPr>
        <p:spPr bwMode="auto">
          <a:xfrm>
            <a:off x="5305425" y="3068638"/>
            <a:ext cx="708025" cy="1262062"/>
          </a:xfrm>
          <a:prstGeom prst="curvedConnector3">
            <a:avLst>
              <a:gd name="adj1" fmla="val 48880"/>
            </a:avLst>
          </a:prstGeom>
          <a:noFill/>
          <a:ln w="28575">
            <a:solidFill>
              <a:schemeClr val="accent1"/>
            </a:solidFill>
            <a:round/>
            <a:headEnd/>
            <a:tailEnd type="triangle" w="lg" len="lg"/>
          </a:ln>
        </p:spPr>
      </p:cxnSp>
      <p:grpSp>
        <p:nvGrpSpPr>
          <p:cNvPr id="6" name="Group 6"/>
          <p:cNvGrpSpPr>
            <a:grpSpLocks/>
          </p:cNvGrpSpPr>
          <p:nvPr/>
        </p:nvGrpSpPr>
        <p:grpSpPr bwMode="auto">
          <a:xfrm>
            <a:off x="6011863" y="2528888"/>
            <a:ext cx="2341562" cy="3779837"/>
            <a:chOff x="3787" y="1593"/>
            <a:chExt cx="1475" cy="2381"/>
          </a:xfrm>
        </p:grpSpPr>
        <p:sp>
          <p:nvSpPr>
            <p:cNvPr id="7" name="AutoShape 7"/>
            <p:cNvSpPr>
              <a:spLocks noChangeArrowheads="1"/>
            </p:cNvSpPr>
            <p:nvPr/>
          </p:nvSpPr>
          <p:spPr bwMode="auto">
            <a:xfrm>
              <a:off x="4127" y="1818"/>
              <a:ext cx="1135" cy="2156"/>
            </a:xfrm>
            <a:prstGeom prst="cube">
              <a:avLst>
                <a:gd name="adj" fmla="val 9514"/>
              </a:avLst>
            </a:prstGeom>
            <a:solidFill>
              <a:srgbClr val="E6E6E6"/>
            </a:solidFill>
            <a:ln w="28575">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000" b="1">
                <a:latin typeface="+mj-lt"/>
                <a:cs typeface="Arial" pitchFamily="34" charset="0"/>
              </a:endParaRPr>
            </a:p>
          </p:txBody>
        </p:sp>
        <p:sp>
          <p:nvSpPr>
            <p:cNvPr id="8" name="Text Box 8"/>
            <p:cNvSpPr txBox="1">
              <a:spLocks noChangeArrowheads="1"/>
            </p:cNvSpPr>
            <p:nvPr/>
          </p:nvSpPr>
          <p:spPr bwMode="auto">
            <a:xfrm>
              <a:off x="3787" y="2387"/>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latin typeface="+mj-lt"/>
                  <a:cs typeface="Arial" pitchFamily="34" charset="0"/>
                </a:rPr>
                <a:t>100</a:t>
              </a:r>
              <a:endParaRPr lang="en-US" sz="2000" b="1">
                <a:solidFill>
                  <a:schemeClr val="accent1"/>
                </a:solidFill>
                <a:latin typeface="+mj-lt"/>
                <a:cs typeface="Arial" pitchFamily="34" charset="0"/>
              </a:endParaRPr>
            </a:p>
          </p:txBody>
        </p:sp>
        <p:sp>
          <p:nvSpPr>
            <p:cNvPr id="9" name="Text Box 9"/>
            <p:cNvSpPr txBox="1">
              <a:spLocks noChangeArrowheads="1"/>
            </p:cNvSpPr>
            <p:nvPr/>
          </p:nvSpPr>
          <p:spPr bwMode="auto">
            <a:xfrm>
              <a:off x="3788" y="2614"/>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latin typeface="+mj-lt"/>
                  <a:cs typeface="Arial" pitchFamily="34" charset="0"/>
                </a:rPr>
                <a:t>101</a:t>
              </a:r>
              <a:endParaRPr lang="en-US" sz="2000" b="1">
                <a:solidFill>
                  <a:schemeClr val="accent1"/>
                </a:solidFill>
                <a:latin typeface="+mj-lt"/>
                <a:cs typeface="Arial" pitchFamily="34" charset="0"/>
              </a:endParaRPr>
            </a:p>
          </p:txBody>
        </p:sp>
        <p:sp>
          <p:nvSpPr>
            <p:cNvPr id="10" name="Text Box 10"/>
            <p:cNvSpPr txBox="1">
              <a:spLocks noChangeArrowheads="1"/>
            </p:cNvSpPr>
            <p:nvPr/>
          </p:nvSpPr>
          <p:spPr bwMode="auto">
            <a:xfrm>
              <a:off x="3789" y="2841"/>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latin typeface="+mj-lt"/>
                  <a:cs typeface="Arial" pitchFamily="34" charset="0"/>
                </a:rPr>
                <a:t>102</a:t>
              </a:r>
              <a:endParaRPr lang="en-US" sz="2000" b="1">
                <a:solidFill>
                  <a:schemeClr val="accent1"/>
                </a:solidFill>
                <a:latin typeface="+mj-lt"/>
                <a:cs typeface="Arial" pitchFamily="34" charset="0"/>
              </a:endParaRPr>
            </a:p>
          </p:txBody>
        </p:sp>
        <p:sp>
          <p:nvSpPr>
            <p:cNvPr id="11" name="Text Box 11"/>
            <p:cNvSpPr txBox="1">
              <a:spLocks noChangeArrowheads="1"/>
            </p:cNvSpPr>
            <p:nvPr/>
          </p:nvSpPr>
          <p:spPr bwMode="auto">
            <a:xfrm>
              <a:off x="3790" y="3068"/>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latin typeface="+mj-lt"/>
                  <a:cs typeface="Arial" pitchFamily="34" charset="0"/>
                </a:rPr>
                <a:t>103</a:t>
              </a:r>
              <a:endParaRPr lang="en-US" sz="2000" b="1">
                <a:solidFill>
                  <a:schemeClr val="accent1"/>
                </a:solidFill>
                <a:latin typeface="+mj-lt"/>
                <a:cs typeface="Arial" pitchFamily="34" charset="0"/>
              </a:endParaRPr>
            </a:p>
          </p:txBody>
        </p:sp>
        <p:sp>
          <p:nvSpPr>
            <p:cNvPr id="12" name="Text Box 12"/>
            <p:cNvSpPr txBox="1">
              <a:spLocks noChangeArrowheads="1"/>
            </p:cNvSpPr>
            <p:nvPr/>
          </p:nvSpPr>
          <p:spPr bwMode="auto">
            <a:xfrm>
              <a:off x="3791" y="3295"/>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latin typeface="+mj-lt"/>
                  <a:cs typeface="Arial" pitchFamily="34" charset="0"/>
                </a:rPr>
                <a:t>104</a:t>
              </a:r>
              <a:endParaRPr lang="en-US" sz="2000" b="1">
                <a:solidFill>
                  <a:schemeClr val="accent1"/>
                </a:solidFill>
                <a:latin typeface="+mj-lt"/>
                <a:cs typeface="Arial" pitchFamily="34" charset="0"/>
              </a:endParaRPr>
            </a:p>
          </p:txBody>
        </p:sp>
        <p:sp>
          <p:nvSpPr>
            <p:cNvPr id="13" name="Line 13"/>
            <p:cNvSpPr>
              <a:spLocks noChangeShapeType="1"/>
            </p:cNvSpPr>
            <p:nvPr/>
          </p:nvSpPr>
          <p:spPr bwMode="auto">
            <a:xfrm>
              <a:off x="4127" y="2385"/>
              <a:ext cx="1021" cy="0"/>
            </a:xfrm>
            <a:prstGeom prst="line">
              <a:avLst/>
            </a:prstGeom>
            <a:noFill/>
            <a:ln w="28575">
              <a:solidFill>
                <a:schemeClr val="tx1"/>
              </a:solidFill>
              <a:round/>
              <a:headEnd/>
              <a:tailEnd/>
            </a:ln>
          </p:spPr>
          <p:txBody>
            <a:bodyPr wrap="none" lIns="0" tIns="0" rIns="0" bIns="0" anchor="ctr">
              <a:spAutoFit/>
            </a:bodyPr>
            <a:lstStyle/>
            <a:p>
              <a:endParaRPr lang="en-US" sz="2000">
                <a:latin typeface="+mj-lt"/>
              </a:endParaRPr>
            </a:p>
          </p:txBody>
        </p:sp>
        <p:sp>
          <p:nvSpPr>
            <p:cNvPr id="14" name="Line 14"/>
            <p:cNvSpPr>
              <a:spLocks noChangeShapeType="1"/>
            </p:cNvSpPr>
            <p:nvPr/>
          </p:nvSpPr>
          <p:spPr bwMode="auto">
            <a:xfrm>
              <a:off x="4127" y="2611"/>
              <a:ext cx="1021" cy="0"/>
            </a:xfrm>
            <a:prstGeom prst="line">
              <a:avLst/>
            </a:prstGeom>
            <a:noFill/>
            <a:ln w="28575">
              <a:solidFill>
                <a:schemeClr val="tx1"/>
              </a:solidFill>
              <a:round/>
              <a:headEnd/>
              <a:tailEnd/>
            </a:ln>
          </p:spPr>
          <p:txBody>
            <a:bodyPr wrap="none" lIns="0" tIns="0" rIns="0" bIns="0" anchor="ctr">
              <a:spAutoFit/>
            </a:bodyPr>
            <a:lstStyle/>
            <a:p>
              <a:endParaRPr lang="en-US" sz="2000">
                <a:latin typeface="+mj-lt"/>
              </a:endParaRPr>
            </a:p>
          </p:txBody>
        </p:sp>
        <p:sp>
          <p:nvSpPr>
            <p:cNvPr id="15" name="Line 15"/>
            <p:cNvSpPr>
              <a:spLocks noChangeShapeType="1"/>
            </p:cNvSpPr>
            <p:nvPr/>
          </p:nvSpPr>
          <p:spPr bwMode="auto">
            <a:xfrm>
              <a:off x="4127" y="2837"/>
              <a:ext cx="1021" cy="0"/>
            </a:xfrm>
            <a:prstGeom prst="line">
              <a:avLst/>
            </a:prstGeom>
            <a:noFill/>
            <a:ln w="28575">
              <a:solidFill>
                <a:schemeClr val="tx1"/>
              </a:solidFill>
              <a:round/>
              <a:headEnd/>
              <a:tailEnd/>
            </a:ln>
          </p:spPr>
          <p:txBody>
            <a:bodyPr wrap="none" lIns="0" tIns="0" rIns="0" bIns="0" anchor="ctr">
              <a:spAutoFit/>
            </a:bodyPr>
            <a:lstStyle/>
            <a:p>
              <a:endParaRPr lang="en-US" sz="2000">
                <a:latin typeface="+mj-lt"/>
              </a:endParaRPr>
            </a:p>
          </p:txBody>
        </p:sp>
        <p:sp>
          <p:nvSpPr>
            <p:cNvPr id="16" name="Line 16"/>
            <p:cNvSpPr>
              <a:spLocks noChangeShapeType="1"/>
            </p:cNvSpPr>
            <p:nvPr/>
          </p:nvSpPr>
          <p:spPr bwMode="auto">
            <a:xfrm>
              <a:off x="4127" y="3063"/>
              <a:ext cx="1021" cy="0"/>
            </a:xfrm>
            <a:prstGeom prst="line">
              <a:avLst/>
            </a:prstGeom>
            <a:noFill/>
            <a:ln w="28575">
              <a:solidFill>
                <a:schemeClr val="tx1"/>
              </a:solidFill>
              <a:round/>
              <a:headEnd/>
              <a:tailEnd/>
            </a:ln>
          </p:spPr>
          <p:txBody>
            <a:bodyPr wrap="none" lIns="0" tIns="0" rIns="0" bIns="0" anchor="ctr">
              <a:spAutoFit/>
            </a:bodyPr>
            <a:lstStyle/>
            <a:p>
              <a:endParaRPr lang="en-US" sz="2000">
                <a:latin typeface="+mj-lt"/>
              </a:endParaRPr>
            </a:p>
          </p:txBody>
        </p:sp>
        <p:sp>
          <p:nvSpPr>
            <p:cNvPr id="17" name="Line 17"/>
            <p:cNvSpPr>
              <a:spLocks noChangeShapeType="1"/>
            </p:cNvSpPr>
            <p:nvPr/>
          </p:nvSpPr>
          <p:spPr bwMode="auto">
            <a:xfrm>
              <a:off x="4127" y="3289"/>
              <a:ext cx="1021" cy="0"/>
            </a:xfrm>
            <a:prstGeom prst="line">
              <a:avLst/>
            </a:prstGeom>
            <a:noFill/>
            <a:ln w="28575">
              <a:solidFill>
                <a:schemeClr val="tx1"/>
              </a:solidFill>
              <a:round/>
              <a:headEnd/>
              <a:tailEnd/>
            </a:ln>
          </p:spPr>
          <p:txBody>
            <a:bodyPr wrap="none" lIns="0" tIns="0" rIns="0" bIns="0" anchor="ctr">
              <a:spAutoFit/>
            </a:bodyPr>
            <a:lstStyle/>
            <a:p>
              <a:endParaRPr lang="en-US" sz="2000">
                <a:latin typeface="+mj-lt"/>
              </a:endParaRPr>
            </a:p>
          </p:txBody>
        </p:sp>
        <p:sp>
          <p:nvSpPr>
            <p:cNvPr id="18" name="Line 18"/>
            <p:cNvSpPr>
              <a:spLocks noChangeShapeType="1"/>
            </p:cNvSpPr>
            <p:nvPr/>
          </p:nvSpPr>
          <p:spPr bwMode="auto">
            <a:xfrm>
              <a:off x="4127" y="3515"/>
              <a:ext cx="1021" cy="0"/>
            </a:xfrm>
            <a:prstGeom prst="line">
              <a:avLst/>
            </a:prstGeom>
            <a:noFill/>
            <a:ln w="28575">
              <a:solidFill>
                <a:schemeClr val="tx1"/>
              </a:solidFill>
              <a:round/>
              <a:headEnd/>
              <a:tailEnd/>
            </a:ln>
          </p:spPr>
          <p:txBody>
            <a:bodyPr wrap="none" lIns="0" tIns="0" rIns="0" bIns="0" anchor="ctr">
              <a:spAutoFit/>
            </a:bodyPr>
            <a:lstStyle/>
            <a:p>
              <a:endParaRPr lang="en-US" sz="2000">
                <a:latin typeface="+mj-lt"/>
              </a:endParaRPr>
            </a:p>
          </p:txBody>
        </p:sp>
        <p:sp>
          <p:nvSpPr>
            <p:cNvPr id="19" name="WordArt 19"/>
            <p:cNvSpPr>
              <a:spLocks noChangeArrowheads="1" noChangeShapeType="1" noTextEdit="1"/>
            </p:cNvSpPr>
            <p:nvPr/>
          </p:nvSpPr>
          <p:spPr bwMode="auto">
            <a:xfrm>
              <a:off x="4127" y="1593"/>
              <a:ext cx="1134" cy="227"/>
            </a:xfrm>
            <a:prstGeom prst="rect">
              <a:avLst/>
            </a:prstGeom>
          </p:spPr>
          <p:txBody>
            <a:bodyPr wrap="none" fromWordArt="1">
              <a:prstTxWarp prst="textPlain">
                <a:avLst>
                  <a:gd name="adj" fmla="val 44093"/>
                </a:avLst>
              </a:prstTxWarp>
            </a:bodyPr>
            <a:lstStyle/>
            <a:p>
              <a:pPr algn="ctr"/>
              <a:r>
                <a:rPr lang="en-US" sz="2000" i="1" kern="10">
                  <a:ln w="9525">
                    <a:solidFill>
                      <a:srgbClr val="000000"/>
                    </a:solidFill>
                    <a:round/>
                    <a:headEnd/>
                    <a:tailEnd/>
                  </a:ln>
                  <a:solidFill>
                    <a:srgbClr val="FFFF00"/>
                  </a:solidFill>
                  <a:effectLst>
                    <a:outerShdw dist="35921" dir="2700000" algn="ctr" rotWithShape="0">
                      <a:srgbClr val="808080">
                        <a:alpha val="79999"/>
                      </a:srgbClr>
                    </a:outerShdw>
                  </a:effectLst>
                  <a:latin typeface="+mj-lt"/>
                </a:rPr>
                <a:t>Memory</a:t>
              </a:r>
            </a:p>
          </p:txBody>
        </p:sp>
      </p:grpSp>
      <p:sp>
        <p:nvSpPr>
          <p:cNvPr id="20" name="Text Box 20"/>
          <p:cNvSpPr txBox="1">
            <a:spLocks noChangeArrowheads="1"/>
          </p:cNvSpPr>
          <p:nvPr/>
        </p:nvSpPr>
        <p:spPr bwMode="auto">
          <a:xfrm>
            <a:off x="6551613" y="4149725"/>
            <a:ext cx="1620837" cy="360363"/>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1"/>
                </a:solidFill>
                <a:latin typeface="+mj-lt"/>
                <a:cs typeface="Arial" pitchFamily="34" charset="0"/>
              </a:rPr>
              <a:t>0  1  0  4</a:t>
            </a:r>
          </a:p>
        </p:txBody>
      </p:sp>
      <p:cxnSp>
        <p:nvCxnSpPr>
          <p:cNvPr id="21" name="AutoShape 21"/>
          <p:cNvCxnSpPr>
            <a:cxnSpLocks noChangeShapeType="1"/>
            <a:stCxn id="20" idx="3"/>
            <a:endCxn id="12" idx="1"/>
          </p:cNvCxnSpPr>
          <p:nvPr/>
        </p:nvCxnSpPr>
        <p:spPr bwMode="auto">
          <a:xfrm flipH="1">
            <a:off x="6018213" y="4330700"/>
            <a:ext cx="2154237" cy="1081088"/>
          </a:xfrm>
          <a:prstGeom prst="curvedConnector5">
            <a:avLst>
              <a:gd name="adj1" fmla="val -21519"/>
              <a:gd name="adj2" fmla="val 43903"/>
              <a:gd name="adj3" fmla="val 120116"/>
            </a:avLst>
          </a:prstGeom>
          <a:noFill/>
          <a:ln w="28575">
            <a:solidFill>
              <a:schemeClr val="accent1"/>
            </a:solidFill>
            <a:round/>
            <a:headEnd/>
            <a:tailEnd type="triangle" w="lg" len="lg"/>
          </a:ln>
        </p:spPr>
      </p:cxnSp>
      <p:sp>
        <p:nvSpPr>
          <p:cNvPr id="22" name="Text Box 22"/>
          <p:cNvSpPr txBox="1">
            <a:spLocks noChangeArrowheads="1"/>
          </p:cNvSpPr>
          <p:nvPr/>
        </p:nvSpPr>
        <p:spPr bwMode="auto">
          <a:xfrm>
            <a:off x="6551613" y="5229225"/>
            <a:ext cx="1620837" cy="360363"/>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2"/>
                </a:solidFill>
                <a:latin typeface="+mj-lt"/>
                <a:cs typeface="Arial" pitchFamily="34" charset="0"/>
              </a:rPr>
              <a:t>1  1  0  A</a:t>
            </a:r>
          </a:p>
        </p:txBody>
      </p:sp>
      <p:cxnSp>
        <p:nvCxnSpPr>
          <p:cNvPr id="23" name="AutoShape 23"/>
          <p:cNvCxnSpPr>
            <a:cxnSpLocks noChangeShapeType="1"/>
          </p:cNvCxnSpPr>
          <p:nvPr/>
        </p:nvCxnSpPr>
        <p:spPr bwMode="auto">
          <a:xfrm rot="5400000">
            <a:off x="6902451" y="6038850"/>
            <a:ext cx="900112" cy="1587"/>
          </a:xfrm>
          <a:prstGeom prst="curvedConnector3">
            <a:avLst>
              <a:gd name="adj1" fmla="val 49912"/>
            </a:avLst>
          </a:prstGeom>
          <a:noFill/>
          <a:ln w="28575">
            <a:solidFill>
              <a:schemeClr val="accent2"/>
            </a:solidFill>
            <a:round/>
            <a:headEnd/>
            <a:tailEnd type="triangle" w="lg" len="lg"/>
          </a:ln>
        </p:spPr>
      </p:cxnSp>
    </p:spTree>
    <p:extLst>
      <p:ext uri="{BB962C8B-B14F-4D97-AF65-F5344CB8AC3E}">
        <p14:creationId xmlns:p14="http://schemas.microsoft.com/office/powerpoint/2010/main" val="149960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par>
                          <p:cTn id="21" fill="hold">
                            <p:stCondLst>
                              <p:cond delay="500"/>
                            </p:stCondLst>
                            <p:childTnLst>
                              <p:par>
                                <p:cTn id="22" presetID="22" presetClass="entr" presetSubtype="1"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up)">
                                      <p:cBhvr>
                                        <p:cTn id="24" dur="500"/>
                                        <p:tgtEl>
                                          <p:spTgt spid="5"/>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par>
                          <p:cTn id="29" fill="hold">
                            <p:stCondLst>
                              <p:cond delay="1500"/>
                            </p:stCondLst>
                            <p:childTnLst>
                              <p:par>
                                <p:cTn id="30" presetID="22" presetClass="entr" presetSubtype="1" fill="hold"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up)">
                                      <p:cBhvr>
                                        <p:cTn id="32" dur="500"/>
                                        <p:tgtEl>
                                          <p:spTgt spid="21"/>
                                        </p:tgtEl>
                                      </p:cBhvr>
                                    </p:animEffect>
                                  </p:childTnLst>
                                </p:cTn>
                              </p:par>
                            </p:childTnLst>
                          </p:cTn>
                        </p:par>
                        <p:par>
                          <p:cTn id="33" fill="hold">
                            <p:stCondLst>
                              <p:cond delay="2000"/>
                            </p:stCondLst>
                            <p:childTnLst>
                              <p:par>
                                <p:cTn id="34" presetID="22" presetClass="entr" presetSubtype="8" fill="hold" grpId="0" nodeType="after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500"/>
                                        <p:tgtEl>
                                          <p:spTgt spid="22"/>
                                        </p:tgtEl>
                                      </p:cBhvr>
                                    </p:animEffect>
                                  </p:childTnLst>
                                </p:cTn>
                              </p:par>
                            </p:childTnLst>
                          </p:cTn>
                        </p:par>
                        <p:par>
                          <p:cTn id="37" fill="hold">
                            <p:stCondLst>
                              <p:cond delay="2500"/>
                            </p:stCondLst>
                            <p:childTnLst>
                              <p:par>
                                <p:cTn id="38" presetID="22" presetClass="entr" presetSubtype="1" fill="hold"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up)">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Addressing Modes</a:t>
            </a:r>
            <a:endParaRPr lang="en-US" sz="2400" dirty="0"/>
          </a:p>
        </p:txBody>
      </p:sp>
      <p:grpSp>
        <p:nvGrpSpPr>
          <p:cNvPr id="3" name="Group 2"/>
          <p:cNvGrpSpPr>
            <a:grpSpLocks/>
          </p:cNvGrpSpPr>
          <p:nvPr/>
        </p:nvGrpSpPr>
        <p:grpSpPr bwMode="auto">
          <a:xfrm>
            <a:off x="6011863" y="1268413"/>
            <a:ext cx="2341562" cy="5040312"/>
            <a:chOff x="3787" y="799"/>
            <a:chExt cx="1475" cy="3175"/>
          </a:xfrm>
        </p:grpSpPr>
        <p:sp>
          <p:nvSpPr>
            <p:cNvPr id="4" name="AutoShape 3"/>
            <p:cNvSpPr>
              <a:spLocks noChangeArrowheads="1"/>
            </p:cNvSpPr>
            <p:nvPr/>
          </p:nvSpPr>
          <p:spPr bwMode="auto">
            <a:xfrm>
              <a:off x="4127" y="1026"/>
              <a:ext cx="1135" cy="2948"/>
            </a:xfrm>
            <a:prstGeom prst="cube">
              <a:avLst>
                <a:gd name="adj" fmla="val 11102"/>
              </a:avLst>
            </a:prstGeom>
            <a:solidFill>
              <a:srgbClr val="E6E6E6"/>
            </a:solidFill>
            <a:ln w="28575">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400" b="1">
                <a:cs typeface="Arial" pitchFamily="34" charset="0"/>
              </a:endParaRPr>
            </a:p>
          </p:txBody>
        </p:sp>
        <p:sp>
          <p:nvSpPr>
            <p:cNvPr id="5" name="Text Box 4"/>
            <p:cNvSpPr txBox="1">
              <a:spLocks noChangeArrowheads="1"/>
            </p:cNvSpPr>
            <p:nvPr/>
          </p:nvSpPr>
          <p:spPr bwMode="auto">
            <a:xfrm>
              <a:off x="3787" y="2387"/>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cs typeface="Arial" pitchFamily="34" charset="0"/>
                </a:rPr>
                <a:t>100</a:t>
              </a:r>
              <a:endParaRPr lang="en-US" sz="2400" b="1">
                <a:solidFill>
                  <a:schemeClr val="accent1"/>
                </a:solidFill>
                <a:cs typeface="Arial" pitchFamily="34" charset="0"/>
              </a:endParaRPr>
            </a:p>
          </p:txBody>
        </p:sp>
        <p:sp>
          <p:nvSpPr>
            <p:cNvPr id="6" name="Text Box 5"/>
            <p:cNvSpPr txBox="1">
              <a:spLocks noChangeArrowheads="1"/>
            </p:cNvSpPr>
            <p:nvPr/>
          </p:nvSpPr>
          <p:spPr bwMode="auto">
            <a:xfrm>
              <a:off x="3788" y="2614"/>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cs typeface="Arial" pitchFamily="34" charset="0"/>
                </a:rPr>
                <a:t>101</a:t>
              </a:r>
              <a:endParaRPr lang="en-US" sz="2400" b="1">
                <a:solidFill>
                  <a:schemeClr val="accent1"/>
                </a:solidFill>
                <a:cs typeface="Arial" pitchFamily="34" charset="0"/>
              </a:endParaRPr>
            </a:p>
          </p:txBody>
        </p:sp>
        <p:sp>
          <p:nvSpPr>
            <p:cNvPr id="7" name="Text Box 6"/>
            <p:cNvSpPr txBox="1">
              <a:spLocks noChangeArrowheads="1"/>
            </p:cNvSpPr>
            <p:nvPr/>
          </p:nvSpPr>
          <p:spPr bwMode="auto">
            <a:xfrm>
              <a:off x="3789" y="2841"/>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cs typeface="Arial" pitchFamily="34" charset="0"/>
                </a:rPr>
                <a:t>102</a:t>
              </a:r>
              <a:endParaRPr lang="en-US" sz="2400" b="1">
                <a:solidFill>
                  <a:schemeClr val="accent1"/>
                </a:solidFill>
                <a:cs typeface="Arial" pitchFamily="34" charset="0"/>
              </a:endParaRPr>
            </a:p>
          </p:txBody>
        </p:sp>
        <p:sp>
          <p:nvSpPr>
            <p:cNvPr id="8" name="Text Box 7"/>
            <p:cNvSpPr txBox="1">
              <a:spLocks noChangeArrowheads="1"/>
            </p:cNvSpPr>
            <p:nvPr/>
          </p:nvSpPr>
          <p:spPr bwMode="auto">
            <a:xfrm>
              <a:off x="3790" y="3068"/>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cs typeface="Arial" pitchFamily="34" charset="0"/>
                </a:rPr>
                <a:t>103</a:t>
              </a:r>
              <a:endParaRPr lang="en-US" sz="2400" b="1">
                <a:solidFill>
                  <a:schemeClr val="accent1"/>
                </a:solidFill>
                <a:cs typeface="Arial" pitchFamily="34" charset="0"/>
              </a:endParaRPr>
            </a:p>
          </p:txBody>
        </p:sp>
        <p:sp>
          <p:nvSpPr>
            <p:cNvPr id="9" name="Text Box 8"/>
            <p:cNvSpPr txBox="1">
              <a:spLocks noChangeArrowheads="1"/>
            </p:cNvSpPr>
            <p:nvPr/>
          </p:nvSpPr>
          <p:spPr bwMode="auto">
            <a:xfrm>
              <a:off x="3791" y="3295"/>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cs typeface="Arial" pitchFamily="34" charset="0"/>
                </a:rPr>
                <a:t>104</a:t>
              </a:r>
              <a:endParaRPr lang="en-US" sz="2400" b="1">
                <a:solidFill>
                  <a:schemeClr val="accent1"/>
                </a:solidFill>
                <a:cs typeface="Arial" pitchFamily="34" charset="0"/>
              </a:endParaRPr>
            </a:p>
          </p:txBody>
        </p:sp>
        <p:sp>
          <p:nvSpPr>
            <p:cNvPr id="10" name="Line 9"/>
            <p:cNvSpPr>
              <a:spLocks noChangeShapeType="1"/>
            </p:cNvSpPr>
            <p:nvPr/>
          </p:nvSpPr>
          <p:spPr bwMode="auto">
            <a:xfrm>
              <a:off x="4127" y="2385"/>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1" name="Line 10"/>
            <p:cNvSpPr>
              <a:spLocks noChangeShapeType="1"/>
            </p:cNvSpPr>
            <p:nvPr/>
          </p:nvSpPr>
          <p:spPr bwMode="auto">
            <a:xfrm>
              <a:off x="4127" y="2611"/>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2" name="Line 11"/>
            <p:cNvSpPr>
              <a:spLocks noChangeShapeType="1"/>
            </p:cNvSpPr>
            <p:nvPr/>
          </p:nvSpPr>
          <p:spPr bwMode="auto">
            <a:xfrm>
              <a:off x="4127" y="2837"/>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3" name="Line 12"/>
            <p:cNvSpPr>
              <a:spLocks noChangeShapeType="1"/>
            </p:cNvSpPr>
            <p:nvPr/>
          </p:nvSpPr>
          <p:spPr bwMode="auto">
            <a:xfrm>
              <a:off x="4127" y="3063"/>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4" name="Line 13"/>
            <p:cNvSpPr>
              <a:spLocks noChangeShapeType="1"/>
            </p:cNvSpPr>
            <p:nvPr/>
          </p:nvSpPr>
          <p:spPr bwMode="auto">
            <a:xfrm>
              <a:off x="4127" y="3289"/>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5" name="Line 14"/>
            <p:cNvSpPr>
              <a:spLocks noChangeShapeType="1"/>
            </p:cNvSpPr>
            <p:nvPr/>
          </p:nvSpPr>
          <p:spPr bwMode="auto">
            <a:xfrm>
              <a:off x="4127" y="3515"/>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6" name="WordArt 15"/>
            <p:cNvSpPr>
              <a:spLocks noChangeArrowheads="1" noChangeShapeType="1" noTextEdit="1"/>
            </p:cNvSpPr>
            <p:nvPr/>
          </p:nvSpPr>
          <p:spPr bwMode="auto">
            <a:xfrm>
              <a:off x="4127" y="799"/>
              <a:ext cx="1134" cy="227"/>
            </a:xfrm>
            <a:prstGeom prst="rect">
              <a:avLst/>
            </a:prstGeom>
          </p:spPr>
          <p:txBody>
            <a:bodyPr wrap="none" fromWordArt="1">
              <a:prstTxWarp prst="textPlain">
                <a:avLst>
                  <a:gd name="adj" fmla="val 44093"/>
                </a:avLst>
              </a:prstTxWarp>
            </a:bodyPr>
            <a:lstStyle/>
            <a:p>
              <a:pPr algn="ctr"/>
              <a:r>
                <a:rPr lang="en-US" sz="2400" i="1" kern="10">
                  <a:ln w="9525">
                    <a:solidFill>
                      <a:srgbClr val="000000"/>
                    </a:solidFill>
                    <a:round/>
                    <a:headEnd/>
                    <a:tailEnd/>
                  </a:ln>
                  <a:solidFill>
                    <a:srgbClr val="FFFF00"/>
                  </a:solidFill>
                  <a:effectLst>
                    <a:outerShdw dist="35921" dir="2700000" algn="ctr" rotWithShape="0">
                      <a:srgbClr val="808080">
                        <a:alpha val="79999"/>
                      </a:srgbClr>
                    </a:outerShdw>
                  </a:effectLst>
                  <a:latin typeface="Arial Black"/>
                </a:rPr>
                <a:t>Memory</a:t>
              </a:r>
            </a:p>
          </p:txBody>
        </p:sp>
        <p:sp>
          <p:nvSpPr>
            <p:cNvPr id="17" name="Line 16"/>
            <p:cNvSpPr>
              <a:spLocks noChangeShapeType="1"/>
            </p:cNvSpPr>
            <p:nvPr/>
          </p:nvSpPr>
          <p:spPr bwMode="auto">
            <a:xfrm>
              <a:off x="4127" y="1366"/>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8" name="Line 17"/>
            <p:cNvSpPr>
              <a:spLocks noChangeShapeType="1"/>
            </p:cNvSpPr>
            <p:nvPr/>
          </p:nvSpPr>
          <p:spPr bwMode="auto">
            <a:xfrm>
              <a:off x="4127" y="1593"/>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19" name="Line 18"/>
            <p:cNvSpPr>
              <a:spLocks noChangeShapeType="1"/>
            </p:cNvSpPr>
            <p:nvPr/>
          </p:nvSpPr>
          <p:spPr bwMode="auto">
            <a:xfrm>
              <a:off x="4127" y="1820"/>
              <a:ext cx="1021" cy="0"/>
            </a:xfrm>
            <a:prstGeom prst="line">
              <a:avLst/>
            </a:prstGeom>
            <a:noFill/>
            <a:ln w="28575">
              <a:solidFill>
                <a:schemeClr val="tx1"/>
              </a:solidFill>
              <a:round/>
              <a:headEnd/>
              <a:tailEnd/>
            </a:ln>
          </p:spPr>
          <p:txBody>
            <a:bodyPr wrap="none" lIns="0" tIns="0" rIns="0" bIns="0" anchor="ctr">
              <a:spAutoFit/>
            </a:bodyPr>
            <a:lstStyle/>
            <a:p>
              <a:endParaRPr lang="en-US" sz="2400"/>
            </a:p>
          </p:txBody>
        </p:sp>
        <p:sp>
          <p:nvSpPr>
            <p:cNvPr id="20" name="Text Box 19"/>
            <p:cNvSpPr txBox="1">
              <a:spLocks noChangeArrowheads="1"/>
            </p:cNvSpPr>
            <p:nvPr/>
          </p:nvSpPr>
          <p:spPr bwMode="auto">
            <a:xfrm>
              <a:off x="3787" y="1139"/>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cs typeface="Arial" pitchFamily="34" charset="0"/>
                </a:rPr>
                <a:t>0</a:t>
              </a:r>
              <a:endParaRPr lang="en-US" sz="2400" b="1">
                <a:solidFill>
                  <a:schemeClr val="accent1"/>
                </a:solidFill>
                <a:cs typeface="Arial" pitchFamily="34" charset="0"/>
              </a:endParaRPr>
            </a:p>
          </p:txBody>
        </p:sp>
        <p:sp>
          <p:nvSpPr>
            <p:cNvPr id="21" name="Text Box 20"/>
            <p:cNvSpPr txBox="1">
              <a:spLocks noChangeArrowheads="1"/>
            </p:cNvSpPr>
            <p:nvPr/>
          </p:nvSpPr>
          <p:spPr bwMode="auto">
            <a:xfrm>
              <a:off x="3787" y="1366"/>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cs typeface="Arial" pitchFamily="34" charset="0"/>
                </a:rPr>
                <a:t>1</a:t>
              </a:r>
              <a:endParaRPr lang="en-US" sz="2400" b="1">
                <a:solidFill>
                  <a:schemeClr val="accent1"/>
                </a:solidFill>
                <a:cs typeface="Arial" pitchFamily="34" charset="0"/>
              </a:endParaRPr>
            </a:p>
          </p:txBody>
        </p:sp>
        <p:sp>
          <p:nvSpPr>
            <p:cNvPr id="22" name="Text Box 21"/>
            <p:cNvSpPr txBox="1">
              <a:spLocks noChangeArrowheads="1"/>
            </p:cNvSpPr>
            <p:nvPr/>
          </p:nvSpPr>
          <p:spPr bwMode="auto">
            <a:xfrm>
              <a:off x="3787" y="1593"/>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cs typeface="Arial" pitchFamily="34" charset="0"/>
                </a:rPr>
                <a:t>2</a:t>
              </a:r>
              <a:endParaRPr lang="en-US" sz="2400" b="1">
                <a:solidFill>
                  <a:schemeClr val="accent1"/>
                </a:solidFill>
                <a:cs typeface="Arial" pitchFamily="34" charset="0"/>
              </a:endParaRPr>
            </a:p>
          </p:txBody>
        </p:sp>
      </p:grpSp>
      <p:sp>
        <p:nvSpPr>
          <p:cNvPr id="23" name="Rectangle 23"/>
          <p:cNvSpPr txBox="1">
            <a:spLocks noChangeArrowheads="1"/>
          </p:cNvSpPr>
          <p:nvPr/>
        </p:nvSpPr>
        <p:spPr>
          <a:xfrm>
            <a:off x="457200" y="1371600"/>
            <a:ext cx="8229600" cy="1446213"/>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sz="2400" kern="0"/>
              <a:t>Relative Address</a:t>
            </a:r>
          </a:p>
          <a:p>
            <a:pPr lvl="1"/>
            <a:r>
              <a:rPr lang="en-US" sz="2400" i="1" kern="0"/>
              <a:t>EA</a:t>
            </a:r>
            <a:r>
              <a:rPr lang="en-US" sz="2400" kern="0"/>
              <a:t> = PC + Relative Addr</a:t>
            </a:r>
          </a:p>
        </p:txBody>
      </p:sp>
      <p:sp>
        <p:nvSpPr>
          <p:cNvPr id="24" name="Text Box 24"/>
          <p:cNvSpPr txBox="1">
            <a:spLocks noChangeArrowheads="1"/>
          </p:cNvSpPr>
          <p:nvPr/>
        </p:nvSpPr>
        <p:spPr bwMode="auto">
          <a:xfrm>
            <a:off x="3851275" y="3968750"/>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latin typeface="Times New Roman" pitchFamily="18" charset="0"/>
                <a:cs typeface="Times New Roman" pitchFamily="18" charset="0"/>
              </a:rPr>
              <a:t>AR = </a:t>
            </a:r>
            <a:r>
              <a:rPr lang="en-US" sz="2400" b="1">
                <a:solidFill>
                  <a:schemeClr val="accent1"/>
                </a:solidFill>
                <a:latin typeface="Times New Roman" pitchFamily="18" charset="0"/>
                <a:cs typeface="Times New Roman" pitchFamily="18" charset="0"/>
              </a:rPr>
              <a:t>100</a:t>
            </a:r>
          </a:p>
        </p:txBody>
      </p:sp>
      <p:cxnSp>
        <p:nvCxnSpPr>
          <p:cNvPr id="25" name="AutoShape 25"/>
          <p:cNvCxnSpPr>
            <a:cxnSpLocks noChangeShapeType="1"/>
            <a:stCxn id="24" idx="0"/>
            <a:endCxn id="30" idx="4"/>
          </p:cNvCxnSpPr>
          <p:nvPr/>
        </p:nvCxnSpPr>
        <p:spPr bwMode="auto">
          <a:xfrm rot="-5400000">
            <a:off x="4406106" y="3788569"/>
            <a:ext cx="331788" cy="0"/>
          </a:xfrm>
          <a:prstGeom prst="straightConnector1">
            <a:avLst/>
          </a:prstGeom>
          <a:noFill/>
          <a:ln w="28575">
            <a:solidFill>
              <a:schemeClr val="accent1"/>
            </a:solidFill>
            <a:round/>
            <a:headEnd/>
            <a:tailEnd type="triangle" w="lg" len="lg"/>
          </a:ln>
        </p:spPr>
      </p:cxnSp>
      <p:sp>
        <p:nvSpPr>
          <p:cNvPr id="26" name="Text Box 26"/>
          <p:cNvSpPr txBox="1">
            <a:spLocks noChangeArrowheads="1"/>
          </p:cNvSpPr>
          <p:nvPr/>
        </p:nvSpPr>
        <p:spPr bwMode="auto">
          <a:xfrm>
            <a:off x="6551613" y="4508500"/>
            <a:ext cx="1620837" cy="360363"/>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400" b="1">
                <a:solidFill>
                  <a:schemeClr val="accent2"/>
                </a:solidFill>
                <a:cs typeface="Arial" pitchFamily="34" charset="0"/>
              </a:rPr>
              <a:t>1  1  0  A</a:t>
            </a:r>
          </a:p>
        </p:txBody>
      </p:sp>
      <p:cxnSp>
        <p:nvCxnSpPr>
          <p:cNvPr id="27" name="AutoShape 27"/>
          <p:cNvCxnSpPr>
            <a:cxnSpLocks noChangeShapeType="1"/>
          </p:cNvCxnSpPr>
          <p:nvPr/>
        </p:nvCxnSpPr>
        <p:spPr bwMode="auto">
          <a:xfrm rot="5400000">
            <a:off x="6461919" y="5679282"/>
            <a:ext cx="1620837" cy="0"/>
          </a:xfrm>
          <a:prstGeom prst="straightConnector1">
            <a:avLst/>
          </a:prstGeom>
          <a:noFill/>
          <a:ln w="28575">
            <a:solidFill>
              <a:schemeClr val="accent2"/>
            </a:solidFill>
            <a:round/>
            <a:headEnd/>
            <a:tailEnd type="triangle" w="lg" len="lg"/>
          </a:ln>
        </p:spPr>
      </p:cxnSp>
      <p:sp>
        <p:nvSpPr>
          <p:cNvPr id="28" name="Text Box 28"/>
          <p:cNvSpPr txBox="1">
            <a:spLocks noChangeArrowheads="1"/>
          </p:cNvSpPr>
          <p:nvPr/>
        </p:nvSpPr>
        <p:spPr bwMode="auto">
          <a:xfrm>
            <a:off x="3851275" y="2528888"/>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latin typeface="Times New Roman" pitchFamily="18" charset="0"/>
                <a:cs typeface="Times New Roman" pitchFamily="18" charset="0"/>
              </a:rPr>
              <a:t>PC = </a:t>
            </a:r>
            <a:r>
              <a:rPr lang="en-US" sz="2400" b="1">
                <a:solidFill>
                  <a:schemeClr val="accent1"/>
                </a:solidFill>
                <a:latin typeface="Times New Roman" pitchFamily="18" charset="0"/>
                <a:cs typeface="Times New Roman" pitchFamily="18" charset="0"/>
              </a:rPr>
              <a:t>2</a:t>
            </a:r>
          </a:p>
        </p:txBody>
      </p:sp>
      <p:cxnSp>
        <p:nvCxnSpPr>
          <p:cNvPr id="29" name="AutoShape 29"/>
          <p:cNvCxnSpPr>
            <a:cxnSpLocks noChangeShapeType="1"/>
            <a:stCxn id="28" idx="3"/>
            <a:endCxn id="22" idx="1"/>
          </p:cNvCxnSpPr>
          <p:nvPr/>
        </p:nvCxnSpPr>
        <p:spPr bwMode="auto">
          <a:xfrm>
            <a:off x="5305425" y="2708275"/>
            <a:ext cx="706438" cy="1588"/>
          </a:xfrm>
          <a:prstGeom prst="curvedConnector3">
            <a:avLst>
              <a:gd name="adj1" fmla="val 48764"/>
            </a:avLst>
          </a:prstGeom>
          <a:noFill/>
          <a:ln w="28575">
            <a:solidFill>
              <a:schemeClr val="accent1"/>
            </a:solidFill>
            <a:round/>
            <a:headEnd/>
            <a:tailEnd type="triangle" w="lg" len="lg"/>
          </a:ln>
        </p:spPr>
      </p:cxnSp>
      <p:sp>
        <p:nvSpPr>
          <p:cNvPr id="30" name="Oval 30"/>
          <p:cNvSpPr>
            <a:spLocks noChangeArrowheads="1"/>
          </p:cNvSpPr>
          <p:nvPr/>
        </p:nvSpPr>
        <p:spPr bwMode="auto">
          <a:xfrm>
            <a:off x="4392613" y="3248025"/>
            <a:ext cx="358775" cy="360363"/>
          </a:xfrm>
          <a:prstGeom prst="ellipse">
            <a:avLst/>
          </a:prstGeom>
          <a:noFill/>
          <a:ln w="28575" algn="ctr">
            <a:solidFill>
              <a:schemeClr val="tx1"/>
            </a:solidFill>
            <a:round/>
            <a:headEnd/>
            <a:tailEnd/>
          </a:ln>
        </p:spPr>
        <p:txBody>
          <a:bodyPr wrap="none" lIns="0" tIns="0" rIns="0" bIns="0" anchor="ctr"/>
          <a:lstStyle/>
          <a:p>
            <a:pPr algn="ctr" eaLnBrk="0" hangingPunct="0">
              <a:lnSpc>
                <a:spcPct val="90000"/>
              </a:lnSpc>
              <a:spcBef>
                <a:spcPct val="50000"/>
              </a:spcBef>
              <a:buClr>
                <a:schemeClr val="bg1"/>
              </a:buClr>
              <a:buFont typeface="Arial" pitchFamily="34" charset="0"/>
              <a:buNone/>
            </a:pPr>
            <a:r>
              <a:rPr lang="en-US" sz="2400" b="1">
                <a:cs typeface="Arial" pitchFamily="34" charset="0"/>
              </a:rPr>
              <a:t>+</a:t>
            </a:r>
          </a:p>
        </p:txBody>
      </p:sp>
      <p:cxnSp>
        <p:nvCxnSpPr>
          <p:cNvPr id="31" name="AutoShape 31"/>
          <p:cNvCxnSpPr>
            <a:cxnSpLocks noChangeShapeType="1"/>
            <a:stCxn id="28" idx="2"/>
            <a:endCxn id="30" idx="0"/>
          </p:cNvCxnSpPr>
          <p:nvPr/>
        </p:nvCxnSpPr>
        <p:spPr bwMode="auto">
          <a:xfrm rot="5400000">
            <a:off x="4406106" y="3067844"/>
            <a:ext cx="331788" cy="0"/>
          </a:xfrm>
          <a:prstGeom prst="straightConnector1">
            <a:avLst/>
          </a:prstGeom>
          <a:noFill/>
          <a:ln w="28575">
            <a:solidFill>
              <a:schemeClr val="accent1"/>
            </a:solidFill>
            <a:round/>
            <a:headEnd/>
            <a:tailEnd type="triangle" w="lg" len="lg"/>
          </a:ln>
        </p:spPr>
      </p:cxnSp>
      <p:cxnSp>
        <p:nvCxnSpPr>
          <p:cNvPr id="32" name="AutoShape 32"/>
          <p:cNvCxnSpPr>
            <a:cxnSpLocks noChangeShapeType="1"/>
            <a:stCxn id="30" idx="6"/>
            <a:endCxn id="7" idx="1"/>
          </p:cNvCxnSpPr>
          <p:nvPr/>
        </p:nvCxnSpPr>
        <p:spPr bwMode="auto">
          <a:xfrm>
            <a:off x="4765675" y="3429000"/>
            <a:ext cx="1249363" cy="1262063"/>
          </a:xfrm>
          <a:prstGeom prst="curvedConnector3">
            <a:avLst>
              <a:gd name="adj1" fmla="val 69505"/>
            </a:avLst>
          </a:prstGeom>
          <a:noFill/>
          <a:ln w="28575">
            <a:solidFill>
              <a:schemeClr val="accent1"/>
            </a:solidFill>
            <a:round/>
            <a:headEnd/>
            <a:tailEnd type="triangle" w="lg" len="lg"/>
          </a:ln>
        </p:spPr>
      </p:cxnSp>
      <p:sp>
        <p:nvSpPr>
          <p:cNvPr id="33" name="WordArt 33"/>
          <p:cNvSpPr>
            <a:spLocks noChangeArrowheads="1" noChangeShapeType="1" noTextEdit="1"/>
          </p:cNvSpPr>
          <p:nvPr/>
        </p:nvSpPr>
        <p:spPr bwMode="auto">
          <a:xfrm rot="-1832824">
            <a:off x="6577013" y="2168525"/>
            <a:ext cx="1620837" cy="360363"/>
          </a:xfrm>
          <a:prstGeom prst="rect">
            <a:avLst/>
          </a:prstGeom>
        </p:spPr>
        <p:txBody>
          <a:bodyPr wrap="none" fromWordArt="1">
            <a:prstTxWarp prst="textPlain">
              <a:avLst>
                <a:gd name="adj" fmla="val 50000"/>
              </a:avLst>
            </a:prstTxWarp>
          </a:bodyPr>
          <a:lstStyle/>
          <a:p>
            <a:pPr algn="ctr"/>
            <a:r>
              <a:rPr lang="en-US" sz="2400" kern="10">
                <a:ln w="9525">
                  <a:solidFill>
                    <a:srgbClr val="000000"/>
                  </a:solidFill>
                  <a:round/>
                  <a:headEnd/>
                  <a:tailEnd/>
                </a:ln>
                <a:solidFill>
                  <a:srgbClr val="00FF00"/>
                </a:solidFill>
                <a:latin typeface="Arial Black"/>
              </a:rPr>
              <a:t>Program</a:t>
            </a:r>
          </a:p>
        </p:txBody>
      </p:sp>
      <p:sp>
        <p:nvSpPr>
          <p:cNvPr id="34" name="WordArt 34"/>
          <p:cNvSpPr>
            <a:spLocks noChangeArrowheads="1" noChangeShapeType="1" noTextEdit="1"/>
          </p:cNvSpPr>
          <p:nvPr/>
        </p:nvSpPr>
        <p:spPr bwMode="auto">
          <a:xfrm rot="-1832824">
            <a:off x="6770688" y="3917950"/>
            <a:ext cx="862012" cy="368300"/>
          </a:xfrm>
          <a:prstGeom prst="rect">
            <a:avLst/>
          </a:prstGeom>
        </p:spPr>
        <p:txBody>
          <a:bodyPr wrap="none" fromWordArt="1">
            <a:prstTxWarp prst="textPlain">
              <a:avLst>
                <a:gd name="adj" fmla="val 50000"/>
              </a:avLst>
            </a:prstTxWarp>
          </a:bodyPr>
          <a:lstStyle/>
          <a:p>
            <a:pPr algn="ctr"/>
            <a:r>
              <a:rPr lang="en-US" sz="2400" kern="10">
                <a:ln w="9525">
                  <a:solidFill>
                    <a:srgbClr val="000000"/>
                  </a:solidFill>
                  <a:round/>
                  <a:headEnd/>
                  <a:tailEnd/>
                </a:ln>
                <a:solidFill>
                  <a:srgbClr val="0066FF"/>
                </a:solidFill>
                <a:latin typeface="Arial Black"/>
              </a:rPr>
              <a:t>Data</a:t>
            </a:r>
          </a:p>
        </p:txBody>
      </p:sp>
      <p:sp>
        <p:nvSpPr>
          <p:cNvPr id="35" name="AutoShape 35"/>
          <p:cNvSpPr>
            <a:spLocks noChangeArrowheads="1"/>
          </p:cNvSpPr>
          <p:nvPr/>
        </p:nvSpPr>
        <p:spPr bwMode="auto">
          <a:xfrm>
            <a:off x="3132138" y="4868863"/>
            <a:ext cx="2339975" cy="900112"/>
          </a:xfrm>
          <a:prstGeom prst="wedgeRoundRectCallout">
            <a:avLst>
              <a:gd name="adj1" fmla="val 23542"/>
              <a:gd name="adj2" fmla="val -112259"/>
              <a:gd name="adj3" fmla="val 16667"/>
            </a:avLst>
          </a:prstGeom>
          <a:noFill/>
          <a:ln w="28575" algn="ctr">
            <a:solidFill>
              <a:schemeClr val="accent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cs typeface="Arial" pitchFamily="34" charset="0"/>
              </a:rPr>
              <a:t>Could be Positive or Negative</a:t>
            </a:r>
            <a:br>
              <a:rPr lang="en-US" sz="2400" b="1">
                <a:cs typeface="Arial" pitchFamily="34" charset="0"/>
              </a:rPr>
            </a:br>
            <a:r>
              <a:rPr lang="en-US" sz="2400" b="1">
                <a:cs typeface="Arial" pitchFamily="34" charset="0"/>
              </a:rPr>
              <a:t>(2’s Complement)</a:t>
            </a:r>
          </a:p>
        </p:txBody>
      </p:sp>
    </p:spTree>
    <p:extLst>
      <p:ext uri="{BB962C8B-B14F-4D97-AF65-F5344CB8AC3E}">
        <p14:creationId xmlns:p14="http://schemas.microsoft.com/office/powerpoint/2010/main" val="336807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xEl>
                                              <p:pRg st="1" end="1"/>
                                            </p:txEl>
                                          </p:spTgt>
                                        </p:tgtEl>
                                        <p:attrNameLst>
                                          <p:attrName>style.visibility</p:attrName>
                                        </p:attrNameLst>
                                      </p:cBhvr>
                                      <p:to>
                                        <p:strVal val="visible"/>
                                      </p:to>
                                    </p:set>
                                    <p:animEffect transition="in" filter="wipe(left)">
                                      <p:cBhvr>
                                        <p:cTn id="11" dur="500"/>
                                        <p:tgtEl>
                                          <p:spTgt spid="23">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500"/>
                                        <p:tgtEl>
                                          <p:spTgt spid="3"/>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500"/>
                                        <p:tgtEl>
                                          <p:spTgt spid="2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up)">
                                      <p:cBhvr>
                                        <p:cTn id="31" dur="500"/>
                                        <p:tgtEl>
                                          <p:spTgt spid="24"/>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left)">
                                      <p:cBhvr>
                                        <p:cTn id="35" dur="500"/>
                                        <p:tgtEl>
                                          <p:spTgt spid="3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up)">
                                      <p:cBhvr>
                                        <p:cTn id="40" dur="500"/>
                                        <p:tgtEl>
                                          <p:spTgt spid="31"/>
                                        </p:tgtEl>
                                      </p:cBhvr>
                                    </p:animEffect>
                                  </p:childTnLst>
                                </p:cTn>
                              </p:par>
                            </p:childTnLst>
                          </p:cTn>
                        </p:par>
                        <p:par>
                          <p:cTn id="41" fill="hold">
                            <p:stCondLst>
                              <p:cond delay="500"/>
                            </p:stCondLst>
                            <p:childTnLst>
                              <p:par>
                                <p:cTn id="42" presetID="22" presetClass="entr" presetSubtype="4" fill="hold"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down)">
                                      <p:cBhvr>
                                        <p:cTn id="44" dur="500"/>
                                        <p:tgtEl>
                                          <p:spTgt spid="25"/>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left)">
                                      <p:cBhvr>
                                        <p:cTn id="48" dur="500"/>
                                        <p:tgtEl>
                                          <p:spTgt spid="30"/>
                                        </p:tgtEl>
                                      </p:cBhvr>
                                    </p:animEffect>
                                  </p:childTnLst>
                                </p:cTn>
                              </p:par>
                            </p:childTnLst>
                          </p:cTn>
                        </p:par>
                        <p:par>
                          <p:cTn id="49" fill="hold">
                            <p:stCondLst>
                              <p:cond delay="1500"/>
                            </p:stCondLst>
                            <p:childTnLst>
                              <p:par>
                                <p:cTn id="50" presetID="22" presetClass="entr" presetSubtype="1" fill="hold" nodeType="after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up)">
                                      <p:cBhvr>
                                        <p:cTn id="52" dur="500"/>
                                        <p:tgtEl>
                                          <p:spTgt spid="32"/>
                                        </p:tgtEl>
                                      </p:cBhvr>
                                    </p:animEffect>
                                  </p:childTnLst>
                                </p:cTn>
                              </p:par>
                            </p:childTnLst>
                          </p:cTn>
                        </p:par>
                        <p:par>
                          <p:cTn id="53" fill="hold">
                            <p:stCondLst>
                              <p:cond delay="2000"/>
                            </p:stCondLst>
                            <p:childTnLst>
                              <p:par>
                                <p:cTn id="54" presetID="22" presetClass="entr" presetSubtype="8" fill="hold" grpId="0"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500"/>
                                        <p:tgtEl>
                                          <p:spTgt spid="26"/>
                                        </p:tgtEl>
                                      </p:cBhvr>
                                    </p:animEffect>
                                  </p:childTnLst>
                                </p:cTn>
                              </p:par>
                            </p:childTnLst>
                          </p:cTn>
                        </p:par>
                        <p:par>
                          <p:cTn id="57" fill="hold">
                            <p:stCondLst>
                              <p:cond delay="2500"/>
                            </p:stCondLst>
                            <p:childTnLst>
                              <p:par>
                                <p:cTn id="58" presetID="22" presetClass="entr" presetSubtype="1" fill="hold"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wipe(up)">
                                      <p:cBhvr>
                                        <p:cTn id="60" dur="500"/>
                                        <p:tgtEl>
                                          <p:spTgt spid="27"/>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wipe(up)">
                                      <p:cBhvr>
                                        <p:cTn id="6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28" grpId="0" animBg="1"/>
      <p:bldP spid="30" grpId="0" animBg="1"/>
      <p:bldP spid="33" grpId="0" animBg="1"/>
      <p:bldP spid="34" grpId="0" animBg="1"/>
      <p:bldP spid="3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38" y="132009"/>
            <a:ext cx="6526337" cy="596653"/>
          </a:xfrm>
        </p:spPr>
        <p:txBody>
          <a:bodyPr/>
          <a:lstStyle/>
          <a:p>
            <a:r>
              <a:rPr lang="en-US" sz="2000" b="0" dirty="0"/>
              <a:t>Addressing Modes</a:t>
            </a:r>
            <a:endParaRPr lang="en-US" dirty="0"/>
          </a:p>
        </p:txBody>
      </p:sp>
      <p:sp>
        <p:nvSpPr>
          <p:cNvPr id="3" name="Rectangle 3"/>
          <p:cNvSpPr txBox="1">
            <a:spLocks noChangeArrowheads="1"/>
          </p:cNvSpPr>
          <p:nvPr/>
        </p:nvSpPr>
        <p:spPr>
          <a:xfrm>
            <a:off x="0" y="990600"/>
            <a:ext cx="8229600" cy="1446213"/>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sz="2400" kern="0" dirty="0">
                <a:latin typeface="+mj-lt"/>
              </a:rPr>
              <a:t>Indexed</a:t>
            </a:r>
          </a:p>
          <a:p>
            <a:pPr lvl="1"/>
            <a:r>
              <a:rPr lang="en-US" sz="2400" i="1" kern="0" dirty="0">
                <a:latin typeface="+mj-lt"/>
              </a:rPr>
              <a:t>EA</a:t>
            </a:r>
            <a:r>
              <a:rPr lang="en-US" sz="2400" kern="0" dirty="0">
                <a:latin typeface="+mj-lt"/>
              </a:rPr>
              <a:t> = Index Register + Relative </a:t>
            </a:r>
            <a:r>
              <a:rPr lang="en-US" sz="2400" kern="0" dirty="0" err="1">
                <a:latin typeface="+mj-lt"/>
              </a:rPr>
              <a:t>Addr</a:t>
            </a:r>
            <a:endParaRPr lang="en-US" sz="2400" kern="0" dirty="0">
              <a:latin typeface="+mj-lt"/>
            </a:endParaRPr>
          </a:p>
        </p:txBody>
      </p:sp>
      <p:grpSp>
        <p:nvGrpSpPr>
          <p:cNvPr id="4" name="Group 4"/>
          <p:cNvGrpSpPr>
            <a:grpSpLocks/>
          </p:cNvGrpSpPr>
          <p:nvPr/>
        </p:nvGrpSpPr>
        <p:grpSpPr bwMode="auto">
          <a:xfrm>
            <a:off x="6011863" y="1268413"/>
            <a:ext cx="2341562" cy="5040312"/>
            <a:chOff x="3787" y="799"/>
            <a:chExt cx="1475" cy="3175"/>
          </a:xfrm>
        </p:grpSpPr>
        <p:sp>
          <p:nvSpPr>
            <p:cNvPr id="5" name="AutoShape 5"/>
            <p:cNvSpPr>
              <a:spLocks noChangeArrowheads="1"/>
            </p:cNvSpPr>
            <p:nvPr/>
          </p:nvSpPr>
          <p:spPr bwMode="auto">
            <a:xfrm>
              <a:off x="4127" y="1026"/>
              <a:ext cx="1135" cy="2948"/>
            </a:xfrm>
            <a:prstGeom prst="cube">
              <a:avLst>
                <a:gd name="adj" fmla="val 11102"/>
              </a:avLst>
            </a:prstGeom>
            <a:solidFill>
              <a:srgbClr val="E6E6E6"/>
            </a:solidFill>
            <a:ln w="28575">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400" b="1">
                <a:latin typeface="+mj-lt"/>
                <a:cs typeface="Arial" pitchFamily="34" charset="0"/>
              </a:endParaRPr>
            </a:p>
          </p:txBody>
        </p:sp>
        <p:sp>
          <p:nvSpPr>
            <p:cNvPr id="6" name="Text Box 6"/>
            <p:cNvSpPr txBox="1">
              <a:spLocks noChangeArrowheads="1"/>
            </p:cNvSpPr>
            <p:nvPr/>
          </p:nvSpPr>
          <p:spPr bwMode="auto">
            <a:xfrm>
              <a:off x="3787" y="2387"/>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latin typeface="+mj-lt"/>
                  <a:cs typeface="Arial" pitchFamily="34" charset="0"/>
                </a:rPr>
                <a:t>100</a:t>
              </a:r>
              <a:endParaRPr lang="en-US" sz="2400" b="1">
                <a:solidFill>
                  <a:schemeClr val="accent1"/>
                </a:solidFill>
                <a:latin typeface="+mj-lt"/>
                <a:cs typeface="Arial" pitchFamily="34" charset="0"/>
              </a:endParaRPr>
            </a:p>
          </p:txBody>
        </p:sp>
        <p:sp>
          <p:nvSpPr>
            <p:cNvPr id="7" name="Text Box 7"/>
            <p:cNvSpPr txBox="1">
              <a:spLocks noChangeArrowheads="1"/>
            </p:cNvSpPr>
            <p:nvPr/>
          </p:nvSpPr>
          <p:spPr bwMode="auto">
            <a:xfrm>
              <a:off x="3788" y="2614"/>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latin typeface="+mj-lt"/>
                  <a:cs typeface="Arial" pitchFamily="34" charset="0"/>
                </a:rPr>
                <a:t>101</a:t>
              </a:r>
              <a:endParaRPr lang="en-US" sz="2400" b="1">
                <a:solidFill>
                  <a:schemeClr val="accent1"/>
                </a:solidFill>
                <a:latin typeface="+mj-lt"/>
                <a:cs typeface="Arial" pitchFamily="34" charset="0"/>
              </a:endParaRPr>
            </a:p>
          </p:txBody>
        </p:sp>
        <p:sp>
          <p:nvSpPr>
            <p:cNvPr id="8" name="Text Box 8"/>
            <p:cNvSpPr txBox="1">
              <a:spLocks noChangeArrowheads="1"/>
            </p:cNvSpPr>
            <p:nvPr/>
          </p:nvSpPr>
          <p:spPr bwMode="auto">
            <a:xfrm>
              <a:off x="3789" y="2841"/>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latin typeface="+mj-lt"/>
                  <a:cs typeface="Arial" pitchFamily="34" charset="0"/>
                </a:rPr>
                <a:t>102</a:t>
              </a:r>
              <a:endParaRPr lang="en-US" sz="2400" b="1">
                <a:solidFill>
                  <a:schemeClr val="accent1"/>
                </a:solidFill>
                <a:latin typeface="+mj-lt"/>
                <a:cs typeface="Arial" pitchFamily="34" charset="0"/>
              </a:endParaRPr>
            </a:p>
          </p:txBody>
        </p:sp>
        <p:sp>
          <p:nvSpPr>
            <p:cNvPr id="9" name="Text Box 9"/>
            <p:cNvSpPr txBox="1">
              <a:spLocks noChangeArrowheads="1"/>
            </p:cNvSpPr>
            <p:nvPr/>
          </p:nvSpPr>
          <p:spPr bwMode="auto">
            <a:xfrm>
              <a:off x="3790" y="3068"/>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latin typeface="+mj-lt"/>
                  <a:cs typeface="Arial" pitchFamily="34" charset="0"/>
                </a:rPr>
                <a:t>103</a:t>
              </a:r>
              <a:endParaRPr lang="en-US" sz="2400" b="1">
                <a:solidFill>
                  <a:schemeClr val="accent1"/>
                </a:solidFill>
                <a:latin typeface="+mj-lt"/>
                <a:cs typeface="Arial" pitchFamily="34" charset="0"/>
              </a:endParaRPr>
            </a:p>
          </p:txBody>
        </p:sp>
        <p:sp>
          <p:nvSpPr>
            <p:cNvPr id="10" name="Text Box 10"/>
            <p:cNvSpPr txBox="1">
              <a:spLocks noChangeArrowheads="1"/>
            </p:cNvSpPr>
            <p:nvPr/>
          </p:nvSpPr>
          <p:spPr bwMode="auto">
            <a:xfrm>
              <a:off x="3791" y="3295"/>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400" b="1">
                  <a:latin typeface="+mj-lt"/>
                  <a:cs typeface="Arial" pitchFamily="34" charset="0"/>
                </a:rPr>
                <a:t>104</a:t>
              </a:r>
              <a:endParaRPr lang="en-US" sz="2400" b="1">
                <a:solidFill>
                  <a:schemeClr val="accent1"/>
                </a:solidFill>
                <a:latin typeface="+mj-lt"/>
                <a:cs typeface="Arial" pitchFamily="34" charset="0"/>
              </a:endParaRPr>
            </a:p>
          </p:txBody>
        </p:sp>
        <p:sp>
          <p:nvSpPr>
            <p:cNvPr id="11" name="Line 11"/>
            <p:cNvSpPr>
              <a:spLocks noChangeShapeType="1"/>
            </p:cNvSpPr>
            <p:nvPr/>
          </p:nvSpPr>
          <p:spPr bwMode="auto">
            <a:xfrm>
              <a:off x="4127" y="2385"/>
              <a:ext cx="1021" cy="0"/>
            </a:xfrm>
            <a:prstGeom prst="line">
              <a:avLst/>
            </a:prstGeom>
            <a:noFill/>
            <a:ln w="28575">
              <a:solidFill>
                <a:schemeClr val="tx1"/>
              </a:solidFill>
              <a:round/>
              <a:headEnd/>
              <a:tailEnd/>
            </a:ln>
          </p:spPr>
          <p:txBody>
            <a:bodyPr wrap="none" lIns="0" tIns="0" rIns="0" bIns="0" anchor="ctr">
              <a:spAutoFit/>
            </a:bodyPr>
            <a:lstStyle/>
            <a:p>
              <a:endParaRPr lang="en-US" sz="2400">
                <a:latin typeface="+mj-lt"/>
              </a:endParaRPr>
            </a:p>
          </p:txBody>
        </p:sp>
        <p:sp>
          <p:nvSpPr>
            <p:cNvPr id="12" name="Line 12"/>
            <p:cNvSpPr>
              <a:spLocks noChangeShapeType="1"/>
            </p:cNvSpPr>
            <p:nvPr/>
          </p:nvSpPr>
          <p:spPr bwMode="auto">
            <a:xfrm>
              <a:off x="4127" y="2611"/>
              <a:ext cx="1021" cy="0"/>
            </a:xfrm>
            <a:prstGeom prst="line">
              <a:avLst/>
            </a:prstGeom>
            <a:noFill/>
            <a:ln w="28575">
              <a:solidFill>
                <a:schemeClr val="tx1"/>
              </a:solidFill>
              <a:round/>
              <a:headEnd/>
              <a:tailEnd/>
            </a:ln>
          </p:spPr>
          <p:txBody>
            <a:bodyPr wrap="none" lIns="0" tIns="0" rIns="0" bIns="0" anchor="ctr">
              <a:spAutoFit/>
            </a:bodyPr>
            <a:lstStyle/>
            <a:p>
              <a:endParaRPr lang="en-US" sz="2400">
                <a:latin typeface="+mj-lt"/>
              </a:endParaRPr>
            </a:p>
          </p:txBody>
        </p:sp>
        <p:sp>
          <p:nvSpPr>
            <p:cNvPr id="13" name="Line 13"/>
            <p:cNvSpPr>
              <a:spLocks noChangeShapeType="1"/>
            </p:cNvSpPr>
            <p:nvPr/>
          </p:nvSpPr>
          <p:spPr bwMode="auto">
            <a:xfrm>
              <a:off x="4127" y="2837"/>
              <a:ext cx="1021" cy="0"/>
            </a:xfrm>
            <a:prstGeom prst="line">
              <a:avLst/>
            </a:prstGeom>
            <a:noFill/>
            <a:ln w="28575">
              <a:solidFill>
                <a:schemeClr val="tx1"/>
              </a:solidFill>
              <a:round/>
              <a:headEnd/>
              <a:tailEnd/>
            </a:ln>
          </p:spPr>
          <p:txBody>
            <a:bodyPr wrap="none" lIns="0" tIns="0" rIns="0" bIns="0" anchor="ctr">
              <a:spAutoFit/>
            </a:bodyPr>
            <a:lstStyle/>
            <a:p>
              <a:endParaRPr lang="en-US" sz="2400">
                <a:latin typeface="+mj-lt"/>
              </a:endParaRPr>
            </a:p>
          </p:txBody>
        </p:sp>
        <p:sp>
          <p:nvSpPr>
            <p:cNvPr id="14" name="Line 14"/>
            <p:cNvSpPr>
              <a:spLocks noChangeShapeType="1"/>
            </p:cNvSpPr>
            <p:nvPr/>
          </p:nvSpPr>
          <p:spPr bwMode="auto">
            <a:xfrm>
              <a:off x="4127" y="3063"/>
              <a:ext cx="1021" cy="0"/>
            </a:xfrm>
            <a:prstGeom prst="line">
              <a:avLst/>
            </a:prstGeom>
            <a:noFill/>
            <a:ln w="28575">
              <a:solidFill>
                <a:schemeClr val="tx1"/>
              </a:solidFill>
              <a:round/>
              <a:headEnd/>
              <a:tailEnd/>
            </a:ln>
          </p:spPr>
          <p:txBody>
            <a:bodyPr wrap="none" lIns="0" tIns="0" rIns="0" bIns="0" anchor="ctr">
              <a:spAutoFit/>
            </a:bodyPr>
            <a:lstStyle/>
            <a:p>
              <a:endParaRPr lang="en-US" sz="2400">
                <a:latin typeface="+mj-lt"/>
              </a:endParaRPr>
            </a:p>
          </p:txBody>
        </p:sp>
        <p:sp>
          <p:nvSpPr>
            <p:cNvPr id="15" name="Line 15"/>
            <p:cNvSpPr>
              <a:spLocks noChangeShapeType="1"/>
            </p:cNvSpPr>
            <p:nvPr/>
          </p:nvSpPr>
          <p:spPr bwMode="auto">
            <a:xfrm>
              <a:off x="4127" y="3289"/>
              <a:ext cx="1021" cy="0"/>
            </a:xfrm>
            <a:prstGeom prst="line">
              <a:avLst/>
            </a:prstGeom>
            <a:noFill/>
            <a:ln w="28575">
              <a:solidFill>
                <a:schemeClr val="tx1"/>
              </a:solidFill>
              <a:round/>
              <a:headEnd/>
              <a:tailEnd/>
            </a:ln>
          </p:spPr>
          <p:txBody>
            <a:bodyPr wrap="none" lIns="0" tIns="0" rIns="0" bIns="0" anchor="ctr">
              <a:spAutoFit/>
            </a:bodyPr>
            <a:lstStyle/>
            <a:p>
              <a:endParaRPr lang="en-US" sz="2400">
                <a:latin typeface="+mj-lt"/>
              </a:endParaRPr>
            </a:p>
          </p:txBody>
        </p:sp>
        <p:sp>
          <p:nvSpPr>
            <p:cNvPr id="16" name="Line 16"/>
            <p:cNvSpPr>
              <a:spLocks noChangeShapeType="1"/>
            </p:cNvSpPr>
            <p:nvPr/>
          </p:nvSpPr>
          <p:spPr bwMode="auto">
            <a:xfrm>
              <a:off x="4127" y="3515"/>
              <a:ext cx="1021" cy="0"/>
            </a:xfrm>
            <a:prstGeom prst="line">
              <a:avLst/>
            </a:prstGeom>
            <a:noFill/>
            <a:ln w="28575">
              <a:solidFill>
                <a:schemeClr val="tx1"/>
              </a:solidFill>
              <a:round/>
              <a:headEnd/>
              <a:tailEnd/>
            </a:ln>
          </p:spPr>
          <p:txBody>
            <a:bodyPr wrap="none" lIns="0" tIns="0" rIns="0" bIns="0" anchor="ctr">
              <a:spAutoFit/>
            </a:bodyPr>
            <a:lstStyle/>
            <a:p>
              <a:endParaRPr lang="en-US" sz="2400">
                <a:latin typeface="+mj-lt"/>
              </a:endParaRPr>
            </a:p>
          </p:txBody>
        </p:sp>
        <p:sp>
          <p:nvSpPr>
            <p:cNvPr id="17" name="WordArt 17"/>
            <p:cNvSpPr>
              <a:spLocks noChangeArrowheads="1" noChangeShapeType="1" noTextEdit="1"/>
            </p:cNvSpPr>
            <p:nvPr/>
          </p:nvSpPr>
          <p:spPr bwMode="auto">
            <a:xfrm>
              <a:off x="4127" y="799"/>
              <a:ext cx="1134" cy="227"/>
            </a:xfrm>
            <a:prstGeom prst="rect">
              <a:avLst/>
            </a:prstGeom>
          </p:spPr>
          <p:txBody>
            <a:bodyPr wrap="none" fromWordArt="1">
              <a:prstTxWarp prst="textPlain">
                <a:avLst>
                  <a:gd name="adj" fmla="val 44093"/>
                </a:avLst>
              </a:prstTxWarp>
            </a:bodyPr>
            <a:lstStyle/>
            <a:p>
              <a:pPr algn="ctr"/>
              <a:r>
                <a:rPr lang="en-US" sz="2400" i="1" kern="10">
                  <a:ln w="9525">
                    <a:solidFill>
                      <a:srgbClr val="000000"/>
                    </a:solidFill>
                    <a:round/>
                    <a:headEnd/>
                    <a:tailEnd/>
                  </a:ln>
                  <a:solidFill>
                    <a:srgbClr val="FFFF00"/>
                  </a:solidFill>
                  <a:effectLst>
                    <a:outerShdw dist="35921" dir="2700000" algn="ctr" rotWithShape="0">
                      <a:srgbClr val="808080">
                        <a:alpha val="79999"/>
                      </a:srgbClr>
                    </a:outerShdw>
                  </a:effectLst>
                  <a:latin typeface="+mj-lt"/>
                </a:rPr>
                <a:t>Memory</a:t>
              </a:r>
            </a:p>
          </p:txBody>
        </p:sp>
        <p:sp>
          <p:nvSpPr>
            <p:cNvPr id="18" name="Line 18"/>
            <p:cNvSpPr>
              <a:spLocks noChangeShapeType="1"/>
            </p:cNvSpPr>
            <p:nvPr/>
          </p:nvSpPr>
          <p:spPr bwMode="auto">
            <a:xfrm>
              <a:off x="4127" y="1366"/>
              <a:ext cx="1021" cy="0"/>
            </a:xfrm>
            <a:prstGeom prst="line">
              <a:avLst/>
            </a:prstGeom>
            <a:noFill/>
            <a:ln w="28575">
              <a:noFill/>
              <a:round/>
              <a:headEnd/>
              <a:tailEnd/>
            </a:ln>
          </p:spPr>
          <p:txBody>
            <a:bodyPr wrap="none" lIns="0" tIns="0" rIns="0" bIns="0" anchor="ctr">
              <a:spAutoFit/>
            </a:bodyPr>
            <a:lstStyle/>
            <a:p>
              <a:endParaRPr lang="en-US" sz="2400">
                <a:latin typeface="+mj-lt"/>
              </a:endParaRPr>
            </a:p>
          </p:txBody>
        </p:sp>
        <p:sp>
          <p:nvSpPr>
            <p:cNvPr id="19" name="Line 19"/>
            <p:cNvSpPr>
              <a:spLocks noChangeShapeType="1"/>
            </p:cNvSpPr>
            <p:nvPr/>
          </p:nvSpPr>
          <p:spPr bwMode="auto">
            <a:xfrm>
              <a:off x="4127" y="1593"/>
              <a:ext cx="1021" cy="0"/>
            </a:xfrm>
            <a:prstGeom prst="line">
              <a:avLst/>
            </a:prstGeom>
            <a:noFill/>
            <a:ln w="28575">
              <a:noFill/>
              <a:round/>
              <a:headEnd/>
              <a:tailEnd/>
            </a:ln>
          </p:spPr>
          <p:txBody>
            <a:bodyPr wrap="none" lIns="0" tIns="0" rIns="0" bIns="0" anchor="ctr">
              <a:spAutoFit/>
            </a:bodyPr>
            <a:lstStyle/>
            <a:p>
              <a:endParaRPr lang="en-US" sz="2400">
                <a:latin typeface="+mj-lt"/>
              </a:endParaRPr>
            </a:p>
          </p:txBody>
        </p:sp>
        <p:sp>
          <p:nvSpPr>
            <p:cNvPr id="20" name="Line 20"/>
            <p:cNvSpPr>
              <a:spLocks noChangeShapeType="1"/>
            </p:cNvSpPr>
            <p:nvPr/>
          </p:nvSpPr>
          <p:spPr bwMode="auto">
            <a:xfrm>
              <a:off x="4127" y="1820"/>
              <a:ext cx="1021" cy="0"/>
            </a:xfrm>
            <a:prstGeom prst="line">
              <a:avLst/>
            </a:prstGeom>
            <a:noFill/>
            <a:ln w="28575">
              <a:noFill/>
              <a:round/>
              <a:headEnd/>
              <a:tailEnd/>
            </a:ln>
          </p:spPr>
          <p:txBody>
            <a:bodyPr wrap="none" lIns="0" tIns="0" rIns="0" bIns="0" anchor="ctr">
              <a:spAutoFit/>
            </a:bodyPr>
            <a:lstStyle/>
            <a:p>
              <a:endParaRPr lang="en-US" sz="2400">
                <a:latin typeface="+mj-lt"/>
              </a:endParaRPr>
            </a:p>
          </p:txBody>
        </p:sp>
        <p:sp>
          <p:nvSpPr>
            <p:cNvPr id="21" name="Text Box 21"/>
            <p:cNvSpPr txBox="1">
              <a:spLocks noChangeArrowheads="1"/>
            </p:cNvSpPr>
            <p:nvPr/>
          </p:nvSpPr>
          <p:spPr bwMode="auto">
            <a:xfrm>
              <a:off x="3787" y="1139"/>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400" b="1">
                <a:solidFill>
                  <a:schemeClr val="accent1"/>
                </a:solidFill>
                <a:latin typeface="+mj-lt"/>
                <a:cs typeface="Arial" pitchFamily="34" charset="0"/>
              </a:endParaRPr>
            </a:p>
          </p:txBody>
        </p:sp>
        <p:sp>
          <p:nvSpPr>
            <p:cNvPr id="22" name="Text Box 22"/>
            <p:cNvSpPr txBox="1">
              <a:spLocks noChangeArrowheads="1"/>
            </p:cNvSpPr>
            <p:nvPr/>
          </p:nvSpPr>
          <p:spPr bwMode="auto">
            <a:xfrm>
              <a:off x="3787" y="1366"/>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400" b="1">
                <a:solidFill>
                  <a:schemeClr val="accent1"/>
                </a:solidFill>
                <a:latin typeface="+mj-lt"/>
                <a:cs typeface="Arial" pitchFamily="34" charset="0"/>
              </a:endParaRPr>
            </a:p>
          </p:txBody>
        </p:sp>
        <p:sp>
          <p:nvSpPr>
            <p:cNvPr id="23" name="Text Box 23"/>
            <p:cNvSpPr txBox="1">
              <a:spLocks noChangeArrowheads="1"/>
            </p:cNvSpPr>
            <p:nvPr/>
          </p:nvSpPr>
          <p:spPr bwMode="auto">
            <a:xfrm>
              <a:off x="3787" y="1593"/>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400" b="1">
                <a:solidFill>
                  <a:schemeClr val="accent1"/>
                </a:solidFill>
                <a:latin typeface="+mj-lt"/>
                <a:cs typeface="Arial" pitchFamily="34" charset="0"/>
              </a:endParaRPr>
            </a:p>
          </p:txBody>
        </p:sp>
      </p:grpSp>
      <p:sp>
        <p:nvSpPr>
          <p:cNvPr id="24" name="Text Box 24"/>
          <p:cNvSpPr txBox="1">
            <a:spLocks noChangeArrowheads="1"/>
          </p:cNvSpPr>
          <p:nvPr/>
        </p:nvSpPr>
        <p:spPr bwMode="auto">
          <a:xfrm>
            <a:off x="3851275" y="3968750"/>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latin typeface="+mj-lt"/>
                <a:cs typeface="Times New Roman" pitchFamily="18" charset="0"/>
              </a:rPr>
              <a:t>AR = </a:t>
            </a:r>
            <a:r>
              <a:rPr lang="en-US" sz="2400" b="1">
                <a:solidFill>
                  <a:schemeClr val="accent1"/>
                </a:solidFill>
                <a:latin typeface="+mj-lt"/>
                <a:cs typeface="Times New Roman" pitchFamily="18" charset="0"/>
              </a:rPr>
              <a:t>100</a:t>
            </a:r>
          </a:p>
        </p:txBody>
      </p:sp>
      <p:cxnSp>
        <p:nvCxnSpPr>
          <p:cNvPr id="25" name="AutoShape 25"/>
          <p:cNvCxnSpPr>
            <a:cxnSpLocks noChangeShapeType="1"/>
            <a:stCxn id="24" idx="0"/>
            <a:endCxn id="29" idx="4"/>
          </p:cNvCxnSpPr>
          <p:nvPr/>
        </p:nvCxnSpPr>
        <p:spPr bwMode="auto">
          <a:xfrm rot="-5400000">
            <a:off x="4406106" y="3788569"/>
            <a:ext cx="331788" cy="0"/>
          </a:xfrm>
          <a:prstGeom prst="straightConnector1">
            <a:avLst/>
          </a:prstGeom>
          <a:noFill/>
          <a:ln w="28575">
            <a:solidFill>
              <a:schemeClr val="accent1"/>
            </a:solidFill>
            <a:round/>
            <a:headEnd/>
            <a:tailEnd type="triangle" w="lg" len="lg"/>
          </a:ln>
        </p:spPr>
      </p:cxnSp>
      <p:sp>
        <p:nvSpPr>
          <p:cNvPr id="26" name="Text Box 26"/>
          <p:cNvSpPr txBox="1">
            <a:spLocks noChangeArrowheads="1"/>
          </p:cNvSpPr>
          <p:nvPr/>
        </p:nvSpPr>
        <p:spPr bwMode="auto">
          <a:xfrm>
            <a:off x="6551613" y="4508500"/>
            <a:ext cx="1620837" cy="360363"/>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400" b="1">
                <a:solidFill>
                  <a:schemeClr val="accent2"/>
                </a:solidFill>
                <a:latin typeface="+mj-lt"/>
                <a:cs typeface="Arial" pitchFamily="34" charset="0"/>
              </a:rPr>
              <a:t>1  1  0  A</a:t>
            </a:r>
          </a:p>
        </p:txBody>
      </p:sp>
      <p:cxnSp>
        <p:nvCxnSpPr>
          <p:cNvPr id="27" name="AutoShape 27"/>
          <p:cNvCxnSpPr>
            <a:cxnSpLocks noChangeShapeType="1"/>
          </p:cNvCxnSpPr>
          <p:nvPr/>
        </p:nvCxnSpPr>
        <p:spPr bwMode="auto">
          <a:xfrm rot="5400000">
            <a:off x="6461919" y="5679282"/>
            <a:ext cx="1620837" cy="0"/>
          </a:xfrm>
          <a:prstGeom prst="straightConnector1">
            <a:avLst/>
          </a:prstGeom>
          <a:noFill/>
          <a:ln w="28575">
            <a:solidFill>
              <a:schemeClr val="accent2"/>
            </a:solidFill>
            <a:round/>
            <a:headEnd/>
            <a:tailEnd type="triangle" w="lg" len="lg"/>
          </a:ln>
        </p:spPr>
      </p:cxnSp>
      <p:sp>
        <p:nvSpPr>
          <p:cNvPr id="28" name="Text Box 28"/>
          <p:cNvSpPr txBox="1">
            <a:spLocks noChangeArrowheads="1"/>
          </p:cNvSpPr>
          <p:nvPr/>
        </p:nvSpPr>
        <p:spPr bwMode="auto">
          <a:xfrm>
            <a:off x="3851275" y="2528888"/>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latin typeface="+mj-lt"/>
                <a:cs typeface="Times New Roman" pitchFamily="18" charset="0"/>
              </a:rPr>
              <a:t>XR = </a:t>
            </a:r>
            <a:r>
              <a:rPr lang="en-US" sz="2400" b="1">
                <a:solidFill>
                  <a:schemeClr val="accent1"/>
                </a:solidFill>
                <a:latin typeface="+mj-lt"/>
                <a:cs typeface="Times New Roman" pitchFamily="18" charset="0"/>
              </a:rPr>
              <a:t>2</a:t>
            </a:r>
          </a:p>
        </p:txBody>
      </p:sp>
      <p:sp>
        <p:nvSpPr>
          <p:cNvPr id="29" name="Oval 29"/>
          <p:cNvSpPr>
            <a:spLocks noChangeArrowheads="1"/>
          </p:cNvSpPr>
          <p:nvPr/>
        </p:nvSpPr>
        <p:spPr bwMode="auto">
          <a:xfrm>
            <a:off x="4392613" y="3248025"/>
            <a:ext cx="358775" cy="360363"/>
          </a:xfrm>
          <a:prstGeom prst="ellipse">
            <a:avLst/>
          </a:prstGeom>
          <a:noFill/>
          <a:ln w="28575" algn="ctr">
            <a:solidFill>
              <a:schemeClr val="tx1"/>
            </a:solidFill>
            <a:round/>
            <a:headEnd/>
            <a:tailEnd/>
          </a:ln>
        </p:spPr>
        <p:txBody>
          <a:bodyPr wrap="none" lIns="0" tIns="0" rIns="0" bIns="0" anchor="ctr"/>
          <a:lstStyle/>
          <a:p>
            <a:pPr algn="ctr" eaLnBrk="0" hangingPunct="0">
              <a:lnSpc>
                <a:spcPct val="90000"/>
              </a:lnSpc>
              <a:spcBef>
                <a:spcPct val="50000"/>
              </a:spcBef>
              <a:buClr>
                <a:schemeClr val="bg1"/>
              </a:buClr>
              <a:buFont typeface="Arial" pitchFamily="34" charset="0"/>
              <a:buNone/>
            </a:pPr>
            <a:r>
              <a:rPr lang="en-US" sz="2400" b="1">
                <a:latin typeface="+mj-lt"/>
                <a:cs typeface="Arial" pitchFamily="34" charset="0"/>
              </a:rPr>
              <a:t>+</a:t>
            </a:r>
          </a:p>
        </p:txBody>
      </p:sp>
      <p:cxnSp>
        <p:nvCxnSpPr>
          <p:cNvPr id="30" name="AutoShape 30"/>
          <p:cNvCxnSpPr>
            <a:cxnSpLocks noChangeShapeType="1"/>
            <a:stCxn id="28" idx="2"/>
            <a:endCxn id="29" idx="0"/>
          </p:cNvCxnSpPr>
          <p:nvPr/>
        </p:nvCxnSpPr>
        <p:spPr bwMode="auto">
          <a:xfrm rot="5400000">
            <a:off x="4406106" y="3067844"/>
            <a:ext cx="331788" cy="0"/>
          </a:xfrm>
          <a:prstGeom prst="straightConnector1">
            <a:avLst/>
          </a:prstGeom>
          <a:noFill/>
          <a:ln w="28575">
            <a:solidFill>
              <a:schemeClr val="accent1"/>
            </a:solidFill>
            <a:round/>
            <a:headEnd/>
            <a:tailEnd type="triangle" w="lg" len="lg"/>
          </a:ln>
        </p:spPr>
      </p:cxnSp>
      <p:cxnSp>
        <p:nvCxnSpPr>
          <p:cNvPr id="31" name="AutoShape 31"/>
          <p:cNvCxnSpPr>
            <a:cxnSpLocks noChangeShapeType="1"/>
            <a:stCxn id="29" idx="6"/>
            <a:endCxn id="8" idx="1"/>
          </p:cNvCxnSpPr>
          <p:nvPr/>
        </p:nvCxnSpPr>
        <p:spPr bwMode="auto">
          <a:xfrm>
            <a:off x="4765675" y="3429000"/>
            <a:ext cx="1249363" cy="1262063"/>
          </a:xfrm>
          <a:prstGeom prst="curvedConnector3">
            <a:avLst>
              <a:gd name="adj1" fmla="val 70648"/>
            </a:avLst>
          </a:prstGeom>
          <a:noFill/>
          <a:ln w="28575">
            <a:solidFill>
              <a:schemeClr val="accent1"/>
            </a:solidFill>
            <a:round/>
            <a:headEnd/>
            <a:tailEnd type="triangle" w="lg" len="lg"/>
          </a:ln>
        </p:spPr>
      </p:cxnSp>
      <p:sp>
        <p:nvSpPr>
          <p:cNvPr id="32" name="AutoShape 32"/>
          <p:cNvSpPr>
            <a:spLocks noChangeArrowheads="1"/>
          </p:cNvSpPr>
          <p:nvPr/>
        </p:nvSpPr>
        <p:spPr bwMode="auto">
          <a:xfrm>
            <a:off x="971550" y="5334000"/>
            <a:ext cx="2339975" cy="900112"/>
          </a:xfrm>
          <a:prstGeom prst="wedgeRoundRectCallout">
            <a:avLst>
              <a:gd name="adj1" fmla="val 82972"/>
              <a:gd name="adj2" fmla="val -194444"/>
              <a:gd name="adj3" fmla="val 16667"/>
            </a:avLst>
          </a:prstGeom>
          <a:noFill/>
          <a:ln w="28575" algn="ctr">
            <a:solidFill>
              <a:schemeClr val="accent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a:latin typeface="+mj-lt"/>
                <a:cs typeface="Arial" pitchFamily="34" charset="0"/>
              </a:rPr>
              <a:t>Could be Positive or Negative</a:t>
            </a:r>
            <a:br>
              <a:rPr lang="en-US" sz="2400" b="1">
                <a:latin typeface="+mj-lt"/>
                <a:cs typeface="Arial" pitchFamily="34" charset="0"/>
              </a:rPr>
            </a:br>
            <a:r>
              <a:rPr lang="en-US" sz="2400" b="1">
                <a:latin typeface="+mj-lt"/>
                <a:cs typeface="Arial" pitchFamily="34" charset="0"/>
              </a:rPr>
              <a:t>(2’s Complement)</a:t>
            </a:r>
          </a:p>
        </p:txBody>
      </p:sp>
      <p:sp>
        <p:nvSpPr>
          <p:cNvPr id="33" name="AutoShape 33"/>
          <p:cNvSpPr>
            <a:spLocks noChangeArrowheads="1"/>
          </p:cNvSpPr>
          <p:nvPr/>
        </p:nvSpPr>
        <p:spPr bwMode="auto">
          <a:xfrm>
            <a:off x="762000" y="2528887"/>
            <a:ext cx="2667000" cy="900113"/>
          </a:xfrm>
          <a:prstGeom prst="wedgeRoundRectCallout">
            <a:avLst>
              <a:gd name="adj1" fmla="val 67912"/>
              <a:gd name="adj2" fmla="val -27778"/>
              <a:gd name="adj3" fmla="val 16667"/>
            </a:avLst>
          </a:prstGeom>
          <a:noFill/>
          <a:ln w="28575" algn="ctr">
            <a:solidFill>
              <a:schemeClr val="accent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400" b="1" dirty="0">
                <a:latin typeface="+mj-lt"/>
                <a:cs typeface="Arial" pitchFamily="34" charset="0"/>
              </a:rPr>
              <a:t>Useful with “</a:t>
            </a:r>
            <a:r>
              <a:rPr lang="en-US" sz="2400" b="1" dirty="0" err="1">
                <a:latin typeface="+mj-lt"/>
                <a:cs typeface="Arial" pitchFamily="34" charset="0"/>
              </a:rPr>
              <a:t>Autoincrement</a:t>
            </a:r>
            <a:r>
              <a:rPr lang="en-US" sz="2400" b="1" dirty="0">
                <a:latin typeface="+mj-lt"/>
                <a:cs typeface="Arial" pitchFamily="34" charset="0"/>
              </a:rPr>
              <a:t>” or “</a:t>
            </a:r>
            <a:r>
              <a:rPr lang="en-US" sz="2400" b="1" dirty="0" err="1">
                <a:latin typeface="+mj-lt"/>
                <a:cs typeface="Arial" pitchFamily="34" charset="0"/>
              </a:rPr>
              <a:t>Autodecrement</a:t>
            </a:r>
            <a:r>
              <a:rPr lang="en-US" sz="2400" b="1" dirty="0">
                <a:latin typeface="+mj-lt"/>
                <a:cs typeface="Arial" pitchFamily="34" charset="0"/>
              </a:rPr>
              <a:t>”</a:t>
            </a:r>
          </a:p>
        </p:txBody>
      </p:sp>
    </p:spTree>
    <p:extLst>
      <p:ext uri="{BB962C8B-B14F-4D97-AF65-F5344CB8AC3E}">
        <p14:creationId xmlns:p14="http://schemas.microsoft.com/office/powerpoint/2010/main" val="180179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500"/>
                                        <p:tgtEl>
                                          <p:spTgt spid="2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up)">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up)">
                                      <p:cBhvr>
                                        <p:cTn id="28" dur="500"/>
                                        <p:tgtEl>
                                          <p:spTgt spid="30"/>
                                        </p:tgtEl>
                                      </p:cBhvr>
                                    </p:animEffect>
                                  </p:childTnLst>
                                </p:cTn>
                              </p:par>
                            </p:childTnLst>
                          </p:cTn>
                        </p:par>
                        <p:par>
                          <p:cTn id="29" fill="hold">
                            <p:stCondLst>
                              <p:cond delay="500"/>
                            </p:stCondLst>
                            <p:childTnLst>
                              <p:par>
                                <p:cTn id="30" presetID="22" presetClass="entr" presetSubtype="4" fill="hold"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left)">
                                      <p:cBhvr>
                                        <p:cTn id="36" dur="500"/>
                                        <p:tgtEl>
                                          <p:spTgt spid="29"/>
                                        </p:tgtEl>
                                      </p:cBhvr>
                                    </p:animEffect>
                                  </p:childTnLst>
                                </p:cTn>
                              </p:par>
                            </p:childTnLst>
                          </p:cTn>
                        </p:par>
                        <p:par>
                          <p:cTn id="37" fill="hold">
                            <p:stCondLst>
                              <p:cond delay="1500"/>
                            </p:stCondLst>
                            <p:childTnLst>
                              <p:par>
                                <p:cTn id="38" presetID="22" presetClass="entr" presetSubtype="1" fill="hold"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up)">
                                      <p:cBhvr>
                                        <p:cTn id="40" dur="500"/>
                                        <p:tgtEl>
                                          <p:spTgt spid="31"/>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500"/>
                                        <p:tgtEl>
                                          <p:spTgt spid="26"/>
                                        </p:tgtEl>
                                      </p:cBhvr>
                                    </p:animEffect>
                                  </p:childTnLst>
                                </p:cTn>
                              </p:par>
                            </p:childTnLst>
                          </p:cTn>
                        </p:par>
                        <p:par>
                          <p:cTn id="45" fill="hold">
                            <p:stCondLst>
                              <p:cond delay="2500"/>
                            </p:stCondLst>
                            <p:childTnLst>
                              <p:par>
                                <p:cTn id="46" presetID="22" presetClass="entr" presetSubtype="1" fill="hold" nodeType="after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up)">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wipe(up)">
                                      <p:cBhvr>
                                        <p:cTn id="53" dur="5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up)">
                                      <p:cBhvr>
                                        <p:cTn id="5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28" grpId="0" animBg="1"/>
      <p:bldP spid="29" grpId="0" animBg="1"/>
      <p:bldP spid="32" grpId="0" animBg="1"/>
      <p:bldP spid="3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0" dirty="0"/>
              <a:t>Addressing Modes</a:t>
            </a:r>
            <a:endParaRPr lang="en-US" sz="2400" dirty="0"/>
          </a:p>
        </p:txBody>
      </p:sp>
      <p:sp>
        <p:nvSpPr>
          <p:cNvPr id="3" name="Rectangle 3"/>
          <p:cNvSpPr txBox="1">
            <a:spLocks noChangeArrowheads="1"/>
          </p:cNvSpPr>
          <p:nvPr/>
        </p:nvSpPr>
        <p:spPr>
          <a:xfrm>
            <a:off x="0" y="990600"/>
            <a:ext cx="8229600" cy="1446213"/>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r>
              <a:rPr lang="en-US" sz="2400" kern="0" dirty="0"/>
              <a:t>Base Register</a:t>
            </a:r>
          </a:p>
          <a:p>
            <a:pPr lvl="1"/>
            <a:r>
              <a:rPr lang="en-US" sz="2400" i="1" kern="0" dirty="0"/>
              <a:t>EA</a:t>
            </a:r>
            <a:r>
              <a:rPr lang="en-US" sz="2400" kern="0" dirty="0"/>
              <a:t> = Base Register + Relative </a:t>
            </a:r>
            <a:r>
              <a:rPr lang="en-US" sz="2400" kern="0" dirty="0" err="1"/>
              <a:t>Addr</a:t>
            </a:r>
            <a:endParaRPr lang="en-US" sz="2400" kern="0" dirty="0"/>
          </a:p>
        </p:txBody>
      </p:sp>
      <p:grpSp>
        <p:nvGrpSpPr>
          <p:cNvPr id="4" name="Group 4"/>
          <p:cNvGrpSpPr>
            <a:grpSpLocks/>
          </p:cNvGrpSpPr>
          <p:nvPr/>
        </p:nvGrpSpPr>
        <p:grpSpPr bwMode="auto">
          <a:xfrm>
            <a:off x="6011863" y="1268413"/>
            <a:ext cx="2341562" cy="5040312"/>
            <a:chOff x="3787" y="799"/>
            <a:chExt cx="1475" cy="3175"/>
          </a:xfrm>
        </p:grpSpPr>
        <p:sp>
          <p:nvSpPr>
            <p:cNvPr id="5" name="AutoShape 5"/>
            <p:cNvSpPr>
              <a:spLocks noChangeArrowheads="1"/>
            </p:cNvSpPr>
            <p:nvPr/>
          </p:nvSpPr>
          <p:spPr bwMode="auto">
            <a:xfrm>
              <a:off x="4127" y="1026"/>
              <a:ext cx="1135" cy="2948"/>
            </a:xfrm>
            <a:prstGeom prst="cube">
              <a:avLst>
                <a:gd name="adj" fmla="val 11102"/>
              </a:avLst>
            </a:prstGeom>
            <a:solidFill>
              <a:srgbClr val="E6E6E6"/>
            </a:solidFill>
            <a:ln w="28575">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b="1">
                <a:cs typeface="Arial" pitchFamily="34" charset="0"/>
              </a:endParaRPr>
            </a:p>
          </p:txBody>
        </p:sp>
        <p:sp>
          <p:nvSpPr>
            <p:cNvPr id="6" name="Text Box 6"/>
            <p:cNvSpPr txBox="1">
              <a:spLocks noChangeArrowheads="1"/>
            </p:cNvSpPr>
            <p:nvPr/>
          </p:nvSpPr>
          <p:spPr bwMode="auto">
            <a:xfrm>
              <a:off x="3787" y="2387"/>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cs typeface="Arial" pitchFamily="34" charset="0"/>
                </a:rPr>
                <a:t>100</a:t>
              </a:r>
              <a:endParaRPr lang="en-US" sz="2000" b="1">
                <a:solidFill>
                  <a:schemeClr val="accent1"/>
                </a:solidFill>
                <a:cs typeface="Arial" pitchFamily="34" charset="0"/>
              </a:endParaRPr>
            </a:p>
          </p:txBody>
        </p:sp>
        <p:sp>
          <p:nvSpPr>
            <p:cNvPr id="7" name="Text Box 7"/>
            <p:cNvSpPr txBox="1">
              <a:spLocks noChangeArrowheads="1"/>
            </p:cNvSpPr>
            <p:nvPr/>
          </p:nvSpPr>
          <p:spPr bwMode="auto">
            <a:xfrm>
              <a:off x="3788" y="2614"/>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cs typeface="Arial" pitchFamily="34" charset="0"/>
                </a:rPr>
                <a:t>101</a:t>
              </a:r>
              <a:endParaRPr lang="en-US" sz="2000" b="1">
                <a:solidFill>
                  <a:schemeClr val="accent1"/>
                </a:solidFill>
                <a:cs typeface="Arial" pitchFamily="34" charset="0"/>
              </a:endParaRPr>
            </a:p>
          </p:txBody>
        </p:sp>
        <p:sp>
          <p:nvSpPr>
            <p:cNvPr id="8" name="Text Box 8"/>
            <p:cNvSpPr txBox="1">
              <a:spLocks noChangeArrowheads="1"/>
            </p:cNvSpPr>
            <p:nvPr/>
          </p:nvSpPr>
          <p:spPr bwMode="auto">
            <a:xfrm>
              <a:off x="3789" y="2841"/>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cs typeface="Arial" pitchFamily="34" charset="0"/>
                </a:rPr>
                <a:t>102</a:t>
              </a:r>
              <a:endParaRPr lang="en-US" sz="2000" b="1">
                <a:solidFill>
                  <a:schemeClr val="accent1"/>
                </a:solidFill>
                <a:cs typeface="Arial" pitchFamily="34" charset="0"/>
              </a:endParaRPr>
            </a:p>
          </p:txBody>
        </p:sp>
        <p:sp>
          <p:nvSpPr>
            <p:cNvPr id="9" name="Text Box 9"/>
            <p:cNvSpPr txBox="1">
              <a:spLocks noChangeArrowheads="1"/>
            </p:cNvSpPr>
            <p:nvPr/>
          </p:nvSpPr>
          <p:spPr bwMode="auto">
            <a:xfrm>
              <a:off x="3790" y="3068"/>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cs typeface="Arial" pitchFamily="34" charset="0"/>
                </a:rPr>
                <a:t>103</a:t>
              </a:r>
              <a:endParaRPr lang="en-US" sz="2000" b="1">
                <a:solidFill>
                  <a:schemeClr val="accent1"/>
                </a:solidFill>
                <a:cs typeface="Arial" pitchFamily="34" charset="0"/>
              </a:endParaRPr>
            </a:p>
          </p:txBody>
        </p:sp>
        <p:sp>
          <p:nvSpPr>
            <p:cNvPr id="10" name="Text Box 10"/>
            <p:cNvSpPr txBox="1">
              <a:spLocks noChangeArrowheads="1"/>
            </p:cNvSpPr>
            <p:nvPr/>
          </p:nvSpPr>
          <p:spPr bwMode="auto">
            <a:xfrm>
              <a:off x="3791" y="3295"/>
              <a:ext cx="339" cy="227"/>
            </a:xfrm>
            <a:prstGeom prst="rect">
              <a:avLst/>
            </a:prstGeom>
            <a:noFill/>
            <a:ln w="28575" algn="ctr">
              <a:noFill/>
              <a:miter lim="800000"/>
              <a:headEnd/>
              <a:tailEnd/>
            </a:ln>
          </p:spPr>
          <p:txBody>
            <a:bodyPr lIns="0" tIns="0" rIns="0" bIns="0" anchor="ctr"/>
            <a:lstStyle/>
            <a:p>
              <a:pPr eaLnBrk="0" hangingPunct="0">
                <a:lnSpc>
                  <a:spcPct val="90000"/>
                </a:lnSpc>
                <a:spcBef>
                  <a:spcPct val="50000"/>
                </a:spcBef>
                <a:buClr>
                  <a:schemeClr val="bg1"/>
                </a:buClr>
                <a:buFont typeface="Arial" pitchFamily="34" charset="0"/>
                <a:buNone/>
              </a:pPr>
              <a:r>
                <a:rPr lang="en-US" sz="2000" b="1">
                  <a:cs typeface="Arial" pitchFamily="34" charset="0"/>
                </a:rPr>
                <a:t>104</a:t>
              </a:r>
              <a:endParaRPr lang="en-US" sz="2000" b="1">
                <a:solidFill>
                  <a:schemeClr val="accent1"/>
                </a:solidFill>
                <a:cs typeface="Arial" pitchFamily="34" charset="0"/>
              </a:endParaRPr>
            </a:p>
          </p:txBody>
        </p:sp>
        <p:sp>
          <p:nvSpPr>
            <p:cNvPr id="11" name="Line 11"/>
            <p:cNvSpPr>
              <a:spLocks noChangeShapeType="1"/>
            </p:cNvSpPr>
            <p:nvPr/>
          </p:nvSpPr>
          <p:spPr bwMode="auto">
            <a:xfrm>
              <a:off x="4127" y="2385"/>
              <a:ext cx="1021" cy="0"/>
            </a:xfrm>
            <a:prstGeom prst="line">
              <a:avLst/>
            </a:prstGeom>
            <a:noFill/>
            <a:ln w="28575">
              <a:solidFill>
                <a:schemeClr val="tx1"/>
              </a:solidFill>
              <a:round/>
              <a:headEnd/>
              <a:tailEnd/>
            </a:ln>
          </p:spPr>
          <p:txBody>
            <a:bodyPr wrap="none" lIns="0" tIns="0" rIns="0" bIns="0" anchor="ctr">
              <a:spAutoFit/>
            </a:bodyPr>
            <a:lstStyle/>
            <a:p>
              <a:endParaRPr lang="en-US"/>
            </a:p>
          </p:txBody>
        </p:sp>
        <p:sp>
          <p:nvSpPr>
            <p:cNvPr id="12" name="Line 12"/>
            <p:cNvSpPr>
              <a:spLocks noChangeShapeType="1"/>
            </p:cNvSpPr>
            <p:nvPr/>
          </p:nvSpPr>
          <p:spPr bwMode="auto">
            <a:xfrm>
              <a:off x="4127" y="2611"/>
              <a:ext cx="1021" cy="0"/>
            </a:xfrm>
            <a:prstGeom prst="line">
              <a:avLst/>
            </a:prstGeom>
            <a:noFill/>
            <a:ln w="28575">
              <a:solidFill>
                <a:schemeClr val="tx1"/>
              </a:solidFill>
              <a:round/>
              <a:headEnd/>
              <a:tailEnd/>
            </a:ln>
          </p:spPr>
          <p:txBody>
            <a:bodyPr wrap="none" lIns="0" tIns="0" rIns="0" bIns="0" anchor="ctr">
              <a:spAutoFit/>
            </a:bodyPr>
            <a:lstStyle/>
            <a:p>
              <a:endParaRPr lang="en-US"/>
            </a:p>
          </p:txBody>
        </p:sp>
        <p:sp>
          <p:nvSpPr>
            <p:cNvPr id="13" name="Line 13"/>
            <p:cNvSpPr>
              <a:spLocks noChangeShapeType="1"/>
            </p:cNvSpPr>
            <p:nvPr/>
          </p:nvSpPr>
          <p:spPr bwMode="auto">
            <a:xfrm>
              <a:off x="4127" y="2837"/>
              <a:ext cx="1021" cy="0"/>
            </a:xfrm>
            <a:prstGeom prst="line">
              <a:avLst/>
            </a:prstGeom>
            <a:noFill/>
            <a:ln w="28575">
              <a:solidFill>
                <a:schemeClr val="tx1"/>
              </a:solidFill>
              <a:round/>
              <a:headEnd/>
              <a:tailEnd/>
            </a:ln>
          </p:spPr>
          <p:txBody>
            <a:bodyPr wrap="none" lIns="0" tIns="0" rIns="0" bIns="0" anchor="ctr">
              <a:spAutoFit/>
            </a:bodyPr>
            <a:lstStyle/>
            <a:p>
              <a:endParaRPr lang="en-US"/>
            </a:p>
          </p:txBody>
        </p:sp>
        <p:sp>
          <p:nvSpPr>
            <p:cNvPr id="14" name="Line 14"/>
            <p:cNvSpPr>
              <a:spLocks noChangeShapeType="1"/>
            </p:cNvSpPr>
            <p:nvPr/>
          </p:nvSpPr>
          <p:spPr bwMode="auto">
            <a:xfrm>
              <a:off x="4127" y="3063"/>
              <a:ext cx="1021" cy="0"/>
            </a:xfrm>
            <a:prstGeom prst="line">
              <a:avLst/>
            </a:prstGeom>
            <a:noFill/>
            <a:ln w="28575">
              <a:solidFill>
                <a:schemeClr val="tx1"/>
              </a:solidFill>
              <a:round/>
              <a:headEnd/>
              <a:tailEnd/>
            </a:ln>
          </p:spPr>
          <p:txBody>
            <a:bodyPr wrap="none" lIns="0" tIns="0" rIns="0" bIns="0" anchor="ctr">
              <a:spAutoFit/>
            </a:bodyPr>
            <a:lstStyle/>
            <a:p>
              <a:endParaRPr lang="en-US"/>
            </a:p>
          </p:txBody>
        </p:sp>
        <p:sp>
          <p:nvSpPr>
            <p:cNvPr id="15" name="Line 15"/>
            <p:cNvSpPr>
              <a:spLocks noChangeShapeType="1"/>
            </p:cNvSpPr>
            <p:nvPr/>
          </p:nvSpPr>
          <p:spPr bwMode="auto">
            <a:xfrm>
              <a:off x="4127" y="3289"/>
              <a:ext cx="1021" cy="0"/>
            </a:xfrm>
            <a:prstGeom prst="line">
              <a:avLst/>
            </a:prstGeom>
            <a:noFill/>
            <a:ln w="28575">
              <a:solidFill>
                <a:schemeClr val="tx1"/>
              </a:solidFill>
              <a:round/>
              <a:headEnd/>
              <a:tailEnd/>
            </a:ln>
          </p:spPr>
          <p:txBody>
            <a:bodyPr wrap="none" lIns="0" tIns="0" rIns="0" bIns="0" anchor="ctr">
              <a:spAutoFit/>
            </a:bodyPr>
            <a:lstStyle/>
            <a:p>
              <a:endParaRPr lang="en-US"/>
            </a:p>
          </p:txBody>
        </p:sp>
        <p:sp>
          <p:nvSpPr>
            <p:cNvPr id="16" name="Line 16"/>
            <p:cNvSpPr>
              <a:spLocks noChangeShapeType="1"/>
            </p:cNvSpPr>
            <p:nvPr/>
          </p:nvSpPr>
          <p:spPr bwMode="auto">
            <a:xfrm>
              <a:off x="4127" y="3515"/>
              <a:ext cx="1021" cy="0"/>
            </a:xfrm>
            <a:prstGeom prst="line">
              <a:avLst/>
            </a:prstGeom>
            <a:noFill/>
            <a:ln w="28575">
              <a:solidFill>
                <a:schemeClr val="tx1"/>
              </a:solidFill>
              <a:round/>
              <a:headEnd/>
              <a:tailEnd/>
            </a:ln>
          </p:spPr>
          <p:txBody>
            <a:bodyPr wrap="none" lIns="0" tIns="0" rIns="0" bIns="0" anchor="ctr">
              <a:spAutoFit/>
            </a:bodyPr>
            <a:lstStyle/>
            <a:p>
              <a:endParaRPr lang="en-US"/>
            </a:p>
          </p:txBody>
        </p:sp>
        <p:sp>
          <p:nvSpPr>
            <p:cNvPr id="17" name="WordArt 17"/>
            <p:cNvSpPr>
              <a:spLocks noChangeArrowheads="1" noChangeShapeType="1" noTextEdit="1"/>
            </p:cNvSpPr>
            <p:nvPr/>
          </p:nvSpPr>
          <p:spPr bwMode="auto">
            <a:xfrm>
              <a:off x="4127" y="799"/>
              <a:ext cx="1134" cy="227"/>
            </a:xfrm>
            <a:prstGeom prst="rect">
              <a:avLst/>
            </a:prstGeom>
          </p:spPr>
          <p:txBody>
            <a:bodyPr wrap="none" fromWordArt="1">
              <a:prstTxWarp prst="textPlain">
                <a:avLst>
                  <a:gd name="adj" fmla="val 44093"/>
                </a:avLst>
              </a:prstTxWarp>
            </a:bodyPr>
            <a:lstStyle/>
            <a:p>
              <a:pPr algn="ctr"/>
              <a:r>
                <a:rPr lang="en-US" sz="3600" i="1" kern="10">
                  <a:ln w="9525">
                    <a:solidFill>
                      <a:srgbClr val="000000"/>
                    </a:solidFill>
                    <a:round/>
                    <a:headEnd/>
                    <a:tailEnd/>
                  </a:ln>
                  <a:solidFill>
                    <a:srgbClr val="FFFF00"/>
                  </a:solidFill>
                  <a:effectLst>
                    <a:outerShdw dist="35921" dir="2700000" algn="ctr" rotWithShape="0">
                      <a:srgbClr val="808080">
                        <a:alpha val="79999"/>
                      </a:srgbClr>
                    </a:outerShdw>
                  </a:effectLst>
                  <a:latin typeface="Arial Black"/>
                </a:rPr>
                <a:t>Memory</a:t>
              </a:r>
            </a:p>
          </p:txBody>
        </p:sp>
        <p:sp>
          <p:nvSpPr>
            <p:cNvPr id="18" name="Line 18"/>
            <p:cNvSpPr>
              <a:spLocks noChangeShapeType="1"/>
            </p:cNvSpPr>
            <p:nvPr/>
          </p:nvSpPr>
          <p:spPr bwMode="auto">
            <a:xfrm>
              <a:off x="4127" y="1366"/>
              <a:ext cx="1021" cy="0"/>
            </a:xfrm>
            <a:prstGeom prst="line">
              <a:avLst/>
            </a:prstGeom>
            <a:noFill/>
            <a:ln w="28575">
              <a:noFill/>
              <a:round/>
              <a:headEnd/>
              <a:tailEnd/>
            </a:ln>
          </p:spPr>
          <p:txBody>
            <a:bodyPr wrap="none" lIns="0" tIns="0" rIns="0" bIns="0" anchor="ctr">
              <a:spAutoFit/>
            </a:bodyPr>
            <a:lstStyle/>
            <a:p>
              <a:endParaRPr lang="en-US"/>
            </a:p>
          </p:txBody>
        </p:sp>
        <p:sp>
          <p:nvSpPr>
            <p:cNvPr id="19" name="Line 19"/>
            <p:cNvSpPr>
              <a:spLocks noChangeShapeType="1"/>
            </p:cNvSpPr>
            <p:nvPr/>
          </p:nvSpPr>
          <p:spPr bwMode="auto">
            <a:xfrm>
              <a:off x="4127" y="1593"/>
              <a:ext cx="1021" cy="0"/>
            </a:xfrm>
            <a:prstGeom prst="line">
              <a:avLst/>
            </a:prstGeom>
            <a:noFill/>
            <a:ln w="28575">
              <a:noFill/>
              <a:round/>
              <a:headEnd/>
              <a:tailEnd/>
            </a:ln>
          </p:spPr>
          <p:txBody>
            <a:bodyPr wrap="none" lIns="0" tIns="0" rIns="0" bIns="0" anchor="ctr">
              <a:spAutoFit/>
            </a:bodyPr>
            <a:lstStyle/>
            <a:p>
              <a:endParaRPr lang="en-US"/>
            </a:p>
          </p:txBody>
        </p:sp>
        <p:sp>
          <p:nvSpPr>
            <p:cNvPr id="20" name="Line 20"/>
            <p:cNvSpPr>
              <a:spLocks noChangeShapeType="1"/>
            </p:cNvSpPr>
            <p:nvPr/>
          </p:nvSpPr>
          <p:spPr bwMode="auto">
            <a:xfrm>
              <a:off x="4127" y="1820"/>
              <a:ext cx="1021" cy="0"/>
            </a:xfrm>
            <a:prstGeom prst="line">
              <a:avLst/>
            </a:prstGeom>
            <a:noFill/>
            <a:ln w="28575">
              <a:noFill/>
              <a:round/>
              <a:headEnd/>
              <a:tailEnd/>
            </a:ln>
          </p:spPr>
          <p:txBody>
            <a:bodyPr wrap="none" lIns="0" tIns="0" rIns="0" bIns="0" anchor="ctr">
              <a:spAutoFit/>
            </a:bodyPr>
            <a:lstStyle/>
            <a:p>
              <a:endParaRPr lang="en-US"/>
            </a:p>
          </p:txBody>
        </p:sp>
        <p:sp>
          <p:nvSpPr>
            <p:cNvPr id="21" name="Text Box 21"/>
            <p:cNvSpPr txBox="1">
              <a:spLocks noChangeArrowheads="1"/>
            </p:cNvSpPr>
            <p:nvPr/>
          </p:nvSpPr>
          <p:spPr bwMode="auto">
            <a:xfrm>
              <a:off x="3787" y="1139"/>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000" b="1">
                <a:solidFill>
                  <a:schemeClr val="accent1"/>
                </a:solidFill>
                <a:cs typeface="Arial" pitchFamily="34" charset="0"/>
              </a:endParaRPr>
            </a:p>
          </p:txBody>
        </p:sp>
        <p:sp>
          <p:nvSpPr>
            <p:cNvPr id="22" name="Text Box 22"/>
            <p:cNvSpPr txBox="1">
              <a:spLocks noChangeArrowheads="1"/>
            </p:cNvSpPr>
            <p:nvPr/>
          </p:nvSpPr>
          <p:spPr bwMode="auto">
            <a:xfrm>
              <a:off x="3787" y="1366"/>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000" b="1">
                <a:solidFill>
                  <a:schemeClr val="accent1"/>
                </a:solidFill>
                <a:cs typeface="Arial" pitchFamily="34" charset="0"/>
              </a:endParaRPr>
            </a:p>
          </p:txBody>
        </p:sp>
        <p:sp>
          <p:nvSpPr>
            <p:cNvPr id="23" name="Text Box 23"/>
            <p:cNvSpPr txBox="1">
              <a:spLocks noChangeArrowheads="1"/>
            </p:cNvSpPr>
            <p:nvPr/>
          </p:nvSpPr>
          <p:spPr bwMode="auto">
            <a:xfrm>
              <a:off x="3787" y="1593"/>
              <a:ext cx="339" cy="227"/>
            </a:xfrm>
            <a:prstGeom prst="rect">
              <a:avLst/>
            </a:prstGeom>
            <a:noFill/>
            <a:ln w="28575" algn="ctr">
              <a:no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endParaRPr lang="en-US" sz="2000" b="1">
                <a:solidFill>
                  <a:schemeClr val="accent1"/>
                </a:solidFill>
                <a:cs typeface="Arial" pitchFamily="34" charset="0"/>
              </a:endParaRPr>
            </a:p>
          </p:txBody>
        </p:sp>
      </p:grpSp>
      <p:sp>
        <p:nvSpPr>
          <p:cNvPr id="24" name="Text Box 24"/>
          <p:cNvSpPr txBox="1">
            <a:spLocks noChangeArrowheads="1"/>
          </p:cNvSpPr>
          <p:nvPr/>
        </p:nvSpPr>
        <p:spPr bwMode="auto">
          <a:xfrm>
            <a:off x="3851275" y="3968750"/>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000" b="1">
                <a:latin typeface="Times New Roman" pitchFamily="18" charset="0"/>
                <a:cs typeface="Times New Roman" pitchFamily="18" charset="0"/>
              </a:rPr>
              <a:t>BR = </a:t>
            </a:r>
            <a:r>
              <a:rPr lang="en-US" sz="2000" b="1">
                <a:solidFill>
                  <a:schemeClr val="accent1"/>
                </a:solidFill>
                <a:latin typeface="Times New Roman" pitchFamily="18" charset="0"/>
                <a:cs typeface="Times New Roman" pitchFamily="18" charset="0"/>
              </a:rPr>
              <a:t>100</a:t>
            </a:r>
          </a:p>
        </p:txBody>
      </p:sp>
      <p:cxnSp>
        <p:nvCxnSpPr>
          <p:cNvPr id="25" name="AutoShape 25"/>
          <p:cNvCxnSpPr>
            <a:cxnSpLocks noChangeShapeType="1"/>
            <a:stCxn id="24" idx="0"/>
            <a:endCxn id="29" idx="4"/>
          </p:cNvCxnSpPr>
          <p:nvPr/>
        </p:nvCxnSpPr>
        <p:spPr bwMode="auto">
          <a:xfrm rot="-5400000">
            <a:off x="4406106" y="3788569"/>
            <a:ext cx="331788" cy="0"/>
          </a:xfrm>
          <a:prstGeom prst="straightConnector1">
            <a:avLst/>
          </a:prstGeom>
          <a:noFill/>
          <a:ln w="28575">
            <a:solidFill>
              <a:schemeClr val="accent1"/>
            </a:solidFill>
            <a:round/>
            <a:headEnd/>
            <a:tailEnd type="triangle" w="lg" len="lg"/>
          </a:ln>
        </p:spPr>
      </p:cxnSp>
      <p:sp>
        <p:nvSpPr>
          <p:cNvPr id="26" name="Text Box 26"/>
          <p:cNvSpPr txBox="1">
            <a:spLocks noChangeArrowheads="1"/>
          </p:cNvSpPr>
          <p:nvPr/>
        </p:nvSpPr>
        <p:spPr bwMode="auto">
          <a:xfrm>
            <a:off x="6551613" y="4508500"/>
            <a:ext cx="1620837" cy="360363"/>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2"/>
                </a:solidFill>
                <a:cs typeface="Arial" pitchFamily="34" charset="0"/>
              </a:rPr>
              <a:t>0  0  0  A</a:t>
            </a:r>
          </a:p>
        </p:txBody>
      </p:sp>
      <p:cxnSp>
        <p:nvCxnSpPr>
          <p:cNvPr id="27" name="AutoShape 27"/>
          <p:cNvCxnSpPr>
            <a:cxnSpLocks noChangeShapeType="1"/>
          </p:cNvCxnSpPr>
          <p:nvPr/>
        </p:nvCxnSpPr>
        <p:spPr bwMode="auto">
          <a:xfrm rot="5400000">
            <a:off x="6519069" y="5679282"/>
            <a:ext cx="1620837" cy="0"/>
          </a:xfrm>
          <a:prstGeom prst="straightConnector1">
            <a:avLst/>
          </a:prstGeom>
          <a:noFill/>
          <a:ln w="28575">
            <a:solidFill>
              <a:schemeClr val="accent1"/>
            </a:solidFill>
            <a:round/>
            <a:headEnd/>
            <a:tailEnd type="triangle" w="lg" len="lg"/>
          </a:ln>
        </p:spPr>
      </p:cxnSp>
      <p:sp>
        <p:nvSpPr>
          <p:cNvPr id="28" name="Text Box 28"/>
          <p:cNvSpPr txBox="1">
            <a:spLocks noChangeArrowheads="1"/>
          </p:cNvSpPr>
          <p:nvPr/>
        </p:nvSpPr>
        <p:spPr bwMode="auto">
          <a:xfrm>
            <a:off x="3851275" y="2528888"/>
            <a:ext cx="1439863" cy="358775"/>
          </a:xfrm>
          <a:prstGeom prst="rect">
            <a:avLst/>
          </a:prstGeom>
          <a:solidFill>
            <a:srgbClr val="00FFFF"/>
          </a:solidFill>
          <a:ln w="28575" algn="ctr">
            <a:solidFill>
              <a:schemeClr val="tx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sz="2000" b="1">
                <a:latin typeface="Times New Roman" pitchFamily="18" charset="0"/>
                <a:cs typeface="Times New Roman" pitchFamily="18" charset="0"/>
              </a:rPr>
              <a:t>AR = </a:t>
            </a:r>
            <a:r>
              <a:rPr lang="en-US" sz="2000" b="1">
                <a:solidFill>
                  <a:schemeClr val="accent1"/>
                </a:solidFill>
                <a:latin typeface="Times New Roman" pitchFamily="18" charset="0"/>
                <a:cs typeface="Times New Roman" pitchFamily="18" charset="0"/>
              </a:rPr>
              <a:t>2</a:t>
            </a:r>
          </a:p>
        </p:txBody>
      </p:sp>
      <p:sp>
        <p:nvSpPr>
          <p:cNvPr id="29" name="Oval 29"/>
          <p:cNvSpPr>
            <a:spLocks noChangeArrowheads="1"/>
          </p:cNvSpPr>
          <p:nvPr/>
        </p:nvSpPr>
        <p:spPr bwMode="auto">
          <a:xfrm>
            <a:off x="4392613" y="3248025"/>
            <a:ext cx="358775" cy="360363"/>
          </a:xfrm>
          <a:prstGeom prst="ellipse">
            <a:avLst/>
          </a:prstGeom>
          <a:noFill/>
          <a:ln w="28575" algn="ctr">
            <a:solidFill>
              <a:schemeClr val="tx1"/>
            </a:solidFill>
            <a:round/>
            <a:headEnd/>
            <a:tailEnd/>
          </a:ln>
        </p:spPr>
        <p:txBody>
          <a:bodyPr wrap="none" lIns="0" tIns="0" rIns="0" bIns="0" anchor="ctr"/>
          <a:lstStyle/>
          <a:p>
            <a:pPr algn="ctr" eaLnBrk="0" hangingPunct="0">
              <a:lnSpc>
                <a:spcPct val="90000"/>
              </a:lnSpc>
              <a:spcBef>
                <a:spcPct val="50000"/>
              </a:spcBef>
              <a:buClr>
                <a:schemeClr val="bg1"/>
              </a:buClr>
              <a:buFont typeface="Arial" pitchFamily="34" charset="0"/>
              <a:buNone/>
            </a:pPr>
            <a:r>
              <a:rPr lang="en-US" b="1">
                <a:cs typeface="Arial" pitchFamily="34" charset="0"/>
              </a:rPr>
              <a:t>+</a:t>
            </a:r>
          </a:p>
        </p:txBody>
      </p:sp>
      <p:cxnSp>
        <p:nvCxnSpPr>
          <p:cNvPr id="30" name="AutoShape 30"/>
          <p:cNvCxnSpPr>
            <a:cxnSpLocks noChangeShapeType="1"/>
            <a:stCxn id="28" idx="2"/>
            <a:endCxn id="29" idx="0"/>
          </p:cNvCxnSpPr>
          <p:nvPr/>
        </p:nvCxnSpPr>
        <p:spPr bwMode="auto">
          <a:xfrm rot="5400000">
            <a:off x="4406106" y="3067844"/>
            <a:ext cx="331788" cy="0"/>
          </a:xfrm>
          <a:prstGeom prst="straightConnector1">
            <a:avLst/>
          </a:prstGeom>
          <a:noFill/>
          <a:ln w="28575">
            <a:solidFill>
              <a:schemeClr val="accent1"/>
            </a:solidFill>
            <a:round/>
            <a:headEnd/>
            <a:tailEnd type="triangle" w="lg" len="lg"/>
          </a:ln>
        </p:spPr>
      </p:cxnSp>
      <p:cxnSp>
        <p:nvCxnSpPr>
          <p:cNvPr id="31" name="AutoShape 31"/>
          <p:cNvCxnSpPr>
            <a:cxnSpLocks noChangeShapeType="1"/>
            <a:stCxn id="29" idx="6"/>
            <a:endCxn id="8" idx="1"/>
          </p:cNvCxnSpPr>
          <p:nvPr/>
        </p:nvCxnSpPr>
        <p:spPr bwMode="auto">
          <a:xfrm>
            <a:off x="4765675" y="3429000"/>
            <a:ext cx="1249363" cy="1262063"/>
          </a:xfrm>
          <a:prstGeom prst="curvedConnector3">
            <a:avLst>
              <a:gd name="adj1" fmla="val 69630"/>
            </a:avLst>
          </a:prstGeom>
          <a:noFill/>
          <a:ln w="28575">
            <a:solidFill>
              <a:schemeClr val="accent1"/>
            </a:solidFill>
            <a:round/>
            <a:headEnd/>
            <a:tailEnd type="triangle" w="lg" len="lg"/>
          </a:ln>
        </p:spPr>
      </p:cxnSp>
      <p:sp>
        <p:nvSpPr>
          <p:cNvPr id="32" name="AutoShape 32"/>
          <p:cNvSpPr>
            <a:spLocks noChangeArrowheads="1"/>
          </p:cNvSpPr>
          <p:nvPr/>
        </p:nvSpPr>
        <p:spPr bwMode="auto">
          <a:xfrm>
            <a:off x="971550" y="2528888"/>
            <a:ext cx="2339975" cy="900112"/>
          </a:xfrm>
          <a:prstGeom prst="wedgeRoundRectCallout">
            <a:avLst>
              <a:gd name="adj1" fmla="val 66417"/>
              <a:gd name="adj2" fmla="val -19667"/>
              <a:gd name="adj3" fmla="val 16667"/>
            </a:avLst>
          </a:prstGeom>
          <a:noFill/>
          <a:ln w="28575" algn="ctr">
            <a:solidFill>
              <a:schemeClr val="accent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cs typeface="Arial" pitchFamily="34" charset="0"/>
              </a:rPr>
              <a:t>Could be Positive or Negative</a:t>
            </a:r>
            <a:br>
              <a:rPr lang="en-US" b="1">
                <a:cs typeface="Arial" pitchFamily="34" charset="0"/>
              </a:rPr>
            </a:br>
            <a:r>
              <a:rPr lang="en-US" b="1">
                <a:cs typeface="Arial" pitchFamily="34" charset="0"/>
              </a:rPr>
              <a:t>(2’s Complement)</a:t>
            </a:r>
          </a:p>
        </p:txBody>
      </p:sp>
      <p:cxnSp>
        <p:nvCxnSpPr>
          <p:cNvPr id="33" name="AutoShape 33"/>
          <p:cNvCxnSpPr>
            <a:cxnSpLocks noChangeShapeType="1"/>
            <a:stCxn id="24" idx="3"/>
            <a:endCxn id="6" idx="1"/>
          </p:cNvCxnSpPr>
          <p:nvPr/>
        </p:nvCxnSpPr>
        <p:spPr bwMode="auto">
          <a:xfrm flipV="1">
            <a:off x="5305425" y="3970338"/>
            <a:ext cx="706438" cy="177800"/>
          </a:xfrm>
          <a:prstGeom prst="straightConnector1">
            <a:avLst/>
          </a:prstGeom>
          <a:noFill/>
          <a:ln w="28575">
            <a:solidFill>
              <a:srgbClr val="996633"/>
            </a:solidFill>
            <a:round/>
            <a:headEnd/>
            <a:tailEnd type="triangle" w="lg" len="lg"/>
          </a:ln>
        </p:spPr>
      </p:cxnSp>
      <p:sp>
        <p:nvSpPr>
          <p:cNvPr id="34" name="AutoShape 34"/>
          <p:cNvSpPr>
            <a:spLocks noChangeArrowheads="1"/>
          </p:cNvSpPr>
          <p:nvPr/>
        </p:nvSpPr>
        <p:spPr bwMode="auto">
          <a:xfrm>
            <a:off x="2051050" y="4868863"/>
            <a:ext cx="1981200" cy="900112"/>
          </a:xfrm>
          <a:prstGeom prst="wedgeRoundRectCallout">
            <a:avLst>
              <a:gd name="adj1" fmla="val 45755"/>
              <a:gd name="adj2" fmla="val -102380"/>
              <a:gd name="adj3" fmla="val 16667"/>
            </a:avLst>
          </a:prstGeom>
          <a:noFill/>
          <a:ln w="28575" algn="ctr">
            <a:solidFill>
              <a:schemeClr val="accent1"/>
            </a:solidFill>
            <a:miter lim="800000"/>
            <a:headEnd/>
            <a:tailEnd/>
          </a:ln>
        </p:spPr>
        <p:txBody>
          <a:bodyPr lIns="0" tIns="0" rIns="0" bIns="0" anchor="ctr"/>
          <a:lstStyle/>
          <a:p>
            <a:pPr algn="ctr" eaLnBrk="0" hangingPunct="0">
              <a:lnSpc>
                <a:spcPct val="90000"/>
              </a:lnSpc>
              <a:spcBef>
                <a:spcPct val="50000"/>
              </a:spcBef>
              <a:buClr>
                <a:schemeClr val="bg1"/>
              </a:buClr>
              <a:buFont typeface="Arial" pitchFamily="34" charset="0"/>
              <a:buNone/>
            </a:pPr>
            <a:r>
              <a:rPr lang="en-US" b="1">
                <a:cs typeface="Arial" pitchFamily="34" charset="0"/>
              </a:rPr>
              <a:t>Usually points to the beginning of an array</a:t>
            </a:r>
          </a:p>
        </p:txBody>
      </p:sp>
      <p:sp>
        <p:nvSpPr>
          <p:cNvPr id="35" name="Text Box 35"/>
          <p:cNvSpPr txBox="1">
            <a:spLocks noChangeArrowheads="1"/>
          </p:cNvSpPr>
          <p:nvPr/>
        </p:nvSpPr>
        <p:spPr bwMode="auto">
          <a:xfrm>
            <a:off x="6551613" y="3789363"/>
            <a:ext cx="1620837" cy="360362"/>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2"/>
                </a:solidFill>
                <a:cs typeface="Arial" pitchFamily="34" charset="0"/>
              </a:rPr>
              <a:t>0  0  0  5</a:t>
            </a:r>
          </a:p>
        </p:txBody>
      </p:sp>
      <p:sp>
        <p:nvSpPr>
          <p:cNvPr id="36" name="Text Box 36"/>
          <p:cNvSpPr txBox="1">
            <a:spLocks noChangeArrowheads="1"/>
          </p:cNvSpPr>
          <p:nvPr/>
        </p:nvSpPr>
        <p:spPr bwMode="auto">
          <a:xfrm>
            <a:off x="6551613" y="4148138"/>
            <a:ext cx="1620837" cy="360362"/>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2"/>
                </a:solidFill>
                <a:cs typeface="Arial" pitchFamily="34" charset="0"/>
              </a:rPr>
              <a:t>0  0  1  2</a:t>
            </a:r>
          </a:p>
        </p:txBody>
      </p:sp>
      <p:sp>
        <p:nvSpPr>
          <p:cNvPr id="37" name="Text Box 37"/>
          <p:cNvSpPr txBox="1">
            <a:spLocks noChangeArrowheads="1"/>
          </p:cNvSpPr>
          <p:nvPr/>
        </p:nvSpPr>
        <p:spPr bwMode="auto">
          <a:xfrm>
            <a:off x="6551613" y="4868863"/>
            <a:ext cx="1620837" cy="360362"/>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2"/>
                </a:solidFill>
                <a:cs typeface="Arial" pitchFamily="34" charset="0"/>
              </a:rPr>
              <a:t>0  1  0  7</a:t>
            </a:r>
          </a:p>
        </p:txBody>
      </p:sp>
      <p:sp>
        <p:nvSpPr>
          <p:cNvPr id="38" name="Text Box 38"/>
          <p:cNvSpPr txBox="1">
            <a:spLocks noChangeArrowheads="1"/>
          </p:cNvSpPr>
          <p:nvPr/>
        </p:nvSpPr>
        <p:spPr bwMode="auto">
          <a:xfrm>
            <a:off x="6551613" y="5229225"/>
            <a:ext cx="1620837" cy="360363"/>
          </a:xfrm>
          <a:prstGeom prst="rect">
            <a:avLst/>
          </a:prstGeom>
          <a:noFill/>
          <a:ln w="28575" algn="ctr">
            <a:noFill/>
            <a:miter lim="800000"/>
            <a:headEnd/>
            <a:tailEnd/>
          </a:ln>
        </p:spPr>
        <p:txBody>
          <a:bodyPr lIns="0" tIns="0" rIns="0" bIns="0" anchor="ctr"/>
          <a:lstStyle/>
          <a:p>
            <a:pPr marL="3175" algn="ctr" eaLnBrk="0" hangingPunct="0">
              <a:lnSpc>
                <a:spcPct val="90000"/>
              </a:lnSpc>
              <a:spcBef>
                <a:spcPct val="50000"/>
              </a:spcBef>
              <a:buClr>
                <a:schemeClr val="bg1"/>
              </a:buClr>
              <a:buFont typeface="Arial" pitchFamily="34" charset="0"/>
              <a:buNone/>
            </a:pPr>
            <a:r>
              <a:rPr lang="en-US" sz="2000" b="1">
                <a:solidFill>
                  <a:schemeClr val="accent2"/>
                </a:solidFill>
                <a:cs typeface="Arial" pitchFamily="34" charset="0"/>
              </a:rPr>
              <a:t>0  0  5  9</a:t>
            </a:r>
          </a:p>
        </p:txBody>
      </p:sp>
    </p:spTree>
    <p:extLst>
      <p:ext uri="{BB962C8B-B14F-4D97-AF65-F5344CB8AC3E}">
        <p14:creationId xmlns:p14="http://schemas.microsoft.com/office/powerpoint/2010/main" val="205504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up)">
                                      <p:cBhvr>
                                        <p:cTn id="19" dur="500"/>
                                        <p:tgtEl>
                                          <p:spTgt spid="28"/>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up)">
                                      <p:cBhvr>
                                        <p:cTn id="23" dur="500"/>
                                        <p:tgtEl>
                                          <p:spTgt spid="2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up)">
                                      <p:cBhvr>
                                        <p:cTn id="28" dur="500"/>
                                        <p:tgtEl>
                                          <p:spTgt spid="34"/>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up)">
                                      <p:cBhvr>
                                        <p:cTn id="32" dur="500"/>
                                        <p:tgtEl>
                                          <p:spTgt spid="33"/>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wipe(left)">
                                      <p:cBhvr>
                                        <p:cTn id="36" dur="500"/>
                                        <p:tgtEl>
                                          <p:spTgt spid="35"/>
                                        </p:tgtEl>
                                      </p:cBhvr>
                                    </p:animEffect>
                                  </p:childTnLst>
                                </p:cTn>
                              </p:par>
                            </p:childTnLst>
                          </p:cTn>
                        </p:par>
                        <p:par>
                          <p:cTn id="37" fill="hold">
                            <p:stCondLst>
                              <p:cond delay="1500"/>
                            </p:stCondLst>
                            <p:childTnLst>
                              <p:par>
                                <p:cTn id="38" presetID="22" presetClass="entr" presetSubtype="8" fill="hold" grpId="0" nodeType="after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left)">
                                      <p:cBhvr>
                                        <p:cTn id="40" dur="500"/>
                                        <p:tgtEl>
                                          <p:spTgt spid="36"/>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left)">
                                      <p:cBhvr>
                                        <p:cTn id="44" dur="500"/>
                                        <p:tgtEl>
                                          <p:spTgt spid="26"/>
                                        </p:tgtEl>
                                      </p:cBhvr>
                                    </p:animEffect>
                                  </p:childTnLst>
                                </p:cTn>
                              </p:par>
                            </p:childTnLst>
                          </p:cTn>
                        </p:par>
                        <p:par>
                          <p:cTn id="45" fill="hold">
                            <p:stCondLst>
                              <p:cond delay="2500"/>
                            </p:stCondLst>
                            <p:childTnLst>
                              <p:par>
                                <p:cTn id="46" presetID="22" presetClass="entr" presetSubtype="8" fill="hold" grpId="0" nodeType="after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left)">
                                      <p:cBhvr>
                                        <p:cTn id="48" dur="500"/>
                                        <p:tgtEl>
                                          <p:spTgt spid="37"/>
                                        </p:tgtEl>
                                      </p:cBhvr>
                                    </p:animEffect>
                                  </p:childTnLst>
                                </p:cTn>
                              </p:par>
                            </p:childTnLst>
                          </p:cTn>
                        </p:par>
                        <p:par>
                          <p:cTn id="49" fill="hold">
                            <p:stCondLst>
                              <p:cond delay="3000"/>
                            </p:stCondLst>
                            <p:childTnLst>
                              <p:par>
                                <p:cTn id="50" presetID="22" presetClass="entr" presetSubtype="8" fill="hold" grpId="0" nodeType="after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left)">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up)">
                                      <p:cBhvr>
                                        <p:cTn id="57" dur="500"/>
                                        <p:tgtEl>
                                          <p:spTgt spid="30"/>
                                        </p:tgtEl>
                                      </p:cBhvr>
                                    </p:animEffect>
                                  </p:childTnLst>
                                </p:cTn>
                              </p:par>
                            </p:childTnLst>
                          </p:cTn>
                        </p:par>
                        <p:par>
                          <p:cTn id="58" fill="hold">
                            <p:stCondLst>
                              <p:cond delay="500"/>
                            </p:stCondLst>
                            <p:childTnLst>
                              <p:par>
                                <p:cTn id="59" presetID="22" presetClass="entr" presetSubtype="4" fill="hold" nodeType="after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wipe(down)">
                                      <p:cBhvr>
                                        <p:cTn id="61" dur="500"/>
                                        <p:tgtEl>
                                          <p:spTgt spid="25"/>
                                        </p:tgtEl>
                                      </p:cBhvr>
                                    </p:animEffect>
                                  </p:childTnLst>
                                </p:cTn>
                              </p:par>
                            </p:childTnLst>
                          </p:cTn>
                        </p:par>
                        <p:par>
                          <p:cTn id="62" fill="hold">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wipe(left)">
                                      <p:cBhvr>
                                        <p:cTn id="65" dur="500"/>
                                        <p:tgtEl>
                                          <p:spTgt spid="29"/>
                                        </p:tgtEl>
                                      </p:cBhvr>
                                    </p:animEffect>
                                  </p:childTnLst>
                                </p:cTn>
                              </p:par>
                            </p:childTnLst>
                          </p:cTn>
                        </p:par>
                        <p:par>
                          <p:cTn id="66" fill="hold">
                            <p:stCondLst>
                              <p:cond delay="1500"/>
                            </p:stCondLst>
                            <p:childTnLst>
                              <p:par>
                                <p:cTn id="67" presetID="22" presetClass="entr" presetSubtype="1" fill="hold" nodeType="afterEffect">
                                  <p:stCondLst>
                                    <p:cond delay="0"/>
                                  </p:stCondLst>
                                  <p:childTnLst>
                                    <p:set>
                                      <p:cBhvr>
                                        <p:cTn id="68" dur="1" fill="hold">
                                          <p:stCondLst>
                                            <p:cond delay="0"/>
                                          </p:stCondLst>
                                        </p:cTn>
                                        <p:tgtEl>
                                          <p:spTgt spid="31"/>
                                        </p:tgtEl>
                                        <p:attrNameLst>
                                          <p:attrName>style.visibility</p:attrName>
                                        </p:attrNameLst>
                                      </p:cBhvr>
                                      <p:to>
                                        <p:strVal val="visible"/>
                                      </p:to>
                                    </p:set>
                                    <p:animEffect transition="in" filter="wipe(up)">
                                      <p:cBhvr>
                                        <p:cTn id="69" dur="500"/>
                                        <p:tgtEl>
                                          <p:spTgt spid="31"/>
                                        </p:tgtEl>
                                      </p:cBhvr>
                                    </p:animEffect>
                                  </p:childTnLst>
                                </p:cTn>
                              </p:par>
                            </p:childTnLst>
                          </p:cTn>
                        </p:par>
                        <p:par>
                          <p:cTn id="70" fill="hold">
                            <p:stCondLst>
                              <p:cond delay="2000"/>
                            </p:stCondLst>
                            <p:childTnLst>
                              <p:par>
                                <p:cTn id="71" presetID="3" presetClass="emph" presetSubtype="2" fill="hold" grpId="1" nodeType="afterEffect">
                                  <p:stCondLst>
                                    <p:cond delay="0"/>
                                  </p:stCondLst>
                                  <p:childTnLst>
                                    <p:animClr clrSpc="rgb" dir="cw">
                                      <p:cBhvr override="childStyle">
                                        <p:cTn id="72" dur="1000" fill="hold"/>
                                        <p:tgtEl>
                                          <p:spTgt spid="26"/>
                                        </p:tgtEl>
                                        <p:attrNameLst>
                                          <p:attrName>style.color</p:attrName>
                                        </p:attrNameLst>
                                      </p:cBhvr>
                                      <p:to>
                                        <a:schemeClr val="accent1"/>
                                      </p:to>
                                    </p:animClr>
                                  </p:childTnLst>
                                </p:cTn>
                              </p:par>
                            </p:childTnLst>
                          </p:cTn>
                        </p:par>
                        <p:par>
                          <p:cTn id="73" fill="hold">
                            <p:stCondLst>
                              <p:cond delay="3000"/>
                            </p:stCondLst>
                            <p:childTnLst>
                              <p:par>
                                <p:cTn id="74" presetID="22" presetClass="entr" presetSubtype="1" fill="hold" nodeType="after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wipe(up)">
                                      <p:cBhvr>
                                        <p:cTn id="76" dur="500"/>
                                        <p:tgtEl>
                                          <p:spTgt spid="2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wipe(up)">
                                      <p:cBhvr>
                                        <p:cTn id="8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6" grpId="0"/>
      <p:bldP spid="26" grpId="1"/>
      <p:bldP spid="28" grpId="0" animBg="1"/>
      <p:bldP spid="29" grpId="0" animBg="1"/>
      <p:bldP spid="32" grpId="0" animBg="1"/>
      <p:bldP spid="34" grpId="0" animBg="1"/>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F3CD-9BED-4C13-B6F1-1643816D7EA1}"/>
              </a:ext>
            </a:extLst>
          </p:cNvPr>
          <p:cNvSpPr>
            <a:spLocks noGrp="1"/>
          </p:cNvSpPr>
          <p:nvPr>
            <p:ph type="title"/>
          </p:nvPr>
        </p:nvSpPr>
        <p:spPr/>
        <p:txBody>
          <a:bodyPr/>
          <a:lstStyle/>
          <a:p>
            <a:r>
              <a:rPr lang="en-GB" altLang="en-US" sz="2400" b="0" dirty="0">
                <a:solidFill>
                  <a:srgbClr val="FF0000"/>
                </a:solidFill>
              </a:rPr>
              <a:t>ARM  Indexing Methods</a:t>
            </a:r>
            <a:endParaRPr lang="en-IN" sz="2400" b="0" dirty="0">
              <a:solidFill>
                <a:srgbClr val="FF0000"/>
              </a:solidFill>
            </a:endParaRPr>
          </a:p>
        </p:txBody>
      </p:sp>
      <p:pic>
        <p:nvPicPr>
          <p:cNvPr id="3" name="Picture 4">
            <a:extLst>
              <a:ext uri="{FF2B5EF4-FFF2-40B4-BE49-F238E27FC236}">
                <a16:creationId xmlns:a16="http://schemas.microsoft.com/office/drawing/2014/main" id="{36A779E1-EE4F-4E29-AAB6-962726005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799" y="260785"/>
            <a:ext cx="4907707" cy="6155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id="{B887C2AE-C9E8-4E2D-9F16-1F31A7D110BB}"/>
              </a:ext>
            </a:extLst>
          </p:cNvPr>
          <p:cNvSpPr/>
          <p:nvPr/>
        </p:nvSpPr>
        <p:spPr>
          <a:xfrm>
            <a:off x="0" y="990600"/>
            <a:ext cx="4262705" cy="2262671"/>
          </a:xfrm>
          <a:prstGeom prst="rect">
            <a:avLst/>
          </a:prstGeom>
        </p:spPr>
        <p:txBody>
          <a:bodyPr wrap="none">
            <a:spAutoFit/>
          </a:bodyPr>
          <a:lstStyle/>
          <a:p>
            <a:pPr marL="285750" indent="-285750">
              <a:lnSpc>
                <a:spcPct val="150000"/>
              </a:lnSpc>
              <a:buFont typeface="Wingdings" panose="05000000000000000000" pitchFamily="2" charset="2"/>
              <a:buChar char="q"/>
            </a:pPr>
            <a:r>
              <a:rPr lang="en-US" sz="1600" dirty="0"/>
              <a:t> RISC machine, unlike a CISC machine</a:t>
            </a:r>
          </a:p>
          <a:p>
            <a:pPr>
              <a:lnSpc>
                <a:spcPct val="150000"/>
              </a:lnSpc>
            </a:pPr>
            <a:r>
              <a:rPr lang="en-US" sz="1600" dirty="0"/>
              <a:t> has  simple and relatively straightforward </a:t>
            </a:r>
          </a:p>
          <a:p>
            <a:pPr>
              <a:lnSpc>
                <a:spcPct val="150000"/>
              </a:lnSpc>
            </a:pPr>
            <a:r>
              <a:rPr lang="en-US" sz="1600" dirty="0"/>
              <a:t>set of addressing modes</a:t>
            </a:r>
          </a:p>
          <a:p>
            <a:pPr marL="285750" indent="-285750">
              <a:lnSpc>
                <a:spcPct val="150000"/>
              </a:lnSpc>
              <a:buFont typeface="Wingdings" panose="05000000000000000000" pitchFamily="2" charset="2"/>
              <a:buChar char="q"/>
            </a:pPr>
            <a:r>
              <a:rPr lang="en-US" sz="1600" dirty="0"/>
              <a:t>ARM architecture departs somewhat from</a:t>
            </a:r>
          </a:p>
          <a:p>
            <a:pPr>
              <a:lnSpc>
                <a:spcPct val="150000"/>
              </a:lnSpc>
            </a:pPr>
            <a:r>
              <a:rPr lang="en-US" sz="1600" dirty="0"/>
              <a:t> this tradition by providing a relatively rich</a:t>
            </a:r>
          </a:p>
          <a:p>
            <a:pPr>
              <a:lnSpc>
                <a:spcPct val="150000"/>
              </a:lnSpc>
            </a:pPr>
            <a:r>
              <a:rPr lang="en-US" sz="1600" dirty="0"/>
              <a:t> set of addressing modes.</a:t>
            </a:r>
            <a:endParaRPr lang="en-IN" sz="1600" dirty="0"/>
          </a:p>
        </p:txBody>
      </p:sp>
    </p:spTree>
    <p:extLst>
      <p:ext uri="{BB962C8B-B14F-4D97-AF65-F5344CB8AC3E}">
        <p14:creationId xmlns:p14="http://schemas.microsoft.com/office/powerpoint/2010/main" val="3301334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6946DA7-9288-465E-8570-D48AA7A1681F}"/>
              </a:ext>
            </a:extLst>
          </p:cNvPr>
          <p:cNvSpPr>
            <a:spLocks noGrp="1" noChangeArrowheads="1"/>
          </p:cNvSpPr>
          <p:nvPr>
            <p:ph type="title"/>
          </p:nvPr>
        </p:nvSpPr>
        <p:spPr>
          <a:xfrm>
            <a:off x="122238" y="260350"/>
            <a:ext cx="6526212" cy="596900"/>
          </a:xfrm>
        </p:spPr>
        <p:txBody>
          <a:bodyPr/>
          <a:lstStyle/>
          <a:p>
            <a:pPr algn="ctr"/>
            <a:r>
              <a:rPr lang="en-GB" altLang="en-US" sz="2400" dirty="0">
                <a:solidFill>
                  <a:srgbClr val="FF0000"/>
                </a:solidFill>
              </a:rPr>
              <a:t>ARM Addressing Modes</a:t>
            </a:r>
            <a:br>
              <a:rPr lang="en-GB" altLang="en-US" sz="2400" dirty="0">
                <a:solidFill>
                  <a:srgbClr val="FF0000"/>
                </a:solidFill>
              </a:rPr>
            </a:br>
            <a:r>
              <a:rPr lang="en-GB" altLang="en-US" sz="2400" dirty="0">
                <a:solidFill>
                  <a:srgbClr val="FF0000"/>
                </a:solidFill>
              </a:rPr>
              <a:t>Load/Store</a:t>
            </a:r>
          </a:p>
        </p:txBody>
      </p:sp>
      <p:sp>
        <p:nvSpPr>
          <p:cNvPr id="4" name="Rectangle 3">
            <a:extLst>
              <a:ext uri="{FF2B5EF4-FFF2-40B4-BE49-F238E27FC236}">
                <a16:creationId xmlns:a16="http://schemas.microsoft.com/office/drawing/2014/main" id="{FD5896FC-671D-4532-B322-052B221E9DC5}"/>
              </a:ext>
            </a:extLst>
          </p:cNvPr>
          <p:cNvSpPr txBox="1">
            <a:spLocks noChangeArrowheads="1"/>
          </p:cNvSpPr>
          <p:nvPr/>
        </p:nvSpPr>
        <p:spPr>
          <a:xfrm>
            <a:off x="457200" y="914400"/>
            <a:ext cx="8178800" cy="5638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200000"/>
              </a:lnSpc>
              <a:buFont typeface="Wingdings" panose="05000000000000000000" pitchFamily="2" charset="2"/>
              <a:buChar char="q"/>
            </a:pPr>
            <a:r>
              <a:rPr lang="en-GB" altLang="en-US" sz="2000" kern="0" dirty="0">
                <a:solidFill>
                  <a:srgbClr val="7030A0"/>
                </a:solidFill>
              </a:rPr>
              <a:t>Only instructions that reference memory</a:t>
            </a:r>
          </a:p>
          <a:p>
            <a:pPr marL="342900" indent="-342900">
              <a:lnSpc>
                <a:spcPct val="200000"/>
              </a:lnSpc>
              <a:buFont typeface="Wingdings" panose="05000000000000000000" pitchFamily="2" charset="2"/>
              <a:buChar char="q"/>
            </a:pPr>
            <a:r>
              <a:rPr lang="en-GB" altLang="en-US" sz="2000" kern="0" dirty="0">
                <a:solidFill>
                  <a:srgbClr val="7030A0"/>
                </a:solidFill>
              </a:rPr>
              <a:t> Indirectly through base register plus offset</a:t>
            </a:r>
          </a:p>
          <a:p>
            <a:pPr marL="342900" indent="-342900">
              <a:lnSpc>
                <a:spcPct val="200000"/>
              </a:lnSpc>
              <a:buFont typeface="Wingdings" panose="05000000000000000000" pitchFamily="2" charset="2"/>
              <a:buChar char="q"/>
            </a:pPr>
            <a:r>
              <a:rPr lang="en-GB" altLang="en-US" sz="2000" kern="0" dirty="0">
                <a:solidFill>
                  <a:srgbClr val="7030A0"/>
                </a:solidFill>
              </a:rPr>
              <a:t> Offset</a:t>
            </a:r>
          </a:p>
          <a:p>
            <a:pPr marL="342900" indent="-342900">
              <a:lnSpc>
                <a:spcPct val="200000"/>
              </a:lnSpc>
              <a:buFont typeface="Wingdings" panose="05000000000000000000" pitchFamily="2" charset="2"/>
              <a:buChar char="ü"/>
            </a:pPr>
            <a:r>
              <a:rPr lang="en-GB" altLang="en-US" sz="2000" kern="0" dirty="0">
                <a:solidFill>
                  <a:srgbClr val="7030A0"/>
                </a:solidFill>
              </a:rPr>
              <a:t> Offset added to or subtracted from base register contents to form the memory address</a:t>
            </a:r>
          </a:p>
          <a:p>
            <a:pPr marL="342900" indent="-342900">
              <a:lnSpc>
                <a:spcPct val="200000"/>
              </a:lnSpc>
              <a:buFont typeface="Wingdings" panose="05000000000000000000" pitchFamily="2" charset="2"/>
              <a:buChar char="q"/>
            </a:pPr>
            <a:r>
              <a:rPr lang="en-GB" altLang="en-US" sz="2000" kern="0" dirty="0" err="1">
                <a:solidFill>
                  <a:srgbClr val="7030A0"/>
                </a:solidFill>
              </a:rPr>
              <a:t>Preindex</a:t>
            </a:r>
            <a:r>
              <a:rPr lang="en-GB" altLang="en-US" sz="2000" kern="0" dirty="0">
                <a:solidFill>
                  <a:srgbClr val="7030A0"/>
                </a:solidFill>
              </a:rPr>
              <a:t> </a:t>
            </a:r>
          </a:p>
          <a:p>
            <a:pPr marL="342900" indent="-342900">
              <a:lnSpc>
                <a:spcPct val="200000"/>
              </a:lnSpc>
              <a:buFont typeface="Wingdings" panose="05000000000000000000" pitchFamily="2" charset="2"/>
              <a:buChar char="ü"/>
            </a:pPr>
            <a:r>
              <a:rPr lang="en-GB" altLang="en-US" sz="2000" kern="0" dirty="0">
                <a:solidFill>
                  <a:srgbClr val="7030A0"/>
                </a:solidFill>
              </a:rPr>
              <a:t> Memory address is formed as for offset addressing</a:t>
            </a:r>
          </a:p>
          <a:p>
            <a:pPr marL="342900" indent="-342900">
              <a:lnSpc>
                <a:spcPct val="200000"/>
              </a:lnSpc>
              <a:buFont typeface="Wingdings" panose="05000000000000000000" pitchFamily="2" charset="2"/>
              <a:buChar char="ü"/>
            </a:pPr>
            <a:r>
              <a:rPr lang="en-GB" altLang="en-US" sz="2000" kern="0" dirty="0">
                <a:solidFill>
                  <a:srgbClr val="7030A0"/>
                </a:solidFill>
              </a:rPr>
              <a:t> Memory address also written back to base register</a:t>
            </a:r>
          </a:p>
          <a:p>
            <a:pPr marL="342900" indent="-342900">
              <a:lnSpc>
                <a:spcPct val="200000"/>
              </a:lnSpc>
              <a:buFont typeface="Wingdings" panose="05000000000000000000" pitchFamily="2" charset="2"/>
              <a:buChar char="ü"/>
            </a:pPr>
            <a:r>
              <a:rPr lang="en-GB" altLang="en-US" sz="2000" kern="0" dirty="0">
                <a:solidFill>
                  <a:srgbClr val="7030A0"/>
                </a:solidFill>
              </a:rPr>
              <a:t> So base register value incremented or decremented by offset value</a:t>
            </a:r>
          </a:p>
        </p:txBody>
      </p:sp>
    </p:spTree>
    <p:extLst>
      <p:ext uri="{BB962C8B-B14F-4D97-AF65-F5344CB8AC3E}">
        <p14:creationId xmlns:p14="http://schemas.microsoft.com/office/powerpoint/2010/main" val="119827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6946DA7-9288-465E-8570-D48AA7A1681F}"/>
              </a:ext>
            </a:extLst>
          </p:cNvPr>
          <p:cNvSpPr>
            <a:spLocks noGrp="1" noChangeArrowheads="1"/>
          </p:cNvSpPr>
          <p:nvPr>
            <p:ph type="title"/>
          </p:nvPr>
        </p:nvSpPr>
        <p:spPr>
          <a:xfrm>
            <a:off x="122238" y="260350"/>
            <a:ext cx="6526212" cy="596900"/>
          </a:xfrm>
        </p:spPr>
        <p:txBody>
          <a:bodyPr/>
          <a:lstStyle/>
          <a:p>
            <a:pPr algn="ctr"/>
            <a:r>
              <a:rPr lang="en-GB" altLang="en-US" sz="2400" dirty="0">
                <a:solidFill>
                  <a:srgbClr val="FF0000"/>
                </a:solidFill>
              </a:rPr>
              <a:t>ARM Addressing Modes</a:t>
            </a:r>
            <a:br>
              <a:rPr lang="en-GB" altLang="en-US" sz="2400" dirty="0">
                <a:solidFill>
                  <a:srgbClr val="FF0000"/>
                </a:solidFill>
              </a:rPr>
            </a:br>
            <a:r>
              <a:rPr lang="en-GB" altLang="en-US" sz="2400" dirty="0">
                <a:solidFill>
                  <a:srgbClr val="FF0000"/>
                </a:solidFill>
              </a:rPr>
              <a:t>Load/Store</a:t>
            </a:r>
          </a:p>
        </p:txBody>
      </p:sp>
      <p:sp>
        <p:nvSpPr>
          <p:cNvPr id="4" name="Rectangle 3">
            <a:extLst>
              <a:ext uri="{FF2B5EF4-FFF2-40B4-BE49-F238E27FC236}">
                <a16:creationId xmlns:a16="http://schemas.microsoft.com/office/drawing/2014/main" id="{FD5896FC-671D-4532-B322-052B221E9DC5}"/>
              </a:ext>
            </a:extLst>
          </p:cNvPr>
          <p:cNvSpPr txBox="1">
            <a:spLocks noChangeArrowheads="1"/>
          </p:cNvSpPr>
          <p:nvPr/>
        </p:nvSpPr>
        <p:spPr>
          <a:xfrm>
            <a:off x="122238" y="762000"/>
            <a:ext cx="8899524" cy="5638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200000"/>
              </a:lnSpc>
              <a:buFont typeface="Wingdings" panose="05000000000000000000" pitchFamily="2" charset="2"/>
              <a:buChar char="q"/>
            </a:pPr>
            <a:r>
              <a:rPr lang="en-GB" altLang="en-US" sz="2000" kern="0" dirty="0" err="1">
                <a:solidFill>
                  <a:srgbClr val="7030A0"/>
                </a:solidFill>
              </a:rPr>
              <a:t>Postindex</a:t>
            </a:r>
            <a:endParaRPr lang="en-GB" altLang="en-US" sz="2000" kern="0" dirty="0">
              <a:solidFill>
                <a:srgbClr val="7030A0"/>
              </a:solidFill>
            </a:endParaRPr>
          </a:p>
          <a:p>
            <a:pPr marL="342900" indent="-342900">
              <a:lnSpc>
                <a:spcPct val="200000"/>
              </a:lnSpc>
              <a:buFont typeface="Wingdings" panose="05000000000000000000" pitchFamily="2" charset="2"/>
              <a:buChar char="ü"/>
            </a:pPr>
            <a:r>
              <a:rPr lang="en-GB" altLang="en-US" sz="2000" kern="0" dirty="0">
                <a:solidFill>
                  <a:srgbClr val="7030A0"/>
                </a:solidFill>
              </a:rPr>
              <a:t> Memory address is base register value</a:t>
            </a:r>
          </a:p>
          <a:p>
            <a:pPr marL="342900" indent="-342900">
              <a:lnSpc>
                <a:spcPct val="200000"/>
              </a:lnSpc>
              <a:buFont typeface="Wingdings" panose="05000000000000000000" pitchFamily="2" charset="2"/>
              <a:buChar char="ü"/>
            </a:pPr>
            <a:r>
              <a:rPr lang="en-GB" altLang="en-US" sz="2000" kern="0" dirty="0">
                <a:solidFill>
                  <a:srgbClr val="7030A0"/>
                </a:solidFill>
              </a:rPr>
              <a:t> Offset added or subtracted</a:t>
            </a:r>
            <a:br>
              <a:rPr lang="en-GB" altLang="en-US" sz="2000" kern="0" dirty="0">
                <a:solidFill>
                  <a:srgbClr val="7030A0"/>
                </a:solidFill>
              </a:rPr>
            </a:br>
            <a:r>
              <a:rPr lang="en-GB" altLang="en-US" sz="2000" kern="0" dirty="0">
                <a:solidFill>
                  <a:srgbClr val="7030A0"/>
                </a:solidFill>
              </a:rPr>
              <a:t>Result written back to base register</a:t>
            </a:r>
          </a:p>
          <a:p>
            <a:pPr marL="342900" indent="-342900">
              <a:lnSpc>
                <a:spcPct val="200000"/>
              </a:lnSpc>
              <a:buFont typeface="Wingdings" panose="05000000000000000000" pitchFamily="2" charset="2"/>
              <a:buChar char="q"/>
            </a:pPr>
            <a:r>
              <a:rPr lang="en-GB" altLang="en-US" sz="2000" kern="0" dirty="0">
                <a:solidFill>
                  <a:srgbClr val="7030A0"/>
                </a:solidFill>
              </a:rPr>
              <a:t>Base register acts as index register for </a:t>
            </a:r>
            <a:r>
              <a:rPr lang="en-GB" altLang="en-US" sz="2000" kern="0" dirty="0" err="1">
                <a:solidFill>
                  <a:srgbClr val="7030A0"/>
                </a:solidFill>
              </a:rPr>
              <a:t>preindex</a:t>
            </a:r>
            <a:r>
              <a:rPr lang="en-GB" altLang="en-US" sz="2000" kern="0" dirty="0">
                <a:solidFill>
                  <a:srgbClr val="7030A0"/>
                </a:solidFill>
              </a:rPr>
              <a:t> and </a:t>
            </a:r>
            <a:r>
              <a:rPr lang="en-GB" altLang="en-US" sz="2000" kern="0" dirty="0" err="1">
                <a:solidFill>
                  <a:srgbClr val="7030A0"/>
                </a:solidFill>
              </a:rPr>
              <a:t>postindex</a:t>
            </a:r>
            <a:r>
              <a:rPr lang="en-GB" altLang="en-US" sz="2000" kern="0" dirty="0">
                <a:solidFill>
                  <a:srgbClr val="7030A0"/>
                </a:solidFill>
              </a:rPr>
              <a:t> addressing</a:t>
            </a:r>
          </a:p>
          <a:p>
            <a:pPr marL="342900" indent="-342900">
              <a:lnSpc>
                <a:spcPct val="200000"/>
              </a:lnSpc>
              <a:buFont typeface="Wingdings" panose="05000000000000000000" pitchFamily="2" charset="2"/>
              <a:buChar char="q"/>
            </a:pPr>
            <a:r>
              <a:rPr lang="en-GB" altLang="en-US" sz="2000" kern="0" dirty="0">
                <a:solidFill>
                  <a:srgbClr val="7030A0"/>
                </a:solidFill>
              </a:rPr>
              <a:t>Offset either immediate value in instruction or another register</a:t>
            </a:r>
          </a:p>
          <a:p>
            <a:pPr marL="342900" indent="-342900">
              <a:lnSpc>
                <a:spcPct val="200000"/>
              </a:lnSpc>
              <a:buFont typeface="Wingdings" panose="05000000000000000000" pitchFamily="2" charset="2"/>
              <a:buChar char="q"/>
            </a:pPr>
            <a:r>
              <a:rPr lang="en-GB" altLang="en-US" sz="2000" kern="0" dirty="0">
                <a:solidFill>
                  <a:srgbClr val="7030A0"/>
                </a:solidFill>
              </a:rPr>
              <a:t>If register scaled register addressing available</a:t>
            </a:r>
          </a:p>
          <a:p>
            <a:pPr lvl="1">
              <a:lnSpc>
                <a:spcPct val="200000"/>
              </a:lnSpc>
              <a:buFont typeface="Wingdings" panose="05000000000000000000" pitchFamily="2" charset="2"/>
              <a:buChar char="ü"/>
            </a:pPr>
            <a:r>
              <a:rPr lang="en-GB" altLang="en-US" sz="2000" kern="0" dirty="0">
                <a:solidFill>
                  <a:srgbClr val="7030A0"/>
                </a:solidFill>
              </a:rPr>
              <a:t> Offset register value scaled by shift operator</a:t>
            </a:r>
          </a:p>
          <a:p>
            <a:pPr lvl="1">
              <a:lnSpc>
                <a:spcPct val="200000"/>
              </a:lnSpc>
              <a:buFont typeface="Wingdings" panose="05000000000000000000" pitchFamily="2" charset="2"/>
              <a:buChar char="ü"/>
            </a:pPr>
            <a:r>
              <a:rPr lang="en-GB" altLang="en-US" sz="2000" kern="0" dirty="0">
                <a:solidFill>
                  <a:srgbClr val="7030A0"/>
                </a:solidFill>
              </a:rPr>
              <a:t> Instruction specifies shift size</a:t>
            </a:r>
          </a:p>
        </p:txBody>
      </p:sp>
    </p:spTree>
    <p:extLst>
      <p:ext uri="{BB962C8B-B14F-4D97-AF65-F5344CB8AC3E}">
        <p14:creationId xmlns:p14="http://schemas.microsoft.com/office/powerpoint/2010/main" val="924411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C4449-A419-4A28-A167-89C91E910A6E}"/>
              </a:ext>
            </a:extLst>
          </p:cNvPr>
          <p:cNvSpPr>
            <a:spLocks noGrp="1"/>
          </p:cNvSpPr>
          <p:nvPr>
            <p:ph type="title"/>
          </p:nvPr>
        </p:nvSpPr>
        <p:spPr/>
        <p:txBody>
          <a:bodyPr/>
          <a:lstStyle/>
          <a:p>
            <a:pPr algn="ctr"/>
            <a:r>
              <a:rPr lang="en-GB" altLang="en-US" sz="2400" dirty="0">
                <a:solidFill>
                  <a:srgbClr val="FF0000"/>
                </a:solidFill>
              </a:rPr>
              <a:t>ARM Data Processing Instruction Addressing &amp; Branch Instructions</a:t>
            </a:r>
            <a:endParaRPr lang="en-IN" sz="2400" dirty="0">
              <a:solidFill>
                <a:srgbClr val="FF0000"/>
              </a:solidFill>
            </a:endParaRPr>
          </a:p>
        </p:txBody>
      </p:sp>
      <p:sp>
        <p:nvSpPr>
          <p:cNvPr id="3" name="Rectangle 3">
            <a:extLst>
              <a:ext uri="{FF2B5EF4-FFF2-40B4-BE49-F238E27FC236}">
                <a16:creationId xmlns:a16="http://schemas.microsoft.com/office/drawing/2014/main" id="{605ED0BF-B0B6-4BEE-8453-C686ACB6F2A0}"/>
              </a:ext>
            </a:extLst>
          </p:cNvPr>
          <p:cNvSpPr txBox="1">
            <a:spLocks noChangeArrowheads="1"/>
          </p:cNvSpPr>
          <p:nvPr/>
        </p:nvSpPr>
        <p:spPr>
          <a:xfrm>
            <a:off x="457200" y="958415"/>
            <a:ext cx="8178800" cy="5638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200000"/>
              </a:lnSpc>
              <a:buFont typeface="Wingdings" panose="05000000000000000000" pitchFamily="2" charset="2"/>
              <a:buChar char="q"/>
            </a:pPr>
            <a:r>
              <a:rPr lang="en-GB" altLang="en-US" sz="2000" kern="0" dirty="0">
                <a:solidFill>
                  <a:srgbClr val="7030A0"/>
                </a:solidFill>
              </a:rPr>
              <a:t>Data Processing </a:t>
            </a:r>
          </a:p>
          <a:p>
            <a:pPr marL="342900" indent="-342900">
              <a:lnSpc>
                <a:spcPct val="200000"/>
              </a:lnSpc>
              <a:buFont typeface="Wingdings" panose="05000000000000000000" pitchFamily="2" charset="2"/>
              <a:buChar char="ü"/>
            </a:pPr>
            <a:r>
              <a:rPr lang="en-GB" altLang="en-US" sz="2000" kern="0" dirty="0">
                <a:solidFill>
                  <a:srgbClr val="7030A0"/>
                </a:solidFill>
              </a:rPr>
              <a:t> </a:t>
            </a:r>
            <a:r>
              <a:rPr lang="en-GB" altLang="en-US" kern="0" dirty="0">
                <a:solidFill>
                  <a:srgbClr val="7030A0"/>
                </a:solidFill>
              </a:rPr>
              <a:t>Register addressing</a:t>
            </a:r>
          </a:p>
          <a:p>
            <a:pPr lvl="2">
              <a:lnSpc>
                <a:spcPct val="200000"/>
              </a:lnSpc>
            </a:pPr>
            <a:r>
              <a:rPr lang="en-GB" altLang="en-US" kern="0" dirty="0">
                <a:solidFill>
                  <a:srgbClr val="7030A0"/>
                </a:solidFill>
              </a:rPr>
              <a:t>Value in register operands may be scaled using a shift operator</a:t>
            </a:r>
          </a:p>
          <a:p>
            <a:pPr lvl="1">
              <a:lnSpc>
                <a:spcPct val="200000"/>
              </a:lnSpc>
              <a:buFont typeface="Wingdings" panose="05000000000000000000" pitchFamily="2" charset="2"/>
              <a:buChar char="ü"/>
            </a:pPr>
            <a:r>
              <a:rPr lang="en-GB" altLang="en-US" kern="0" dirty="0">
                <a:solidFill>
                  <a:srgbClr val="7030A0"/>
                </a:solidFill>
              </a:rPr>
              <a:t> Or mixture of register and immediate addressing</a:t>
            </a:r>
          </a:p>
          <a:p>
            <a:pPr marL="342900" indent="-342900">
              <a:lnSpc>
                <a:spcPct val="200000"/>
              </a:lnSpc>
              <a:buFont typeface="Wingdings" panose="05000000000000000000" pitchFamily="2" charset="2"/>
              <a:buChar char="q"/>
            </a:pPr>
            <a:r>
              <a:rPr lang="en-GB" altLang="en-US" sz="2000" kern="0" dirty="0">
                <a:solidFill>
                  <a:srgbClr val="7030A0"/>
                </a:solidFill>
              </a:rPr>
              <a:t>Branch</a:t>
            </a:r>
          </a:p>
          <a:p>
            <a:pPr marL="342900" indent="-342900">
              <a:lnSpc>
                <a:spcPct val="200000"/>
              </a:lnSpc>
              <a:buFont typeface="Wingdings" panose="05000000000000000000" pitchFamily="2" charset="2"/>
              <a:buChar char="ü"/>
            </a:pPr>
            <a:r>
              <a:rPr lang="en-GB" altLang="en-US" sz="2000" kern="0" dirty="0">
                <a:solidFill>
                  <a:srgbClr val="7030A0"/>
                </a:solidFill>
              </a:rPr>
              <a:t> </a:t>
            </a:r>
            <a:r>
              <a:rPr lang="en-GB" altLang="en-US" kern="0" dirty="0">
                <a:solidFill>
                  <a:srgbClr val="7030A0"/>
                </a:solidFill>
              </a:rPr>
              <a:t>Immediate</a:t>
            </a:r>
          </a:p>
          <a:p>
            <a:pPr marL="342900" indent="-342900">
              <a:lnSpc>
                <a:spcPct val="200000"/>
              </a:lnSpc>
              <a:buFont typeface="Wingdings" panose="05000000000000000000" pitchFamily="2" charset="2"/>
              <a:buChar char="ü"/>
            </a:pPr>
            <a:r>
              <a:rPr lang="en-GB" altLang="en-US" kern="0" dirty="0">
                <a:solidFill>
                  <a:srgbClr val="7030A0"/>
                </a:solidFill>
              </a:rPr>
              <a:t> Instruction contains 24 bit value</a:t>
            </a:r>
          </a:p>
          <a:p>
            <a:pPr marL="342900" indent="-342900">
              <a:lnSpc>
                <a:spcPct val="200000"/>
              </a:lnSpc>
              <a:buFont typeface="Wingdings" panose="05000000000000000000" pitchFamily="2" charset="2"/>
              <a:buChar char="ü"/>
            </a:pPr>
            <a:r>
              <a:rPr lang="en-GB" altLang="en-US" kern="0" dirty="0">
                <a:solidFill>
                  <a:srgbClr val="7030A0"/>
                </a:solidFill>
              </a:rPr>
              <a:t> Shifted 2 bits left </a:t>
            </a:r>
          </a:p>
          <a:p>
            <a:pPr lvl="2">
              <a:lnSpc>
                <a:spcPct val="200000"/>
              </a:lnSpc>
            </a:pPr>
            <a:r>
              <a:rPr lang="en-GB" altLang="en-US" kern="0" dirty="0">
                <a:solidFill>
                  <a:srgbClr val="7030A0"/>
                </a:solidFill>
              </a:rPr>
              <a:t>On word boundary</a:t>
            </a:r>
          </a:p>
          <a:p>
            <a:pPr lvl="2">
              <a:lnSpc>
                <a:spcPct val="200000"/>
              </a:lnSpc>
            </a:pPr>
            <a:r>
              <a:rPr lang="en-GB" altLang="en-US" kern="0" dirty="0">
                <a:solidFill>
                  <a:srgbClr val="7030A0"/>
                </a:solidFill>
              </a:rPr>
              <a:t>Effective range +/-32MB from PC.</a:t>
            </a:r>
          </a:p>
        </p:txBody>
      </p:sp>
    </p:spTree>
    <p:extLst>
      <p:ext uri="{BB962C8B-B14F-4D97-AF65-F5344CB8AC3E}">
        <p14:creationId xmlns:p14="http://schemas.microsoft.com/office/powerpoint/2010/main" val="2314557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D6577-259E-48D2-B733-5A633F243939}"/>
              </a:ext>
            </a:extLst>
          </p:cNvPr>
          <p:cNvSpPr>
            <a:spLocks noGrp="1"/>
          </p:cNvSpPr>
          <p:nvPr>
            <p:ph type="title"/>
          </p:nvPr>
        </p:nvSpPr>
        <p:spPr/>
        <p:txBody>
          <a:bodyPr/>
          <a:lstStyle/>
          <a:p>
            <a:pPr algn="ctr"/>
            <a:r>
              <a:rPr lang="en-GB" altLang="en-US" sz="2800" b="0" dirty="0">
                <a:solidFill>
                  <a:srgbClr val="FF0000"/>
                </a:solidFill>
              </a:rPr>
              <a:t>ARM Load/Store Multiple Addressing</a:t>
            </a:r>
            <a:endParaRPr lang="en-IN" sz="2800" b="0" dirty="0">
              <a:solidFill>
                <a:srgbClr val="FF0000"/>
              </a:solidFill>
            </a:endParaRPr>
          </a:p>
        </p:txBody>
      </p:sp>
      <p:sp>
        <p:nvSpPr>
          <p:cNvPr id="4" name="Rectangle 3">
            <a:extLst>
              <a:ext uri="{FF2B5EF4-FFF2-40B4-BE49-F238E27FC236}">
                <a16:creationId xmlns:a16="http://schemas.microsoft.com/office/drawing/2014/main" id="{48102E82-66E3-4733-825D-9468BF0C9F90}"/>
              </a:ext>
            </a:extLst>
          </p:cNvPr>
          <p:cNvSpPr/>
          <p:nvPr/>
        </p:nvSpPr>
        <p:spPr>
          <a:xfrm>
            <a:off x="252248" y="1066800"/>
            <a:ext cx="8153399" cy="4921284"/>
          </a:xfrm>
          <a:prstGeom prst="rect">
            <a:avLst/>
          </a:prstGeom>
        </p:spPr>
        <p:txBody>
          <a:bodyPr wrap="square">
            <a:spAutoFit/>
          </a:bodyPr>
          <a:lstStyle/>
          <a:p>
            <a:pPr marL="285750" indent="-285750">
              <a:lnSpc>
                <a:spcPct val="200000"/>
              </a:lnSpc>
              <a:buFont typeface="Wingdings" panose="05000000000000000000" pitchFamily="2" charset="2"/>
              <a:buChar char="q"/>
            </a:pPr>
            <a:r>
              <a:rPr lang="en-GB" altLang="en-US" sz="2000" dirty="0">
                <a:solidFill>
                  <a:srgbClr val="7030A0"/>
                </a:solidFill>
              </a:rPr>
              <a:t>Load/store subset of general-purpose registers </a:t>
            </a:r>
          </a:p>
          <a:p>
            <a:pPr marL="285750" indent="-285750">
              <a:lnSpc>
                <a:spcPct val="200000"/>
              </a:lnSpc>
              <a:buFont typeface="Wingdings" panose="05000000000000000000" pitchFamily="2" charset="2"/>
              <a:buChar char="q"/>
            </a:pPr>
            <a:r>
              <a:rPr lang="en-GB" altLang="en-US" sz="2000" dirty="0">
                <a:solidFill>
                  <a:srgbClr val="7030A0"/>
                </a:solidFill>
              </a:rPr>
              <a:t> 16-bit instruction field specifies list of registers</a:t>
            </a:r>
          </a:p>
          <a:p>
            <a:pPr marL="285750" indent="-285750">
              <a:lnSpc>
                <a:spcPct val="200000"/>
              </a:lnSpc>
              <a:buFont typeface="Wingdings" panose="05000000000000000000" pitchFamily="2" charset="2"/>
              <a:buChar char="q"/>
            </a:pPr>
            <a:r>
              <a:rPr lang="en-GB" altLang="en-US" sz="2000" dirty="0">
                <a:solidFill>
                  <a:srgbClr val="7030A0"/>
                </a:solidFill>
              </a:rPr>
              <a:t> Sequential range of memory addresses</a:t>
            </a:r>
          </a:p>
          <a:p>
            <a:pPr marL="285750" indent="-285750">
              <a:lnSpc>
                <a:spcPct val="200000"/>
              </a:lnSpc>
              <a:buFont typeface="Wingdings" panose="05000000000000000000" pitchFamily="2" charset="2"/>
              <a:buChar char="q"/>
            </a:pPr>
            <a:r>
              <a:rPr lang="en-GB" altLang="en-US" sz="2000" dirty="0">
                <a:solidFill>
                  <a:srgbClr val="7030A0"/>
                </a:solidFill>
              </a:rPr>
              <a:t> Increment after, increment before, decrement after, and decrement before</a:t>
            </a:r>
          </a:p>
          <a:p>
            <a:pPr marL="285750" indent="-285750">
              <a:lnSpc>
                <a:spcPct val="200000"/>
              </a:lnSpc>
              <a:buFont typeface="Wingdings" panose="05000000000000000000" pitchFamily="2" charset="2"/>
              <a:buChar char="q"/>
            </a:pPr>
            <a:r>
              <a:rPr lang="en-GB" altLang="en-US" sz="2000" dirty="0">
                <a:solidFill>
                  <a:srgbClr val="7030A0"/>
                </a:solidFill>
              </a:rPr>
              <a:t> Base register specifies main memory address </a:t>
            </a:r>
          </a:p>
          <a:p>
            <a:pPr marL="285750" indent="-285750">
              <a:lnSpc>
                <a:spcPct val="200000"/>
              </a:lnSpc>
              <a:buFont typeface="Wingdings" panose="05000000000000000000" pitchFamily="2" charset="2"/>
              <a:buChar char="q"/>
            </a:pPr>
            <a:r>
              <a:rPr lang="en-GB" altLang="en-US" sz="2000" dirty="0">
                <a:solidFill>
                  <a:srgbClr val="7030A0"/>
                </a:solidFill>
              </a:rPr>
              <a:t> Incrementing or decrementing starts before or after first memory access</a:t>
            </a:r>
          </a:p>
        </p:txBody>
      </p:sp>
    </p:spTree>
    <p:extLst>
      <p:ext uri="{BB962C8B-B14F-4D97-AF65-F5344CB8AC3E}">
        <p14:creationId xmlns:p14="http://schemas.microsoft.com/office/powerpoint/2010/main" val="40358370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D6577-259E-48D2-B733-5A633F243939}"/>
              </a:ext>
            </a:extLst>
          </p:cNvPr>
          <p:cNvSpPr>
            <a:spLocks noGrp="1"/>
          </p:cNvSpPr>
          <p:nvPr>
            <p:ph type="title"/>
          </p:nvPr>
        </p:nvSpPr>
        <p:spPr/>
        <p:txBody>
          <a:bodyPr/>
          <a:lstStyle/>
          <a:p>
            <a:pPr algn="ctr"/>
            <a:r>
              <a:rPr lang="en-GB" altLang="en-US" sz="2800" b="0" dirty="0">
                <a:solidFill>
                  <a:srgbClr val="FF0000"/>
                </a:solidFill>
              </a:rPr>
              <a:t>ARM Load/Store Multiple Addressing</a:t>
            </a:r>
            <a:endParaRPr lang="en-IN" sz="2800" b="0" dirty="0">
              <a:solidFill>
                <a:srgbClr val="FF0000"/>
              </a:solidFill>
            </a:endParaRPr>
          </a:p>
        </p:txBody>
      </p:sp>
      <p:pic>
        <p:nvPicPr>
          <p:cNvPr id="5" name="Picture 4">
            <a:extLst>
              <a:ext uri="{FF2B5EF4-FFF2-40B4-BE49-F238E27FC236}">
                <a16:creationId xmlns:a16="http://schemas.microsoft.com/office/drawing/2014/main" id="{F7CF9F15-1516-49BF-9773-4419D5FB1E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3" y="1641475"/>
            <a:ext cx="8783637" cy="3790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27705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85330-F9A0-47D9-869B-0101AF619FB9}"/>
              </a:ext>
            </a:extLst>
          </p:cNvPr>
          <p:cNvSpPr>
            <a:spLocks noGrp="1"/>
          </p:cNvSpPr>
          <p:nvPr>
            <p:ph type="title"/>
          </p:nvPr>
        </p:nvSpPr>
        <p:spPr/>
        <p:txBody>
          <a:bodyPr/>
          <a:lstStyle/>
          <a:p>
            <a:pPr algn="ctr"/>
            <a:r>
              <a:rPr lang="en-US" altLang="en-US" sz="2800" dirty="0">
                <a:solidFill>
                  <a:srgbClr val="FF0000"/>
                </a:solidFill>
              </a:rPr>
              <a:t>Instruction Formats</a:t>
            </a:r>
            <a:endParaRPr lang="en-IN" sz="2800" dirty="0">
              <a:solidFill>
                <a:srgbClr val="FF0000"/>
              </a:solidFill>
            </a:endParaRPr>
          </a:p>
        </p:txBody>
      </p:sp>
      <p:sp>
        <p:nvSpPr>
          <p:cNvPr id="3" name="Rectangle 2">
            <a:extLst>
              <a:ext uri="{FF2B5EF4-FFF2-40B4-BE49-F238E27FC236}">
                <a16:creationId xmlns:a16="http://schemas.microsoft.com/office/drawing/2014/main" id="{C1A93216-A456-4BC7-BF25-8649640952CF}"/>
              </a:ext>
            </a:extLst>
          </p:cNvPr>
          <p:cNvSpPr/>
          <p:nvPr/>
        </p:nvSpPr>
        <p:spPr>
          <a:xfrm>
            <a:off x="609600" y="867948"/>
            <a:ext cx="7086600" cy="1703030"/>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altLang="en-US" dirty="0">
                <a:solidFill>
                  <a:srgbClr val="7030A0"/>
                </a:solidFill>
              </a:rPr>
              <a:t>Layout of bits in an instruction</a:t>
            </a:r>
          </a:p>
          <a:p>
            <a:pPr marL="285750" indent="-285750">
              <a:lnSpc>
                <a:spcPct val="150000"/>
              </a:lnSpc>
              <a:buFont typeface="Wingdings" panose="05000000000000000000" pitchFamily="2" charset="2"/>
              <a:buChar char="q"/>
            </a:pPr>
            <a:r>
              <a:rPr lang="en-US" altLang="en-US" dirty="0">
                <a:solidFill>
                  <a:srgbClr val="7030A0"/>
                </a:solidFill>
              </a:rPr>
              <a:t> Includes opcode</a:t>
            </a:r>
          </a:p>
          <a:p>
            <a:pPr marL="285750" indent="-285750">
              <a:lnSpc>
                <a:spcPct val="150000"/>
              </a:lnSpc>
              <a:buFont typeface="Wingdings" panose="05000000000000000000" pitchFamily="2" charset="2"/>
              <a:buChar char="q"/>
            </a:pPr>
            <a:r>
              <a:rPr lang="en-US" altLang="en-US" dirty="0">
                <a:solidFill>
                  <a:srgbClr val="7030A0"/>
                </a:solidFill>
              </a:rPr>
              <a:t> Includes (implicit or explicit) operand(s)</a:t>
            </a:r>
          </a:p>
          <a:p>
            <a:pPr marL="285750" indent="-285750">
              <a:lnSpc>
                <a:spcPct val="150000"/>
              </a:lnSpc>
              <a:buFont typeface="Wingdings" panose="05000000000000000000" pitchFamily="2" charset="2"/>
              <a:buChar char="q"/>
            </a:pPr>
            <a:r>
              <a:rPr lang="en-US" altLang="en-US" dirty="0">
                <a:solidFill>
                  <a:srgbClr val="7030A0"/>
                </a:solidFill>
              </a:rPr>
              <a:t> Usually more than one instruction format in an instruction set</a:t>
            </a:r>
          </a:p>
        </p:txBody>
      </p:sp>
      <p:sp>
        <p:nvSpPr>
          <p:cNvPr id="4" name="Rectangle 3">
            <a:extLst>
              <a:ext uri="{FF2B5EF4-FFF2-40B4-BE49-F238E27FC236}">
                <a16:creationId xmlns:a16="http://schemas.microsoft.com/office/drawing/2014/main" id="{C9598142-966B-4E11-91F4-33D1AE5E15E8}"/>
              </a:ext>
            </a:extLst>
          </p:cNvPr>
          <p:cNvSpPr/>
          <p:nvPr/>
        </p:nvSpPr>
        <p:spPr>
          <a:xfrm>
            <a:off x="381000" y="2875002"/>
            <a:ext cx="2210862" cy="369332"/>
          </a:xfrm>
          <a:prstGeom prst="rect">
            <a:avLst/>
          </a:prstGeom>
        </p:spPr>
        <p:txBody>
          <a:bodyPr wrap="none">
            <a:spAutoFit/>
          </a:bodyPr>
          <a:lstStyle/>
          <a:p>
            <a:r>
              <a:rPr lang="en-US" altLang="en-US" b="1" dirty="0">
                <a:solidFill>
                  <a:srgbClr val="00B050"/>
                </a:solidFill>
              </a:rPr>
              <a:t>Instruction Length</a:t>
            </a:r>
            <a:endParaRPr lang="en-IN" b="1" dirty="0">
              <a:solidFill>
                <a:srgbClr val="00B050"/>
              </a:solidFill>
            </a:endParaRPr>
          </a:p>
        </p:txBody>
      </p:sp>
      <p:sp>
        <p:nvSpPr>
          <p:cNvPr id="5" name="Rectangle 4">
            <a:extLst>
              <a:ext uri="{FF2B5EF4-FFF2-40B4-BE49-F238E27FC236}">
                <a16:creationId xmlns:a16="http://schemas.microsoft.com/office/drawing/2014/main" id="{645B57A6-AA59-43E2-8045-8E2476C57D1C}"/>
              </a:ext>
            </a:extLst>
          </p:cNvPr>
          <p:cNvSpPr/>
          <p:nvPr/>
        </p:nvSpPr>
        <p:spPr>
          <a:xfrm>
            <a:off x="990600" y="3244334"/>
            <a:ext cx="7924800" cy="2949525"/>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altLang="en-US" dirty="0">
                <a:solidFill>
                  <a:srgbClr val="7030A0"/>
                </a:solidFill>
              </a:rPr>
              <a:t>Affected by and affects:</a:t>
            </a:r>
          </a:p>
          <a:p>
            <a:pPr marL="742758" lvl="1" indent="-285750">
              <a:lnSpc>
                <a:spcPct val="150000"/>
              </a:lnSpc>
              <a:buFont typeface="Wingdings" panose="05000000000000000000" pitchFamily="2" charset="2"/>
              <a:buChar char="ü"/>
            </a:pPr>
            <a:r>
              <a:rPr lang="en-US" altLang="en-US" dirty="0">
                <a:solidFill>
                  <a:srgbClr val="7030A0"/>
                </a:solidFill>
              </a:rPr>
              <a:t> Memory size</a:t>
            </a:r>
          </a:p>
          <a:p>
            <a:pPr marL="742758" lvl="1" indent="-285750">
              <a:lnSpc>
                <a:spcPct val="150000"/>
              </a:lnSpc>
              <a:buFont typeface="Wingdings" panose="05000000000000000000" pitchFamily="2" charset="2"/>
              <a:buChar char="ü"/>
            </a:pPr>
            <a:r>
              <a:rPr lang="en-US" altLang="en-US" dirty="0">
                <a:solidFill>
                  <a:srgbClr val="7030A0"/>
                </a:solidFill>
              </a:rPr>
              <a:t> Memory organization</a:t>
            </a:r>
          </a:p>
          <a:p>
            <a:pPr marL="742758" lvl="1" indent="-285750">
              <a:lnSpc>
                <a:spcPct val="150000"/>
              </a:lnSpc>
              <a:buFont typeface="Wingdings" panose="05000000000000000000" pitchFamily="2" charset="2"/>
              <a:buChar char="ü"/>
            </a:pPr>
            <a:r>
              <a:rPr lang="en-US" altLang="en-US" dirty="0">
                <a:solidFill>
                  <a:srgbClr val="7030A0"/>
                </a:solidFill>
              </a:rPr>
              <a:t> Bus structure</a:t>
            </a:r>
          </a:p>
          <a:p>
            <a:pPr marL="742758" lvl="1" indent="-285750">
              <a:lnSpc>
                <a:spcPct val="150000"/>
              </a:lnSpc>
              <a:buFont typeface="Wingdings" panose="05000000000000000000" pitchFamily="2" charset="2"/>
              <a:buChar char="ü"/>
            </a:pPr>
            <a:r>
              <a:rPr lang="en-US" altLang="en-US" dirty="0">
                <a:solidFill>
                  <a:srgbClr val="7030A0"/>
                </a:solidFill>
              </a:rPr>
              <a:t> CPU complexity</a:t>
            </a:r>
          </a:p>
          <a:p>
            <a:pPr marL="742758" lvl="1" indent="-285750">
              <a:lnSpc>
                <a:spcPct val="150000"/>
              </a:lnSpc>
              <a:buFont typeface="Wingdings" panose="05000000000000000000" pitchFamily="2" charset="2"/>
              <a:buChar char="ü"/>
            </a:pPr>
            <a:r>
              <a:rPr lang="en-US" altLang="en-US" dirty="0">
                <a:solidFill>
                  <a:srgbClr val="7030A0"/>
                </a:solidFill>
              </a:rPr>
              <a:t> CPU speed</a:t>
            </a:r>
          </a:p>
          <a:p>
            <a:pPr marL="285750" indent="-285750">
              <a:lnSpc>
                <a:spcPct val="150000"/>
              </a:lnSpc>
              <a:buFont typeface="Wingdings" panose="05000000000000000000" pitchFamily="2" charset="2"/>
              <a:buChar char="q"/>
            </a:pPr>
            <a:r>
              <a:rPr lang="en-US" altLang="en-US" dirty="0">
                <a:solidFill>
                  <a:srgbClr val="7030A0"/>
                </a:solidFill>
              </a:rPr>
              <a:t>Trade off between powerful instruction repertoire and saving space</a:t>
            </a:r>
          </a:p>
        </p:txBody>
      </p:sp>
    </p:spTree>
    <p:extLst>
      <p:ext uri="{BB962C8B-B14F-4D97-AF65-F5344CB8AC3E}">
        <p14:creationId xmlns:p14="http://schemas.microsoft.com/office/powerpoint/2010/main" val="3549274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3ACFE-6DC7-45CA-B932-9A408123173D}"/>
              </a:ext>
            </a:extLst>
          </p:cNvPr>
          <p:cNvSpPr>
            <a:spLocks noGrp="1"/>
          </p:cNvSpPr>
          <p:nvPr>
            <p:ph type="title"/>
          </p:nvPr>
        </p:nvSpPr>
        <p:spPr/>
        <p:txBody>
          <a:bodyPr/>
          <a:lstStyle/>
          <a:p>
            <a:pPr algn="ctr"/>
            <a:r>
              <a:rPr lang="en-US" altLang="en-US" sz="2800" dirty="0">
                <a:solidFill>
                  <a:srgbClr val="FF0000"/>
                </a:solidFill>
              </a:rPr>
              <a:t>Allocation of Bits</a:t>
            </a:r>
            <a:endParaRPr lang="en-IN" sz="2800" dirty="0">
              <a:solidFill>
                <a:srgbClr val="FF0000"/>
              </a:solidFill>
            </a:endParaRPr>
          </a:p>
        </p:txBody>
      </p:sp>
      <p:sp>
        <p:nvSpPr>
          <p:cNvPr id="3" name="Rectangle 2">
            <a:extLst>
              <a:ext uri="{FF2B5EF4-FFF2-40B4-BE49-F238E27FC236}">
                <a16:creationId xmlns:a16="http://schemas.microsoft.com/office/drawing/2014/main" id="{07420CF2-DE5E-463E-966B-D2C5D2B65073}"/>
              </a:ext>
            </a:extLst>
          </p:cNvPr>
          <p:cNvSpPr/>
          <p:nvPr/>
        </p:nvSpPr>
        <p:spPr>
          <a:xfrm>
            <a:off x="533400" y="990600"/>
            <a:ext cx="5791200" cy="253402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altLang="en-US" dirty="0">
                <a:solidFill>
                  <a:srgbClr val="7030A0"/>
                </a:solidFill>
              </a:rPr>
              <a:t>Number of addressing modes</a:t>
            </a:r>
          </a:p>
          <a:p>
            <a:pPr marL="285750" indent="-285750">
              <a:lnSpc>
                <a:spcPct val="150000"/>
              </a:lnSpc>
              <a:buFont typeface="Wingdings" panose="05000000000000000000" pitchFamily="2" charset="2"/>
              <a:buChar char="q"/>
            </a:pPr>
            <a:r>
              <a:rPr lang="en-US" altLang="en-US" dirty="0">
                <a:solidFill>
                  <a:srgbClr val="7030A0"/>
                </a:solidFill>
              </a:rPr>
              <a:t> Number of operands</a:t>
            </a:r>
          </a:p>
          <a:p>
            <a:pPr marL="285750" indent="-285750">
              <a:lnSpc>
                <a:spcPct val="150000"/>
              </a:lnSpc>
              <a:buFont typeface="Wingdings" panose="05000000000000000000" pitchFamily="2" charset="2"/>
              <a:buChar char="q"/>
            </a:pPr>
            <a:r>
              <a:rPr lang="en-US" altLang="en-US" dirty="0">
                <a:solidFill>
                  <a:srgbClr val="7030A0"/>
                </a:solidFill>
              </a:rPr>
              <a:t> Register versus memory</a:t>
            </a:r>
          </a:p>
          <a:p>
            <a:pPr marL="285750" indent="-285750">
              <a:lnSpc>
                <a:spcPct val="150000"/>
              </a:lnSpc>
              <a:buFont typeface="Wingdings" panose="05000000000000000000" pitchFamily="2" charset="2"/>
              <a:buChar char="q"/>
            </a:pPr>
            <a:r>
              <a:rPr lang="en-US" altLang="en-US" dirty="0">
                <a:solidFill>
                  <a:srgbClr val="7030A0"/>
                </a:solidFill>
              </a:rPr>
              <a:t> Number of register sets</a:t>
            </a:r>
          </a:p>
          <a:p>
            <a:pPr marL="285750" indent="-285750">
              <a:lnSpc>
                <a:spcPct val="150000"/>
              </a:lnSpc>
              <a:buFont typeface="Wingdings" panose="05000000000000000000" pitchFamily="2" charset="2"/>
              <a:buChar char="q"/>
            </a:pPr>
            <a:r>
              <a:rPr lang="en-US" altLang="en-US" dirty="0">
                <a:solidFill>
                  <a:srgbClr val="7030A0"/>
                </a:solidFill>
              </a:rPr>
              <a:t> Address range</a:t>
            </a:r>
          </a:p>
          <a:p>
            <a:pPr marL="285750" indent="-285750">
              <a:lnSpc>
                <a:spcPct val="150000"/>
              </a:lnSpc>
              <a:buFont typeface="Wingdings" panose="05000000000000000000" pitchFamily="2" charset="2"/>
              <a:buChar char="q"/>
            </a:pPr>
            <a:r>
              <a:rPr lang="en-US" altLang="en-US" dirty="0">
                <a:solidFill>
                  <a:srgbClr val="7030A0"/>
                </a:solidFill>
              </a:rPr>
              <a:t> Address granularity</a:t>
            </a:r>
          </a:p>
        </p:txBody>
      </p:sp>
    </p:spTree>
    <p:extLst>
      <p:ext uri="{BB962C8B-B14F-4D97-AF65-F5344CB8AC3E}">
        <p14:creationId xmlns:p14="http://schemas.microsoft.com/office/powerpoint/2010/main" val="567643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C36A2-D034-4DFC-B5D0-00EF1C63B2FD}"/>
              </a:ext>
            </a:extLst>
          </p:cNvPr>
          <p:cNvSpPr>
            <a:spLocks noGrp="1"/>
          </p:cNvSpPr>
          <p:nvPr>
            <p:ph type="title"/>
          </p:nvPr>
        </p:nvSpPr>
        <p:spPr/>
        <p:txBody>
          <a:bodyPr/>
          <a:lstStyle/>
          <a:p>
            <a:pPr algn="ctr"/>
            <a:r>
              <a:rPr lang="en-US" sz="2800" dirty="0">
                <a:solidFill>
                  <a:srgbClr val="FF0000"/>
                </a:solidFill>
              </a:rPr>
              <a:t>In class Example-1</a:t>
            </a:r>
            <a:endParaRPr lang="en-IN" sz="2800" dirty="0">
              <a:solidFill>
                <a:srgbClr val="FF0000"/>
              </a:solidFill>
            </a:endParaRPr>
          </a:p>
        </p:txBody>
      </p:sp>
      <p:sp>
        <p:nvSpPr>
          <p:cNvPr id="3" name="Rectangle 2">
            <a:extLst>
              <a:ext uri="{FF2B5EF4-FFF2-40B4-BE49-F238E27FC236}">
                <a16:creationId xmlns:a16="http://schemas.microsoft.com/office/drawing/2014/main" id="{3117E6B4-BF73-4EF1-B312-0918A2BCFE57}"/>
              </a:ext>
            </a:extLst>
          </p:cNvPr>
          <p:cNvSpPr/>
          <p:nvPr/>
        </p:nvSpPr>
        <p:spPr>
          <a:xfrm>
            <a:off x="-2628" y="857438"/>
            <a:ext cx="8763000" cy="1154675"/>
          </a:xfrm>
          <a:prstGeom prst="rect">
            <a:avLst/>
          </a:prstGeom>
        </p:spPr>
        <p:txBody>
          <a:bodyPr wrap="square">
            <a:spAutoFit/>
          </a:bodyPr>
          <a:lstStyle/>
          <a:p>
            <a:pPr>
              <a:lnSpc>
                <a:spcPct val="150000"/>
              </a:lnSpc>
            </a:pPr>
            <a:r>
              <a:rPr lang="en-US" sz="1600" dirty="0">
                <a:solidFill>
                  <a:srgbClr val="00B050"/>
                </a:solidFill>
              </a:rPr>
              <a:t>Assume an instruction set that uses a fixed 16-bit instruction length. Operand specifiers are 6 bits in length. There are K two-operand instructions and L zero-operand instructions. What is the maximum number of one-operand instructions?</a:t>
            </a:r>
            <a:endParaRPr lang="en-IN" sz="1600" dirty="0">
              <a:solidFill>
                <a:srgbClr val="00B050"/>
              </a:solidFill>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35C2A35-ED88-4643-B9D4-0A2D59027B3E}"/>
                  </a:ext>
                </a:extLst>
              </p14:cNvPr>
              <p14:cNvContentPartPr/>
              <p14:nvPr/>
            </p14:nvContentPartPr>
            <p14:xfrm>
              <a:off x="205200" y="2206080"/>
              <a:ext cx="8623080" cy="4228920"/>
            </p14:xfrm>
          </p:contentPart>
        </mc:Choice>
        <mc:Fallback xmlns="">
          <p:pic>
            <p:nvPicPr>
              <p:cNvPr id="5" name="Ink 4">
                <a:extLst>
                  <a:ext uri="{FF2B5EF4-FFF2-40B4-BE49-F238E27FC236}">
                    <a16:creationId xmlns:a16="http://schemas.microsoft.com/office/drawing/2014/main" id="{D35C2A35-ED88-4643-B9D4-0A2D59027B3E}"/>
                  </a:ext>
                </a:extLst>
              </p:cNvPr>
              <p:cNvPicPr/>
              <p:nvPr/>
            </p:nvPicPr>
            <p:blipFill>
              <a:blip r:embed="rId3"/>
              <a:stretch>
                <a:fillRect/>
              </a:stretch>
            </p:blipFill>
            <p:spPr>
              <a:xfrm>
                <a:off x="195840" y="2196720"/>
                <a:ext cx="8641800" cy="4247640"/>
              </a:xfrm>
              <a:prstGeom prst="rect">
                <a:avLst/>
              </a:prstGeom>
            </p:spPr>
          </p:pic>
        </mc:Fallback>
      </mc:AlternateContent>
    </p:spTree>
    <p:extLst>
      <p:ext uri="{BB962C8B-B14F-4D97-AF65-F5344CB8AC3E}">
        <p14:creationId xmlns:p14="http://schemas.microsoft.com/office/powerpoint/2010/main" val="3871077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dirty="0">
                <a:solidFill>
                  <a:srgbClr val="FF0000"/>
                </a:solidFill>
              </a:rPr>
              <a:t>In class Example-1</a:t>
            </a:r>
            <a:endParaRPr lang="en-US" sz="2800" dirty="0"/>
          </a:p>
        </p:txBody>
      </p:sp>
      <p:sp>
        <p:nvSpPr>
          <p:cNvPr id="3" name="TextBox 2"/>
          <p:cNvSpPr txBox="1"/>
          <p:nvPr/>
        </p:nvSpPr>
        <p:spPr>
          <a:xfrm>
            <a:off x="116238" y="857438"/>
            <a:ext cx="8641507" cy="1893339"/>
          </a:xfrm>
          <a:prstGeom prst="rect">
            <a:avLst/>
          </a:prstGeom>
          <a:noFill/>
        </p:spPr>
        <p:txBody>
          <a:bodyPr wrap="square" rtlCol="0">
            <a:spAutoFit/>
          </a:bodyPr>
          <a:lstStyle/>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Design a variable-length opcode to allow all of the following to be encoded in a 36-bit instruction:</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 instructions with two 15-bit addresses and one 3-bit register number</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 instructions with one 15-bit address and one 3-bit register number</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 instructions with no addresses or registers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0E58B9C-008D-4295-9BBC-05F4D9111748}"/>
                  </a:ext>
                </a:extLst>
              </p14:cNvPr>
              <p14:cNvContentPartPr/>
              <p14:nvPr/>
            </p14:nvContentPartPr>
            <p14:xfrm>
              <a:off x="258840" y="2750400"/>
              <a:ext cx="8761320" cy="3540240"/>
            </p14:xfrm>
          </p:contentPart>
        </mc:Choice>
        <mc:Fallback xmlns="">
          <p:pic>
            <p:nvPicPr>
              <p:cNvPr id="4" name="Ink 3">
                <a:extLst>
                  <a:ext uri="{FF2B5EF4-FFF2-40B4-BE49-F238E27FC236}">
                    <a16:creationId xmlns:a16="http://schemas.microsoft.com/office/drawing/2014/main" id="{A0E58B9C-008D-4295-9BBC-05F4D9111748}"/>
                  </a:ext>
                </a:extLst>
              </p:cNvPr>
              <p:cNvPicPr/>
              <p:nvPr/>
            </p:nvPicPr>
            <p:blipFill>
              <a:blip r:embed="rId3"/>
              <a:stretch>
                <a:fillRect/>
              </a:stretch>
            </p:blipFill>
            <p:spPr>
              <a:xfrm>
                <a:off x="249480" y="2741040"/>
                <a:ext cx="8780040" cy="3558960"/>
              </a:xfrm>
              <a:prstGeom prst="rect">
                <a:avLst/>
              </a:prstGeom>
            </p:spPr>
          </p:pic>
        </mc:Fallback>
      </mc:AlternateContent>
    </p:spTree>
    <p:extLst>
      <p:ext uri="{BB962C8B-B14F-4D97-AF65-F5344CB8AC3E}">
        <p14:creationId xmlns:p14="http://schemas.microsoft.com/office/powerpoint/2010/main" val="30788873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dirty="0">
                <a:solidFill>
                  <a:srgbClr val="FF0000"/>
                </a:solidFill>
              </a:rPr>
              <a:t>In class Example-1</a:t>
            </a:r>
            <a:endParaRPr lang="en-US" sz="2800" dirty="0"/>
          </a:p>
        </p:txBody>
      </p:sp>
      <p:sp>
        <p:nvSpPr>
          <p:cNvPr id="3" name="TextBox 2"/>
          <p:cNvSpPr txBox="1"/>
          <p:nvPr/>
        </p:nvSpPr>
        <p:spPr>
          <a:xfrm>
            <a:off x="116238" y="857438"/>
            <a:ext cx="8641507" cy="1893339"/>
          </a:xfrm>
          <a:prstGeom prst="rect">
            <a:avLst/>
          </a:prstGeom>
          <a:noFill/>
        </p:spPr>
        <p:txBody>
          <a:bodyPr wrap="square" rtlCol="0">
            <a:spAutoFit/>
          </a:bodyPr>
          <a:lstStyle/>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Design a variable-length opcode to allow all of the following to be encoded in a 36-bit instruction:</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 instructions with two 15-bit addresses and one 3-bit register number</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 instructions with one 15-bit address and one 3-bit register number</a:t>
            </a:r>
          </a:p>
          <a:p>
            <a:pPr marL="0" marR="0" lvl="0" indent="0" algn="l" defTabSz="914012"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B050"/>
                </a:solidFill>
                <a:effectLst/>
                <a:uLnTx/>
                <a:uFillTx/>
                <a:latin typeface="Arial"/>
                <a:ea typeface="ＭＳ Ｐゴシック"/>
                <a:cs typeface="+mn-cs"/>
              </a:rPr>
              <a:t>• instructions with no addresses or registers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0E58B9C-008D-4295-9BBC-05F4D9111748}"/>
                  </a:ext>
                </a:extLst>
              </p14:cNvPr>
              <p14:cNvContentPartPr/>
              <p14:nvPr/>
            </p14:nvContentPartPr>
            <p14:xfrm>
              <a:off x="284760" y="2750400"/>
              <a:ext cx="8735400" cy="3256920"/>
            </p14:xfrm>
          </p:contentPart>
        </mc:Choice>
        <mc:Fallback xmlns="">
          <p:pic>
            <p:nvPicPr>
              <p:cNvPr id="4" name="Ink 3">
                <a:extLst>
                  <a:ext uri="{FF2B5EF4-FFF2-40B4-BE49-F238E27FC236}">
                    <a16:creationId xmlns:a16="http://schemas.microsoft.com/office/drawing/2014/main" id="{A0E58B9C-008D-4295-9BBC-05F4D9111748}"/>
                  </a:ext>
                </a:extLst>
              </p:cNvPr>
              <p:cNvPicPr/>
              <p:nvPr/>
            </p:nvPicPr>
            <p:blipFill>
              <a:blip r:embed="rId3"/>
              <a:stretch>
                <a:fillRect/>
              </a:stretch>
            </p:blipFill>
            <p:spPr>
              <a:xfrm>
                <a:off x="275400" y="2741040"/>
                <a:ext cx="8754120" cy="3275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0FC32AA5-D8D3-497D-8286-33D51D28BCC1}"/>
                  </a:ext>
                </a:extLst>
              </p14:cNvPr>
              <p14:cNvContentPartPr/>
              <p14:nvPr/>
            </p14:nvContentPartPr>
            <p14:xfrm>
              <a:off x="461880" y="4034520"/>
              <a:ext cx="8442720" cy="2083680"/>
            </p14:xfrm>
          </p:contentPart>
        </mc:Choice>
        <mc:Fallback xmlns="">
          <p:pic>
            <p:nvPicPr>
              <p:cNvPr id="5" name="Ink 4">
                <a:extLst>
                  <a:ext uri="{FF2B5EF4-FFF2-40B4-BE49-F238E27FC236}">
                    <a16:creationId xmlns:a16="http://schemas.microsoft.com/office/drawing/2014/main" id="{0FC32AA5-D8D3-497D-8286-33D51D28BCC1}"/>
                  </a:ext>
                </a:extLst>
              </p:cNvPr>
              <p:cNvPicPr/>
              <p:nvPr/>
            </p:nvPicPr>
            <p:blipFill>
              <a:blip r:embed="rId5"/>
              <a:stretch>
                <a:fillRect/>
              </a:stretch>
            </p:blipFill>
            <p:spPr>
              <a:xfrm>
                <a:off x="452520" y="4025160"/>
                <a:ext cx="8461440" cy="2102400"/>
              </a:xfrm>
              <a:prstGeom prst="rect">
                <a:avLst/>
              </a:prstGeom>
            </p:spPr>
          </p:pic>
        </mc:Fallback>
      </mc:AlternateContent>
    </p:spTree>
    <p:extLst>
      <p:ext uri="{BB962C8B-B14F-4D97-AF65-F5344CB8AC3E}">
        <p14:creationId xmlns:p14="http://schemas.microsoft.com/office/powerpoint/2010/main" val="13645118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A76D-1D62-4065-8C4E-142C2CBC0491}"/>
              </a:ext>
            </a:extLst>
          </p:cNvPr>
          <p:cNvSpPr>
            <a:spLocks noGrp="1"/>
          </p:cNvSpPr>
          <p:nvPr>
            <p:ph type="title"/>
          </p:nvPr>
        </p:nvSpPr>
        <p:spPr/>
        <p:txBody>
          <a:bodyPr/>
          <a:lstStyle/>
          <a:p>
            <a:pPr algn="ctr"/>
            <a:r>
              <a:rPr lang="en-IN" sz="2400" b="0" dirty="0">
                <a:solidFill>
                  <a:srgbClr val="FF0000"/>
                </a:solidFill>
              </a:rPr>
              <a:t>ARM CPSR format</a:t>
            </a:r>
          </a:p>
        </p:txBody>
      </p:sp>
      <p:pic>
        <p:nvPicPr>
          <p:cNvPr id="3" name="Picture 2">
            <a:extLst>
              <a:ext uri="{FF2B5EF4-FFF2-40B4-BE49-F238E27FC236}">
                <a16:creationId xmlns:a16="http://schemas.microsoft.com/office/drawing/2014/main" id="{EC0D5CA3-DB50-4880-9899-870BAEE18770}"/>
              </a:ext>
            </a:extLst>
          </p:cNvPr>
          <p:cNvPicPr>
            <a:picLocks noChangeAspect="1"/>
          </p:cNvPicPr>
          <p:nvPr/>
        </p:nvPicPr>
        <p:blipFill>
          <a:blip r:embed="rId2"/>
          <a:stretch>
            <a:fillRect/>
          </a:stretch>
        </p:blipFill>
        <p:spPr>
          <a:xfrm>
            <a:off x="685800" y="1295400"/>
            <a:ext cx="6753225" cy="847725"/>
          </a:xfrm>
          <a:prstGeom prst="rect">
            <a:avLst/>
          </a:prstGeom>
        </p:spPr>
      </p:pic>
      <p:sp>
        <p:nvSpPr>
          <p:cNvPr id="4" name="Rectangle 3">
            <a:extLst>
              <a:ext uri="{FF2B5EF4-FFF2-40B4-BE49-F238E27FC236}">
                <a16:creationId xmlns:a16="http://schemas.microsoft.com/office/drawing/2014/main" id="{9E94F601-36F9-46EE-AEF1-677047441398}"/>
              </a:ext>
            </a:extLst>
          </p:cNvPr>
          <p:cNvSpPr/>
          <p:nvPr/>
        </p:nvSpPr>
        <p:spPr>
          <a:xfrm>
            <a:off x="381000" y="926068"/>
            <a:ext cx="5486400" cy="369332"/>
          </a:xfrm>
          <a:prstGeom prst="rect">
            <a:avLst/>
          </a:prstGeom>
        </p:spPr>
        <p:txBody>
          <a:bodyPr wrap="square">
            <a:spAutoFit/>
          </a:bodyPr>
          <a:lstStyle/>
          <a:p>
            <a:r>
              <a:rPr lang="en-US" dirty="0">
                <a:solidFill>
                  <a:srgbClr val="7030A0"/>
                </a:solidFill>
              </a:rPr>
              <a:t>The Current Program Status Register (CPSR)</a:t>
            </a:r>
            <a:endParaRPr lang="en-IN" dirty="0">
              <a:solidFill>
                <a:srgbClr val="7030A0"/>
              </a:solidFill>
            </a:endParaRPr>
          </a:p>
        </p:txBody>
      </p:sp>
      <p:pic>
        <p:nvPicPr>
          <p:cNvPr id="5" name="Picture 4">
            <a:extLst>
              <a:ext uri="{FF2B5EF4-FFF2-40B4-BE49-F238E27FC236}">
                <a16:creationId xmlns:a16="http://schemas.microsoft.com/office/drawing/2014/main" id="{0ADF372A-F80C-4540-A130-9EA678981DEF}"/>
              </a:ext>
            </a:extLst>
          </p:cNvPr>
          <p:cNvPicPr>
            <a:picLocks noChangeAspect="1"/>
          </p:cNvPicPr>
          <p:nvPr/>
        </p:nvPicPr>
        <p:blipFill>
          <a:blip r:embed="rId3"/>
          <a:stretch>
            <a:fillRect/>
          </a:stretch>
        </p:blipFill>
        <p:spPr>
          <a:xfrm>
            <a:off x="717331" y="2362200"/>
            <a:ext cx="6467475" cy="2628900"/>
          </a:xfrm>
          <a:prstGeom prst="rect">
            <a:avLst/>
          </a:prstGeom>
        </p:spPr>
      </p:pic>
    </p:spTree>
    <p:extLst>
      <p:ext uri="{BB962C8B-B14F-4D97-AF65-F5344CB8AC3E}">
        <p14:creationId xmlns:p14="http://schemas.microsoft.com/office/powerpoint/2010/main" val="21689313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1B61-5680-4967-A3B1-55C3924D817D}"/>
              </a:ext>
            </a:extLst>
          </p:cNvPr>
          <p:cNvSpPr>
            <a:spLocks noGrp="1"/>
          </p:cNvSpPr>
          <p:nvPr>
            <p:ph type="title"/>
          </p:nvPr>
        </p:nvSpPr>
        <p:spPr/>
        <p:txBody>
          <a:bodyPr/>
          <a:lstStyle/>
          <a:p>
            <a:pPr algn="ctr"/>
            <a:r>
              <a:rPr lang="en-IN" sz="2400" b="0" dirty="0">
                <a:solidFill>
                  <a:srgbClr val="FF0000"/>
                </a:solidFill>
              </a:rPr>
              <a:t>ARM's visible registers</a:t>
            </a:r>
          </a:p>
        </p:txBody>
      </p:sp>
      <p:pic>
        <p:nvPicPr>
          <p:cNvPr id="3" name="Picture 2">
            <a:extLst>
              <a:ext uri="{FF2B5EF4-FFF2-40B4-BE49-F238E27FC236}">
                <a16:creationId xmlns:a16="http://schemas.microsoft.com/office/drawing/2014/main" id="{7F32A4FB-2378-4EEC-BA92-2F4A14A75C5D}"/>
              </a:ext>
            </a:extLst>
          </p:cNvPr>
          <p:cNvPicPr>
            <a:picLocks noChangeAspect="1"/>
          </p:cNvPicPr>
          <p:nvPr/>
        </p:nvPicPr>
        <p:blipFill>
          <a:blip r:embed="rId2"/>
          <a:stretch>
            <a:fillRect/>
          </a:stretch>
        </p:blipFill>
        <p:spPr>
          <a:xfrm>
            <a:off x="123205" y="995362"/>
            <a:ext cx="6277595" cy="4682995"/>
          </a:xfrm>
          <a:prstGeom prst="rect">
            <a:avLst/>
          </a:prstGeom>
        </p:spPr>
      </p:pic>
      <p:sp>
        <p:nvSpPr>
          <p:cNvPr id="4" name="Rectangle 3">
            <a:extLst>
              <a:ext uri="{FF2B5EF4-FFF2-40B4-BE49-F238E27FC236}">
                <a16:creationId xmlns:a16="http://schemas.microsoft.com/office/drawing/2014/main" id="{CDCE55AD-3ABD-4896-AF75-9B7ECDBE89FB}"/>
              </a:ext>
            </a:extLst>
          </p:cNvPr>
          <p:cNvSpPr/>
          <p:nvPr/>
        </p:nvSpPr>
        <p:spPr>
          <a:xfrm>
            <a:off x="6400800" y="857438"/>
            <a:ext cx="2743200" cy="4847994"/>
          </a:xfrm>
          <a:prstGeom prst="rect">
            <a:avLst/>
          </a:prstGeom>
        </p:spPr>
        <p:txBody>
          <a:bodyPr wrap="square">
            <a:spAutoFit/>
          </a:bodyPr>
          <a:lstStyle/>
          <a:p>
            <a:pPr>
              <a:lnSpc>
                <a:spcPct val="150000"/>
              </a:lnSpc>
            </a:pPr>
            <a:r>
              <a:rPr lang="en-US" sz="1600" dirty="0">
                <a:solidFill>
                  <a:srgbClr val="7030A0"/>
                </a:solidFill>
              </a:rPr>
              <a:t>When writing user-level programs, only the 15 general-purpose 32-bit registers (r0 to r!4), the program counter (r15) and the current program status register (CPSR) need be considered.</a:t>
            </a:r>
          </a:p>
          <a:p>
            <a:pPr>
              <a:lnSpc>
                <a:spcPct val="150000"/>
              </a:lnSpc>
            </a:pPr>
            <a:r>
              <a:rPr lang="en-US" sz="1600" dirty="0">
                <a:solidFill>
                  <a:srgbClr val="7030A0"/>
                </a:solidFill>
              </a:rPr>
              <a:t> The remaining registers are used only for system-level programming and for handling exceptions (for example, interrupt)</a:t>
            </a:r>
            <a:endParaRPr lang="en-IN" sz="1600" dirty="0">
              <a:solidFill>
                <a:srgbClr val="7030A0"/>
              </a:solidFill>
            </a:endParaRPr>
          </a:p>
        </p:txBody>
      </p:sp>
      <p:sp>
        <p:nvSpPr>
          <p:cNvPr id="5" name="Rectangle 4">
            <a:extLst>
              <a:ext uri="{FF2B5EF4-FFF2-40B4-BE49-F238E27FC236}">
                <a16:creationId xmlns:a16="http://schemas.microsoft.com/office/drawing/2014/main" id="{49B54881-9280-4711-BB57-BE0E9495EDDF}"/>
              </a:ext>
            </a:extLst>
          </p:cNvPr>
          <p:cNvSpPr/>
          <p:nvPr/>
        </p:nvSpPr>
        <p:spPr>
          <a:xfrm>
            <a:off x="123205" y="5715000"/>
            <a:ext cx="8792195" cy="785343"/>
          </a:xfrm>
          <a:prstGeom prst="rect">
            <a:avLst/>
          </a:prstGeom>
        </p:spPr>
        <p:txBody>
          <a:bodyPr wrap="square">
            <a:spAutoFit/>
          </a:bodyPr>
          <a:lstStyle/>
          <a:p>
            <a:pPr>
              <a:lnSpc>
                <a:spcPct val="150000"/>
              </a:lnSpc>
            </a:pPr>
            <a:r>
              <a:rPr lang="en-US" sz="1600" dirty="0">
                <a:solidFill>
                  <a:srgbClr val="7030A0"/>
                </a:solidFill>
              </a:rPr>
              <a:t>Each privileged mode (except system mode) has associated with it a Saved Program Status Register, or SPSR. This register is used to save the state of the CPSR</a:t>
            </a:r>
            <a:endParaRPr lang="en-IN" sz="1600" dirty="0">
              <a:solidFill>
                <a:srgbClr val="7030A0"/>
              </a:solidFill>
            </a:endParaRPr>
          </a:p>
        </p:txBody>
      </p:sp>
    </p:spTree>
    <p:extLst>
      <p:ext uri="{BB962C8B-B14F-4D97-AF65-F5344CB8AC3E}">
        <p14:creationId xmlns:p14="http://schemas.microsoft.com/office/powerpoint/2010/main" val="31934344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0665C-EA76-473B-AC33-E249B2D95B48}"/>
              </a:ext>
            </a:extLst>
          </p:cNvPr>
          <p:cNvSpPr>
            <a:spLocks noGrp="1"/>
          </p:cNvSpPr>
          <p:nvPr>
            <p:ph type="title"/>
          </p:nvPr>
        </p:nvSpPr>
        <p:spPr/>
        <p:txBody>
          <a:bodyPr/>
          <a:lstStyle/>
          <a:p>
            <a:pPr algn="ctr"/>
            <a:r>
              <a:rPr lang="en-IN" sz="2400" b="0" dirty="0">
                <a:solidFill>
                  <a:srgbClr val="FF0000"/>
                </a:solidFill>
              </a:rPr>
              <a:t>Exception in ARM</a:t>
            </a:r>
          </a:p>
        </p:txBody>
      </p:sp>
      <p:sp>
        <p:nvSpPr>
          <p:cNvPr id="3" name="Rectangle 2">
            <a:extLst>
              <a:ext uri="{FF2B5EF4-FFF2-40B4-BE49-F238E27FC236}">
                <a16:creationId xmlns:a16="http://schemas.microsoft.com/office/drawing/2014/main" id="{6F36A519-A083-4C52-BECB-2578AEB3CD76}"/>
              </a:ext>
            </a:extLst>
          </p:cNvPr>
          <p:cNvSpPr/>
          <p:nvPr/>
        </p:nvSpPr>
        <p:spPr>
          <a:xfrm>
            <a:off x="0" y="990600"/>
            <a:ext cx="8100224" cy="307777"/>
          </a:xfrm>
          <a:prstGeom prst="rect">
            <a:avLst/>
          </a:prstGeom>
        </p:spPr>
        <p:txBody>
          <a:bodyPr wrap="square">
            <a:spAutoFit/>
          </a:bodyPr>
          <a:lstStyle/>
          <a:p>
            <a:r>
              <a:rPr lang="en-US" sz="1400" dirty="0">
                <a:solidFill>
                  <a:srgbClr val="7030A0"/>
                </a:solidFill>
              </a:rPr>
              <a:t>When an exception arises, ARM completes the current instruction</a:t>
            </a:r>
            <a:endParaRPr lang="en-IN" sz="1400" dirty="0">
              <a:solidFill>
                <a:srgbClr val="7030A0"/>
              </a:solidFill>
            </a:endParaRPr>
          </a:p>
        </p:txBody>
      </p:sp>
      <p:pic>
        <p:nvPicPr>
          <p:cNvPr id="4" name="Picture 3">
            <a:extLst>
              <a:ext uri="{FF2B5EF4-FFF2-40B4-BE49-F238E27FC236}">
                <a16:creationId xmlns:a16="http://schemas.microsoft.com/office/drawing/2014/main" id="{AC4A9008-EE5D-4960-BABF-81FA8E686D6C}"/>
              </a:ext>
            </a:extLst>
          </p:cNvPr>
          <p:cNvPicPr>
            <a:picLocks noChangeAspect="1"/>
          </p:cNvPicPr>
          <p:nvPr/>
        </p:nvPicPr>
        <p:blipFill>
          <a:blip r:embed="rId2"/>
          <a:stretch>
            <a:fillRect/>
          </a:stretch>
        </p:blipFill>
        <p:spPr>
          <a:xfrm>
            <a:off x="132005" y="1329154"/>
            <a:ext cx="5506796" cy="2661708"/>
          </a:xfrm>
          <a:prstGeom prst="rect">
            <a:avLst/>
          </a:prstGeom>
        </p:spPr>
      </p:pic>
      <p:sp>
        <p:nvSpPr>
          <p:cNvPr id="5" name="Rectangle 4">
            <a:extLst>
              <a:ext uri="{FF2B5EF4-FFF2-40B4-BE49-F238E27FC236}">
                <a16:creationId xmlns:a16="http://schemas.microsoft.com/office/drawing/2014/main" id="{4F45F322-932D-44F3-806C-EE963A0ECA28}"/>
              </a:ext>
            </a:extLst>
          </p:cNvPr>
          <p:cNvSpPr/>
          <p:nvPr/>
        </p:nvSpPr>
        <p:spPr>
          <a:xfrm>
            <a:off x="5638801" y="762000"/>
            <a:ext cx="3657599" cy="3739998"/>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1600" dirty="0">
                <a:solidFill>
                  <a:srgbClr val="7030A0"/>
                </a:solidFill>
              </a:rPr>
              <a:t>Changes to the operating mode corresponding to the particular exception. •</a:t>
            </a:r>
          </a:p>
          <a:p>
            <a:pPr marL="285750" indent="-285750">
              <a:lnSpc>
                <a:spcPct val="150000"/>
              </a:lnSpc>
              <a:buFont typeface="Wingdings" panose="05000000000000000000" pitchFamily="2" charset="2"/>
              <a:buChar char="q"/>
            </a:pPr>
            <a:r>
              <a:rPr lang="en-US" sz="1600" dirty="0">
                <a:solidFill>
                  <a:srgbClr val="7030A0"/>
                </a:solidFill>
              </a:rPr>
              <a:t> saves the address of the instruction following the exception entry instruction in r14 of the new mode. </a:t>
            </a:r>
          </a:p>
          <a:p>
            <a:pPr marL="285750" indent="-285750">
              <a:lnSpc>
                <a:spcPct val="150000"/>
              </a:lnSpc>
              <a:buFont typeface="Wingdings" panose="05000000000000000000" pitchFamily="2" charset="2"/>
              <a:buChar char="q"/>
            </a:pPr>
            <a:r>
              <a:rPr lang="en-US" sz="1600" dirty="0">
                <a:solidFill>
                  <a:srgbClr val="7030A0"/>
                </a:solidFill>
              </a:rPr>
              <a:t> saves the old value of the CPSR in the SPSR of the new mode address given in Table</a:t>
            </a:r>
            <a:endParaRPr lang="en-IN" sz="1600" dirty="0">
              <a:solidFill>
                <a:srgbClr val="7030A0"/>
              </a:solidFill>
            </a:endParaRPr>
          </a:p>
        </p:txBody>
      </p:sp>
      <p:sp>
        <p:nvSpPr>
          <p:cNvPr id="6" name="Rectangle 5">
            <a:extLst>
              <a:ext uri="{FF2B5EF4-FFF2-40B4-BE49-F238E27FC236}">
                <a16:creationId xmlns:a16="http://schemas.microsoft.com/office/drawing/2014/main" id="{BD2CCDFB-683C-4CB3-8EC0-C194E61D02EC}"/>
              </a:ext>
            </a:extLst>
          </p:cNvPr>
          <p:cNvSpPr/>
          <p:nvPr/>
        </p:nvSpPr>
        <p:spPr>
          <a:xfrm>
            <a:off x="530772" y="4431801"/>
            <a:ext cx="8100223" cy="1893339"/>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1600" dirty="0">
                <a:solidFill>
                  <a:srgbClr val="7030A0"/>
                </a:solidFill>
              </a:rPr>
              <a:t>. disables IRQs by setting bit 7 of the CPSR and, if the exception is a fast interrupt, disables further fast interrupts by setting bit 6 of the CPSR. </a:t>
            </a:r>
          </a:p>
          <a:p>
            <a:pPr marL="285750" indent="-285750">
              <a:lnSpc>
                <a:spcPct val="150000"/>
              </a:lnSpc>
              <a:buFont typeface="Wingdings" panose="05000000000000000000" pitchFamily="2" charset="2"/>
              <a:buChar char="q"/>
            </a:pPr>
            <a:r>
              <a:rPr lang="en-US" sz="1600" dirty="0">
                <a:solidFill>
                  <a:srgbClr val="7030A0"/>
                </a:solidFill>
              </a:rPr>
              <a:t> forces the PC to begin executing at the relevant vector</a:t>
            </a:r>
          </a:p>
          <a:p>
            <a:pPr marL="285750" indent="-285750">
              <a:lnSpc>
                <a:spcPct val="150000"/>
              </a:lnSpc>
              <a:buFont typeface="Wingdings" panose="05000000000000000000" pitchFamily="2" charset="2"/>
              <a:buChar char="q"/>
            </a:pPr>
            <a:r>
              <a:rPr lang="en-US" sz="1600" dirty="0">
                <a:solidFill>
                  <a:srgbClr val="7030A0"/>
                </a:solidFill>
              </a:rPr>
              <a:t> Vector </a:t>
            </a:r>
            <a:r>
              <a:rPr lang="en-IN" sz="1600" dirty="0">
                <a:solidFill>
                  <a:srgbClr val="7030A0"/>
                </a:solidFill>
              </a:rPr>
              <a:t>address 0x00000014 is not used. Used for Address exceptions in earlier ARM processors with 26 bit address space</a:t>
            </a:r>
            <a:r>
              <a:rPr lang="en-US" sz="1600" dirty="0">
                <a:solidFill>
                  <a:srgbClr val="7030A0"/>
                </a:solidFill>
              </a:rPr>
              <a:t> </a:t>
            </a:r>
            <a:endParaRPr lang="en-IN" sz="1600" dirty="0">
              <a:solidFill>
                <a:srgbClr val="7030A0"/>
              </a:solidFill>
            </a:endParaRPr>
          </a:p>
        </p:txBody>
      </p:sp>
    </p:spTree>
    <p:extLst>
      <p:ext uri="{BB962C8B-B14F-4D97-AF65-F5344CB8AC3E}">
        <p14:creationId xmlns:p14="http://schemas.microsoft.com/office/powerpoint/2010/main" val="1614273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9F2B3-A864-4B00-B53C-EC664FAD2ACF}"/>
              </a:ext>
            </a:extLst>
          </p:cNvPr>
          <p:cNvSpPr>
            <a:spLocks noGrp="1"/>
          </p:cNvSpPr>
          <p:nvPr>
            <p:ph type="title"/>
          </p:nvPr>
        </p:nvSpPr>
        <p:spPr/>
        <p:txBody>
          <a:bodyPr/>
          <a:lstStyle/>
          <a:p>
            <a:pPr algn="ctr"/>
            <a:r>
              <a:rPr lang="en-IN" sz="2400" b="0" dirty="0">
                <a:solidFill>
                  <a:srgbClr val="FF0000"/>
                </a:solidFill>
              </a:rPr>
              <a:t>Exception return</a:t>
            </a:r>
          </a:p>
        </p:txBody>
      </p:sp>
      <p:sp>
        <p:nvSpPr>
          <p:cNvPr id="3" name="Rectangle 2">
            <a:extLst>
              <a:ext uri="{FF2B5EF4-FFF2-40B4-BE49-F238E27FC236}">
                <a16:creationId xmlns:a16="http://schemas.microsoft.com/office/drawing/2014/main" id="{AE1A554E-1685-4DCA-B216-A015CE352B15}"/>
              </a:ext>
            </a:extLst>
          </p:cNvPr>
          <p:cNvSpPr/>
          <p:nvPr/>
        </p:nvSpPr>
        <p:spPr>
          <a:xfrm>
            <a:off x="121493" y="878459"/>
            <a:ext cx="8489107" cy="2949525"/>
          </a:xfrm>
          <a:prstGeom prst="rect">
            <a:avLst/>
          </a:prstGeom>
        </p:spPr>
        <p:txBody>
          <a:bodyPr wrap="square">
            <a:spAutoFit/>
          </a:bodyPr>
          <a:lstStyle/>
          <a:p>
            <a:pPr>
              <a:lnSpc>
                <a:spcPct val="150000"/>
              </a:lnSpc>
            </a:pPr>
            <a:r>
              <a:rPr lang="en-US" dirty="0">
                <a:solidFill>
                  <a:srgbClr val="7030A0"/>
                </a:solidFill>
              </a:rPr>
              <a:t>Once the exception has been handled the user task is normally resumed. This requires the handler code to restore the user state exactly as it was when the exception first arose: </a:t>
            </a:r>
          </a:p>
          <a:p>
            <a:pPr marL="342900" indent="-342900">
              <a:lnSpc>
                <a:spcPct val="150000"/>
              </a:lnSpc>
              <a:buFont typeface="Wingdings" panose="05000000000000000000" pitchFamily="2" charset="2"/>
              <a:buChar char="q"/>
            </a:pPr>
            <a:r>
              <a:rPr lang="en-US" dirty="0">
                <a:solidFill>
                  <a:srgbClr val="7030A0"/>
                </a:solidFill>
              </a:rPr>
              <a:t> Any modified user registers must be restored from the handler's stack. </a:t>
            </a:r>
          </a:p>
          <a:p>
            <a:pPr marL="342900" indent="-342900">
              <a:lnSpc>
                <a:spcPct val="150000"/>
              </a:lnSpc>
              <a:buFont typeface="Wingdings" panose="05000000000000000000" pitchFamily="2" charset="2"/>
              <a:buChar char="q"/>
            </a:pPr>
            <a:r>
              <a:rPr lang="en-US" dirty="0">
                <a:solidFill>
                  <a:srgbClr val="7030A0"/>
                </a:solidFill>
              </a:rPr>
              <a:t>The CPSR must be restored from the appropriate SPSR. </a:t>
            </a:r>
          </a:p>
          <a:p>
            <a:pPr marL="342900" indent="-342900">
              <a:lnSpc>
                <a:spcPct val="150000"/>
              </a:lnSpc>
              <a:buFont typeface="Wingdings" panose="05000000000000000000" pitchFamily="2" charset="2"/>
              <a:buChar char="q"/>
            </a:pPr>
            <a:r>
              <a:rPr lang="en-US" dirty="0">
                <a:solidFill>
                  <a:srgbClr val="7030A0"/>
                </a:solidFill>
              </a:rPr>
              <a:t>The PC must be changed back to the relevant instruction address in the user instruction stream.</a:t>
            </a:r>
            <a:endParaRPr lang="en-IN" dirty="0">
              <a:solidFill>
                <a:srgbClr val="7030A0"/>
              </a:solidFill>
            </a:endParaRPr>
          </a:p>
        </p:txBody>
      </p:sp>
      <p:sp>
        <p:nvSpPr>
          <p:cNvPr id="4" name="Rectangle 3">
            <a:extLst>
              <a:ext uri="{FF2B5EF4-FFF2-40B4-BE49-F238E27FC236}">
                <a16:creationId xmlns:a16="http://schemas.microsoft.com/office/drawing/2014/main" id="{C7F66748-EC9E-4BE9-A57D-4592268EC01B}"/>
              </a:ext>
            </a:extLst>
          </p:cNvPr>
          <p:cNvSpPr/>
          <p:nvPr/>
        </p:nvSpPr>
        <p:spPr>
          <a:xfrm>
            <a:off x="2960020" y="3460531"/>
            <a:ext cx="3223959" cy="2949525"/>
          </a:xfrm>
          <a:prstGeom prst="rect">
            <a:avLst/>
          </a:prstGeom>
        </p:spPr>
        <p:txBody>
          <a:bodyPr wrap="none">
            <a:spAutoFit/>
          </a:bodyPr>
          <a:lstStyle/>
          <a:p>
            <a:pPr>
              <a:lnSpc>
                <a:spcPct val="150000"/>
              </a:lnSpc>
            </a:pPr>
            <a:r>
              <a:rPr lang="en-IN" dirty="0">
                <a:solidFill>
                  <a:srgbClr val="7030A0"/>
                </a:solidFill>
              </a:rPr>
              <a:t>Exception priorities</a:t>
            </a:r>
          </a:p>
          <a:p>
            <a:pPr marL="342900" indent="-342900">
              <a:lnSpc>
                <a:spcPct val="150000"/>
              </a:lnSpc>
              <a:buAutoNum type="arabicPeriod"/>
            </a:pPr>
            <a:r>
              <a:rPr lang="en-US" dirty="0">
                <a:solidFill>
                  <a:srgbClr val="7030A0"/>
                </a:solidFill>
              </a:rPr>
              <a:t>reset (highest priority); </a:t>
            </a:r>
          </a:p>
          <a:p>
            <a:pPr marL="342900" indent="-342900">
              <a:lnSpc>
                <a:spcPct val="150000"/>
              </a:lnSpc>
              <a:buAutoNum type="arabicPeriod"/>
            </a:pPr>
            <a:r>
              <a:rPr lang="en-US" dirty="0">
                <a:solidFill>
                  <a:srgbClr val="7030A0"/>
                </a:solidFill>
              </a:rPr>
              <a:t> data abort; </a:t>
            </a:r>
          </a:p>
          <a:p>
            <a:pPr marL="342900" indent="-342900">
              <a:lnSpc>
                <a:spcPct val="150000"/>
              </a:lnSpc>
              <a:buAutoNum type="arabicPeriod"/>
            </a:pPr>
            <a:r>
              <a:rPr lang="en-US" dirty="0">
                <a:solidFill>
                  <a:srgbClr val="7030A0"/>
                </a:solidFill>
              </a:rPr>
              <a:t> FIQ; </a:t>
            </a:r>
          </a:p>
          <a:p>
            <a:pPr marL="342900" indent="-342900">
              <a:lnSpc>
                <a:spcPct val="150000"/>
              </a:lnSpc>
              <a:buAutoNum type="arabicPeriod"/>
            </a:pPr>
            <a:r>
              <a:rPr lang="en-US" dirty="0">
                <a:solidFill>
                  <a:srgbClr val="7030A0"/>
                </a:solidFill>
              </a:rPr>
              <a:t>IRQ; </a:t>
            </a:r>
          </a:p>
          <a:p>
            <a:pPr marL="342900" indent="-342900">
              <a:lnSpc>
                <a:spcPct val="150000"/>
              </a:lnSpc>
              <a:buAutoNum type="arabicPeriod"/>
            </a:pPr>
            <a:r>
              <a:rPr lang="en-US" dirty="0">
                <a:solidFill>
                  <a:srgbClr val="7030A0"/>
                </a:solidFill>
              </a:rPr>
              <a:t>prefetch abort; </a:t>
            </a:r>
          </a:p>
          <a:p>
            <a:pPr marL="342900" indent="-342900">
              <a:lnSpc>
                <a:spcPct val="150000"/>
              </a:lnSpc>
              <a:buAutoNum type="arabicPeriod"/>
            </a:pPr>
            <a:r>
              <a:rPr lang="en-US" dirty="0">
                <a:solidFill>
                  <a:srgbClr val="7030A0"/>
                </a:solidFill>
              </a:rPr>
              <a:t>SWI, undefined instruction</a:t>
            </a:r>
            <a:endParaRPr lang="en-IN" dirty="0">
              <a:solidFill>
                <a:srgbClr val="7030A0"/>
              </a:solidFill>
            </a:endParaRPr>
          </a:p>
        </p:txBody>
      </p:sp>
    </p:spTree>
    <p:extLst>
      <p:ext uri="{BB962C8B-B14F-4D97-AF65-F5344CB8AC3E}">
        <p14:creationId xmlns:p14="http://schemas.microsoft.com/office/powerpoint/2010/main" val="20962070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C8D1F-6154-4264-AE8D-B1EE2F5846D1}"/>
              </a:ext>
            </a:extLst>
          </p:cNvPr>
          <p:cNvSpPr>
            <a:spLocks noGrp="1"/>
          </p:cNvSpPr>
          <p:nvPr>
            <p:ph type="title"/>
          </p:nvPr>
        </p:nvSpPr>
        <p:spPr/>
        <p:txBody>
          <a:bodyPr/>
          <a:lstStyle/>
          <a:p>
            <a:pPr algn="ctr"/>
            <a:r>
              <a:rPr lang="en-IN" sz="2400" dirty="0">
                <a:solidFill>
                  <a:srgbClr val="FF0000"/>
                </a:solidFill>
              </a:rPr>
              <a:t>ARM Conditional execution</a:t>
            </a:r>
          </a:p>
        </p:txBody>
      </p:sp>
      <p:pic>
        <p:nvPicPr>
          <p:cNvPr id="3" name="Picture 2">
            <a:extLst>
              <a:ext uri="{FF2B5EF4-FFF2-40B4-BE49-F238E27FC236}">
                <a16:creationId xmlns:a16="http://schemas.microsoft.com/office/drawing/2014/main" id="{0A45419B-9CAD-4E52-83AC-35722C21B99E}"/>
              </a:ext>
            </a:extLst>
          </p:cNvPr>
          <p:cNvPicPr>
            <a:picLocks noChangeAspect="1"/>
          </p:cNvPicPr>
          <p:nvPr/>
        </p:nvPicPr>
        <p:blipFill>
          <a:blip r:embed="rId2"/>
          <a:stretch>
            <a:fillRect/>
          </a:stretch>
        </p:blipFill>
        <p:spPr>
          <a:xfrm>
            <a:off x="809297" y="906283"/>
            <a:ext cx="6562725" cy="723900"/>
          </a:xfrm>
          <a:prstGeom prst="rect">
            <a:avLst/>
          </a:prstGeom>
        </p:spPr>
      </p:pic>
      <p:sp>
        <p:nvSpPr>
          <p:cNvPr id="4" name="Rectangle 3">
            <a:extLst>
              <a:ext uri="{FF2B5EF4-FFF2-40B4-BE49-F238E27FC236}">
                <a16:creationId xmlns:a16="http://schemas.microsoft.com/office/drawing/2014/main" id="{E8BD1B5D-F47D-4C25-9EB4-61D79E535DD9}"/>
              </a:ext>
            </a:extLst>
          </p:cNvPr>
          <p:cNvSpPr/>
          <p:nvPr/>
        </p:nvSpPr>
        <p:spPr>
          <a:xfrm>
            <a:off x="121493" y="1752600"/>
            <a:ext cx="8641507" cy="1524007"/>
          </a:xfrm>
          <a:prstGeom prst="rect">
            <a:avLst/>
          </a:prstGeom>
        </p:spPr>
        <p:txBody>
          <a:bodyPr wrap="square">
            <a:spAutoFit/>
          </a:bodyPr>
          <a:lstStyle/>
          <a:p>
            <a:pPr marL="285750" indent="-285750">
              <a:lnSpc>
                <a:spcPct val="150000"/>
              </a:lnSpc>
              <a:buFont typeface="Wingdings" panose="05000000000000000000" pitchFamily="2" charset="2"/>
              <a:buChar char="q"/>
            </a:pPr>
            <a:r>
              <a:rPr lang="en-US" sz="1600" dirty="0"/>
              <a:t>Each of the 16 values of the condition field causes the instruction to be executed or skipped according to the values of the N, Z, C and V flags in the CPSR</a:t>
            </a:r>
          </a:p>
          <a:p>
            <a:pPr marL="285750" indent="-285750">
              <a:lnSpc>
                <a:spcPct val="150000"/>
              </a:lnSpc>
              <a:buFont typeface="Wingdings" panose="05000000000000000000" pitchFamily="2" charset="2"/>
              <a:buChar char="q"/>
            </a:pPr>
            <a:r>
              <a:rPr lang="en-US" sz="1600" dirty="0"/>
              <a:t> Every ARM instruction mnemonic may be extended by appending the two letters defined in the condition  table  (Symbols)</a:t>
            </a:r>
            <a:endParaRPr lang="en-IN" sz="1600" dirty="0"/>
          </a:p>
        </p:txBody>
      </p:sp>
    </p:spTree>
    <p:extLst>
      <p:ext uri="{BB962C8B-B14F-4D97-AF65-F5344CB8AC3E}">
        <p14:creationId xmlns:p14="http://schemas.microsoft.com/office/powerpoint/2010/main" val="2881628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EC93-EBD7-4B2B-8407-08309B106998}"/>
              </a:ext>
            </a:extLst>
          </p:cNvPr>
          <p:cNvSpPr>
            <a:spLocks noGrp="1"/>
          </p:cNvSpPr>
          <p:nvPr>
            <p:ph type="title"/>
          </p:nvPr>
        </p:nvSpPr>
        <p:spPr/>
        <p:txBody>
          <a:bodyPr/>
          <a:lstStyle/>
          <a:p>
            <a:pPr algn="ctr"/>
            <a:r>
              <a:rPr lang="en-GB" altLang="en-US" sz="2800" b="0" dirty="0">
                <a:solidFill>
                  <a:srgbClr val="FF0000"/>
                </a:solidFill>
              </a:rPr>
              <a:t>ARM Instruction Formats</a:t>
            </a:r>
            <a:endParaRPr lang="en-IN" sz="2800" b="0" dirty="0">
              <a:solidFill>
                <a:srgbClr val="FF0000"/>
              </a:solidFill>
            </a:endParaRPr>
          </a:p>
        </p:txBody>
      </p:sp>
      <p:pic>
        <p:nvPicPr>
          <p:cNvPr id="3" name="Picture 5">
            <a:extLst>
              <a:ext uri="{FF2B5EF4-FFF2-40B4-BE49-F238E27FC236}">
                <a16:creationId xmlns:a16="http://schemas.microsoft.com/office/drawing/2014/main" id="{DCC070F3-8EEF-4B24-B85F-0BFBBF8DD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3" y="889080"/>
            <a:ext cx="8694683" cy="3371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7">
            <a:extLst>
              <a:ext uri="{FF2B5EF4-FFF2-40B4-BE49-F238E27FC236}">
                <a16:creationId xmlns:a16="http://schemas.microsoft.com/office/drawing/2014/main" id="{28AD83C7-7491-4258-A072-6C4A3473335C}"/>
              </a:ext>
            </a:extLst>
          </p:cNvPr>
          <p:cNvSpPr txBox="1">
            <a:spLocks noChangeArrowheads="1"/>
          </p:cNvSpPr>
          <p:nvPr/>
        </p:nvSpPr>
        <p:spPr>
          <a:xfrm>
            <a:off x="457199" y="4263944"/>
            <a:ext cx="8613775" cy="19812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a:lnSpc>
                <a:spcPct val="150000"/>
              </a:lnSpc>
            </a:pPr>
            <a:r>
              <a:rPr lang="en-GB" altLang="en-US" kern="0" dirty="0">
                <a:solidFill>
                  <a:srgbClr val="7030A0"/>
                </a:solidFill>
              </a:rPr>
              <a:t>S = For data processing instructions, updates condition codes</a:t>
            </a:r>
          </a:p>
          <a:p>
            <a:pPr>
              <a:lnSpc>
                <a:spcPct val="150000"/>
              </a:lnSpc>
            </a:pPr>
            <a:r>
              <a:rPr lang="en-GB" altLang="en-US" kern="0" dirty="0">
                <a:solidFill>
                  <a:srgbClr val="7030A0"/>
                </a:solidFill>
              </a:rPr>
              <a:t>S = For load/store multiple instructions, execution restricted to supervisor mode</a:t>
            </a:r>
          </a:p>
          <a:p>
            <a:pPr>
              <a:lnSpc>
                <a:spcPct val="150000"/>
              </a:lnSpc>
            </a:pPr>
            <a:r>
              <a:rPr lang="en-GB" altLang="en-US" kern="0" dirty="0">
                <a:solidFill>
                  <a:srgbClr val="7030A0"/>
                </a:solidFill>
              </a:rPr>
              <a:t>P, U, W = distinguish between different types of </a:t>
            </a:r>
            <a:r>
              <a:rPr lang="en-GB" altLang="en-US" kern="0" dirty="0" err="1">
                <a:solidFill>
                  <a:srgbClr val="7030A0"/>
                </a:solidFill>
              </a:rPr>
              <a:t>addressing_mode</a:t>
            </a:r>
            <a:endParaRPr lang="en-GB" altLang="en-US" kern="0" dirty="0">
              <a:solidFill>
                <a:srgbClr val="7030A0"/>
              </a:solidFill>
            </a:endParaRPr>
          </a:p>
          <a:p>
            <a:pPr>
              <a:lnSpc>
                <a:spcPct val="150000"/>
              </a:lnSpc>
            </a:pPr>
            <a:r>
              <a:rPr lang="en-GB" altLang="en-US" kern="0" dirty="0">
                <a:solidFill>
                  <a:srgbClr val="7030A0"/>
                </a:solidFill>
              </a:rPr>
              <a:t>B = Unsigned byte (B==1) or word (B==0) access</a:t>
            </a:r>
          </a:p>
          <a:p>
            <a:pPr>
              <a:lnSpc>
                <a:spcPct val="150000"/>
              </a:lnSpc>
            </a:pPr>
            <a:r>
              <a:rPr lang="en-GB" altLang="en-US" kern="0" dirty="0">
                <a:solidFill>
                  <a:srgbClr val="7030A0"/>
                </a:solidFill>
              </a:rPr>
              <a:t>L = For load/store instructions, Load (L==1) or Store (L==0)</a:t>
            </a:r>
          </a:p>
          <a:p>
            <a:pPr>
              <a:lnSpc>
                <a:spcPct val="150000"/>
              </a:lnSpc>
            </a:pPr>
            <a:r>
              <a:rPr lang="en-GB" altLang="en-US" kern="0" dirty="0">
                <a:solidFill>
                  <a:srgbClr val="7030A0"/>
                </a:solidFill>
              </a:rPr>
              <a:t>L = For branch instructions, is return address stored in link register</a:t>
            </a:r>
          </a:p>
        </p:txBody>
      </p:sp>
    </p:spTree>
    <p:extLst>
      <p:ext uri="{BB962C8B-B14F-4D97-AF65-F5344CB8AC3E}">
        <p14:creationId xmlns:p14="http://schemas.microsoft.com/office/powerpoint/2010/main" val="24701124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49AE8-06AE-47B6-9143-32E2CD5C60D6}"/>
              </a:ext>
            </a:extLst>
          </p:cNvPr>
          <p:cNvSpPr>
            <a:spLocks noGrp="1"/>
          </p:cNvSpPr>
          <p:nvPr>
            <p:ph type="title"/>
          </p:nvPr>
        </p:nvSpPr>
        <p:spPr/>
        <p:txBody>
          <a:bodyPr/>
          <a:lstStyle/>
          <a:p>
            <a:pPr algn="ctr"/>
            <a:r>
              <a:rPr lang="en-US" sz="2400" b="0" dirty="0">
                <a:solidFill>
                  <a:srgbClr val="FF0000"/>
                </a:solidFill>
              </a:rPr>
              <a:t>Branch and Branch with Link binary encoding.</a:t>
            </a:r>
            <a:endParaRPr lang="en-IN" sz="2400" b="0" dirty="0">
              <a:solidFill>
                <a:srgbClr val="FF0000"/>
              </a:solidFill>
            </a:endParaRPr>
          </a:p>
        </p:txBody>
      </p:sp>
      <p:pic>
        <p:nvPicPr>
          <p:cNvPr id="3" name="Picture 2">
            <a:extLst>
              <a:ext uri="{FF2B5EF4-FFF2-40B4-BE49-F238E27FC236}">
                <a16:creationId xmlns:a16="http://schemas.microsoft.com/office/drawing/2014/main" id="{FA6F7082-B02C-4F4B-A40F-A813FF79CEF1}"/>
              </a:ext>
            </a:extLst>
          </p:cNvPr>
          <p:cNvPicPr>
            <a:picLocks noChangeAspect="1"/>
          </p:cNvPicPr>
          <p:nvPr/>
        </p:nvPicPr>
        <p:blipFill>
          <a:blip r:embed="rId2"/>
          <a:stretch>
            <a:fillRect/>
          </a:stretch>
        </p:blipFill>
        <p:spPr>
          <a:xfrm>
            <a:off x="685800" y="1066800"/>
            <a:ext cx="6543675" cy="771525"/>
          </a:xfrm>
          <a:prstGeom prst="rect">
            <a:avLst/>
          </a:prstGeom>
        </p:spPr>
      </p:pic>
      <p:sp>
        <p:nvSpPr>
          <p:cNvPr id="4" name="Rectangle 3">
            <a:extLst>
              <a:ext uri="{FF2B5EF4-FFF2-40B4-BE49-F238E27FC236}">
                <a16:creationId xmlns:a16="http://schemas.microsoft.com/office/drawing/2014/main" id="{48491A98-EBDB-429A-A780-48F4FEEAE098}"/>
              </a:ext>
            </a:extLst>
          </p:cNvPr>
          <p:cNvSpPr/>
          <p:nvPr/>
        </p:nvSpPr>
        <p:spPr>
          <a:xfrm>
            <a:off x="84707" y="1838325"/>
            <a:ext cx="9059293" cy="4149854"/>
          </a:xfrm>
          <a:prstGeom prst="rect">
            <a:avLst/>
          </a:prstGeom>
        </p:spPr>
        <p:txBody>
          <a:bodyPr wrap="square">
            <a:spAutoFit/>
          </a:bodyPr>
          <a:lstStyle/>
          <a:p>
            <a:pPr>
              <a:lnSpc>
                <a:spcPct val="150000"/>
              </a:lnSpc>
            </a:pPr>
            <a:r>
              <a:rPr lang="en-US" sz="1600" dirty="0">
                <a:solidFill>
                  <a:srgbClr val="7030A0"/>
                </a:solidFill>
              </a:rPr>
              <a:t>Branch and Branch with Link instructions cause the processor to begin executing instructions from an address computed by sign extending the 24-bit offset specified in the instruction, </a:t>
            </a:r>
          </a:p>
          <a:p>
            <a:pPr>
              <a:lnSpc>
                <a:spcPct val="150000"/>
              </a:lnSpc>
            </a:pPr>
            <a:r>
              <a:rPr lang="en-US" sz="1600" dirty="0">
                <a:solidFill>
                  <a:srgbClr val="7030A0"/>
                </a:solidFill>
              </a:rPr>
              <a:t>shifting it left two places to form a word offset, then adding it to the program counter which contains the address of the branch instruction plus eight bytes.</a:t>
            </a:r>
          </a:p>
          <a:p>
            <a:pPr>
              <a:lnSpc>
                <a:spcPct val="150000"/>
              </a:lnSpc>
            </a:pPr>
            <a:r>
              <a:rPr lang="en-US" sz="1600" dirty="0">
                <a:solidFill>
                  <a:srgbClr val="7030A0"/>
                </a:solidFill>
              </a:rPr>
              <a:t>The range of the branch instruction is +/- 32 Mbytes</a:t>
            </a:r>
          </a:p>
          <a:p>
            <a:pPr>
              <a:lnSpc>
                <a:spcPct val="150000"/>
              </a:lnSpc>
            </a:pPr>
            <a:r>
              <a:rPr lang="en-US" sz="1600" dirty="0">
                <a:solidFill>
                  <a:srgbClr val="7030A0"/>
                </a:solidFill>
              </a:rPr>
              <a:t>The Branch with Link variant, which has the L bit (bit 24) set, also moves the address of the instruction following the branch into the link register (r14) of the current processor mode.</a:t>
            </a:r>
          </a:p>
          <a:p>
            <a:pPr>
              <a:lnSpc>
                <a:spcPct val="150000"/>
              </a:lnSpc>
            </a:pPr>
            <a:r>
              <a:rPr lang="en-US" sz="1600" dirty="0">
                <a:solidFill>
                  <a:srgbClr val="7030A0"/>
                </a:solidFill>
              </a:rPr>
              <a:t> This is normally used to perform a subroutine call, with the return being caused by copying the link register back into the PC.</a:t>
            </a:r>
          </a:p>
          <a:p>
            <a:pPr>
              <a:lnSpc>
                <a:spcPct val="150000"/>
              </a:lnSpc>
            </a:pPr>
            <a:r>
              <a:rPr lang="en-US" sz="1600" dirty="0">
                <a:solidFill>
                  <a:srgbClr val="7030A0"/>
                </a:solidFill>
              </a:rPr>
              <a:t>Assembler computes the correct offset under normal circumstances.</a:t>
            </a:r>
          </a:p>
          <a:p>
            <a:pPr>
              <a:lnSpc>
                <a:spcPct val="150000"/>
              </a:lnSpc>
            </a:pPr>
            <a:r>
              <a:rPr lang="en-US" sz="1600" dirty="0" err="1">
                <a:solidFill>
                  <a:srgbClr val="FF0000"/>
                </a:solidFill>
              </a:rPr>
              <a:t>Note:</a:t>
            </a:r>
            <a:r>
              <a:rPr lang="en-US" sz="1600" dirty="0" err="1">
                <a:solidFill>
                  <a:srgbClr val="7030A0"/>
                </a:solidFill>
              </a:rPr>
              <a:t>PC</a:t>
            </a:r>
            <a:r>
              <a:rPr lang="en-US" sz="1600" dirty="0">
                <a:solidFill>
                  <a:srgbClr val="7030A0"/>
                </a:solidFill>
              </a:rPr>
              <a:t>  points eight bytes (two instructions) ahead of the current instruction</a:t>
            </a:r>
            <a:endParaRPr lang="en-IN" sz="1600" dirty="0">
              <a:solidFill>
                <a:srgbClr val="7030A0"/>
              </a:solidFill>
            </a:endParaRPr>
          </a:p>
        </p:txBody>
      </p:sp>
      <p:sp>
        <p:nvSpPr>
          <p:cNvPr id="5" name="Rectangle 4">
            <a:extLst>
              <a:ext uri="{FF2B5EF4-FFF2-40B4-BE49-F238E27FC236}">
                <a16:creationId xmlns:a16="http://schemas.microsoft.com/office/drawing/2014/main" id="{FB53FE9F-B5F5-4C6A-9196-DCC8326F9FA0}"/>
              </a:ext>
            </a:extLst>
          </p:cNvPr>
          <p:cNvSpPr/>
          <p:nvPr/>
        </p:nvSpPr>
        <p:spPr>
          <a:xfrm>
            <a:off x="2214561" y="5999847"/>
            <a:ext cx="3343275" cy="369332"/>
          </a:xfrm>
          <a:prstGeom prst="rect">
            <a:avLst/>
          </a:prstGeom>
        </p:spPr>
        <p:txBody>
          <a:bodyPr wrap="square">
            <a:spAutoFit/>
          </a:bodyPr>
          <a:lstStyle/>
          <a:p>
            <a:r>
              <a:rPr lang="en-IN" dirty="0">
                <a:solidFill>
                  <a:srgbClr val="FF0000"/>
                </a:solidFill>
              </a:rPr>
              <a:t>B{L} {</a:t>
            </a:r>
            <a:r>
              <a:rPr lang="en-IN" dirty="0" err="1">
                <a:solidFill>
                  <a:srgbClr val="FF0000"/>
                </a:solidFill>
              </a:rPr>
              <a:t>condn</a:t>
            </a:r>
            <a:r>
              <a:rPr lang="en-IN" dirty="0">
                <a:solidFill>
                  <a:srgbClr val="FF0000"/>
                </a:solidFill>
              </a:rPr>
              <a:t>} &lt;target address&gt; </a:t>
            </a:r>
          </a:p>
        </p:txBody>
      </p:sp>
    </p:spTree>
    <p:extLst>
      <p:ext uri="{BB962C8B-B14F-4D97-AF65-F5344CB8AC3E}">
        <p14:creationId xmlns:p14="http://schemas.microsoft.com/office/powerpoint/2010/main" val="552660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E80BC-E272-4DF4-A646-F98E3FD5FFCC}"/>
              </a:ext>
            </a:extLst>
          </p:cNvPr>
          <p:cNvSpPr>
            <a:spLocks noGrp="1"/>
          </p:cNvSpPr>
          <p:nvPr>
            <p:ph type="title"/>
          </p:nvPr>
        </p:nvSpPr>
        <p:spPr/>
        <p:txBody>
          <a:bodyPr/>
          <a:lstStyle/>
          <a:p>
            <a:pPr algn="ctr"/>
            <a:r>
              <a:rPr lang="en-IN" sz="2400" b="0" dirty="0">
                <a:solidFill>
                  <a:srgbClr val="FF0000"/>
                </a:solidFill>
              </a:rPr>
              <a:t>Data processing instructions</a:t>
            </a:r>
            <a:endParaRPr lang="en-IN" sz="2400" dirty="0"/>
          </a:p>
        </p:txBody>
      </p:sp>
      <p:pic>
        <p:nvPicPr>
          <p:cNvPr id="3" name="Picture 2">
            <a:extLst>
              <a:ext uri="{FF2B5EF4-FFF2-40B4-BE49-F238E27FC236}">
                <a16:creationId xmlns:a16="http://schemas.microsoft.com/office/drawing/2014/main" id="{EAE84B32-9AAE-4DFC-81E5-0D22A16DF387}"/>
              </a:ext>
            </a:extLst>
          </p:cNvPr>
          <p:cNvPicPr>
            <a:picLocks noChangeAspect="1"/>
          </p:cNvPicPr>
          <p:nvPr/>
        </p:nvPicPr>
        <p:blipFill>
          <a:blip r:embed="rId3"/>
          <a:stretch>
            <a:fillRect/>
          </a:stretch>
        </p:blipFill>
        <p:spPr>
          <a:xfrm>
            <a:off x="685800" y="1066800"/>
            <a:ext cx="6629400" cy="5334000"/>
          </a:xfrm>
          <a:prstGeom prst="rect">
            <a:avLst/>
          </a:prstGeom>
        </p:spPr>
      </p:pic>
    </p:spTree>
    <p:extLst>
      <p:ext uri="{BB962C8B-B14F-4D97-AF65-F5344CB8AC3E}">
        <p14:creationId xmlns:p14="http://schemas.microsoft.com/office/powerpoint/2010/main" val="4165556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6F16-656B-4725-B988-EC81124EA077}"/>
              </a:ext>
            </a:extLst>
          </p:cNvPr>
          <p:cNvSpPr>
            <a:spLocks noGrp="1"/>
          </p:cNvSpPr>
          <p:nvPr>
            <p:ph type="title"/>
          </p:nvPr>
        </p:nvSpPr>
        <p:spPr/>
        <p:txBody>
          <a:bodyPr/>
          <a:lstStyle/>
          <a:p>
            <a:pPr algn="ctr"/>
            <a:r>
              <a:rPr lang="en-IN" sz="2400" b="0" dirty="0">
                <a:solidFill>
                  <a:srgbClr val="FF0000"/>
                </a:solidFill>
              </a:rPr>
              <a:t>Data processing instructions</a:t>
            </a:r>
          </a:p>
        </p:txBody>
      </p:sp>
      <p:pic>
        <p:nvPicPr>
          <p:cNvPr id="3" name="Picture 2">
            <a:extLst>
              <a:ext uri="{FF2B5EF4-FFF2-40B4-BE49-F238E27FC236}">
                <a16:creationId xmlns:a16="http://schemas.microsoft.com/office/drawing/2014/main" id="{0BDDFDC2-B894-41DA-B32E-3E317E8FEE4C}"/>
              </a:ext>
            </a:extLst>
          </p:cNvPr>
          <p:cNvPicPr>
            <a:picLocks noChangeAspect="1"/>
          </p:cNvPicPr>
          <p:nvPr/>
        </p:nvPicPr>
        <p:blipFill>
          <a:blip r:embed="rId3"/>
          <a:stretch>
            <a:fillRect/>
          </a:stretch>
        </p:blipFill>
        <p:spPr>
          <a:xfrm>
            <a:off x="304800" y="1219200"/>
            <a:ext cx="5791200" cy="4762500"/>
          </a:xfrm>
          <a:prstGeom prst="rect">
            <a:avLst/>
          </a:prstGeom>
        </p:spPr>
      </p:pic>
    </p:spTree>
    <p:extLst>
      <p:ext uri="{BB962C8B-B14F-4D97-AF65-F5344CB8AC3E}">
        <p14:creationId xmlns:p14="http://schemas.microsoft.com/office/powerpoint/2010/main" val="5554527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F3F77-4824-463D-A301-DF3D9CF3271E}"/>
              </a:ext>
            </a:extLst>
          </p:cNvPr>
          <p:cNvSpPr>
            <a:spLocks noGrp="1"/>
          </p:cNvSpPr>
          <p:nvPr>
            <p:ph type="title"/>
          </p:nvPr>
        </p:nvSpPr>
        <p:spPr/>
        <p:txBody>
          <a:bodyPr/>
          <a:lstStyle/>
          <a:p>
            <a:pPr algn="ctr"/>
            <a:r>
              <a:rPr lang="en-IN" sz="2400" b="0" dirty="0">
                <a:solidFill>
                  <a:srgbClr val="FF0000"/>
                </a:solidFill>
              </a:rPr>
              <a:t>Multiply instructions</a:t>
            </a:r>
          </a:p>
        </p:txBody>
      </p:sp>
      <p:pic>
        <p:nvPicPr>
          <p:cNvPr id="3" name="Picture 2">
            <a:extLst>
              <a:ext uri="{FF2B5EF4-FFF2-40B4-BE49-F238E27FC236}">
                <a16:creationId xmlns:a16="http://schemas.microsoft.com/office/drawing/2014/main" id="{6AF8752F-4489-4B65-806A-3C343BA66A6C}"/>
              </a:ext>
            </a:extLst>
          </p:cNvPr>
          <p:cNvPicPr>
            <a:picLocks noChangeAspect="1"/>
          </p:cNvPicPr>
          <p:nvPr/>
        </p:nvPicPr>
        <p:blipFill>
          <a:blip r:embed="rId3"/>
          <a:stretch>
            <a:fillRect/>
          </a:stretch>
        </p:blipFill>
        <p:spPr>
          <a:xfrm>
            <a:off x="533400" y="1143000"/>
            <a:ext cx="6638925" cy="742950"/>
          </a:xfrm>
          <a:prstGeom prst="rect">
            <a:avLst/>
          </a:prstGeom>
        </p:spPr>
      </p:pic>
      <p:sp>
        <p:nvSpPr>
          <p:cNvPr id="4" name="Rectangle 3">
            <a:extLst>
              <a:ext uri="{FF2B5EF4-FFF2-40B4-BE49-F238E27FC236}">
                <a16:creationId xmlns:a16="http://schemas.microsoft.com/office/drawing/2014/main" id="{34D85EEA-3D6F-4172-A76D-8C33740799FC}"/>
              </a:ext>
            </a:extLst>
          </p:cNvPr>
          <p:cNvSpPr/>
          <p:nvPr/>
        </p:nvSpPr>
        <p:spPr>
          <a:xfrm>
            <a:off x="533400" y="2228671"/>
            <a:ext cx="7467600" cy="1287532"/>
          </a:xfrm>
          <a:prstGeom prst="rect">
            <a:avLst/>
          </a:prstGeom>
        </p:spPr>
        <p:txBody>
          <a:bodyPr wrap="square">
            <a:spAutoFit/>
          </a:bodyPr>
          <a:lstStyle/>
          <a:p>
            <a:pPr>
              <a:lnSpc>
                <a:spcPct val="150000"/>
              </a:lnSpc>
            </a:pPr>
            <a:r>
              <a:rPr lang="en-US" dirty="0">
                <a:solidFill>
                  <a:srgbClr val="7030A0"/>
                </a:solidFill>
              </a:rPr>
              <a:t>ARM multiply instructions produce the product of two 32-bit binary numbers held in registers. The result of multiplying two 32-bit binary numbers is a 64-bit product</a:t>
            </a:r>
            <a:endParaRPr lang="en-IN" dirty="0">
              <a:solidFill>
                <a:srgbClr val="7030A0"/>
              </a:solidFill>
            </a:endParaRPr>
          </a:p>
        </p:txBody>
      </p:sp>
    </p:spTree>
    <p:extLst>
      <p:ext uri="{BB962C8B-B14F-4D97-AF65-F5344CB8AC3E}">
        <p14:creationId xmlns:p14="http://schemas.microsoft.com/office/powerpoint/2010/main" val="1291804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6493-D8D7-478E-8DAC-16E0AB953018}"/>
              </a:ext>
            </a:extLst>
          </p:cNvPr>
          <p:cNvSpPr>
            <a:spLocks noGrp="1"/>
          </p:cNvSpPr>
          <p:nvPr>
            <p:ph type="title"/>
          </p:nvPr>
        </p:nvSpPr>
        <p:spPr/>
        <p:txBody>
          <a:bodyPr/>
          <a:lstStyle/>
          <a:p>
            <a:pPr algn="ctr"/>
            <a:r>
              <a:rPr lang="en-IN" sz="2800" b="0" dirty="0">
                <a:solidFill>
                  <a:srgbClr val="FF0000"/>
                </a:solidFill>
              </a:rPr>
              <a:t>Multiply instructions.</a:t>
            </a:r>
          </a:p>
        </p:txBody>
      </p:sp>
      <p:pic>
        <p:nvPicPr>
          <p:cNvPr id="3" name="Picture 2">
            <a:extLst>
              <a:ext uri="{FF2B5EF4-FFF2-40B4-BE49-F238E27FC236}">
                <a16:creationId xmlns:a16="http://schemas.microsoft.com/office/drawing/2014/main" id="{C49411AF-FE7B-4D41-8816-8C3F2D1AA877}"/>
              </a:ext>
            </a:extLst>
          </p:cNvPr>
          <p:cNvPicPr>
            <a:picLocks noChangeAspect="1"/>
          </p:cNvPicPr>
          <p:nvPr/>
        </p:nvPicPr>
        <p:blipFill>
          <a:blip r:embed="rId3"/>
          <a:stretch>
            <a:fillRect/>
          </a:stretch>
        </p:blipFill>
        <p:spPr>
          <a:xfrm>
            <a:off x="609600" y="1752600"/>
            <a:ext cx="7219950" cy="2514600"/>
          </a:xfrm>
          <a:prstGeom prst="rect">
            <a:avLst/>
          </a:prstGeom>
        </p:spPr>
      </p:pic>
    </p:spTree>
    <p:extLst>
      <p:ext uri="{BB962C8B-B14F-4D97-AF65-F5344CB8AC3E}">
        <p14:creationId xmlns:p14="http://schemas.microsoft.com/office/powerpoint/2010/main" val="21123605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E27-362E-4ECE-8178-1FF52D1D9AA2}"/>
              </a:ext>
            </a:extLst>
          </p:cNvPr>
          <p:cNvSpPr>
            <a:spLocks noGrp="1"/>
          </p:cNvSpPr>
          <p:nvPr>
            <p:ph type="title"/>
          </p:nvPr>
        </p:nvSpPr>
        <p:spPr/>
        <p:txBody>
          <a:bodyPr/>
          <a:lstStyle/>
          <a:p>
            <a:pPr algn="ctr"/>
            <a:r>
              <a:rPr lang="en-US" sz="2400" dirty="0">
                <a:solidFill>
                  <a:srgbClr val="FF0000"/>
                </a:solidFill>
              </a:rPr>
              <a:t>Expanding a Thumb ADD Instruction into its ARM Equivalent </a:t>
            </a:r>
            <a:endParaRPr lang="en-IN" sz="2400" dirty="0">
              <a:solidFill>
                <a:srgbClr val="FF0000"/>
              </a:solidFill>
            </a:endParaRPr>
          </a:p>
        </p:txBody>
      </p:sp>
      <p:pic>
        <p:nvPicPr>
          <p:cNvPr id="3" name="Picture 2">
            <a:extLst>
              <a:ext uri="{FF2B5EF4-FFF2-40B4-BE49-F238E27FC236}">
                <a16:creationId xmlns:a16="http://schemas.microsoft.com/office/drawing/2014/main" id="{AAAA631D-A636-4B72-BBB9-BDA3B9EC271F}"/>
              </a:ext>
            </a:extLst>
          </p:cNvPr>
          <p:cNvPicPr>
            <a:picLocks noChangeAspect="1"/>
          </p:cNvPicPr>
          <p:nvPr/>
        </p:nvPicPr>
        <p:blipFill>
          <a:blip r:embed="rId3"/>
          <a:stretch>
            <a:fillRect/>
          </a:stretch>
        </p:blipFill>
        <p:spPr>
          <a:xfrm>
            <a:off x="304800" y="1066800"/>
            <a:ext cx="8037958" cy="3767137"/>
          </a:xfrm>
          <a:prstGeom prst="rect">
            <a:avLst/>
          </a:prstGeom>
        </p:spPr>
      </p:pic>
      <p:sp>
        <p:nvSpPr>
          <p:cNvPr id="4" name="Rectangle 3">
            <a:extLst>
              <a:ext uri="{FF2B5EF4-FFF2-40B4-BE49-F238E27FC236}">
                <a16:creationId xmlns:a16="http://schemas.microsoft.com/office/drawing/2014/main" id="{F9C42183-A4C3-437C-BAAD-D53BE1D3D0BF}"/>
              </a:ext>
            </a:extLst>
          </p:cNvPr>
          <p:cNvSpPr/>
          <p:nvPr/>
        </p:nvSpPr>
        <p:spPr>
          <a:xfrm>
            <a:off x="304800" y="4819471"/>
            <a:ext cx="8534400" cy="1524007"/>
          </a:xfrm>
          <a:prstGeom prst="rect">
            <a:avLst/>
          </a:prstGeom>
        </p:spPr>
        <p:txBody>
          <a:bodyPr wrap="square">
            <a:spAutoFit/>
          </a:bodyPr>
          <a:lstStyle/>
          <a:p>
            <a:pPr>
              <a:lnSpc>
                <a:spcPct val="150000"/>
              </a:lnSpc>
            </a:pPr>
            <a:r>
              <a:rPr lang="en-US" sz="1600" dirty="0">
                <a:solidFill>
                  <a:srgbClr val="7030A0"/>
                </a:solidFill>
              </a:rPr>
              <a:t>The Thumb instruction set is a re- encoded subset of the ARM instruction set. Thumb is designed to increase the performance of ARM implementations that use a 16-bit or narrower memory data bus and to allow better code density than provided by the ARM instruction for both 16-bit and 32-bit processors</a:t>
            </a:r>
            <a:endParaRPr lang="en-IN" sz="1600" dirty="0">
              <a:solidFill>
                <a:srgbClr val="7030A0"/>
              </a:solidFill>
            </a:endParaRPr>
          </a:p>
        </p:txBody>
      </p:sp>
    </p:spTree>
    <p:extLst>
      <p:ext uri="{BB962C8B-B14F-4D97-AF65-F5344CB8AC3E}">
        <p14:creationId xmlns:p14="http://schemas.microsoft.com/office/powerpoint/2010/main" val="26891289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DB31D-AD05-4135-AD43-3466942F78BD}"/>
              </a:ext>
            </a:extLst>
          </p:cNvPr>
          <p:cNvSpPr>
            <a:spLocks noGrp="1"/>
          </p:cNvSpPr>
          <p:nvPr>
            <p:ph type="title"/>
          </p:nvPr>
        </p:nvSpPr>
        <p:spPr/>
        <p:txBody>
          <a:bodyPr/>
          <a:lstStyle/>
          <a:p>
            <a:pPr algn="ctr"/>
            <a:r>
              <a:rPr lang="en-GB" altLang="en-US" sz="2800" dirty="0">
                <a:solidFill>
                  <a:srgbClr val="FF0000"/>
                </a:solidFill>
              </a:rPr>
              <a:t>Assembler</a:t>
            </a:r>
            <a:endParaRPr lang="en-IN" sz="2800" dirty="0">
              <a:solidFill>
                <a:srgbClr val="FF0000"/>
              </a:solidFill>
            </a:endParaRPr>
          </a:p>
        </p:txBody>
      </p:sp>
      <p:sp>
        <p:nvSpPr>
          <p:cNvPr id="3" name="Rectangle 2">
            <a:extLst>
              <a:ext uri="{FF2B5EF4-FFF2-40B4-BE49-F238E27FC236}">
                <a16:creationId xmlns:a16="http://schemas.microsoft.com/office/drawing/2014/main" id="{35CDF0CC-D2EF-49D8-806B-F4BCDF4FE977}"/>
              </a:ext>
            </a:extLst>
          </p:cNvPr>
          <p:cNvSpPr/>
          <p:nvPr/>
        </p:nvSpPr>
        <p:spPr>
          <a:xfrm>
            <a:off x="304800" y="990600"/>
            <a:ext cx="7772400" cy="4196020"/>
          </a:xfrm>
          <a:prstGeom prst="rect">
            <a:avLst/>
          </a:prstGeom>
        </p:spPr>
        <p:txBody>
          <a:bodyPr wrap="square">
            <a:spAutoFit/>
          </a:bodyPr>
          <a:lstStyle/>
          <a:p>
            <a:pPr marL="285750" indent="-285750">
              <a:lnSpc>
                <a:spcPct val="150000"/>
              </a:lnSpc>
              <a:buFont typeface="Wingdings" panose="05000000000000000000" pitchFamily="2" charset="2"/>
              <a:buChar char="v"/>
            </a:pPr>
            <a:r>
              <a:rPr lang="en-GB" altLang="en-US" dirty="0">
                <a:solidFill>
                  <a:srgbClr val="7030A0"/>
                </a:solidFill>
              </a:rPr>
              <a:t>Machines store and understand binary instructions</a:t>
            </a:r>
          </a:p>
          <a:p>
            <a:pPr marL="285750" indent="-285750">
              <a:lnSpc>
                <a:spcPct val="150000"/>
              </a:lnSpc>
              <a:buFont typeface="Wingdings" panose="05000000000000000000" pitchFamily="2" charset="2"/>
              <a:buChar char="v"/>
            </a:pPr>
            <a:r>
              <a:rPr lang="en-GB" altLang="en-US" dirty="0">
                <a:solidFill>
                  <a:srgbClr val="7030A0"/>
                </a:solidFill>
              </a:rPr>
              <a:t> E.g. N= I + J + K  initialize I=2, J=3, K=4</a:t>
            </a:r>
          </a:p>
          <a:p>
            <a:pPr marL="285750" indent="-285750">
              <a:lnSpc>
                <a:spcPct val="150000"/>
              </a:lnSpc>
              <a:buFont typeface="Wingdings" panose="05000000000000000000" pitchFamily="2" charset="2"/>
              <a:buChar char="v"/>
            </a:pPr>
            <a:r>
              <a:rPr lang="en-GB" altLang="en-US" dirty="0">
                <a:solidFill>
                  <a:srgbClr val="7030A0"/>
                </a:solidFill>
              </a:rPr>
              <a:t> Program starts in location 101</a:t>
            </a:r>
          </a:p>
          <a:p>
            <a:pPr marL="285750" indent="-285750">
              <a:lnSpc>
                <a:spcPct val="150000"/>
              </a:lnSpc>
              <a:buFont typeface="Wingdings" panose="05000000000000000000" pitchFamily="2" charset="2"/>
              <a:buChar char="v"/>
            </a:pPr>
            <a:r>
              <a:rPr lang="en-GB" altLang="en-US" dirty="0">
                <a:solidFill>
                  <a:srgbClr val="7030A0"/>
                </a:solidFill>
              </a:rPr>
              <a:t> Data starting 201</a:t>
            </a:r>
          </a:p>
          <a:p>
            <a:pPr marL="285750" indent="-285750">
              <a:lnSpc>
                <a:spcPct val="150000"/>
              </a:lnSpc>
              <a:buFont typeface="Wingdings" panose="05000000000000000000" pitchFamily="2" charset="2"/>
              <a:buChar char="q"/>
            </a:pPr>
            <a:r>
              <a:rPr lang="en-GB" altLang="en-US" dirty="0">
                <a:solidFill>
                  <a:srgbClr val="7030A0"/>
                </a:solidFill>
              </a:rPr>
              <a:t>Code:</a:t>
            </a:r>
          </a:p>
          <a:p>
            <a:pPr marL="285750" indent="-285750">
              <a:lnSpc>
                <a:spcPct val="150000"/>
              </a:lnSpc>
              <a:buFont typeface="Wingdings" panose="05000000000000000000" pitchFamily="2" charset="2"/>
              <a:buChar char="ü"/>
            </a:pPr>
            <a:r>
              <a:rPr lang="en-GB" altLang="en-US" dirty="0">
                <a:solidFill>
                  <a:srgbClr val="7030A0"/>
                </a:solidFill>
              </a:rPr>
              <a:t>Load contents of 201 into AC</a:t>
            </a:r>
          </a:p>
          <a:p>
            <a:pPr marL="285750" indent="-285750">
              <a:lnSpc>
                <a:spcPct val="150000"/>
              </a:lnSpc>
              <a:buFont typeface="Wingdings" panose="05000000000000000000" pitchFamily="2" charset="2"/>
              <a:buChar char="ü"/>
            </a:pPr>
            <a:r>
              <a:rPr lang="en-GB" altLang="en-US" dirty="0">
                <a:solidFill>
                  <a:srgbClr val="7030A0"/>
                </a:solidFill>
              </a:rPr>
              <a:t> Add contents of 202 to AC</a:t>
            </a:r>
          </a:p>
          <a:p>
            <a:pPr marL="285750" indent="-285750">
              <a:lnSpc>
                <a:spcPct val="150000"/>
              </a:lnSpc>
              <a:buFont typeface="Wingdings" panose="05000000000000000000" pitchFamily="2" charset="2"/>
              <a:buChar char="ü"/>
            </a:pPr>
            <a:r>
              <a:rPr lang="en-GB" altLang="en-US" dirty="0">
                <a:solidFill>
                  <a:srgbClr val="7030A0"/>
                </a:solidFill>
              </a:rPr>
              <a:t> Add contents of 203 to AC</a:t>
            </a:r>
          </a:p>
          <a:p>
            <a:pPr marL="285750" indent="-285750">
              <a:lnSpc>
                <a:spcPct val="150000"/>
              </a:lnSpc>
              <a:buFont typeface="Wingdings" panose="05000000000000000000" pitchFamily="2" charset="2"/>
              <a:buChar char="ü"/>
            </a:pPr>
            <a:r>
              <a:rPr lang="en-GB" altLang="en-US" dirty="0">
                <a:solidFill>
                  <a:srgbClr val="7030A0"/>
                </a:solidFill>
              </a:rPr>
              <a:t> Store contents of AC to 204</a:t>
            </a:r>
          </a:p>
          <a:p>
            <a:pPr marL="285750" indent="-285750">
              <a:lnSpc>
                <a:spcPct val="150000"/>
              </a:lnSpc>
              <a:buFont typeface="Wingdings" panose="05000000000000000000" pitchFamily="2" charset="2"/>
              <a:buChar char="ü"/>
            </a:pPr>
            <a:r>
              <a:rPr lang="en-GB" altLang="en-US" dirty="0">
                <a:solidFill>
                  <a:srgbClr val="7030A0"/>
                </a:solidFill>
              </a:rPr>
              <a:t> Tedious and error prone</a:t>
            </a:r>
          </a:p>
        </p:txBody>
      </p:sp>
      <p:graphicFrame>
        <p:nvGraphicFramePr>
          <p:cNvPr id="4" name="Table 3">
            <a:extLst>
              <a:ext uri="{FF2B5EF4-FFF2-40B4-BE49-F238E27FC236}">
                <a16:creationId xmlns:a16="http://schemas.microsoft.com/office/drawing/2014/main" id="{75667267-8B44-4B68-9F47-BE08DA4D36DC}"/>
              </a:ext>
            </a:extLst>
          </p:cNvPr>
          <p:cNvGraphicFramePr>
            <a:graphicFrameLocks noGrp="1"/>
          </p:cNvGraphicFramePr>
          <p:nvPr>
            <p:extLst>
              <p:ext uri="{D42A27DB-BD31-4B8C-83A1-F6EECF244321}">
                <p14:modId xmlns:p14="http://schemas.microsoft.com/office/powerpoint/2010/main" val="4073547011"/>
              </p:ext>
            </p:extLst>
          </p:nvPr>
        </p:nvGraphicFramePr>
        <p:xfrm>
          <a:off x="3996559" y="2026527"/>
          <a:ext cx="4995042" cy="3890385"/>
        </p:xfrm>
        <a:graphic>
          <a:graphicData uri="http://schemas.openxmlformats.org/drawingml/2006/table">
            <a:tbl>
              <a:tblPr/>
              <a:tblGrid>
                <a:gridCol w="1126716">
                  <a:extLst>
                    <a:ext uri="{9D8B030D-6E8A-4147-A177-3AD203B41FA5}">
                      <a16:colId xmlns:a16="http://schemas.microsoft.com/office/drawing/2014/main" val="2977836092"/>
                    </a:ext>
                  </a:extLst>
                </a:gridCol>
                <a:gridCol w="998041">
                  <a:extLst>
                    <a:ext uri="{9D8B030D-6E8A-4147-A177-3AD203B41FA5}">
                      <a16:colId xmlns:a16="http://schemas.microsoft.com/office/drawing/2014/main" val="7715150"/>
                    </a:ext>
                  </a:extLst>
                </a:gridCol>
                <a:gridCol w="996392">
                  <a:extLst>
                    <a:ext uri="{9D8B030D-6E8A-4147-A177-3AD203B41FA5}">
                      <a16:colId xmlns:a16="http://schemas.microsoft.com/office/drawing/2014/main" val="3093553841"/>
                    </a:ext>
                  </a:extLst>
                </a:gridCol>
                <a:gridCol w="998043">
                  <a:extLst>
                    <a:ext uri="{9D8B030D-6E8A-4147-A177-3AD203B41FA5}">
                      <a16:colId xmlns:a16="http://schemas.microsoft.com/office/drawing/2014/main" val="2255155668"/>
                    </a:ext>
                  </a:extLst>
                </a:gridCol>
                <a:gridCol w="875850">
                  <a:extLst>
                    <a:ext uri="{9D8B030D-6E8A-4147-A177-3AD203B41FA5}">
                      <a16:colId xmlns:a16="http://schemas.microsoft.com/office/drawing/2014/main" val="421882021"/>
                    </a:ext>
                  </a:extLst>
                </a:gridCol>
              </a:tblGrid>
              <a:tr h="425529">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Address</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CCCCCC"/>
                    </a:solidFill>
                  </a:tcPr>
                </a:tc>
                <a:tc gridSpan="4">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Contents</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CCCCCC"/>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927443438"/>
                  </a:ext>
                </a:extLst>
              </a:tr>
              <a:tr h="375151">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0010</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0010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2201</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1100210860"/>
                  </a:ext>
                </a:extLst>
              </a:tr>
              <a:tr h="376223">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102</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0001</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0010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102</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1202</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611934875"/>
                  </a:ext>
                </a:extLst>
              </a:tr>
              <a:tr h="376223">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103</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0010</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103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1203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3531742589"/>
                  </a:ext>
                </a:extLst>
              </a:tr>
              <a:tr h="375151">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104</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0011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0010</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104</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3204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1265366299"/>
                  </a:ext>
                </a:extLst>
              </a:tr>
              <a:tr h="409847">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a:ln>
                          <a:noFill/>
                        </a:ln>
                        <a:solidFill>
                          <a:schemeClr val="tx1"/>
                        </a:solidFill>
                        <a:effectLst/>
                        <a:latin typeface="Verdana" panose="020B0604030504040204"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a:ln>
                          <a:noFill/>
                        </a:ln>
                        <a:solidFill>
                          <a:schemeClr val="tx1"/>
                        </a:solidFill>
                        <a:effectLst/>
                        <a:latin typeface="Verdana" panose="020B0604030504040204" pitchFamily="34"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dirty="0">
                        <a:ln>
                          <a:noFill/>
                        </a:ln>
                        <a:solidFill>
                          <a:schemeClr val="tx1"/>
                        </a:solidFill>
                        <a:effectLst/>
                        <a:latin typeface="Verdana" panose="020B0604030504040204" pitchFamily="34"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dirty="0">
                        <a:ln>
                          <a:noFill/>
                        </a:ln>
                        <a:solidFill>
                          <a:schemeClr val="tx1"/>
                        </a:solidFill>
                        <a:effectLst/>
                        <a:latin typeface="Verdana" panose="020B0604030504040204" pitchFamily="34"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dirty="0">
                        <a:ln>
                          <a:noFill/>
                        </a:ln>
                        <a:solidFill>
                          <a:schemeClr val="tx1"/>
                        </a:solidFill>
                        <a:effectLst/>
                        <a:latin typeface="Verdana" panose="020B0604030504040204" pitchFamily="34"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330678840"/>
                  </a:ext>
                </a:extLst>
              </a:tr>
              <a:tr h="375151">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201</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0002</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2928321509"/>
                  </a:ext>
                </a:extLst>
              </a:tr>
              <a:tr h="376223">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202</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202</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3159742285"/>
                  </a:ext>
                </a:extLst>
              </a:tr>
              <a:tr h="375151">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203</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203</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3642551785"/>
                  </a:ext>
                </a:extLst>
              </a:tr>
              <a:tr h="376223">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204</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204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694350785"/>
                  </a:ext>
                </a:extLst>
              </a:tr>
            </a:tbl>
          </a:graphicData>
        </a:graphic>
      </p:graphicFrame>
      <p:sp>
        <p:nvSpPr>
          <p:cNvPr id="5" name="Rectangle 4">
            <a:extLst>
              <a:ext uri="{FF2B5EF4-FFF2-40B4-BE49-F238E27FC236}">
                <a16:creationId xmlns:a16="http://schemas.microsoft.com/office/drawing/2014/main" id="{ECCB1AE9-9268-4712-A2E2-B4BE0C1F30FD}"/>
              </a:ext>
            </a:extLst>
          </p:cNvPr>
          <p:cNvSpPr/>
          <p:nvPr/>
        </p:nvSpPr>
        <p:spPr>
          <a:xfrm>
            <a:off x="5334000" y="6037881"/>
            <a:ext cx="1826141" cy="369332"/>
          </a:xfrm>
          <a:prstGeom prst="rect">
            <a:avLst/>
          </a:prstGeom>
        </p:spPr>
        <p:txBody>
          <a:bodyPr wrap="none">
            <a:spAutoFit/>
          </a:bodyPr>
          <a:lstStyle/>
          <a:p>
            <a:r>
              <a:rPr lang="en-IN" dirty="0"/>
              <a:t> Binary program</a:t>
            </a:r>
          </a:p>
        </p:txBody>
      </p:sp>
    </p:spTree>
    <p:extLst>
      <p:ext uri="{BB962C8B-B14F-4D97-AF65-F5344CB8AC3E}">
        <p14:creationId xmlns:p14="http://schemas.microsoft.com/office/powerpoint/2010/main" val="803429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A369E-D951-4DCA-9BA6-68DBB5BE6FFD}"/>
              </a:ext>
            </a:extLst>
          </p:cNvPr>
          <p:cNvSpPr>
            <a:spLocks noGrp="1"/>
          </p:cNvSpPr>
          <p:nvPr>
            <p:ph type="title"/>
          </p:nvPr>
        </p:nvSpPr>
        <p:spPr/>
        <p:txBody>
          <a:bodyPr/>
          <a:lstStyle/>
          <a:p>
            <a:pPr algn="ctr"/>
            <a:r>
              <a:rPr lang="en-GB" altLang="en-US" sz="2800" dirty="0">
                <a:solidFill>
                  <a:srgbClr val="FF0000"/>
                </a:solidFill>
              </a:rPr>
              <a:t>Improvements</a:t>
            </a:r>
            <a:endParaRPr lang="en-IN" sz="2800" dirty="0">
              <a:solidFill>
                <a:srgbClr val="FF0000"/>
              </a:solidFill>
            </a:endParaRPr>
          </a:p>
        </p:txBody>
      </p:sp>
      <p:sp>
        <p:nvSpPr>
          <p:cNvPr id="3" name="Rectangle 2">
            <a:extLst>
              <a:ext uri="{FF2B5EF4-FFF2-40B4-BE49-F238E27FC236}">
                <a16:creationId xmlns:a16="http://schemas.microsoft.com/office/drawing/2014/main" id="{DD9B0735-0B38-4386-865C-381E556AF16B}"/>
              </a:ext>
            </a:extLst>
          </p:cNvPr>
          <p:cNvSpPr/>
          <p:nvPr/>
        </p:nvSpPr>
        <p:spPr>
          <a:xfrm>
            <a:off x="304800" y="1219200"/>
            <a:ext cx="5638800" cy="4196020"/>
          </a:xfrm>
          <a:prstGeom prst="rect">
            <a:avLst/>
          </a:prstGeom>
        </p:spPr>
        <p:txBody>
          <a:bodyPr wrap="square">
            <a:spAutoFit/>
          </a:bodyPr>
          <a:lstStyle/>
          <a:p>
            <a:pPr marL="285750" indent="-285750">
              <a:lnSpc>
                <a:spcPct val="150000"/>
              </a:lnSpc>
              <a:buFont typeface="Wingdings" panose="05000000000000000000" pitchFamily="2" charset="2"/>
              <a:buChar char="q"/>
            </a:pPr>
            <a:r>
              <a:rPr lang="en-GB" altLang="en-US" dirty="0">
                <a:solidFill>
                  <a:srgbClr val="7030A0"/>
                </a:solidFill>
              </a:rPr>
              <a:t>Use hexadecimal rather than binary</a:t>
            </a:r>
          </a:p>
          <a:p>
            <a:pPr marL="742758" lvl="1" indent="-285750">
              <a:lnSpc>
                <a:spcPct val="150000"/>
              </a:lnSpc>
              <a:buFont typeface="Wingdings" panose="05000000000000000000" pitchFamily="2" charset="2"/>
              <a:buChar char="ü"/>
            </a:pPr>
            <a:r>
              <a:rPr lang="en-GB" altLang="en-US" dirty="0">
                <a:solidFill>
                  <a:srgbClr val="7030A0"/>
                </a:solidFill>
              </a:rPr>
              <a:t>Code as series of lines</a:t>
            </a:r>
          </a:p>
          <a:p>
            <a:pPr marL="1199762" lvl="2" indent="-285750">
              <a:lnSpc>
                <a:spcPct val="150000"/>
              </a:lnSpc>
              <a:buFont typeface="Wingdings" panose="05000000000000000000" pitchFamily="2" charset="2"/>
              <a:buChar char="§"/>
            </a:pPr>
            <a:r>
              <a:rPr lang="en-GB" altLang="en-US" dirty="0">
                <a:solidFill>
                  <a:srgbClr val="7030A0"/>
                </a:solidFill>
              </a:rPr>
              <a:t>Hex address and memory address</a:t>
            </a:r>
          </a:p>
          <a:p>
            <a:pPr marL="742758" lvl="1" indent="-285750">
              <a:lnSpc>
                <a:spcPct val="150000"/>
              </a:lnSpc>
              <a:buFont typeface="Wingdings" panose="05000000000000000000" pitchFamily="2" charset="2"/>
              <a:buChar char="ü"/>
            </a:pPr>
            <a:r>
              <a:rPr lang="en-GB" altLang="en-US" dirty="0">
                <a:solidFill>
                  <a:srgbClr val="7030A0"/>
                </a:solidFill>
              </a:rPr>
              <a:t>Need to translate automatically using program</a:t>
            </a:r>
          </a:p>
          <a:p>
            <a:pPr marL="285750" indent="-285750">
              <a:lnSpc>
                <a:spcPct val="150000"/>
              </a:lnSpc>
              <a:buFont typeface="Wingdings" panose="05000000000000000000" pitchFamily="2" charset="2"/>
              <a:buChar char="q"/>
            </a:pPr>
            <a:r>
              <a:rPr lang="en-GB" altLang="en-US" dirty="0">
                <a:solidFill>
                  <a:srgbClr val="7030A0"/>
                </a:solidFill>
              </a:rPr>
              <a:t>Add symbolic names or mnemonics for instructions</a:t>
            </a:r>
          </a:p>
          <a:p>
            <a:pPr marL="285750" indent="-285750">
              <a:lnSpc>
                <a:spcPct val="150000"/>
              </a:lnSpc>
              <a:buFont typeface="Wingdings" panose="05000000000000000000" pitchFamily="2" charset="2"/>
              <a:buChar char="q"/>
            </a:pPr>
            <a:r>
              <a:rPr lang="en-GB" altLang="en-US" dirty="0">
                <a:solidFill>
                  <a:srgbClr val="7030A0"/>
                </a:solidFill>
              </a:rPr>
              <a:t>Three fields per line</a:t>
            </a:r>
          </a:p>
          <a:p>
            <a:pPr marL="742758" lvl="1" indent="-285750">
              <a:lnSpc>
                <a:spcPct val="150000"/>
              </a:lnSpc>
              <a:buFont typeface="Wingdings" panose="05000000000000000000" pitchFamily="2" charset="2"/>
              <a:buChar char="ü"/>
            </a:pPr>
            <a:r>
              <a:rPr lang="en-GB" altLang="en-US" dirty="0">
                <a:solidFill>
                  <a:srgbClr val="7030A0"/>
                </a:solidFill>
              </a:rPr>
              <a:t>Location address</a:t>
            </a:r>
          </a:p>
          <a:p>
            <a:pPr marL="742758" lvl="1" indent="-285750">
              <a:lnSpc>
                <a:spcPct val="150000"/>
              </a:lnSpc>
              <a:buFont typeface="Wingdings" panose="05000000000000000000" pitchFamily="2" charset="2"/>
              <a:buChar char="ü"/>
            </a:pPr>
            <a:r>
              <a:rPr lang="en-GB" altLang="en-US" dirty="0">
                <a:solidFill>
                  <a:srgbClr val="7030A0"/>
                </a:solidFill>
              </a:rPr>
              <a:t>Three letter opcode</a:t>
            </a:r>
          </a:p>
          <a:p>
            <a:pPr marL="742758" lvl="1" indent="-285750">
              <a:lnSpc>
                <a:spcPct val="150000"/>
              </a:lnSpc>
              <a:buFont typeface="Wingdings" panose="05000000000000000000" pitchFamily="2" charset="2"/>
              <a:buChar char="ü"/>
            </a:pPr>
            <a:r>
              <a:rPr lang="en-GB" altLang="en-US" dirty="0">
                <a:solidFill>
                  <a:srgbClr val="7030A0"/>
                </a:solidFill>
              </a:rPr>
              <a:t>If memory reference: address</a:t>
            </a:r>
          </a:p>
          <a:p>
            <a:pPr marL="285750" indent="-285750">
              <a:lnSpc>
                <a:spcPct val="150000"/>
              </a:lnSpc>
              <a:buFont typeface="Wingdings" panose="05000000000000000000" pitchFamily="2" charset="2"/>
              <a:buChar char="q"/>
            </a:pPr>
            <a:r>
              <a:rPr lang="en-GB" altLang="en-US" dirty="0">
                <a:solidFill>
                  <a:srgbClr val="7030A0"/>
                </a:solidFill>
              </a:rPr>
              <a:t>Need more complex translation program</a:t>
            </a:r>
          </a:p>
        </p:txBody>
      </p:sp>
      <p:graphicFrame>
        <p:nvGraphicFramePr>
          <p:cNvPr id="4" name="Table 3">
            <a:extLst>
              <a:ext uri="{FF2B5EF4-FFF2-40B4-BE49-F238E27FC236}">
                <a16:creationId xmlns:a16="http://schemas.microsoft.com/office/drawing/2014/main" id="{AA21A48C-6591-4202-AB04-E14EB3C13F21}"/>
              </a:ext>
            </a:extLst>
          </p:cNvPr>
          <p:cNvGraphicFramePr>
            <a:graphicFrameLocks noGrp="1"/>
          </p:cNvGraphicFramePr>
          <p:nvPr>
            <p:extLst>
              <p:ext uri="{D42A27DB-BD31-4B8C-83A1-F6EECF244321}">
                <p14:modId xmlns:p14="http://schemas.microsoft.com/office/powerpoint/2010/main" val="3440258133"/>
              </p:ext>
            </p:extLst>
          </p:nvPr>
        </p:nvGraphicFramePr>
        <p:xfrm>
          <a:off x="6248401" y="249289"/>
          <a:ext cx="2057400" cy="3435912"/>
        </p:xfrm>
        <a:graphic>
          <a:graphicData uri="http://schemas.openxmlformats.org/drawingml/2006/table">
            <a:tbl>
              <a:tblPr/>
              <a:tblGrid>
                <a:gridCol w="998284">
                  <a:extLst>
                    <a:ext uri="{9D8B030D-6E8A-4147-A177-3AD203B41FA5}">
                      <a16:colId xmlns:a16="http://schemas.microsoft.com/office/drawing/2014/main" val="9808205"/>
                    </a:ext>
                  </a:extLst>
                </a:gridCol>
                <a:gridCol w="1059116">
                  <a:extLst>
                    <a:ext uri="{9D8B030D-6E8A-4147-A177-3AD203B41FA5}">
                      <a16:colId xmlns:a16="http://schemas.microsoft.com/office/drawing/2014/main" val="1091799800"/>
                    </a:ext>
                  </a:extLst>
                </a:gridCol>
              </a:tblGrid>
              <a:tr h="369164">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Address</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Contents</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CCCCCC"/>
                    </a:solidFill>
                  </a:tcPr>
                </a:tc>
                <a:extLst>
                  <a:ext uri="{0D108BD9-81ED-4DB2-BD59-A6C34878D82A}">
                    <a16:rowId xmlns:a16="http://schemas.microsoft.com/office/drawing/2014/main" val="2575213465"/>
                  </a:ext>
                </a:extLst>
              </a:tr>
              <a:tr h="325459">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2201</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4183135136"/>
                  </a:ext>
                </a:extLst>
              </a:tr>
              <a:tr h="326388">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102</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1202</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948243840"/>
                  </a:ext>
                </a:extLst>
              </a:tr>
              <a:tr h="326388">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103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1203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3544932937"/>
                  </a:ext>
                </a:extLst>
              </a:tr>
              <a:tr h="325459">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104</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3204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1128516246"/>
                  </a:ext>
                </a:extLst>
              </a:tr>
              <a:tr h="355559">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a:ln>
                          <a:noFill/>
                        </a:ln>
                        <a:solidFill>
                          <a:schemeClr val="tx1"/>
                        </a:solidFill>
                        <a:effectLst/>
                        <a:latin typeface="Verdana" panose="020B0604030504040204"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a:spcBef>
                          <a:spcPct val="20000"/>
                        </a:spcBef>
                        <a:buClr>
                          <a:srgbClr val="008080"/>
                        </a:buClr>
                        <a:defRPr kumimoji="1" sz="2400">
                          <a:solidFill>
                            <a:schemeClr val="tx1"/>
                          </a:solidFill>
                          <a:latin typeface="Verdana" panose="020B0604030504040204" pitchFamily="34" charset="0"/>
                        </a:defRPr>
                      </a:lvl1pPr>
                      <a:lvl2pPr>
                        <a:spcBef>
                          <a:spcPct val="20000"/>
                        </a:spcBef>
                        <a:buClr>
                          <a:srgbClr val="008080"/>
                        </a:buClr>
                        <a:defRPr kumimoji="1" sz="2000">
                          <a:solidFill>
                            <a:schemeClr val="tx1"/>
                          </a:solidFill>
                          <a:latin typeface="Verdana" panose="020B0604030504040204" pitchFamily="34" charset="0"/>
                        </a:defRPr>
                      </a:lvl2pPr>
                      <a:lvl3pPr>
                        <a:spcBef>
                          <a:spcPct val="20000"/>
                        </a:spcBef>
                        <a:buClr>
                          <a:srgbClr val="008080"/>
                        </a:buClr>
                        <a:defRPr kumimoji="1">
                          <a:solidFill>
                            <a:schemeClr val="tx1"/>
                          </a:solidFill>
                          <a:latin typeface="Verdana" panose="020B0604030504040204" pitchFamily="34" charset="0"/>
                        </a:defRPr>
                      </a:lvl3pPr>
                      <a:lvl4pPr>
                        <a:spcBef>
                          <a:spcPct val="20000"/>
                        </a:spcBef>
                        <a:buClr>
                          <a:srgbClr val="008080"/>
                        </a:buClr>
                        <a:defRPr kumimoji="1" sz="1600">
                          <a:solidFill>
                            <a:schemeClr val="tx1"/>
                          </a:solidFill>
                          <a:latin typeface="Verdana" panose="020B0604030504040204" pitchFamily="34" charset="0"/>
                        </a:defRPr>
                      </a:lvl4pPr>
                      <a:lvl5pPr>
                        <a:spcBef>
                          <a:spcPct val="20000"/>
                        </a:spcBef>
                        <a:buClr>
                          <a:srgbClr val="008080"/>
                        </a:buClr>
                        <a:defRPr kumimoji="1" sz="1600">
                          <a:solidFill>
                            <a:schemeClr val="tx1"/>
                          </a:solidFill>
                          <a:latin typeface="Verdana" panose="020B0604030504040204" pitchFamily="34" charset="0"/>
                        </a:defRPr>
                      </a:lvl5pPr>
                      <a:lvl6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20000"/>
                        </a:spcBef>
                        <a:spcAft>
                          <a:spcPct val="0"/>
                        </a:spcAft>
                        <a:buClr>
                          <a:srgbClr val="008080"/>
                        </a:buClr>
                        <a:buSzTx/>
                        <a:buFontTx/>
                        <a:buNone/>
                        <a:tabLst/>
                      </a:pPr>
                      <a:endParaRPr kumimoji="1" lang="en-GB" altLang="en-US" sz="2400" b="0" i="0" u="none" strike="noStrike" cap="none" normalizeH="0" baseline="0" dirty="0">
                        <a:ln>
                          <a:noFill/>
                        </a:ln>
                        <a:solidFill>
                          <a:schemeClr val="tx1"/>
                        </a:solidFill>
                        <a:effectLst/>
                        <a:latin typeface="Verdana" panose="020B0604030504040204" pitchFamily="34"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4115467716"/>
                  </a:ext>
                </a:extLst>
              </a:tr>
              <a:tr h="325459">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0002</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1582620090"/>
                  </a:ext>
                </a:extLst>
              </a:tr>
              <a:tr h="326388">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202</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1918017082"/>
                  </a:ext>
                </a:extLst>
              </a:tr>
              <a:tr h="325459">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203</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solidFill>
                      <a:srgbClr val="CCCCCC"/>
                    </a:solidFill>
                  </a:tcPr>
                </a:tc>
                <a:extLst>
                  <a:ext uri="{0D108BD9-81ED-4DB2-BD59-A6C34878D82A}">
                    <a16:rowId xmlns:a16="http://schemas.microsoft.com/office/drawing/2014/main" val="2991060283"/>
                  </a:ext>
                </a:extLst>
              </a:tr>
              <a:tr h="326388">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panose="02020603050405020304" pitchFamily="18" charset="0"/>
                          <a:cs typeface="Times New Roman" panose="02020603050405020304" pitchFamily="18" charset="0"/>
                        </a:rPr>
                        <a:t>204</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marL="90000" marR="90000" marT="46800" marB="46800"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tc>
                  <a:txBody>
                    <a:bodyPr/>
                    <a:lstStyle>
                      <a:lvl1pPr marL="342900" indent="-342900">
                        <a:spcBef>
                          <a:spcPct val="20000"/>
                        </a:spcBef>
                        <a:buClr>
                          <a:srgbClr val="008080"/>
                        </a:buClr>
                        <a:defRPr kumimoji="1" sz="2400">
                          <a:solidFill>
                            <a:schemeClr val="tx1"/>
                          </a:solidFill>
                          <a:latin typeface="Verdana" panose="020B0604030504040204" pitchFamily="34" charset="0"/>
                        </a:defRPr>
                      </a:lvl1pPr>
                      <a:lvl2pPr marL="742950" indent="-285750">
                        <a:spcBef>
                          <a:spcPct val="20000"/>
                        </a:spcBef>
                        <a:buClr>
                          <a:srgbClr val="008080"/>
                        </a:buClr>
                        <a:defRPr kumimoji="1" sz="2000">
                          <a:solidFill>
                            <a:schemeClr val="tx1"/>
                          </a:solidFill>
                          <a:latin typeface="Verdana" panose="020B0604030504040204" pitchFamily="34" charset="0"/>
                        </a:defRPr>
                      </a:lvl2pPr>
                      <a:lvl3pPr marL="1143000" indent="-228600">
                        <a:spcBef>
                          <a:spcPct val="20000"/>
                        </a:spcBef>
                        <a:buClr>
                          <a:srgbClr val="008080"/>
                        </a:buClr>
                        <a:defRPr kumimoji="1">
                          <a:solidFill>
                            <a:schemeClr val="tx1"/>
                          </a:solidFill>
                          <a:latin typeface="Verdana" panose="020B0604030504040204" pitchFamily="34" charset="0"/>
                        </a:defRPr>
                      </a:lvl3pPr>
                      <a:lvl4pPr marL="1600200" indent="-228600">
                        <a:spcBef>
                          <a:spcPct val="20000"/>
                        </a:spcBef>
                        <a:buClr>
                          <a:srgbClr val="008080"/>
                        </a:buClr>
                        <a:defRPr kumimoji="1" sz="1600">
                          <a:solidFill>
                            <a:schemeClr val="tx1"/>
                          </a:solidFill>
                          <a:latin typeface="Verdana" panose="020B0604030504040204" pitchFamily="34" charset="0"/>
                        </a:defRPr>
                      </a:lvl4pPr>
                      <a:lvl5pPr marL="2057400" indent="-228600">
                        <a:spcBef>
                          <a:spcPct val="20000"/>
                        </a:spcBef>
                        <a:buClr>
                          <a:srgbClr val="008080"/>
                        </a:buClr>
                        <a:defRPr kumimoji="1" sz="16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008080"/>
                        </a:buClr>
                        <a:defRPr kumimoji="1" sz="1600">
                          <a:solidFill>
                            <a:schemeClr val="tx1"/>
                          </a:solidFill>
                          <a:latin typeface="Verdana" panose="020B0604030504040204" pitchFamily="34" charset="0"/>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panose="02020603050405020304" pitchFamily="18" charset="0"/>
                          <a:cs typeface="Times New Roman" panose="02020603050405020304" pitchFamily="18" charset="0"/>
                        </a:rPr>
                        <a:t>0000</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marL="90000" marR="90000" marT="46800" marB="46800"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708628798"/>
                  </a:ext>
                </a:extLst>
              </a:tr>
            </a:tbl>
          </a:graphicData>
        </a:graphic>
      </p:graphicFrame>
      <p:pic>
        <p:nvPicPr>
          <p:cNvPr id="5" name="Picture 4">
            <a:extLst>
              <a:ext uri="{FF2B5EF4-FFF2-40B4-BE49-F238E27FC236}">
                <a16:creationId xmlns:a16="http://schemas.microsoft.com/office/drawing/2014/main" id="{10CBF1C9-E6C3-4FAE-B5C0-3645F2540B1B}"/>
              </a:ext>
            </a:extLst>
          </p:cNvPr>
          <p:cNvPicPr>
            <a:picLocks noChangeAspect="1"/>
          </p:cNvPicPr>
          <p:nvPr/>
        </p:nvPicPr>
        <p:blipFill>
          <a:blip r:embed="rId2"/>
          <a:stretch>
            <a:fillRect/>
          </a:stretch>
        </p:blipFill>
        <p:spPr>
          <a:xfrm>
            <a:off x="5943600" y="4345837"/>
            <a:ext cx="2209800" cy="1828800"/>
          </a:xfrm>
          <a:prstGeom prst="rect">
            <a:avLst/>
          </a:prstGeom>
        </p:spPr>
      </p:pic>
      <p:sp>
        <p:nvSpPr>
          <p:cNvPr id="6" name="Rectangle 5">
            <a:extLst>
              <a:ext uri="{FF2B5EF4-FFF2-40B4-BE49-F238E27FC236}">
                <a16:creationId xmlns:a16="http://schemas.microsoft.com/office/drawing/2014/main" id="{3C931B64-949E-4A1F-9426-B37909C634B9}"/>
              </a:ext>
            </a:extLst>
          </p:cNvPr>
          <p:cNvSpPr/>
          <p:nvPr/>
        </p:nvSpPr>
        <p:spPr>
          <a:xfrm>
            <a:off x="6109251" y="6162234"/>
            <a:ext cx="2044149" cy="369332"/>
          </a:xfrm>
          <a:prstGeom prst="rect">
            <a:avLst/>
          </a:prstGeom>
        </p:spPr>
        <p:txBody>
          <a:bodyPr wrap="none">
            <a:spAutoFit/>
          </a:bodyPr>
          <a:lstStyle/>
          <a:p>
            <a:r>
              <a:rPr lang="en-IN" dirty="0">
                <a:solidFill>
                  <a:srgbClr val="7030A0"/>
                </a:solidFill>
              </a:rPr>
              <a:t>Symbolic program</a:t>
            </a:r>
          </a:p>
        </p:txBody>
      </p:sp>
      <p:sp>
        <p:nvSpPr>
          <p:cNvPr id="7" name="Rectangle 6">
            <a:extLst>
              <a:ext uri="{FF2B5EF4-FFF2-40B4-BE49-F238E27FC236}">
                <a16:creationId xmlns:a16="http://schemas.microsoft.com/office/drawing/2014/main" id="{04C5C961-7B9A-4F7A-A5D5-CF4C11FC179E}"/>
              </a:ext>
            </a:extLst>
          </p:cNvPr>
          <p:cNvSpPr/>
          <p:nvPr/>
        </p:nvSpPr>
        <p:spPr>
          <a:xfrm>
            <a:off x="6248401" y="3700060"/>
            <a:ext cx="2441694" cy="369332"/>
          </a:xfrm>
          <a:prstGeom prst="rect">
            <a:avLst/>
          </a:prstGeom>
        </p:spPr>
        <p:txBody>
          <a:bodyPr wrap="none">
            <a:spAutoFit/>
          </a:bodyPr>
          <a:lstStyle/>
          <a:p>
            <a:r>
              <a:rPr lang="en-IN" dirty="0">
                <a:solidFill>
                  <a:srgbClr val="7030A0"/>
                </a:solidFill>
              </a:rPr>
              <a:t>Hexadecimal program</a:t>
            </a:r>
          </a:p>
        </p:txBody>
      </p:sp>
    </p:spTree>
    <p:extLst>
      <p:ext uri="{BB962C8B-B14F-4D97-AF65-F5344CB8AC3E}">
        <p14:creationId xmlns:p14="http://schemas.microsoft.com/office/powerpoint/2010/main" val="12508616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B3ED-898A-472D-BFF5-92098AB4C659}"/>
              </a:ext>
            </a:extLst>
          </p:cNvPr>
          <p:cNvSpPr>
            <a:spLocks noGrp="1"/>
          </p:cNvSpPr>
          <p:nvPr>
            <p:ph type="title"/>
          </p:nvPr>
        </p:nvSpPr>
        <p:spPr/>
        <p:txBody>
          <a:bodyPr/>
          <a:lstStyle/>
          <a:p>
            <a:pPr algn="ctr"/>
            <a:r>
              <a:rPr lang="en-GB" altLang="en-US" sz="2800" b="0" dirty="0">
                <a:solidFill>
                  <a:srgbClr val="FF0000"/>
                </a:solidFill>
              </a:rPr>
              <a:t>Symbolic Addresses</a:t>
            </a:r>
            <a:endParaRPr lang="en-IN" sz="2800" b="0" dirty="0">
              <a:solidFill>
                <a:srgbClr val="FF0000"/>
              </a:solidFill>
            </a:endParaRPr>
          </a:p>
        </p:txBody>
      </p:sp>
      <p:sp>
        <p:nvSpPr>
          <p:cNvPr id="3" name="Rectangle 5">
            <a:extLst>
              <a:ext uri="{FF2B5EF4-FFF2-40B4-BE49-F238E27FC236}">
                <a16:creationId xmlns:a16="http://schemas.microsoft.com/office/drawing/2014/main" id="{205A49BB-DE43-4AF3-82AE-E0F976E262FA}"/>
              </a:ext>
            </a:extLst>
          </p:cNvPr>
          <p:cNvSpPr txBox="1">
            <a:spLocks noChangeArrowheads="1"/>
          </p:cNvSpPr>
          <p:nvPr/>
        </p:nvSpPr>
        <p:spPr>
          <a:xfrm>
            <a:off x="457200" y="1066800"/>
            <a:ext cx="8178800" cy="5638800"/>
          </a:xfrm>
          <a:prstGeom prst="rect">
            <a:avLst/>
          </a:prstGeom>
        </p:spPr>
        <p:txBody>
          <a:bodyPr/>
          <a:lstStyle>
            <a:lvl1pPr marL="0" indent="0" algn="l" defTabSz="913138" rtl="0" eaLnBrk="1" fontAlgn="base" hangingPunct="1">
              <a:spcBef>
                <a:spcPct val="0"/>
              </a:spcBef>
              <a:spcAft>
                <a:spcPct val="0"/>
              </a:spcAft>
              <a:buClr>
                <a:schemeClr val="tx2"/>
              </a:buClr>
              <a:defRPr sz="1600" baseline="0">
                <a:solidFill>
                  <a:schemeClr val="tx1"/>
                </a:solidFill>
                <a:latin typeface="+mn-lt"/>
                <a:ea typeface="+mn-ea"/>
                <a:cs typeface="+mn-cs"/>
              </a:defRPr>
            </a:lvl1pPr>
            <a:lvl2pPr marL="197523" indent="-195905" algn="l" defTabSz="913138" rtl="0" eaLnBrk="1" fontAlgn="base" hangingPunct="1">
              <a:spcBef>
                <a:spcPct val="0"/>
              </a:spcBef>
              <a:spcAft>
                <a:spcPct val="0"/>
              </a:spcAft>
              <a:buClr>
                <a:schemeClr val="tx2"/>
              </a:buClr>
              <a:buSzPct val="125000"/>
              <a:buFont typeface="Arial" charset="0"/>
              <a:buChar char="▪"/>
              <a:defRPr sz="1600" baseline="0">
                <a:solidFill>
                  <a:schemeClr val="tx1"/>
                </a:solidFill>
                <a:latin typeface="+mn-lt"/>
              </a:defRPr>
            </a:lvl2pPr>
            <a:lvl3pPr marL="466281" indent="-267142"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3pPr>
            <a:lvl4pPr marL="626569" indent="-158666" algn="l" defTabSz="913138" rtl="0" eaLnBrk="1" fontAlgn="base" hangingPunct="1">
              <a:spcBef>
                <a:spcPct val="0"/>
              </a:spcBef>
              <a:spcAft>
                <a:spcPct val="0"/>
              </a:spcAft>
              <a:buClr>
                <a:schemeClr val="tx2"/>
              </a:buClr>
              <a:buSzPct val="120000"/>
              <a:buFont typeface="Arial" charset="0"/>
              <a:buChar char="▫"/>
              <a:defRPr sz="1600" baseline="0">
                <a:solidFill>
                  <a:schemeClr val="tx1"/>
                </a:solidFill>
                <a:latin typeface="+mn-lt"/>
              </a:defRPr>
            </a:lvl4pPr>
            <a:lvl5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5pPr>
            <a:lvl6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704" indent="-132761" algn="l" defTabSz="913138"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a:lstStyle>
          <a:p>
            <a:pPr marL="342900" indent="-342900">
              <a:lnSpc>
                <a:spcPct val="200000"/>
              </a:lnSpc>
              <a:buFont typeface="Wingdings" panose="05000000000000000000" pitchFamily="2" charset="2"/>
              <a:buChar char="q"/>
            </a:pPr>
            <a:r>
              <a:rPr lang="en-GB" altLang="en-US" sz="2000" kern="0" dirty="0">
                <a:solidFill>
                  <a:srgbClr val="7030A0"/>
                </a:solidFill>
              </a:rPr>
              <a:t>First field (address) now symbolic</a:t>
            </a:r>
          </a:p>
          <a:p>
            <a:pPr marL="342900" indent="-342900">
              <a:lnSpc>
                <a:spcPct val="200000"/>
              </a:lnSpc>
              <a:buFont typeface="Wingdings" panose="05000000000000000000" pitchFamily="2" charset="2"/>
              <a:buChar char="q"/>
            </a:pPr>
            <a:r>
              <a:rPr lang="en-GB" altLang="en-US" sz="2000" kern="0" dirty="0">
                <a:solidFill>
                  <a:srgbClr val="7030A0"/>
                </a:solidFill>
              </a:rPr>
              <a:t>Memory references in third field now symbolic</a:t>
            </a:r>
          </a:p>
          <a:p>
            <a:pPr marL="342900" indent="-342900">
              <a:lnSpc>
                <a:spcPct val="200000"/>
              </a:lnSpc>
              <a:buFont typeface="Wingdings" panose="05000000000000000000" pitchFamily="2" charset="2"/>
              <a:buChar char="q"/>
            </a:pPr>
            <a:r>
              <a:rPr lang="en-GB" altLang="en-US" sz="2000" kern="0" dirty="0">
                <a:solidFill>
                  <a:srgbClr val="7030A0"/>
                </a:solidFill>
              </a:rPr>
              <a:t>Now have assembly language and need an assembler to translate</a:t>
            </a:r>
          </a:p>
          <a:p>
            <a:pPr marL="342900" indent="-342900">
              <a:lnSpc>
                <a:spcPct val="200000"/>
              </a:lnSpc>
              <a:buFont typeface="Wingdings" panose="05000000000000000000" pitchFamily="2" charset="2"/>
              <a:buChar char="q"/>
            </a:pPr>
            <a:r>
              <a:rPr lang="en-GB" altLang="en-US" sz="2000" kern="0" dirty="0">
                <a:solidFill>
                  <a:srgbClr val="7030A0"/>
                </a:solidFill>
              </a:rPr>
              <a:t>Assembler used for some systems programming</a:t>
            </a:r>
          </a:p>
          <a:p>
            <a:pPr lvl="1">
              <a:lnSpc>
                <a:spcPct val="200000"/>
              </a:lnSpc>
            </a:pPr>
            <a:r>
              <a:rPr lang="en-GB" altLang="en-US" sz="2000" kern="0" dirty="0">
                <a:solidFill>
                  <a:srgbClr val="7030A0"/>
                </a:solidFill>
              </a:rPr>
              <a:t>Compliers</a:t>
            </a:r>
          </a:p>
          <a:p>
            <a:pPr lvl="1">
              <a:lnSpc>
                <a:spcPct val="200000"/>
              </a:lnSpc>
            </a:pPr>
            <a:r>
              <a:rPr lang="en-GB" altLang="en-US" sz="2000" kern="0" dirty="0">
                <a:solidFill>
                  <a:srgbClr val="7030A0"/>
                </a:solidFill>
              </a:rPr>
              <a:t>I/O routines</a:t>
            </a:r>
          </a:p>
          <a:p>
            <a:pPr>
              <a:lnSpc>
                <a:spcPct val="200000"/>
              </a:lnSpc>
            </a:pPr>
            <a:endParaRPr lang="en-GB" altLang="en-US" sz="2000" kern="0" dirty="0">
              <a:solidFill>
                <a:srgbClr val="7030A0"/>
              </a:solidFill>
            </a:endParaRPr>
          </a:p>
        </p:txBody>
      </p:sp>
      <p:pic>
        <p:nvPicPr>
          <p:cNvPr id="4" name="Picture 3">
            <a:extLst>
              <a:ext uri="{FF2B5EF4-FFF2-40B4-BE49-F238E27FC236}">
                <a16:creationId xmlns:a16="http://schemas.microsoft.com/office/drawing/2014/main" id="{95C614D0-9F15-420B-AEE6-ACC478695C9E}"/>
              </a:ext>
            </a:extLst>
          </p:cNvPr>
          <p:cNvPicPr>
            <a:picLocks noChangeAspect="1"/>
          </p:cNvPicPr>
          <p:nvPr/>
        </p:nvPicPr>
        <p:blipFill>
          <a:blip r:embed="rId2"/>
          <a:stretch>
            <a:fillRect/>
          </a:stretch>
        </p:blipFill>
        <p:spPr>
          <a:xfrm>
            <a:off x="3048000" y="3740157"/>
            <a:ext cx="3200400" cy="2451038"/>
          </a:xfrm>
          <a:prstGeom prst="rect">
            <a:avLst/>
          </a:prstGeom>
        </p:spPr>
      </p:pic>
      <p:sp>
        <p:nvSpPr>
          <p:cNvPr id="5" name="Rectangle 4">
            <a:extLst>
              <a:ext uri="{FF2B5EF4-FFF2-40B4-BE49-F238E27FC236}">
                <a16:creationId xmlns:a16="http://schemas.microsoft.com/office/drawing/2014/main" id="{8BF95F59-C1C3-4D00-9CEF-AF61F26E714D}"/>
              </a:ext>
            </a:extLst>
          </p:cNvPr>
          <p:cNvSpPr/>
          <p:nvPr/>
        </p:nvSpPr>
        <p:spPr>
          <a:xfrm>
            <a:off x="3366268" y="6191195"/>
            <a:ext cx="2108269" cy="369332"/>
          </a:xfrm>
          <a:prstGeom prst="rect">
            <a:avLst/>
          </a:prstGeom>
        </p:spPr>
        <p:txBody>
          <a:bodyPr wrap="none">
            <a:spAutoFit/>
          </a:bodyPr>
          <a:lstStyle/>
          <a:p>
            <a:r>
              <a:rPr lang="en-IN" dirty="0">
                <a:solidFill>
                  <a:srgbClr val="7030A0"/>
                </a:solidFill>
              </a:rPr>
              <a:t>Assembly program</a:t>
            </a:r>
          </a:p>
        </p:txBody>
      </p:sp>
    </p:spTree>
    <p:extLst>
      <p:ext uri="{BB962C8B-B14F-4D97-AF65-F5344CB8AC3E}">
        <p14:creationId xmlns:p14="http://schemas.microsoft.com/office/powerpoint/2010/main" val="24599819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76384-1545-4E2F-8E28-31E4F947D977}"/>
              </a:ext>
            </a:extLst>
          </p:cNvPr>
          <p:cNvSpPr>
            <a:spLocks noGrp="1"/>
          </p:cNvSpPr>
          <p:nvPr>
            <p:ph type="title"/>
          </p:nvPr>
        </p:nvSpPr>
        <p:spPr/>
        <p:txBody>
          <a:bodyPr/>
          <a:lstStyle/>
          <a:p>
            <a:r>
              <a:rPr lang="en-US" sz="2800" b="0" dirty="0">
                <a:solidFill>
                  <a:srgbClr val="FF0000"/>
                </a:solidFill>
              </a:rPr>
              <a:t>Computation of the Formula N = I + J + K </a:t>
            </a:r>
            <a:endParaRPr lang="en-IN" sz="2800" b="0" dirty="0">
              <a:solidFill>
                <a:srgbClr val="FF0000"/>
              </a:solidFill>
            </a:endParaRPr>
          </a:p>
        </p:txBody>
      </p:sp>
      <p:pic>
        <p:nvPicPr>
          <p:cNvPr id="3" name="Picture 2">
            <a:extLst>
              <a:ext uri="{FF2B5EF4-FFF2-40B4-BE49-F238E27FC236}">
                <a16:creationId xmlns:a16="http://schemas.microsoft.com/office/drawing/2014/main" id="{63BE4BAB-FBF4-4338-8ABB-F54C97A39ECD}"/>
              </a:ext>
            </a:extLst>
          </p:cNvPr>
          <p:cNvPicPr>
            <a:picLocks noChangeAspect="1"/>
          </p:cNvPicPr>
          <p:nvPr/>
        </p:nvPicPr>
        <p:blipFill>
          <a:blip r:embed="rId2"/>
          <a:stretch>
            <a:fillRect/>
          </a:stretch>
        </p:blipFill>
        <p:spPr>
          <a:xfrm>
            <a:off x="1437452" y="1114424"/>
            <a:ext cx="5934898" cy="4905375"/>
          </a:xfrm>
          <a:prstGeom prst="rect">
            <a:avLst/>
          </a:prstGeom>
        </p:spPr>
      </p:pic>
    </p:spTree>
    <p:extLst>
      <p:ext uri="{BB962C8B-B14F-4D97-AF65-F5344CB8AC3E}">
        <p14:creationId xmlns:p14="http://schemas.microsoft.com/office/powerpoint/2010/main" val="19915252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93" y="0"/>
            <a:ext cx="6526337" cy="596653"/>
          </a:xfrm>
        </p:spPr>
        <p:txBody>
          <a:bodyPr/>
          <a:lstStyle/>
          <a:p>
            <a:pPr algn="ctr"/>
            <a:r>
              <a:rPr lang="en-US" sz="2800" b="0" dirty="0" err="1">
                <a:solidFill>
                  <a:srgbClr val="FF0000"/>
                </a:solidFill>
              </a:rPr>
              <a:t>Adressing</a:t>
            </a:r>
            <a:r>
              <a:rPr lang="en-US" sz="2800" b="0" dirty="0">
                <a:solidFill>
                  <a:srgbClr val="FF0000"/>
                </a:solidFill>
              </a:rPr>
              <a:t> Mode In class example 3</a:t>
            </a:r>
          </a:p>
        </p:txBody>
      </p:sp>
      <p:sp>
        <p:nvSpPr>
          <p:cNvPr id="3" name="Rectangle 2"/>
          <p:cNvSpPr/>
          <p:nvPr/>
        </p:nvSpPr>
        <p:spPr>
          <a:xfrm>
            <a:off x="121493" y="762000"/>
            <a:ext cx="8565307" cy="4801314"/>
          </a:xfrm>
          <a:prstGeom prst="rect">
            <a:avLst/>
          </a:prstGeom>
        </p:spPr>
        <p:txBody>
          <a:bodyPr wrap="square">
            <a:spAutoFit/>
          </a:bodyPr>
          <a:lstStyle/>
          <a:p>
            <a:r>
              <a:rPr lang="en-US" dirty="0">
                <a:solidFill>
                  <a:srgbClr val="7030A0"/>
                </a:solidFill>
                <a:latin typeface="TimesTen-Roman"/>
              </a:rPr>
              <a:t>Given the following memory values and a one-address machine with an accumulator, what values do the following instructions load into the accumulator?</a:t>
            </a:r>
          </a:p>
          <a:p>
            <a:r>
              <a:rPr lang="en-US" dirty="0">
                <a:solidFill>
                  <a:srgbClr val="7030A0"/>
                </a:solidFill>
                <a:latin typeface="TimesTen-Roman"/>
              </a:rPr>
              <a:t>• Word 20 contains 40.</a:t>
            </a:r>
          </a:p>
          <a:p>
            <a:r>
              <a:rPr lang="en-US" dirty="0">
                <a:solidFill>
                  <a:srgbClr val="7030A0"/>
                </a:solidFill>
                <a:latin typeface="TimesTen-Roman"/>
              </a:rPr>
              <a:t>• Word 30 contains 50.</a:t>
            </a:r>
          </a:p>
          <a:p>
            <a:r>
              <a:rPr lang="en-US" dirty="0">
                <a:solidFill>
                  <a:srgbClr val="7030A0"/>
                </a:solidFill>
                <a:latin typeface="TimesTen-Roman"/>
              </a:rPr>
              <a:t>• Word 40 contains 60.</a:t>
            </a:r>
          </a:p>
          <a:p>
            <a:r>
              <a:rPr lang="en-US" dirty="0">
                <a:solidFill>
                  <a:srgbClr val="7030A0"/>
                </a:solidFill>
                <a:latin typeface="TimesTen-Roman"/>
              </a:rPr>
              <a:t>• Word 50 contains 70.</a:t>
            </a:r>
          </a:p>
          <a:p>
            <a:r>
              <a:rPr lang="en-US" b="1" dirty="0">
                <a:solidFill>
                  <a:srgbClr val="7030A0"/>
                </a:solidFill>
                <a:latin typeface="TimesTen-Bold"/>
              </a:rPr>
              <a:t>a. </a:t>
            </a:r>
            <a:r>
              <a:rPr lang="en-US" dirty="0">
                <a:solidFill>
                  <a:srgbClr val="7030A0"/>
                </a:solidFill>
                <a:latin typeface="TimesTen-Roman"/>
              </a:rPr>
              <a:t>LOAD IMMEDIATE 20</a:t>
            </a:r>
          </a:p>
          <a:p>
            <a:r>
              <a:rPr lang="en-US" b="1" dirty="0">
                <a:solidFill>
                  <a:srgbClr val="7030A0"/>
                </a:solidFill>
                <a:latin typeface="TimesTen-Bold"/>
              </a:rPr>
              <a:t>b. </a:t>
            </a:r>
            <a:r>
              <a:rPr lang="en-US" dirty="0">
                <a:solidFill>
                  <a:srgbClr val="7030A0"/>
                </a:solidFill>
                <a:latin typeface="TimesTen-Roman"/>
              </a:rPr>
              <a:t>LOAD DIRECT 20</a:t>
            </a:r>
          </a:p>
          <a:p>
            <a:r>
              <a:rPr lang="en-US" b="1" dirty="0">
                <a:solidFill>
                  <a:srgbClr val="7030A0"/>
                </a:solidFill>
                <a:latin typeface="TimesTen-Bold"/>
              </a:rPr>
              <a:t>c. </a:t>
            </a:r>
            <a:r>
              <a:rPr lang="en-US" dirty="0">
                <a:solidFill>
                  <a:srgbClr val="7030A0"/>
                </a:solidFill>
                <a:latin typeface="TimesTen-Roman"/>
              </a:rPr>
              <a:t>LOAD INDIRECT 20</a:t>
            </a:r>
          </a:p>
          <a:p>
            <a:r>
              <a:rPr lang="en-US" b="1" dirty="0">
                <a:solidFill>
                  <a:srgbClr val="7030A0"/>
                </a:solidFill>
                <a:latin typeface="TimesTen-Bold"/>
              </a:rPr>
              <a:t>d. </a:t>
            </a:r>
            <a:r>
              <a:rPr lang="en-US" dirty="0">
                <a:solidFill>
                  <a:srgbClr val="7030A0"/>
                </a:solidFill>
                <a:latin typeface="TimesTen-Roman"/>
              </a:rPr>
              <a:t>LOAD IMMEDIATE 30</a:t>
            </a:r>
          </a:p>
          <a:p>
            <a:r>
              <a:rPr lang="en-US" b="1" dirty="0">
                <a:solidFill>
                  <a:srgbClr val="7030A0"/>
                </a:solidFill>
                <a:latin typeface="TimesTen-Bold"/>
              </a:rPr>
              <a:t>e. </a:t>
            </a:r>
            <a:r>
              <a:rPr lang="en-US" dirty="0">
                <a:solidFill>
                  <a:srgbClr val="7030A0"/>
                </a:solidFill>
                <a:latin typeface="TimesTen-Roman"/>
              </a:rPr>
              <a:t>LOAD DIRECT 30</a:t>
            </a:r>
          </a:p>
          <a:p>
            <a:r>
              <a:rPr lang="en-US" b="1" dirty="0">
                <a:solidFill>
                  <a:srgbClr val="7030A0"/>
                </a:solidFill>
                <a:latin typeface="TimesTen-Bold"/>
              </a:rPr>
              <a:t>f. </a:t>
            </a:r>
            <a:r>
              <a:rPr lang="en-US" dirty="0">
                <a:solidFill>
                  <a:srgbClr val="7030A0"/>
                </a:solidFill>
                <a:latin typeface="TimesTen-Roman"/>
              </a:rPr>
              <a:t>LOAD INDIRECT 30</a:t>
            </a:r>
          </a:p>
          <a:p>
            <a:endParaRPr lang="en-US" dirty="0">
              <a:solidFill>
                <a:srgbClr val="7030A0"/>
              </a:solidFill>
              <a:latin typeface="TimesTen-Roman"/>
            </a:endParaRPr>
          </a:p>
          <a:p>
            <a:r>
              <a:rPr lang="en-US" dirty="0">
                <a:solidFill>
                  <a:srgbClr val="7030A0"/>
                </a:solidFill>
                <a:latin typeface="TimesTen-Roman"/>
              </a:rPr>
              <a:t>Sol:</a:t>
            </a:r>
            <a:endParaRPr lang="en-US" dirty="0">
              <a:solidFill>
                <a:srgbClr val="00B050"/>
              </a:solidFill>
              <a:latin typeface="TimesTen-Roman"/>
            </a:endParaRPr>
          </a:p>
          <a:p>
            <a:pPr marL="342900" indent="-342900">
              <a:buAutoNum type="alphaLcPeriod"/>
            </a:pPr>
            <a:r>
              <a:rPr lang="en-US" dirty="0">
                <a:solidFill>
                  <a:srgbClr val="00B050"/>
                </a:solidFill>
                <a:latin typeface="TimesTen-Roman"/>
              </a:rPr>
              <a:t>20</a:t>
            </a:r>
          </a:p>
          <a:p>
            <a:pPr marL="342900" indent="-342900">
              <a:buAutoNum type="alphaLcPeriod"/>
            </a:pPr>
            <a:r>
              <a:rPr lang="en-US" dirty="0">
                <a:solidFill>
                  <a:srgbClr val="00B050"/>
                </a:solidFill>
                <a:latin typeface="TimesTen-Roman"/>
              </a:rPr>
              <a:t>40  </a:t>
            </a:r>
          </a:p>
          <a:p>
            <a:pPr marL="342900" indent="-342900">
              <a:buAutoNum type="alphaLcPeriod"/>
            </a:pPr>
            <a:r>
              <a:rPr lang="en-US" dirty="0">
                <a:solidFill>
                  <a:srgbClr val="00B050"/>
                </a:solidFill>
                <a:latin typeface="TimesTen-Roman"/>
              </a:rPr>
              <a:t>60 </a:t>
            </a:r>
            <a:endParaRPr lang="en-US" dirty="0">
              <a:solidFill>
                <a:srgbClr val="00B050"/>
              </a:solidFill>
            </a:endParaRPr>
          </a:p>
        </p:txBody>
      </p:sp>
      <p:sp>
        <p:nvSpPr>
          <p:cNvPr id="4" name="TextBox 3"/>
          <p:cNvSpPr txBox="1"/>
          <p:nvPr/>
        </p:nvSpPr>
        <p:spPr>
          <a:xfrm>
            <a:off x="2362200" y="4876800"/>
            <a:ext cx="3505200" cy="369332"/>
          </a:xfrm>
          <a:prstGeom prst="rect">
            <a:avLst/>
          </a:prstGeom>
          <a:noFill/>
        </p:spPr>
        <p:txBody>
          <a:bodyPr wrap="square" rtlCol="0">
            <a:spAutoFit/>
          </a:bodyPr>
          <a:lstStyle/>
          <a:p>
            <a:r>
              <a:rPr lang="en-US" dirty="0">
                <a:solidFill>
                  <a:srgbClr val="00B050"/>
                </a:solidFill>
              </a:rPr>
              <a:t>d. 30  e. 50  f . 70</a:t>
            </a:r>
          </a:p>
        </p:txBody>
      </p:sp>
    </p:spTree>
    <p:extLst>
      <p:ext uri="{BB962C8B-B14F-4D97-AF65-F5344CB8AC3E}">
        <p14:creationId xmlns:p14="http://schemas.microsoft.com/office/powerpoint/2010/main" val="133184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3" end="13"/>
                                            </p:txEl>
                                          </p:spTgt>
                                        </p:tgtEl>
                                        <p:attrNameLst>
                                          <p:attrName>style.visibility</p:attrName>
                                        </p:attrNameLst>
                                      </p:cBhvr>
                                      <p:to>
                                        <p:strVal val="visible"/>
                                      </p:to>
                                    </p:set>
                                    <p:animEffect transition="in" filter="fade">
                                      <p:cBhvr>
                                        <p:cTn id="7" dur="1000"/>
                                        <p:tgtEl>
                                          <p:spTgt spid="3">
                                            <p:txEl>
                                              <p:pRg st="13" end="13"/>
                                            </p:txEl>
                                          </p:spTgt>
                                        </p:tgtEl>
                                      </p:cBhvr>
                                    </p:animEffect>
                                    <p:anim calcmode="lin" valueType="num">
                                      <p:cBhvr>
                                        <p:cTn id="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4" end="14"/>
                                            </p:txEl>
                                          </p:spTgt>
                                        </p:tgtEl>
                                        <p:attrNameLst>
                                          <p:attrName>style.visibility</p:attrName>
                                        </p:attrNameLst>
                                      </p:cBhvr>
                                      <p:to>
                                        <p:strVal val="visible"/>
                                      </p:to>
                                    </p:set>
                                    <p:animEffect transition="in" filter="fade">
                                      <p:cBhvr>
                                        <p:cTn id="14" dur="1000"/>
                                        <p:tgtEl>
                                          <p:spTgt spid="3">
                                            <p:txEl>
                                              <p:pRg st="14" end="14"/>
                                            </p:txEl>
                                          </p:spTgt>
                                        </p:tgtEl>
                                      </p:cBhvr>
                                    </p:animEffect>
                                    <p:anim calcmode="lin" valueType="num">
                                      <p:cBhvr>
                                        <p:cTn id="15"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5" end="15"/>
                                            </p:txEl>
                                          </p:spTgt>
                                        </p:tgtEl>
                                        <p:attrNameLst>
                                          <p:attrName>style.visibility</p:attrName>
                                        </p:attrNameLst>
                                      </p:cBhvr>
                                      <p:to>
                                        <p:strVal val="visible"/>
                                      </p:to>
                                    </p:set>
                                    <p:animEffect transition="in" filter="fade">
                                      <p:cBhvr>
                                        <p:cTn id="21" dur="1000"/>
                                        <p:tgtEl>
                                          <p:spTgt spid="3">
                                            <p:txEl>
                                              <p:pRg st="15" end="15"/>
                                            </p:txEl>
                                          </p:spTgt>
                                        </p:tgtEl>
                                      </p:cBhvr>
                                    </p:animEffect>
                                    <p:anim calcmode="lin" valueType="num">
                                      <p:cBhvr>
                                        <p:cTn id="22"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0" dirty="0">
                <a:solidFill>
                  <a:srgbClr val="FF0000"/>
                </a:solidFill>
              </a:rPr>
              <a:t>In class example 4</a:t>
            </a:r>
            <a:endParaRPr lang="en-US" sz="2800" dirty="0"/>
          </a:p>
        </p:txBody>
      </p:sp>
      <p:sp>
        <p:nvSpPr>
          <p:cNvPr id="3" name="Rectangle 2"/>
          <p:cNvSpPr/>
          <p:nvPr/>
        </p:nvSpPr>
        <p:spPr>
          <a:xfrm>
            <a:off x="108430" y="857438"/>
            <a:ext cx="8793907" cy="4613058"/>
          </a:xfrm>
          <a:prstGeom prst="rect">
            <a:avLst/>
          </a:prstGeom>
        </p:spPr>
        <p:txBody>
          <a:bodyPr wrap="square">
            <a:spAutoFit/>
          </a:bodyPr>
          <a:lstStyle/>
          <a:p>
            <a:pPr>
              <a:lnSpc>
                <a:spcPct val="150000"/>
              </a:lnSpc>
            </a:pPr>
            <a:r>
              <a:rPr lang="en-US" dirty="0">
                <a:solidFill>
                  <a:srgbClr val="00B050"/>
                </a:solidFill>
                <a:latin typeface="Times New Roman" panose="02020603050405020304" pitchFamily="18" charset="0"/>
                <a:cs typeface="Times New Roman" panose="02020603050405020304" pitchFamily="18" charset="0"/>
              </a:rPr>
              <a:t>Consider a 16-bit processor in which the following appears in main memory, starting at location 200:</a:t>
            </a:r>
          </a:p>
          <a:p>
            <a:pPr>
              <a:lnSpc>
                <a:spcPct val="150000"/>
              </a:lnSpc>
            </a:pPr>
            <a:r>
              <a:rPr lang="en-US" dirty="0">
                <a:solidFill>
                  <a:srgbClr val="00B050"/>
                </a:solidFill>
                <a:latin typeface="Times New Roman" panose="02020603050405020304" pitchFamily="18" charset="0"/>
                <a:cs typeface="Times New Roman" panose="02020603050405020304" pitchFamily="18" charset="0"/>
              </a:rPr>
              <a:t>The first part of the first word indicates</a:t>
            </a:r>
          </a:p>
          <a:p>
            <a:pPr>
              <a:lnSpc>
                <a:spcPct val="150000"/>
              </a:lnSpc>
            </a:pPr>
            <a:r>
              <a:rPr lang="en-US" dirty="0">
                <a:solidFill>
                  <a:srgbClr val="00B050"/>
                </a:solidFill>
                <a:latin typeface="Times New Roman" panose="02020603050405020304" pitchFamily="18" charset="0"/>
                <a:cs typeface="Times New Roman" panose="02020603050405020304" pitchFamily="18" charset="0"/>
              </a:rPr>
              <a:t> that this instruction loads a value into</a:t>
            </a:r>
          </a:p>
          <a:p>
            <a:pPr>
              <a:lnSpc>
                <a:spcPct val="150000"/>
              </a:lnSpc>
            </a:pPr>
            <a:r>
              <a:rPr lang="en-US" dirty="0">
                <a:solidFill>
                  <a:srgbClr val="00B050"/>
                </a:solidFill>
                <a:latin typeface="Times New Roman" panose="02020603050405020304" pitchFamily="18" charset="0"/>
                <a:cs typeface="Times New Roman" panose="02020603050405020304" pitchFamily="18" charset="0"/>
              </a:rPr>
              <a:t> an accumulator.</a:t>
            </a:r>
          </a:p>
          <a:p>
            <a:pPr>
              <a:lnSpc>
                <a:spcPct val="150000"/>
              </a:lnSpc>
            </a:pPr>
            <a:r>
              <a:rPr lang="en-US" dirty="0">
                <a:solidFill>
                  <a:srgbClr val="00B050"/>
                </a:solidFill>
                <a:latin typeface="Times New Roman" panose="02020603050405020304" pitchFamily="18" charset="0"/>
                <a:cs typeface="Times New Roman" panose="02020603050405020304" pitchFamily="18" charset="0"/>
              </a:rPr>
              <a:t> The Mode field specifies an addressing mode and, if appropriate, indicates a source register; assume that when used, the source register is R1, which has a value of 400.There is also a base register that contains the value 100.The value of 500 in location 201 may be part of the address calculation. Assume that location 399 contains the value 999, location 400 contains the value 1000, and so on. Determine the effective address and the operand to be loaded for the following address modes:</a:t>
            </a:r>
          </a:p>
        </p:txBody>
      </p:sp>
      <p:pic>
        <p:nvPicPr>
          <p:cNvPr id="4" name="Picture 3"/>
          <p:cNvPicPr>
            <a:picLocks noChangeAspect="1"/>
          </p:cNvPicPr>
          <p:nvPr/>
        </p:nvPicPr>
        <p:blipFill>
          <a:blip r:embed="rId2"/>
          <a:stretch>
            <a:fillRect/>
          </a:stretch>
        </p:blipFill>
        <p:spPr>
          <a:xfrm>
            <a:off x="5638800" y="1421546"/>
            <a:ext cx="2698778" cy="940653"/>
          </a:xfrm>
          <a:prstGeom prst="rect">
            <a:avLst/>
          </a:prstGeom>
        </p:spPr>
      </p:pic>
    </p:spTree>
    <p:extLst>
      <p:ext uri="{BB962C8B-B14F-4D97-AF65-F5344CB8AC3E}">
        <p14:creationId xmlns:p14="http://schemas.microsoft.com/office/powerpoint/2010/main" val="20477288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93" y="187863"/>
            <a:ext cx="7269907" cy="596653"/>
          </a:xfrm>
        </p:spPr>
        <p:txBody>
          <a:bodyPr/>
          <a:lstStyle/>
          <a:p>
            <a:r>
              <a:rPr lang="en-US" sz="1800" dirty="0" err="1">
                <a:solidFill>
                  <a:srgbClr val="7030A0"/>
                </a:solidFill>
              </a:rPr>
              <a:t>Contnd</a:t>
            </a:r>
            <a:r>
              <a:rPr lang="en-US" sz="1800" dirty="0">
                <a:solidFill>
                  <a:srgbClr val="7030A0"/>
                </a:solidFill>
              </a:rPr>
              <a:t>.</a:t>
            </a:r>
            <a:r>
              <a:rPr lang="en-US" sz="1800" b="0" dirty="0">
                <a:solidFill>
                  <a:srgbClr val="7030A0"/>
                </a:solidFill>
              </a:rPr>
              <a:t> </a:t>
            </a:r>
            <a:br>
              <a:rPr lang="en-US" sz="1800" b="0" dirty="0">
                <a:solidFill>
                  <a:srgbClr val="7030A0"/>
                </a:solidFill>
              </a:rPr>
            </a:br>
            <a:r>
              <a:rPr lang="en-US" sz="1800" b="0" dirty="0">
                <a:solidFill>
                  <a:srgbClr val="7030A0"/>
                </a:solidFill>
              </a:rPr>
              <a:t>Determine the effective address and the operand to be loaded for the following address modes</a:t>
            </a:r>
            <a:endParaRPr lang="en-US" sz="1800" dirty="0">
              <a:solidFill>
                <a:srgbClr val="7030A0"/>
              </a:solidFill>
            </a:endParaRPr>
          </a:p>
        </p:txBody>
      </p:sp>
      <p:sp>
        <p:nvSpPr>
          <p:cNvPr id="3" name="Rectangle 2"/>
          <p:cNvSpPr/>
          <p:nvPr/>
        </p:nvSpPr>
        <p:spPr>
          <a:xfrm>
            <a:off x="121493" y="914400"/>
            <a:ext cx="8991600" cy="1704569"/>
          </a:xfrm>
          <a:prstGeom prst="rect">
            <a:avLst/>
          </a:prstGeom>
        </p:spPr>
        <p:txBody>
          <a:bodyPr wrap="square">
            <a:spAutoFit/>
          </a:bodyPr>
          <a:lstStyle/>
          <a:p>
            <a:pPr>
              <a:lnSpc>
                <a:spcPct val="150000"/>
              </a:lnSpc>
            </a:pPr>
            <a:r>
              <a:rPr lang="en-US" b="1" dirty="0">
                <a:solidFill>
                  <a:srgbClr val="7030A0"/>
                </a:solidFill>
                <a:latin typeface="Times New Roman" panose="02020603050405020304" pitchFamily="18" charset="0"/>
                <a:cs typeface="Times New Roman" panose="02020603050405020304" pitchFamily="18" charset="0"/>
              </a:rPr>
              <a:t>a. </a:t>
            </a:r>
            <a:r>
              <a:rPr lang="en-US" dirty="0">
                <a:solidFill>
                  <a:srgbClr val="7030A0"/>
                </a:solidFill>
                <a:latin typeface="Times New Roman" panose="02020603050405020304" pitchFamily="18" charset="0"/>
                <a:cs typeface="Times New Roman" panose="02020603050405020304" pitchFamily="18" charset="0"/>
              </a:rPr>
              <a:t>Direct               </a:t>
            </a:r>
            <a:r>
              <a:rPr lang="en-US" b="1" dirty="0">
                <a:solidFill>
                  <a:srgbClr val="7030A0"/>
                </a:solidFill>
                <a:latin typeface="Times New Roman" panose="02020603050405020304" pitchFamily="18" charset="0"/>
                <a:cs typeface="Times New Roman" panose="02020603050405020304" pitchFamily="18" charset="0"/>
              </a:rPr>
              <a:t>d. </a:t>
            </a:r>
            <a:r>
              <a:rPr lang="en-US" dirty="0">
                <a:solidFill>
                  <a:srgbClr val="7030A0"/>
                </a:solidFill>
                <a:latin typeface="Times New Roman" panose="02020603050405020304" pitchFamily="18" charset="0"/>
                <a:cs typeface="Times New Roman" panose="02020603050405020304" pitchFamily="18" charset="0"/>
              </a:rPr>
              <a:t>PC relative                         </a:t>
            </a:r>
            <a:r>
              <a:rPr lang="en-US" b="1" dirty="0">
                <a:solidFill>
                  <a:srgbClr val="7030A0"/>
                </a:solidFill>
                <a:latin typeface="Times New Roman" panose="02020603050405020304" pitchFamily="18" charset="0"/>
                <a:cs typeface="Times New Roman" panose="02020603050405020304" pitchFamily="18" charset="0"/>
              </a:rPr>
              <a:t>g. </a:t>
            </a:r>
            <a:r>
              <a:rPr lang="en-US" dirty="0">
                <a:solidFill>
                  <a:srgbClr val="7030A0"/>
                </a:solidFill>
                <a:latin typeface="Times New Roman" panose="02020603050405020304" pitchFamily="18" charset="0"/>
                <a:cs typeface="Times New Roman" panose="02020603050405020304" pitchFamily="18" charset="0"/>
              </a:rPr>
              <a:t>Register indirect </a:t>
            </a:r>
          </a:p>
          <a:p>
            <a:pPr>
              <a:lnSpc>
                <a:spcPct val="150000"/>
              </a:lnSpc>
            </a:pPr>
            <a:r>
              <a:rPr lang="en-US" b="1" dirty="0">
                <a:solidFill>
                  <a:srgbClr val="7030A0"/>
                </a:solidFill>
                <a:latin typeface="Times New Roman" panose="02020603050405020304" pitchFamily="18" charset="0"/>
                <a:cs typeface="Times New Roman" panose="02020603050405020304" pitchFamily="18" charset="0"/>
              </a:rPr>
              <a:t>b. </a:t>
            </a:r>
            <a:r>
              <a:rPr lang="en-US" dirty="0">
                <a:solidFill>
                  <a:srgbClr val="7030A0"/>
                </a:solidFill>
                <a:latin typeface="Times New Roman" panose="02020603050405020304" pitchFamily="18" charset="0"/>
                <a:cs typeface="Times New Roman" panose="02020603050405020304" pitchFamily="18" charset="0"/>
              </a:rPr>
              <a:t>Immediate       </a:t>
            </a:r>
            <a:r>
              <a:rPr lang="en-US" b="1" dirty="0">
                <a:solidFill>
                  <a:srgbClr val="7030A0"/>
                </a:solidFill>
                <a:latin typeface="Times New Roman" panose="02020603050405020304" pitchFamily="18" charset="0"/>
                <a:cs typeface="Times New Roman" panose="02020603050405020304" pitchFamily="18" charset="0"/>
              </a:rPr>
              <a:t>e. </a:t>
            </a:r>
            <a:r>
              <a:rPr lang="en-US" dirty="0">
                <a:solidFill>
                  <a:srgbClr val="7030A0"/>
                </a:solidFill>
                <a:latin typeface="Times New Roman" panose="02020603050405020304" pitchFamily="18" charset="0"/>
                <a:cs typeface="Times New Roman" panose="02020603050405020304" pitchFamily="18" charset="0"/>
              </a:rPr>
              <a:t>Displacement, </a:t>
            </a:r>
          </a:p>
          <a:p>
            <a:pPr>
              <a:lnSpc>
                <a:spcPct val="150000"/>
              </a:lnSpc>
            </a:pPr>
            <a:r>
              <a:rPr lang="en-US" b="1" dirty="0">
                <a:solidFill>
                  <a:srgbClr val="7030A0"/>
                </a:solidFill>
                <a:latin typeface="Times New Roman" panose="02020603050405020304" pitchFamily="18" charset="0"/>
                <a:cs typeface="Times New Roman" panose="02020603050405020304" pitchFamily="18" charset="0"/>
              </a:rPr>
              <a:t>c. </a:t>
            </a:r>
            <a:r>
              <a:rPr lang="en-US" dirty="0">
                <a:solidFill>
                  <a:srgbClr val="7030A0"/>
                </a:solidFill>
                <a:latin typeface="Times New Roman" panose="02020603050405020304" pitchFamily="18" charset="0"/>
                <a:cs typeface="Times New Roman" panose="02020603050405020304" pitchFamily="18" charset="0"/>
              </a:rPr>
              <a:t>Indirect             </a:t>
            </a:r>
            <a:r>
              <a:rPr lang="en-US" b="1" dirty="0">
                <a:solidFill>
                  <a:srgbClr val="7030A0"/>
                </a:solidFill>
                <a:latin typeface="Times New Roman" panose="02020603050405020304" pitchFamily="18" charset="0"/>
                <a:cs typeface="Times New Roman" panose="02020603050405020304" pitchFamily="18" charset="0"/>
              </a:rPr>
              <a:t>f. </a:t>
            </a:r>
            <a:r>
              <a:rPr lang="en-US" dirty="0">
                <a:solidFill>
                  <a:srgbClr val="7030A0"/>
                </a:solidFill>
                <a:latin typeface="Times New Roman" panose="02020603050405020304" pitchFamily="18" charset="0"/>
                <a:cs typeface="Times New Roman" panose="02020603050405020304" pitchFamily="18" charset="0"/>
              </a:rPr>
              <a:t>Register</a:t>
            </a:r>
          </a:p>
          <a:p>
            <a:pPr>
              <a:lnSpc>
                <a:spcPct val="150000"/>
              </a:lnSpc>
            </a:pPr>
            <a:r>
              <a:rPr lang="en-US" b="1" dirty="0">
                <a:solidFill>
                  <a:srgbClr val="7030A0"/>
                </a:solidFill>
                <a:latin typeface="Times New Roman" panose="02020603050405020304" pitchFamily="18" charset="0"/>
                <a:cs typeface="Times New Roman" panose="02020603050405020304" pitchFamily="18" charset="0"/>
              </a:rPr>
              <a:t>h. </a:t>
            </a:r>
            <a:r>
              <a:rPr lang="en-US" dirty="0" err="1">
                <a:solidFill>
                  <a:srgbClr val="7030A0"/>
                </a:solidFill>
                <a:latin typeface="Times New Roman" panose="02020603050405020304" pitchFamily="18" charset="0"/>
                <a:cs typeface="Times New Roman" panose="02020603050405020304" pitchFamily="18" charset="0"/>
              </a:rPr>
              <a:t>Autoindexing</a:t>
            </a:r>
            <a:r>
              <a:rPr lang="en-US" dirty="0">
                <a:solidFill>
                  <a:srgbClr val="7030A0"/>
                </a:solidFill>
                <a:latin typeface="Times New Roman" panose="02020603050405020304" pitchFamily="18" charset="0"/>
                <a:cs typeface="Times New Roman" panose="02020603050405020304" pitchFamily="18" charset="0"/>
              </a:rPr>
              <a:t> with increment using R1</a:t>
            </a:r>
          </a:p>
        </p:txBody>
      </p:sp>
      <p:sp>
        <p:nvSpPr>
          <p:cNvPr id="7" name="TextBox 6"/>
          <p:cNvSpPr txBox="1"/>
          <p:nvPr/>
        </p:nvSpPr>
        <p:spPr>
          <a:xfrm>
            <a:off x="121493" y="3318041"/>
            <a:ext cx="6050707" cy="1287532"/>
          </a:xfrm>
          <a:prstGeom prst="rect">
            <a:avLst/>
          </a:prstGeom>
          <a:noFill/>
        </p:spPr>
        <p:txBody>
          <a:bodyPr wrap="square" rtlCol="0">
            <a:spAutoFit/>
          </a:bodyPr>
          <a:lstStyle/>
          <a:p>
            <a:pPr>
              <a:lnSpc>
                <a:spcPct val="150000"/>
              </a:lnSpc>
            </a:pPr>
            <a:r>
              <a:rPr lang="en-US" dirty="0">
                <a:solidFill>
                  <a:srgbClr val="00B050"/>
                </a:solidFill>
              </a:rPr>
              <a:t>Mode→ R1  and contains 400 </a:t>
            </a:r>
          </a:p>
          <a:p>
            <a:pPr>
              <a:lnSpc>
                <a:spcPct val="150000"/>
              </a:lnSpc>
            </a:pPr>
            <a:r>
              <a:rPr lang="en-US" dirty="0">
                <a:solidFill>
                  <a:srgbClr val="00B050"/>
                </a:solidFill>
              </a:rPr>
              <a:t>Base register 100</a:t>
            </a:r>
          </a:p>
          <a:p>
            <a:pPr>
              <a:lnSpc>
                <a:spcPct val="150000"/>
              </a:lnSpc>
            </a:pPr>
            <a:r>
              <a:rPr lang="en-US" dirty="0" err="1">
                <a:solidFill>
                  <a:srgbClr val="00B050"/>
                </a:solidFill>
              </a:rPr>
              <a:t>Adrs</a:t>
            </a:r>
            <a:r>
              <a:rPr lang="en-US" dirty="0">
                <a:solidFill>
                  <a:srgbClr val="00B050"/>
                </a:solidFill>
              </a:rPr>
              <a:t> 399 → 999 &amp; 400→ 1000</a:t>
            </a:r>
          </a:p>
        </p:txBody>
      </p:sp>
      <p:pic>
        <p:nvPicPr>
          <p:cNvPr id="8" name="Picture 7"/>
          <p:cNvPicPr>
            <a:picLocks noChangeAspect="1"/>
          </p:cNvPicPr>
          <p:nvPr/>
        </p:nvPicPr>
        <p:blipFill>
          <a:blip r:embed="rId2"/>
          <a:stretch>
            <a:fillRect/>
          </a:stretch>
        </p:blipFill>
        <p:spPr>
          <a:xfrm>
            <a:off x="6019800" y="1740976"/>
            <a:ext cx="2667000" cy="984250"/>
          </a:xfrm>
          <a:prstGeom prst="rect">
            <a:avLst/>
          </a:prstGeom>
        </p:spPr>
      </p:pic>
      <p:sp>
        <p:nvSpPr>
          <p:cNvPr id="10" name="TextBox 9"/>
          <p:cNvSpPr txBox="1"/>
          <p:nvPr/>
        </p:nvSpPr>
        <p:spPr>
          <a:xfrm>
            <a:off x="5410200" y="3486284"/>
            <a:ext cx="3459907" cy="3046988"/>
          </a:xfrm>
          <a:prstGeom prst="rect">
            <a:avLst/>
          </a:prstGeom>
          <a:noFill/>
        </p:spPr>
        <p:txBody>
          <a:bodyPr wrap="square" rtlCol="0">
            <a:spAutoFit/>
          </a:bodyPr>
          <a:lstStyle/>
          <a:p>
            <a:pPr fontAlgn="t"/>
            <a:r>
              <a:rPr lang="en-US" sz="1600" b="1" dirty="0">
                <a:solidFill>
                  <a:srgbClr val="00B050"/>
                </a:solidFill>
              </a:rPr>
              <a:t>A   500     1100</a:t>
            </a:r>
          </a:p>
          <a:p>
            <a:pPr fontAlgn="t"/>
            <a:r>
              <a:rPr lang="en-US" sz="1600" b="1" dirty="0">
                <a:solidFill>
                  <a:srgbClr val="00B050"/>
                </a:solidFill>
              </a:rPr>
              <a:t>B   201       500</a:t>
            </a:r>
          </a:p>
          <a:p>
            <a:pPr fontAlgn="t"/>
            <a:r>
              <a:rPr lang="en-US" sz="1600" b="1" dirty="0">
                <a:solidFill>
                  <a:srgbClr val="00B050"/>
                </a:solidFill>
              </a:rPr>
              <a:t>C 1100     1700</a:t>
            </a:r>
          </a:p>
          <a:p>
            <a:pPr fontAlgn="t"/>
            <a:r>
              <a:rPr lang="en-US" sz="1600" b="1" dirty="0">
                <a:solidFill>
                  <a:srgbClr val="00B050"/>
                </a:solidFill>
              </a:rPr>
              <a:t>D   702</a:t>
            </a:r>
            <a:r>
              <a:rPr lang="en-US" sz="1600" dirty="0">
                <a:solidFill>
                  <a:srgbClr val="00B050"/>
                </a:solidFill>
              </a:rPr>
              <a:t>     </a:t>
            </a:r>
            <a:r>
              <a:rPr lang="en-US" sz="1600" b="1" dirty="0">
                <a:solidFill>
                  <a:srgbClr val="00B050"/>
                </a:solidFill>
              </a:rPr>
              <a:t>1302</a:t>
            </a:r>
          </a:p>
          <a:p>
            <a:pPr fontAlgn="t"/>
            <a:r>
              <a:rPr lang="en-US" sz="1600" b="1" dirty="0">
                <a:solidFill>
                  <a:srgbClr val="00B050"/>
                </a:solidFill>
              </a:rPr>
              <a:t>E   600     1200</a:t>
            </a:r>
          </a:p>
          <a:p>
            <a:pPr fontAlgn="t"/>
            <a:r>
              <a:rPr lang="en-US" sz="1600" b="1" dirty="0">
                <a:solidFill>
                  <a:srgbClr val="00B050"/>
                </a:solidFill>
              </a:rPr>
              <a:t>F    R1       400</a:t>
            </a:r>
          </a:p>
          <a:p>
            <a:pPr fontAlgn="t"/>
            <a:r>
              <a:rPr lang="en-US" sz="1600" b="1" dirty="0">
                <a:solidFill>
                  <a:srgbClr val="00B050"/>
                </a:solidFill>
              </a:rPr>
              <a:t>G  400     1000</a:t>
            </a:r>
          </a:p>
          <a:p>
            <a:pPr fontAlgn="t"/>
            <a:r>
              <a:rPr lang="en-US" sz="1600" b="1" dirty="0">
                <a:solidFill>
                  <a:srgbClr val="00B050"/>
                </a:solidFill>
              </a:rPr>
              <a:t>H  400     1000</a:t>
            </a:r>
            <a:endParaRPr lang="en-US" sz="1600" dirty="0">
              <a:solidFill>
                <a:srgbClr val="00B050"/>
              </a:solidFill>
            </a:endParaRPr>
          </a:p>
          <a:p>
            <a:pPr fontAlgn="t"/>
            <a:endParaRPr lang="en-US" sz="1600" b="1" dirty="0">
              <a:solidFill>
                <a:srgbClr val="00B050"/>
              </a:solidFill>
            </a:endParaRPr>
          </a:p>
          <a:p>
            <a:pPr fontAlgn="t"/>
            <a:endParaRPr lang="en-US" sz="1600" dirty="0">
              <a:solidFill>
                <a:srgbClr val="00B050"/>
              </a:solidFill>
            </a:endParaRPr>
          </a:p>
          <a:p>
            <a:pPr fontAlgn="t"/>
            <a:endParaRPr lang="en-US" sz="1600" dirty="0">
              <a:solidFill>
                <a:srgbClr val="00B050"/>
              </a:solidFill>
            </a:endParaRPr>
          </a:p>
          <a:p>
            <a:endParaRPr lang="en-US" sz="1600" dirty="0">
              <a:solidFill>
                <a:srgbClr val="00B050"/>
              </a:solidFill>
            </a:endParaRPr>
          </a:p>
        </p:txBody>
      </p:sp>
    </p:spTree>
    <p:extLst>
      <p:ext uri="{BB962C8B-B14F-4D97-AF65-F5344CB8AC3E}">
        <p14:creationId xmlns:p14="http://schemas.microsoft.com/office/powerpoint/2010/main" val="2312570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 calcmode="lin" valueType="num">
                                      <p:cBhvr additive="base">
                                        <p:cTn id="3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
                                            <p:txEl>
                                              <p:pRg st="6" end="6"/>
                                            </p:txEl>
                                          </p:spTgt>
                                        </p:tgtEl>
                                        <p:attrNameLst>
                                          <p:attrName>style.visibility</p:attrName>
                                        </p:attrNameLst>
                                      </p:cBhvr>
                                      <p:to>
                                        <p:strVal val="visible"/>
                                      </p:to>
                                    </p:set>
                                    <p:anim calcmode="lin" valueType="num">
                                      <p:cBhvr additive="base">
                                        <p:cTn id="4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
                                            <p:txEl>
                                              <p:pRg st="7" end="7"/>
                                            </p:txEl>
                                          </p:spTgt>
                                        </p:tgtEl>
                                        <p:attrNameLst>
                                          <p:attrName>style.visibility</p:attrName>
                                        </p:attrNameLst>
                                      </p:cBhvr>
                                      <p:to>
                                        <p:strVal val="visible"/>
                                      </p:to>
                                    </p:set>
                                    <p:anim calcmode="lin" valueType="num">
                                      <p:cBhvr additive="base">
                                        <p:cTn id="49"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0" dirty="0">
                <a:solidFill>
                  <a:srgbClr val="FF0000"/>
                </a:solidFill>
              </a:rPr>
              <a:t>In class example 5</a:t>
            </a:r>
            <a:endParaRPr lang="en-US" sz="2800" b="0" dirty="0"/>
          </a:p>
        </p:txBody>
      </p:sp>
      <p:sp>
        <p:nvSpPr>
          <p:cNvPr id="3" name="Rectangle 2"/>
          <p:cNvSpPr/>
          <p:nvPr/>
        </p:nvSpPr>
        <p:spPr>
          <a:xfrm>
            <a:off x="0" y="990600"/>
            <a:ext cx="8991600" cy="4611519"/>
          </a:xfrm>
          <a:prstGeom prst="rect">
            <a:avLst/>
          </a:prstGeom>
        </p:spPr>
        <p:txBody>
          <a:bodyPr wrap="square">
            <a:spAutoFit/>
          </a:bodyPr>
          <a:lstStyle/>
          <a:p>
            <a:pPr>
              <a:lnSpc>
                <a:spcPct val="150000"/>
              </a:lnSpc>
            </a:pPr>
            <a:r>
              <a:rPr lang="en-US" dirty="0">
                <a:solidFill>
                  <a:srgbClr val="7030A0"/>
                </a:solidFill>
                <a:latin typeface="TimesTen-Roman"/>
              </a:rPr>
              <a:t>Assume a stack-oriented processor that includes the stack operations PUSH and POP. Arithmetic operations automatically involve the top one or two stack elements. Begin with an empty </a:t>
            </a:r>
            <a:r>
              <a:rPr lang="en-US" dirty="0" err="1">
                <a:solidFill>
                  <a:srgbClr val="7030A0"/>
                </a:solidFill>
                <a:latin typeface="TimesTen-Roman"/>
              </a:rPr>
              <a:t>stack.What</a:t>
            </a:r>
            <a:r>
              <a:rPr lang="en-US" dirty="0">
                <a:solidFill>
                  <a:srgbClr val="7030A0"/>
                </a:solidFill>
                <a:latin typeface="TimesTen-Roman"/>
              </a:rPr>
              <a:t> stack elements remain after the following instructions</a:t>
            </a:r>
          </a:p>
          <a:p>
            <a:pPr>
              <a:lnSpc>
                <a:spcPct val="150000"/>
              </a:lnSpc>
            </a:pPr>
            <a:r>
              <a:rPr lang="en-US" dirty="0">
                <a:solidFill>
                  <a:srgbClr val="7030A0"/>
                </a:solidFill>
                <a:latin typeface="TimesTen-Roman"/>
              </a:rPr>
              <a:t>are executed?</a:t>
            </a:r>
          </a:p>
          <a:p>
            <a:pPr>
              <a:lnSpc>
                <a:spcPct val="150000"/>
              </a:lnSpc>
            </a:pPr>
            <a:r>
              <a:rPr lang="en-US" dirty="0">
                <a:solidFill>
                  <a:srgbClr val="7030A0"/>
                </a:solidFill>
              </a:rPr>
              <a:t>PUSH 4</a:t>
            </a:r>
          </a:p>
          <a:p>
            <a:pPr>
              <a:lnSpc>
                <a:spcPct val="150000"/>
              </a:lnSpc>
            </a:pPr>
            <a:r>
              <a:rPr lang="en-US" dirty="0">
                <a:solidFill>
                  <a:srgbClr val="7030A0"/>
                </a:solidFill>
              </a:rPr>
              <a:t>PUSH 7</a:t>
            </a:r>
          </a:p>
          <a:p>
            <a:pPr>
              <a:lnSpc>
                <a:spcPct val="150000"/>
              </a:lnSpc>
            </a:pPr>
            <a:r>
              <a:rPr lang="en-US" dirty="0">
                <a:solidFill>
                  <a:srgbClr val="7030A0"/>
                </a:solidFill>
              </a:rPr>
              <a:t>PUSH 8</a:t>
            </a:r>
          </a:p>
          <a:p>
            <a:pPr>
              <a:lnSpc>
                <a:spcPct val="150000"/>
              </a:lnSpc>
            </a:pPr>
            <a:r>
              <a:rPr lang="en-US" dirty="0">
                <a:solidFill>
                  <a:srgbClr val="7030A0"/>
                </a:solidFill>
              </a:rPr>
              <a:t>ADD</a:t>
            </a:r>
          </a:p>
          <a:p>
            <a:pPr>
              <a:lnSpc>
                <a:spcPct val="150000"/>
              </a:lnSpc>
            </a:pPr>
            <a:r>
              <a:rPr lang="en-US" dirty="0">
                <a:solidFill>
                  <a:srgbClr val="7030A0"/>
                </a:solidFill>
              </a:rPr>
              <a:t>PUSH 10</a:t>
            </a:r>
          </a:p>
          <a:p>
            <a:pPr>
              <a:lnSpc>
                <a:spcPct val="150000"/>
              </a:lnSpc>
            </a:pPr>
            <a:r>
              <a:rPr lang="en-US" dirty="0">
                <a:solidFill>
                  <a:srgbClr val="7030A0"/>
                </a:solidFill>
              </a:rPr>
              <a:t>SUB</a:t>
            </a:r>
          </a:p>
          <a:p>
            <a:pPr>
              <a:lnSpc>
                <a:spcPct val="150000"/>
              </a:lnSpc>
            </a:pPr>
            <a:r>
              <a:rPr lang="en-US" dirty="0">
                <a:solidFill>
                  <a:srgbClr val="7030A0"/>
                </a:solidFill>
              </a:rPr>
              <a:t>MUL</a:t>
            </a:r>
          </a:p>
        </p:txBody>
      </p:sp>
      <p:sp>
        <p:nvSpPr>
          <p:cNvPr id="4" name="TextBox 3">
            <a:extLst>
              <a:ext uri="{FF2B5EF4-FFF2-40B4-BE49-F238E27FC236}">
                <a16:creationId xmlns:a16="http://schemas.microsoft.com/office/drawing/2014/main" id="{0A81BA48-53E9-4704-8E4D-769A15CD3BF4}"/>
              </a:ext>
            </a:extLst>
          </p:cNvPr>
          <p:cNvSpPr txBox="1"/>
          <p:nvPr/>
        </p:nvSpPr>
        <p:spPr>
          <a:xfrm>
            <a:off x="4819030" y="3082486"/>
            <a:ext cx="3657600" cy="2585323"/>
          </a:xfrm>
          <a:prstGeom prst="rect">
            <a:avLst/>
          </a:prstGeom>
          <a:noFill/>
        </p:spPr>
        <p:txBody>
          <a:bodyPr wrap="square" rtlCol="0">
            <a:spAutoFit/>
          </a:bodyPr>
          <a:lstStyle/>
          <a:p>
            <a:pPr fontAlgn="t"/>
            <a:r>
              <a:rPr lang="en-US" dirty="0">
                <a:solidFill>
                  <a:srgbClr val="00B050"/>
                </a:solidFill>
              </a:rPr>
              <a:t>Push 4           4 </a:t>
            </a:r>
          </a:p>
          <a:p>
            <a:pPr fontAlgn="t"/>
            <a:r>
              <a:rPr lang="en-US" dirty="0">
                <a:solidFill>
                  <a:srgbClr val="00B050"/>
                </a:solidFill>
              </a:rPr>
              <a:t>Push 7           7,4</a:t>
            </a:r>
          </a:p>
          <a:p>
            <a:pPr fontAlgn="t"/>
            <a:r>
              <a:rPr lang="en-US" dirty="0">
                <a:solidFill>
                  <a:srgbClr val="00B050"/>
                </a:solidFill>
              </a:rPr>
              <a:t>Push 8           8,7,4</a:t>
            </a:r>
          </a:p>
          <a:p>
            <a:pPr fontAlgn="t"/>
            <a:r>
              <a:rPr lang="en-US" dirty="0">
                <a:solidFill>
                  <a:srgbClr val="00B050"/>
                </a:solidFill>
              </a:rPr>
              <a:t>ADD               15,4</a:t>
            </a:r>
          </a:p>
          <a:p>
            <a:pPr fontAlgn="t"/>
            <a:r>
              <a:rPr lang="en-US" dirty="0">
                <a:solidFill>
                  <a:srgbClr val="00B050"/>
                </a:solidFill>
              </a:rPr>
              <a:t>PUSH 10        10,15,4</a:t>
            </a:r>
          </a:p>
          <a:p>
            <a:pPr fontAlgn="t"/>
            <a:r>
              <a:rPr lang="en-US" dirty="0">
                <a:solidFill>
                  <a:srgbClr val="00B050"/>
                </a:solidFill>
              </a:rPr>
              <a:t>SUB                5,4</a:t>
            </a:r>
          </a:p>
          <a:p>
            <a:pPr fontAlgn="t"/>
            <a:r>
              <a:rPr lang="en-US" dirty="0">
                <a:solidFill>
                  <a:srgbClr val="00B050"/>
                </a:solidFill>
              </a:rPr>
              <a:t>MUL                20</a:t>
            </a:r>
          </a:p>
          <a:p>
            <a:pPr fontAlgn="t"/>
            <a:endParaRPr lang="en-US" dirty="0">
              <a:solidFill>
                <a:srgbClr val="00B050"/>
              </a:solidFill>
            </a:endParaRPr>
          </a:p>
          <a:p>
            <a:pPr fontAlgn="t"/>
            <a:endParaRPr lang="en-US" dirty="0">
              <a:solidFill>
                <a:srgbClr val="00B050"/>
              </a:solidFill>
            </a:endParaRPr>
          </a:p>
        </p:txBody>
      </p:sp>
    </p:spTree>
    <p:extLst>
      <p:ext uri="{BB962C8B-B14F-4D97-AF65-F5344CB8AC3E}">
        <p14:creationId xmlns:p14="http://schemas.microsoft.com/office/powerpoint/2010/main" val="292526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 calcmode="lin" valueType="num">
                                      <p:cBhvr additive="base">
                                        <p:cTn id="2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additive="base">
                                        <p:cTn id="3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 calcmode="lin" valueType="num">
                                      <p:cBhvr additive="base">
                                        <p:cTn id="3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2800" b="0" dirty="0">
                <a:solidFill>
                  <a:srgbClr val="FF0000"/>
                </a:solidFill>
              </a:rPr>
              <a:t>In class example 6</a:t>
            </a:r>
            <a:endParaRPr lang="en-US" sz="2800" dirty="0"/>
          </a:p>
        </p:txBody>
      </p:sp>
      <p:sp>
        <p:nvSpPr>
          <p:cNvPr id="3" name="TextBox 2"/>
          <p:cNvSpPr txBox="1"/>
          <p:nvPr/>
        </p:nvSpPr>
        <p:spPr>
          <a:xfrm>
            <a:off x="121493" y="838200"/>
            <a:ext cx="8793907" cy="1703030"/>
          </a:xfrm>
          <a:prstGeom prst="rect">
            <a:avLst/>
          </a:prstGeom>
          <a:noFill/>
        </p:spPr>
        <p:txBody>
          <a:bodyPr wrap="square" rtlCol="0">
            <a:spAutoFit/>
          </a:bodyPr>
          <a:lstStyle/>
          <a:p>
            <a:pPr>
              <a:lnSpc>
                <a:spcPct val="150000"/>
              </a:lnSpc>
            </a:pPr>
            <a:r>
              <a:rPr lang="en-US" dirty="0">
                <a:solidFill>
                  <a:srgbClr val="00B050"/>
                </a:solidFill>
              </a:rPr>
              <a:t>Compare zero-, one-, two-, and three-address machines by writing programs to compute</a:t>
            </a:r>
          </a:p>
          <a:p>
            <a:pPr>
              <a:lnSpc>
                <a:spcPct val="150000"/>
              </a:lnSpc>
            </a:pPr>
            <a:r>
              <a:rPr lang="en-US" dirty="0">
                <a:solidFill>
                  <a:srgbClr val="00B050"/>
                </a:solidFill>
              </a:rPr>
              <a:t>for each of the four </a:t>
            </a:r>
            <a:r>
              <a:rPr lang="en-US" dirty="0" err="1">
                <a:solidFill>
                  <a:srgbClr val="00B050"/>
                </a:solidFill>
              </a:rPr>
              <a:t>machines.The</a:t>
            </a:r>
            <a:r>
              <a:rPr lang="en-US" dirty="0">
                <a:solidFill>
                  <a:srgbClr val="00B050"/>
                </a:solidFill>
              </a:rPr>
              <a:t> instructions available for use are as follows:</a:t>
            </a:r>
          </a:p>
          <a:p>
            <a:pPr>
              <a:lnSpc>
                <a:spcPct val="150000"/>
              </a:lnSpc>
            </a:pPr>
            <a:r>
              <a:rPr lang="pt-BR" dirty="0">
                <a:solidFill>
                  <a:srgbClr val="00B050"/>
                </a:solidFill>
              </a:rPr>
              <a:t>X = (A + B X C) ∕ (D - E X F)</a:t>
            </a:r>
            <a:endParaRPr lang="en-US" dirty="0">
              <a:solidFill>
                <a:srgbClr val="00B05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921482102"/>
              </p:ext>
            </p:extLst>
          </p:nvPr>
        </p:nvGraphicFramePr>
        <p:xfrm>
          <a:off x="1524000" y="261112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1195699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04245678"/>
              </p:ext>
            </p:extLst>
          </p:nvPr>
        </p:nvGraphicFramePr>
        <p:xfrm>
          <a:off x="152400" y="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87816" y="2286000"/>
            <a:ext cx="1107583" cy="3334788"/>
          </a:xfrm>
          <a:prstGeom prst="rect">
            <a:avLst/>
          </a:prstGeom>
        </p:spPr>
      </p:pic>
      <p:pic>
        <p:nvPicPr>
          <p:cNvPr id="6" name="Picture 5"/>
          <p:cNvPicPr>
            <a:picLocks noChangeAspect="1"/>
          </p:cNvPicPr>
          <p:nvPr/>
        </p:nvPicPr>
        <p:blipFill>
          <a:blip r:embed="rId3"/>
          <a:stretch>
            <a:fillRect/>
          </a:stretch>
        </p:blipFill>
        <p:spPr>
          <a:xfrm>
            <a:off x="2057400" y="2362199"/>
            <a:ext cx="1143000" cy="2825151"/>
          </a:xfrm>
          <a:prstGeom prst="rect">
            <a:avLst/>
          </a:prstGeom>
        </p:spPr>
      </p:pic>
      <p:pic>
        <p:nvPicPr>
          <p:cNvPr id="8" name="Picture 7"/>
          <p:cNvPicPr>
            <a:picLocks noChangeAspect="1"/>
          </p:cNvPicPr>
          <p:nvPr/>
        </p:nvPicPr>
        <p:blipFill>
          <a:blip r:embed="rId4"/>
          <a:stretch>
            <a:fillRect/>
          </a:stretch>
        </p:blipFill>
        <p:spPr>
          <a:xfrm>
            <a:off x="5286375" y="2209800"/>
            <a:ext cx="1878686" cy="2133600"/>
          </a:xfrm>
          <a:prstGeom prst="rect">
            <a:avLst/>
          </a:prstGeom>
        </p:spPr>
      </p:pic>
      <p:pic>
        <p:nvPicPr>
          <p:cNvPr id="9" name="Picture 8"/>
          <p:cNvPicPr>
            <a:picLocks noChangeAspect="1"/>
          </p:cNvPicPr>
          <p:nvPr/>
        </p:nvPicPr>
        <p:blipFill>
          <a:blip r:embed="rId5"/>
          <a:stretch>
            <a:fillRect/>
          </a:stretch>
        </p:blipFill>
        <p:spPr>
          <a:xfrm>
            <a:off x="3549739" y="1963971"/>
            <a:ext cx="1473611" cy="2625257"/>
          </a:xfrm>
          <a:prstGeom prst="rect">
            <a:avLst/>
          </a:prstGeom>
        </p:spPr>
      </p:pic>
      <p:sp>
        <p:nvSpPr>
          <p:cNvPr id="2" name="Rectangle 1"/>
          <p:cNvSpPr/>
          <p:nvPr/>
        </p:nvSpPr>
        <p:spPr>
          <a:xfrm>
            <a:off x="3549739" y="5645404"/>
            <a:ext cx="3031664" cy="369332"/>
          </a:xfrm>
          <a:prstGeom prst="rect">
            <a:avLst/>
          </a:prstGeom>
        </p:spPr>
        <p:txBody>
          <a:bodyPr wrap="none">
            <a:spAutoFit/>
          </a:bodyPr>
          <a:lstStyle/>
          <a:p>
            <a:r>
              <a:rPr lang="pt-BR" dirty="0"/>
              <a:t>X = (A + B X C) ∕ (D - E X F)</a:t>
            </a:r>
            <a:endParaRPr lang="en-US" dirty="0"/>
          </a:p>
        </p:txBody>
      </p:sp>
      <p:sp>
        <p:nvSpPr>
          <p:cNvPr id="4" name="Rectangle 3"/>
          <p:cNvSpPr/>
          <p:nvPr/>
        </p:nvSpPr>
        <p:spPr>
          <a:xfrm>
            <a:off x="7620000" y="3469974"/>
            <a:ext cx="9906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0" name="Rectangle 9"/>
          <p:cNvSpPr/>
          <p:nvPr/>
        </p:nvSpPr>
        <p:spPr>
          <a:xfrm>
            <a:off x="7620000" y="3150149"/>
            <a:ext cx="9906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1" name="Rectangle 10"/>
          <p:cNvSpPr/>
          <p:nvPr/>
        </p:nvSpPr>
        <p:spPr>
          <a:xfrm>
            <a:off x="7620000" y="2895600"/>
            <a:ext cx="9906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Tree>
    <p:extLst>
      <p:ext uri="{BB962C8B-B14F-4D97-AF65-F5344CB8AC3E}">
        <p14:creationId xmlns:p14="http://schemas.microsoft.com/office/powerpoint/2010/main" val="4249745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04245678"/>
              </p:ext>
            </p:extLst>
          </p:nvPr>
        </p:nvGraphicFramePr>
        <p:xfrm>
          <a:off x="152400" y="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87816" y="2286000"/>
            <a:ext cx="1107583" cy="3334788"/>
          </a:xfrm>
          <a:prstGeom prst="rect">
            <a:avLst/>
          </a:prstGeom>
        </p:spPr>
      </p:pic>
      <p:pic>
        <p:nvPicPr>
          <p:cNvPr id="6" name="Picture 5"/>
          <p:cNvPicPr>
            <a:picLocks noChangeAspect="1"/>
          </p:cNvPicPr>
          <p:nvPr/>
        </p:nvPicPr>
        <p:blipFill>
          <a:blip r:embed="rId3"/>
          <a:stretch>
            <a:fillRect/>
          </a:stretch>
        </p:blipFill>
        <p:spPr>
          <a:xfrm>
            <a:off x="2057400" y="2362199"/>
            <a:ext cx="1143000" cy="2825151"/>
          </a:xfrm>
          <a:prstGeom prst="rect">
            <a:avLst/>
          </a:prstGeom>
        </p:spPr>
      </p:pic>
      <p:pic>
        <p:nvPicPr>
          <p:cNvPr id="8" name="Picture 7"/>
          <p:cNvPicPr>
            <a:picLocks noChangeAspect="1"/>
          </p:cNvPicPr>
          <p:nvPr/>
        </p:nvPicPr>
        <p:blipFill>
          <a:blip r:embed="rId4"/>
          <a:stretch>
            <a:fillRect/>
          </a:stretch>
        </p:blipFill>
        <p:spPr>
          <a:xfrm>
            <a:off x="5286375" y="2209800"/>
            <a:ext cx="1878686" cy="2133600"/>
          </a:xfrm>
          <a:prstGeom prst="rect">
            <a:avLst/>
          </a:prstGeom>
        </p:spPr>
      </p:pic>
      <p:pic>
        <p:nvPicPr>
          <p:cNvPr id="9" name="Picture 8"/>
          <p:cNvPicPr>
            <a:picLocks noChangeAspect="1"/>
          </p:cNvPicPr>
          <p:nvPr/>
        </p:nvPicPr>
        <p:blipFill>
          <a:blip r:embed="rId5"/>
          <a:stretch>
            <a:fillRect/>
          </a:stretch>
        </p:blipFill>
        <p:spPr>
          <a:xfrm>
            <a:off x="3549739" y="1963971"/>
            <a:ext cx="1473611" cy="2625257"/>
          </a:xfrm>
          <a:prstGeom prst="rect">
            <a:avLst/>
          </a:prstGeom>
        </p:spPr>
      </p:pic>
      <p:sp>
        <p:nvSpPr>
          <p:cNvPr id="2" name="Rectangle 1"/>
          <p:cNvSpPr/>
          <p:nvPr/>
        </p:nvSpPr>
        <p:spPr>
          <a:xfrm>
            <a:off x="3549739" y="5645404"/>
            <a:ext cx="3031664" cy="369332"/>
          </a:xfrm>
          <a:prstGeom prst="rect">
            <a:avLst/>
          </a:prstGeom>
        </p:spPr>
        <p:txBody>
          <a:bodyPr wrap="none">
            <a:spAutoFit/>
          </a:bodyPr>
          <a:lstStyle/>
          <a:p>
            <a:r>
              <a:rPr lang="pt-BR" dirty="0"/>
              <a:t>X = (A + B X C) ∕ (D - E X F)</a:t>
            </a:r>
            <a:endParaRPr lang="en-US" dirty="0"/>
          </a:p>
        </p:txBody>
      </p:sp>
      <p:sp>
        <p:nvSpPr>
          <p:cNvPr id="4" name="Rectangle 3"/>
          <p:cNvSpPr/>
          <p:nvPr/>
        </p:nvSpPr>
        <p:spPr>
          <a:xfrm>
            <a:off x="7620000" y="3469974"/>
            <a:ext cx="9906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0" name="Rectangle 9"/>
          <p:cNvSpPr/>
          <p:nvPr/>
        </p:nvSpPr>
        <p:spPr>
          <a:xfrm>
            <a:off x="7620000" y="3150149"/>
            <a:ext cx="9906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BXC</a:t>
            </a:r>
          </a:p>
        </p:txBody>
      </p:sp>
    </p:spTree>
    <p:extLst>
      <p:ext uri="{BB962C8B-B14F-4D97-AF65-F5344CB8AC3E}">
        <p14:creationId xmlns:p14="http://schemas.microsoft.com/office/powerpoint/2010/main" val="40510495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04245678"/>
              </p:ext>
            </p:extLst>
          </p:nvPr>
        </p:nvGraphicFramePr>
        <p:xfrm>
          <a:off x="152400" y="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87816" y="2286000"/>
            <a:ext cx="1107583" cy="3334788"/>
          </a:xfrm>
          <a:prstGeom prst="rect">
            <a:avLst/>
          </a:prstGeom>
        </p:spPr>
      </p:pic>
      <p:pic>
        <p:nvPicPr>
          <p:cNvPr id="6" name="Picture 5"/>
          <p:cNvPicPr>
            <a:picLocks noChangeAspect="1"/>
          </p:cNvPicPr>
          <p:nvPr/>
        </p:nvPicPr>
        <p:blipFill>
          <a:blip r:embed="rId3"/>
          <a:stretch>
            <a:fillRect/>
          </a:stretch>
        </p:blipFill>
        <p:spPr>
          <a:xfrm>
            <a:off x="2057400" y="2362199"/>
            <a:ext cx="1143000" cy="2825151"/>
          </a:xfrm>
          <a:prstGeom prst="rect">
            <a:avLst/>
          </a:prstGeom>
        </p:spPr>
      </p:pic>
      <p:pic>
        <p:nvPicPr>
          <p:cNvPr id="8" name="Picture 7"/>
          <p:cNvPicPr>
            <a:picLocks noChangeAspect="1"/>
          </p:cNvPicPr>
          <p:nvPr/>
        </p:nvPicPr>
        <p:blipFill>
          <a:blip r:embed="rId4"/>
          <a:stretch>
            <a:fillRect/>
          </a:stretch>
        </p:blipFill>
        <p:spPr>
          <a:xfrm>
            <a:off x="5286375" y="2209800"/>
            <a:ext cx="1878686" cy="2133600"/>
          </a:xfrm>
          <a:prstGeom prst="rect">
            <a:avLst/>
          </a:prstGeom>
        </p:spPr>
      </p:pic>
      <p:pic>
        <p:nvPicPr>
          <p:cNvPr id="9" name="Picture 8"/>
          <p:cNvPicPr>
            <a:picLocks noChangeAspect="1"/>
          </p:cNvPicPr>
          <p:nvPr/>
        </p:nvPicPr>
        <p:blipFill>
          <a:blip r:embed="rId5"/>
          <a:stretch>
            <a:fillRect/>
          </a:stretch>
        </p:blipFill>
        <p:spPr>
          <a:xfrm>
            <a:off x="3549739" y="1963971"/>
            <a:ext cx="1473611" cy="2625257"/>
          </a:xfrm>
          <a:prstGeom prst="rect">
            <a:avLst/>
          </a:prstGeom>
        </p:spPr>
      </p:pic>
      <p:sp>
        <p:nvSpPr>
          <p:cNvPr id="2" name="Rectangle 1"/>
          <p:cNvSpPr/>
          <p:nvPr/>
        </p:nvSpPr>
        <p:spPr>
          <a:xfrm>
            <a:off x="3549739" y="5645404"/>
            <a:ext cx="3031664" cy="369332"/>
          </a:xfrm>
          <a:prstGeom prst="rect">
            <a:avLst/>
          </a:prstGeom>
        </p:spPr>
        <p:txBody>
          <a:bodyPr wrap="none">
            <a:spAutoFit/>
          </a:bodyPr>
          <a:lstStyle/>
          <a:p>
            <a:r>
              <a:rPr lang="pt-BR" dirty="0"/>
              <a:t>X = (A + B X C) ∕ (D - E X F)</a:t>
            </a:r>
            <a:endParaRPr lang="en-US" dirty="0"/>
          </a:p>
        </p:txBody>
      </p:sp>
      <p:sp>
        <p:nvSpPr>
          <p:cNvPr id="4" name="Rectangle 3"/>
          <p:cNvSpPr/>
          <p:nvPr/>
        </p:nvSpPr>
        <p:spPr>
          <a:xfrm>
            <a:off x="7428086" y="3469974"/>
            <a:ext cx="12954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A+BXC</a:t>
            </a:r>
          </a:p>
        </p:txBody>
      </p:sp>
      <p:sp>
        <p:nvSpPr>
          <p:cNvPr id="11" name="Rectangle 10"/>
          <p:cNvSpPr/>
          <p:nvPr/>
        </p:nvSpPr>
        <p:spPr>
          <a:xfrm>
            <a:off x="7451697" y="3200400"/>
            <a:ext cx="1255886"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2" name="Rectangle 11"/>
          <p:cNvSpPr/>
          <p:nvPr/>
        </p:nvSpPr>
        <p:spPr>
          <a:xfrm>
            <a:off x="7467600" y="2895600"/>
            <a:ext cx="1255886"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13" name="Rectangle 12"/>
          <p:cNvSpPr/>
          <p:nvPr/>
        </p:nvSpPr>
        <p:spPr>
          <a:xfrm>
            <a:off x="7447843" y="2578362"/>
            <a:ext cx="1255886"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spTree>
    <p:extLst>
      <p:ext uri="{BB962C8B-B14F-4D97-AF65-F5344CB8AC3E}">
        <p14:creationId xmlns:p14="http://schemas.microsoft.com/office/powerpoint/2010/main" val="2322310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04245678"/>
              </p:ext>
            </p:extLst>
          </p:nvPr>
        </p:nvGraphicFramePr>
        <p:xfrm>
          <a:off x="152400" y="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87816" y="2286000"/>
            <a:ext cx="1107583" cy="3334788"/>
          </a:xfrm>
          <a:prstGeom prst="rect">
            <a:avLst/>
          </a:prstGeom>
        </p:spPr>
      </p:pic>
      <p:pic>
        <p:nvPicPr>
          <p:cNvPr id="6" name="Picture 5"/>
          <p:cNvPicPr>
            <a:picLocks noChangeAspect="1"/>
          </p:cNvPicPr>
          <p:nvPr/>
        </p:nvPicPr>
        <p:blipFill>
          <a:blip r:embed="rId3"/>
          <a:stretch>
            <a:fillRect/>
          </a:stretch>
        </p:blipFill>
        <p:spPr>
          <a:xfrm>
            <a:off x="2057400" y="2362199"/>
            <a:ext cx="1143000" cy="2825151"/>
          </a:xfrm>
          <a:prstGeom prst="rect">
            <a:avLst/>
          </a:prstGeom>
        </p:spPr>
      </p:pic>
      <p:pic>
        <p:nvPicPr>
          <p:cNvPr id="8" name="Picture 7"/>
          <p:cNvPicPr>
            <a:picLocks noChangeAspect="1"/>
          </p:cNvPicPr>
          <p:nvPr/>
        </p:nvPicPr>
        <p:blipFill>
          <a:blip r:embed="rId4"/>
          <a:stretch>
            <a:fillRect/>
          </a:stretch>
        </p:blipFill>
        <p:spPr>
          <a:xfrm>
            <a:off x="5286375" y="2209800"/>
            <a:ext cx="1878686" cy="2133600"/>
          </a:xfrm>
          <a:prstGeom prst="rect">
            <a:avLst/>
          </a:prstGeom>
        </p:spPr>
      </p:pic>
      <p:pic>
        <p:nvPicPr>
          <p:cNvPr id="9" name="Picture 8"/>
          <p:cNvPicPr>
            <a:picLocks noChangeAspect="1"/>
          </p:cNvPicPr>
          <p:nvPr/>
        </p:nvPicPr>
        <p:blipFill>
          <a:blip r:embed="rId5"/>
          <a:stretch>
            <a:fillRect/>
          </a:stretch>
        </p:blipFill>
        <p:spPr>
          <a:xfrm>
            <a:off x="3549739" y="1963971"/>
            <a:ext cx="1473611" cy="2625257"/>
          </a:xfrm>
          <a:prstGeom prst="rect">
            <a:avLst/>
          </a:prstGeom>
        </p:spPr>
      </p:pic>
      <p:sp>
        <p:nvSpPr>
          <p:cNvPr id="2" name="Rectangle 1"/>
          <p:cNvSpPr/>
          <p:nvPr/>
        </p:nvSpPr>
        <p:spPr>
          <a:xfrm>
            <a:off x="3549739" y="5645404"/>
            <a:ext cx="3031664" cy="369332"/>
          </a:xfrm>
          <a:prstGeom prst="rect">
            <a:avLst/>
          </a:prstGeom>
        </p:spPr>
        <p:txBody>
          <a:bodyPr wrap="none">
            <a:spAutoFit/>
          </a:bodyPr>
          <a:lstStyle/>
          <a:p>
            <a:r>
              <a:rPr lang="pt-BR" dirty="0"/>
              <a:t>X = (A + B X C) ∕ (D - E X F)</a:t>
            </a:r>
            <a:endParaRPr lang="en-US" dirty="0"/>
          </a:p>
        </p:txBody>
      </p:sp>
      <p:sp>
        <p:nvSpPr>
          <p:cNvPr id="4" name="Rectangle 3"/>
          <p:cNvSpPr/>
          <p:nvPr/>
        </p:nvSpPr>
        <p:spPr>
          <a:xfrm>
            <a:off x="7428086" y="3469974"/>
            <a:ext cx="12954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A+BXC</a:t>
            </a:r>
          </a:p>
        </p:txBody>
      </p:sp>
      <p:sp>
        <p:nvSpPr>
          <p:cNvPr id="11" name="Rectangle 10"/>
          <p:cNvSpPr/>
          <p:nvPr/>
        </p:nvSpPr>
        <p:spPr>
          <a:xfrm>
            <a:off x="7451697" y="3200400"/>
            <a:ext cx="1255886"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2" name="Rectangle 11"/>
          <p:cNvSpPr/>
          <p:nvPr/>
        </p:nvSpPr>
        <p:spPr>
          <a:xfrm>
            <a:off x="7467600" y="2895600"/>
            <a:ext cx="1255886"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ExF</a:t>
            </a:r>
            <a:endParaRPr lang="en-US" dirty="0">
              <a:solidFill>
                <a:schemeClr val="tx1"/>
              </a:solidFill>
            </a:endParaRPr>
          </a:p>
        </p:txBody>
      </p:sp>
    </p:spTree>
    <p:extLst>
      <p:ext uri="{BB962C8B-B14F-4D97-AF65-F5344CB8AC3E}">
        <p14:creationId xmlns:p14="http://schemas.microsoft.com/office/powerpoint/2010/main" val="155957664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04245678"/>
              </p:ext>
            </p:extLst>
          </p:nvPr>
        </p:nvGraphicFramePr>
        <p:xfrm>
          <a:off x="152400" y="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87816" y="2286000"/>
            <a:ext cx="1107583" cy="3334788"/>
          </a:xfrm>
          <a:prstGeom prst="rect">
            <a:avLst/>
          </a:prstGeom>
        </p:spPr>
      </p:pic>
      <p:pic>
        <p:nvPicPr>
          <p:cNvPr id="6" name="Picture 5"/>
          <p:cNvPicPr>
            <a:picLocks noChangeAspect="1"/>
          </p:cNvPicPr>
          <p:nvPr/>
        </p:nvPicPr>
        <p:blipFill>
          <a:blip r:embed="rId3"/>
          <a:stretch>
            <a:fillRect/>
          </a:stretch>
        </p:blipFill>
        <p:spPr>
          <a:xfrm>
            <a:off x="2057400" y="2362199"/>
            <a:ext cx="1143000" cy="2825151"/>
          </a:xfrm>
          <a:prstGeom prst="rect">
            <a:avLst/>
          </a:prstGeom>
        </p:spPr>
      </p:pic>
      <p:pic>
        <p:nvPicPr>
          <p:cNvPr id="8" name="Picture 7"/>
          <p:cNvPicPr>
            <a:picLocks noChangeAspect="1"/>
          </p:cNvPicPr>
          <p:nvPr/>
        </p:nvPicPr>
        <p:blipFill>
          <a:blip r:embed="rId4"/>
          <a:stretch>
            <a:fillRect/>
          </a:stretch>
        </p:blipFill>
        <p:spPr>
          <a:xfrm>
            <a:off x="5286375" y="2209800"/>
            <a:ext cx="1878686" cy="2133600"/>
          </a:xfrm>
          <a:prstGeom prst="rect">
            <a:avLst/>
          </a:prstGeom>
        </p:spPr>
      </p:pic>
      <p:pic>
        <p:nvPicPr>
          <p:cNvPr id="9" name="Picture 8"/>
          <p:cNvPicPr>
            <a:picLocks noChangeAspect="1"/>
          </p:cNvPicPr>
          <p:nvPr/>
        </p:nvPicPr>
        <p:blipFill>
          <a:blip r:embed="rId5"/>
          <a:stretch>
            <a:fillRect/>
          </a:stretch>
        </p:blipFill>
        <p:spPr>
          <a:xfrm>
            <a:off x="3549739" y="1963971"/>
            <a:ext cx="1473611" cy="2625257"/>
          </a:xfrm>
          <a:prstGeom prst="rect">
            <a:avLst/>
          </a:prstGeom>
        </p:spPr>
      </p:pic>
      <p:sp>
        <p:nvSpPr>
          <p:cNvPr id="2" name="Rectangle 1"/>
          <p:cNvSpPr/>
          <p:nvPr/>
        </p:nvSpPr>
        <p:spPr>
          <a:xfrm>
            <a:off x="3549739" y="5645404"/>
            <a:ext cx="3031664" cy="369332"/>
          </a:xfrm>
          <a:prstGeom prst="rect">
            <a:avLst/>
          </a:prstGeom>
        </p:spPr>
        <p:txBody>
          <a:bodyPr wrap="none">
            <a:spAutoFit/>
          </a:bodyPr>
          <a:lstStyle/>
          <a:p>
            <a:r>
              <a:rPr lang="pt-BR" dirty="0"/>
              <a:t>X = (A + B X C) ∕ (D - E X F)</a:t>
            </a:r>
            <a:endParaRPr lang="en-US" dirty="0"/>
          </a:p>
        </p:txBody>
      </p:sp>
      <p:sp>
        <p:nvSpPr>
          <p:cNvPr id="4" name="Rectangle 3"/>
          <p:cNvSpPr/>
          <p:nvPr/>
        </p:nvSpPr>
        <p:spPr>
          <a:xfrm>
            <a:off x="7428086" y="3469974"/>
            <a:ext cx="1295400"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A+BXC</a:t>
            </a:r>
          </a:p>
        </p:txBody>
      </p:sp>
      <p:sp>
        <p:nvSpPr>
          <p:cNvPr id="11" name="Rectangle 10"/>
          <p:cNvSpPr/>
          <p:nvPr/>
        </p:nvSpPr>
        <p:spPr>
          <a:xfrm>
            <a:off x="7451697" y="3200400"/>
            <a:ext cx="1255886" cy="304800"/>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r>
              <a:rPr lang="en-US" dirty="0" err="1">
                <a:solidFill>
                  <a:schemeClr val="tx1"/>
                </a:solidFill>
              </a:rPr>
              <a:t>ExF</a:t>
            </a:r>
            <a:endParaRPr lang="en-US" dirty="0">
              <a:solidFill>
                <a:schemeClr val="tx1"/>
              </a:solidFill>
            </a:endParaRPr>
          </a:p>
        </p:txBody>
      </p:sp>
    </p:spTree>
    <p:extLst>
      <p:ext uri="{BB962C8B-B14F-4D97-AF65-F5344CB8AC3E}">
        <p14:creationId xmlns:p14="http://schemas.microsoft.com/office/powerpoint/2010/main" val="26921500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04245678"/>
              </p:ext>
            </p:extLst>
          </p:nvPr>
        </p:nvGraphicFramePr>
        <p:xfrm>
          <a:off x="152400" y="0"/>
          <a:ext cx="6781800" cy="2108200"/>
        </p:xfrm>
        <a:graphic>
          <a:graphicData uri="http://schemas.openxmlformats.org/drawingml/2006/table">
            <a:tbl>
              <a:tblPr firstRow="1" bandRow="1">
                <a:tableStyleId>{5C22544A-7EE6-4342-B048-85BDC9FD1C3A}</a:tableStyleId>
              </a:tblPr>
              <a:tblGrid>
                <a:gridCol w="1559859">
                  <a:extLst>
                    <a:ext uri="{9D8B030D-6E8A-4147-A177-3AD203B41FA5}">
                      <a16:colId xmlns:a16="http://schemas.microsoft.com/office/drawing/2014/main" val="20000"/>
                    </a:ext>
                  </a:extLst>
                </a:gridCol>
                <a:gridCol w="1559859">
                  <a:extLst>
                    <a:ext uri="{9D8B030D-6E8A-4147-A177-3AD203B41FA5}">
                      <a16:colId xmlns:a16="http://schemas.microsoft.com/office/drawing/2014/main" val="20001"/>
                    </a:ext>
                  </a:extLst>
                </a:gridCol>
                <a:gridCol w="1793838">
                  <a:extLst>
                    <a:ext uri="{9D8B030D-6E8A-4147-A177-3AD203B41FA5}">
                      <a16:colId xmlns:a16="http://schemas.microsoft.com/office/drawing/2014/main" val="20002"/>
                    </a:ext>
                  </a:extLst>
                </a:gridCol>
                <a:gridCol w="1868244">
                  <a:extLst>
                    <a:ext uri="{9D8B030D-6E8A-4147-A177-3AD203B41FA5}">
                      <a16:colId xmlns:a16="http://schemas.microsoft.com/office/drawing/2014/main" val="20003"/>
                    </a:ext>
                  </a:extLst>
                </a:gridCol>
              </a:tblGrid>
              <a:tr h="370840">
                <a:tc>
                  <a:txBody>
                    <a:bodyPr/>
                    <a:lstStyle/>
                    <a:p>
                      <a:r>
                        <a:rPr lang="en-US" sz="1800" b="1" i="0" u="none" strike="noStrike" kern="1200" baseline="0" dirty="0">
                          <a:solidFill>
                            <a:schemeClr val="lt1"/>
                          </a:solidFill>
                          <a:latin typeface="+mn-lt"/>
                          <a:ea typeface="+mn-ea"/>
                          <a:cs typeface="+mn-cs"/>
                        </a:rPr>
                        <a:t>0 Address</a:t>
                      </a:r>
                      <a:endParaRPr lang="en-US" dirty="0"/>
                    </a:p>
                  </a:txBody>
                  <a:tcPr/>
                </a:tc>
                <a:tc>
                  <a:txBody>
                    <a:bodyPr/>
                    <a:lstStyle/>
                    <a:p>
                      <a:r>
                        <a:rPr lang="en-US" sz="1800" b="1" i="0" u="none" strike="noStrike" kern="1200" baseline="0" dirty="0">
                          <a:solidFill>
                            <a:schemeClr val="lt1"/>
                          </a:solidFill>
                          <a:latin typeface="+mn-lt"/>
                          <a:ea typeface="+mn-ea"/>
                          <a:cs typeface="+mn-cs"/>
                        </a:rPr>
                        <a:t>1 Address</a:t>
                      </a:r>
                      <a:endParaRPr lang="en-US" dirty="0"/>
                    </a:p>
                  </a:txBody>
                  <a:tcPr/>
                </a:tc>
                <a:tc>
                  <a:txBody>
                    <a:bodyPr/>
                    <a:lstStyle/>
                    <a:p>
                      <a:r>
                        <a:rPr lang="en-US" sz="1800" b="1" i="0" u="none" strike="noStrike" kern="1200" baseline="0" dirty="0">
                          <a:solidFill>
                            <a:schemeClr val="lt1"/>
                          </a:solidFill>
                          <a:latin typeface="+mn-lt"/>
                          <a:ea typeface="+mn-ea"/>
                          <a:cs typeface="+mn-cs"/>
                        </a:rPr>
                        <a:t>2 Address</a:t>
                      </a:r>
                      <a:endParaRPr lang="en-US" dirty="0"/>
                    </a:p>
                  </a:txBody>
                  <a:tcPr/>
                </a:tc>
                <a:tc>
                  <a:txBody>
                    <a:bodyPr/>
                    <a:lstStyle/>
                    <a:p>
                      <a:r>
                        <a:rPr lang="en-US" sz="1800" b="1" i="0" u="none" strike="noStrike" kern="1200" baseline="0" dirty="0">
                          <a:solidFill>
                            <a:schemeClr val="lt1"/>
                          </a:solidFill>
                          <a:latin typeface="+mn-lt"/>
                          <a:ea typeface="+mn-ea"/>
                          <a:cs typeface="+mn-cs"/>
                        </a:rPr>
                        <a:t>3 Address</a:t>
                      </a:r>
                      <a:endParaRPr lang="en-US" dirty="0"/>
                    </a:p>
                  </a:txBody>
                  <a:tcPr/>
                </a:tc>
                <a:extLst>
                  <a:ext uri="{0D108BD9-81ED-4DB2-BD59-A6C34878D82A}">
                    <a16:rowId xmlns:a16="http://schemas.microsoft.com/office/drawing/2014/main" val="10000"/>
                  </a:ext>
                </a:extLst>
              </a:tr>
              <a:tr h="370840">
                <a:tc>
                  <a:txBody>
                    <a:bodyPr/>
                    <a:lstStyle/>
                    <a:p>
                      <a:r>
                        <a:rPr lang="en-US" sz="1800" b="0" i="0" u="none" strike="noStrike" kern="1200" baseline="0" dirty="0">
                          <a:solidFill>
                            <a:schemeClr val="dk1"/>
                          </a:solidFill>
                          <a:latin typeface="+mn-lt"/>
                          <a:ea typeface="+mn-ea"/>
                          <a:cs typeface="+mn-cs"/>
                        </a:rPr>
                        <a:t>PUSH   M POP     M</a:t>
                      </a:r>
                    </a:p>
                    <a:p>
                      <a:r>
                        <a:rPr lang="en-US" sz="1800" b="0" i="0" u="none" strike="noStrike" kern="1200" baseline="0" dirty="0">
                          <a:solidFill>
                            <a:schemeClr val="dk1"/>
                          </a:solidFill>
                          <a:latin typeface="+mn-lt"/>
                          <a:ea typeface="+mn-ea"/>
                          <a:cs typeface="+mn-cs"/>
                        </a:rPr>
                        <a:t>ADD </a:t>
                      </a:r>
                    </a:p>
                    <a:p>
                      <a:r>
                        <a:rPr lang="en-US" sz="1800" b="0" i="0" u="none" strike="noStrike" kern="1200" baseline="0" dirty="0">
                          <a:solidFill>
                            <a:schemeClr val="dk1"/>
                          </a:solidFill>
                          <a:latin typeface="+mn-lt"/>
                          <a:ea typeface="+mn-ea"/>
                          <a:cs typeface="+mn-cs"/>
                        </a:rPr>
                        <a:t>SUB </a:t>
                      </a:r>
                    </a:p>
                    <a:p>
                      <a:r>
                        <a:rPr lang="it-IT" sz="1800" b="0" i="0" u="none" strike="noStrike" kern="1200" baseline="0" dirty="0">
                          <a:solidFill>
                            <a:schemeClr val="dk1"/>
                          </a:solidFill>
                          <a:latin typeface="+mn-lt"/>
                          <a:ea typeface="+mn-ea"/>
                          <a:cs typeface="+mn-cs"/>
                        </a:rPr>
                        <a:t>MUL </a:t>
                      </a:r>
                    </a:p>
                    <a:p>
                      <a:r>
                        <a:rPr lang="en-US" sz="1800" b="0" i="0" u="none" strike="noStrike" kern="1200" baseline="0" dirty="0">
                          <a:solidFill>
                            <a:schemeClr val="dk1"/>
                          </a:solidFill>
                          <a:latin typeface="+mn-lt"/>
                          <a:ea typeface="+mn-ea"/>
                          <a:cs typeface="+mn-cs"/>
                        </a:rPr>
                        <a:t>DIV</a:t>
                      </a:r>
                      <a:endParaRPr lang="en-US" dirty="0"/>
                    </a:p>
                  </a:txBody>
                  <a:tcPr/>
                </a:tc>
                <a:tc>
                  <a:txBody>
                    <a:bodyPr/>
                    <a:lstStyle/>
                    <a:p>
                      <a:r>
                        <a:rPr lang="en-US" sz="1800" b="0" i="0" u="none" strike="noStrike" kern="1200" baseline="0" dirty="0">
                          <a:solidFill>
                            <a:schemeClr val="dk1"/>
                          </a:solidFill>
                          <a:latin typeface="+mn-lt"/>
                          <a:ea typeface="+mn-ea"/>
                          <a:cs typeface="+mn-cs"/>
                        </a:rPr>
                        <a:t>LOAD     M </a:t>
                      </a:r>
                    </a:p>
                    <a:p>
                      <a:r>
                        <a:rPr lang="en-US" sz="1800" b="0" i="0" u="none" strike="noStrike" kern="1200" baseline="0" dirty="0">
                          <a:solidFill>
                            <a:schemeClr val="dk1"/>
                          </a:solidFill>
                          <a:latin typeface="+mn-lt"/>
                          <a:ea typeface="+mn-ea"/>
                          <a:cs typeface="+mn-cs"/>
                        </a:rPr>
                        <a:t>STORE  M </a:t>
                      </a:r>
                    </a:p>
                    <a:p>
                      <a:r>
                        <a:rPr lang="en-US" sz="1800" b="0" i="0" u="none" strike="noStrike" kern="1200" baseline="0" dirty="0">
                          <a:solidFill>
                            <a:schemeClr val="dk1"/>
                          </a:solidFill>
                          <a:latin typeface="+mn-lt"/>
                          <a:ea typeface="+mn-ea"/>
                          <a:cs typeface="+mn-cs"/>
                        </a:rPr>
                        <a:t>ADD       M</a:t>
                      </a:r>
                    </a:p>
                    <a:p>
                      <a:r>
                        <a:rPr lang="en-US" sz="1800" b="0" i="0" u="none" strike="noStrike" kern="1200" baseline="0" dirty="0">
                          <a:solidFill>
                            <a:schemeClr val="dk1"/>
                          </a:solidFill>
                          <a:latin typeface="+mn-lt"/>
                          <a:ea typeface="+mn-ea"/>
                          <a:cs typeface="+mn-cs"/>
                        </a:rPr>
                        <a:t>SUB       M </a:t>
                      </a:r>
                    </a:p>
                    <a:p>
                      <a:r>
                        <a:rPr lang="it-IT" sz="1800" b="0" i="0" u="none" strike="noStrike" kern="1200" baseline="0" dirty="0">
                          <a:solidFill>
                            <a:schemeClr val="dk1"/>
                          </a:solidFill>
                          <a:latin typeface="+mn-lt"/>
                          <a:ea typeface="+mn-ea"/>
                          <a:cs typeface="+mn-cs"/>
                        </a:rPr>
                        <a:t>MUL       M</a:t>
                      </a:r>
                    </a:p>
                    <a:p>
                      <a:r>
                        <a:rPr lang="en-US" sz="1800" b="0" i="0" u="none" strike="noStrike" kern="1200" baseline="0" dirty="0">
                          <a:solidFill>
                            <a:schemeClr val="dk1"/>
                          </a:solidFill>
                          <a:latin typeface="+mn-lt"/>
                          <a:ea typeface="+mn-ea"/>
                          <a:cs typeface="+mn-cs"/>
                        </a:rPr>
                        <a:t>DIV        M</a:t>
                      </a:r>
                      <a:endParaRPr lang="en-US" dirty="0"/>
                    </a:p>
                  </a:txBody>
                  <a:tcPr/>
                </a:tc>
                <a:tc>
                  <a:txBody>
                    <a:bodyPr/>
                    <a:lstStyle/>
                    <a:p>
                      <a:r>
                        <a:rPr lang="en-US" sz="1800" b="0" i="0" u="none" strike="noStrike" kern="1200" baseline="0" dirty="0">
                          <a:solidFill>
                            <a:schemeClr val="dk1"/>
                          </a:solidFill>
                          <a:latin typeface="+mn-lt"/>
                          <a:ea typeface="+mn-ea"/>
                          <a:cs typeface="+mn-cs"/>
                        </a:rPr>
                        <a:t>MOVE(</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 </a:t>
                      </a:r>
                    </a:p>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 X y )</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x←x</a:t>
                      </a:r>
                      <a:r>
                        <a:rPr lang="en-US" sz="1800" b="0" i="0" u="none" strike="noStrike" kern="1200" baseline="0" dirty="0">
                          <a:solidFill>
                            <a:schemeClr val="dk1"/>
                          </a:solidFill>
                          <a:latin typeface="+mn-lt"/>
                          <a:ea typeface="+mn-ea"/>
                          <a:cs typeface="+mn-cs"/>
                        </a:rPr>
                        <a:t>/y )</a:t>
                      </a:r>
                      <a:endParaRPr lang="en-US" dirty="0"/>
                    </a:p>
                  </a:txBody>
                  <a:tcPr/>
                </a:tc>
                <a:tc>
                  <a:txBody>
                    <a:bodyPr/>
                    <a:lstStyle/>
                    <a:p>
                      <a:pPr marL="0" marR="0" lvl="0" indent="0" algn="l" defTabSz="932566"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MOVE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a:t>
                      </a:r>
                    </a:p>
                    <a:p>
                      <a:r>
                        <a:rPr lang="en-US" sz="1800" b="0" i="0" u="none" strike="noStrike" kern="1200" baseline="0" dirty="0">
                          <a:solidFill>
                            <a:schemeClr val="dk1"/>
                          </a:solidFill>
                          <a:latin typeface="+mn-lt"/>
                          <a:ea typeface="+mn-ea"/>
                          <a:cs typeface="+mn-cs"/>
                        </a:rPr>
                        <a:t>ADD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SUB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-z)</a:t>
                      </a:r>
                    </a:p>
                    <a:p>
                      <a:r>
                        <a:rPr lang="en-US" sz="1800" b="0" i="0" u="none" strike="noStrike" kern="1200" baseline="0" dirty="0">
                          <a:solidFill>
                            <a:schemeClr val="dk1"/>
                          </a:solidFill>
                          <a:latin typeface="+mn-lt"/>
                          <a:ea typeface="+mn-ea"/>
                          <a:cs typeface="+mn-cs"/>
                        </a:rPr>
                        <a:t>MUL (</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 X Z)</a:t>
                      </a:r>
                    </a:p>
                    <a:p>
                      <a:r>
                        <a:rPr lang="it-IT" sz="1800" b="0" i="0" u="none" strike="noStrike" kern="1200" baseline="0" dirty="0">
                          <a:solidFill>
                            <a:schemeClr val="dk1"/>
                          </a:solidFill>
                          <a:latin typeface="+mn-lt"/>
                          <a:ea typeface="+mn-ea"/>
                          <a:cs typeface="+mn-cs"/>
                        </a:rPr>
                        <a:t>DIV   </a:t>
                      </a:r>
                      <a:r>
                        <a:rPr lang="en-US" sz="1800" b="0" i="0" u="none" strike="noStrike" kern="1200" baseline="0" dirty="0">
                          <a:solidFill>
                            <a:schemeClr val="dk1"/>
                          </a:solidFill>
                          <a:latin typeface="+mn-lt"/>
                          <a:ea typeface="+mn-ea"/>
                          <a:cs typeface="+mn-cs"/>
                        </a:rPr>
                        <a:t>(</a:t>
                      </a:r>
                      <a:r>
                        <a:rPr lang="en-US" sz="1800" b="0" i="0" u="none" strike="noStrike" kern="1200" baseline="0" dirty="0" err="1">
                          <a:solidFill>
                            <a:schemeClr val="dk1"/>
                          </a:solidFill>
                          <a:latin typeface="+mn-lt"/>
                          <a:ea typeface="+mn-ea"/>
                          <a:cs typeface="+mn-cs"/>
                        </a:rPr>
                        <a:t>x←y</a:t>
                      </a:r>
                      <a:r>
                        <a:rPr lang="en-US" sz="1800" b="0" i="0" u="none" strike="noStrike" kern="1200" baseline="0" dirty="0">
                          <a:solidFill>
                            <a:schemeClr val="dk1"/>
                          </a:solidFill>
                          <a:latin typeface="+mn-lt"/>
                          <a:ea typeface="+mn-ea"/>
                          <a:cs typeface="+mn-cs"/>
                        </a:rPr>
                        <a:t>/z )</a:t>
                      </a:r>
                      <a:endParaRPr lang="en-US" dirty="0"/>
                    </a:p>
                  </a:txBody>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2"/>
          <a:stretch>
            <a:fillRect/>
          </a:stretch>
        </p:blipFill>
        <p:spPr>
          <a:xfrm>
            <a:off x="187816" y="2286000"/>
            <a:ext cx="1107583" cy="3334788"/>
          </a:xfrm>
          <a:prstGeom prst="rect">
            <a:avLst/>
          </a:prstGeom>
        </p:spPr>
      </p:pic>
      <p:pic>
        <p:nvPicPr>
          <p:cNvPr id="6" name="Picture 5"/>
          <p:cNvPicPr>
            <a:picLocks noChangeAspect="1"/>
          </p:cNvPicPr>
          <p:nvPr/>
        </p:nvPicPr>
        <p:blipFill>
          <a:blip r:embed="rId3"/>
          <a:stretch>
            <a:fillRect/>
          </a:stretch>
        </p:blipFill>
        <p:spPr>
          <a:xfrm>
            <a:off x="2057400" y="2362199"/>
            <a:ext cx="1143000" cy="2825151"/>
          </a:xfrm>
          <a:prstGeom prst="rect">
            <a:avLst/>
          </a:prstGeom>
        </p:spPr>
      </p:pic>
      <p:pic>
        <p:nvPicPr>
          <p:cNvPr id="8" name="Picture 7"/>
          <p:cNvPicPr>
            <a:picLocks noChangeAspect="1"/>
          </p:cNvPicPr>
          <p:nvPr/>
        </p:nvPicPr>
        <p:blipFill>
          <a:blip r:embed="rId4"/>
          <a:stretch>
            <a:fillRect/>
          </a:stretch>
        </p:blipFill>
        <p:spPr>
          <a:xfrm>
            <a:off x="5286375" y="2209800"/>
            <a:ext cx="1878686" cy="2133600"/>
          </a:xfrm>
          <a:prstGeom prst="rect">
            <a:avLst/>
          </a:prstGeom>
        </p:spPr>
      </p:pic>
      <p:pic>
        <p:nvPicPr>
          <p:cNvPr id="9" name="Picture 8"/>
          <p:cNvPicPr>
            <a:picLocks noChangeAspect="1"/>
          </p:cNvPicPr>
          <p:nvPr/>
        </p:nvPicPr>
        <p:blipFill>
          <a:blip r:embed="rId5"/>
          <a:stretch>
            <a:fillRect/>
          </a:stretch>
        </p:blipFill>
        <p:spPr>
          <a:xfrm>
            <a:off x="3549739" y="1963971"/>
            <a:ext cx="1473611" cy="2625257"/>
          </a:xfrm>
          <a:prstGeom prst="rect">
            <a:avLst/>
          </a:prstGeom>
        </p:spPr>
      </p:pic>
      <p:sp>
        <p:nvSpPr>
          <p:cNvPr id="2" name="Rectangle 1"/>
          <p:cNvSpPr/>
          <p:nvPr/>
        </p:nvSpPr>
        <p:spPr>
          <a:xfrm>
            <a:off x="3549739" y="5645404"/>
            <a:ext cx="3031664" cy="369332"/>
          </a:xfrm>
          <a:prstGeom prst="rect">
            <a:avLst/>
          </a:prstGeom>
        </p:spPr>
        <p:txBody>
          <a:bodyPr wrap="none">
            <a:spAutoFit/>
          </a:bodyPr>
          <a:lstStyle/>
          <a:p>
            <a:r>
              <a:rPr lang="pt-BR" dirty="0"/>
              <a:t>X = (A + B X C) ∕ (D - E X F)</a:t>
            </a:r>
            <a:endParaRPr lang="en-US" dirty="0"/>
          </a:p>
        </p:txBody>
      </p:sp>
      <p:sp>
        <p:nvSpPr>
          <p:cNvPr id="4" name="Rectangle 3"/>
          <p:cNvSpPr/>
          <p:nvPr/>
        </p:nvSpPr>
        <p:spPr>
          <a:xfrm>
            <a:off x="7428086" y="3200400"/>
            <a:ext cx="1563514" cy="574374"/>
          </a:xfrm>
          <a:prstGeom prst="rect">
            <a:avLst/>
          </a:prstGeom>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A+BxC</a:t>
            </a:r>
            <a:r>
              <a:rPr lang="en-US" dirty="0">
                <a:solidFill>
                  <a:schemeClr val="tx1"/>
                </a:solidFill>
              </a:rPr>
              <a:t> /        D-</a:t>
            </a:r>
            <a:r>
              <a:rPr lang="en-US" dirty="0" err="1">
                <a:solidFill>
                  <a:schemeClr val="tx1"/>
                </a:solidFill>
              </a:rPr>
              <a:t>ExF</a:t>
            </a:r>
            <a:endParaRPr lang="en-US" dirty="0">
              <a:solidFill>
                <a:schemeClr val="tx1"/>
              </a:solidFill>
            </a:endParaRPr>
          </a:p>
        </p:txBody>
      </p:sp>
    </p:spTree>
    <p:extLst>
      <p:ext uri="{BB962C8B-B14F-4D97-AF65-F5344CB8AC3E}">
        <p14:creationId xmlns:p14="http://schemas.microsoft.com/office/powerpoint/2010/main" val="29762122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KdZkZuRo4kO5KlulchSHL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ijr9yLR6dESp92i.jUaes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yJP.NxCAIkODDeGTX6hkJ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Nx_msYV5W0OGJ9s.J8rfQA"/>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bJgAkdZsik.pHy2hdw9QjA"/>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VowaDWee8kiFak03wnyfN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x8HD1ALd4EaUwJh9ZW3i1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xj6J5YpVpUWcXirqsVerr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azLF0WJW5EyJOICodr4e_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bAqiBjI2F0qmvARk_PlqvA"/>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Blank">
  <a:themeElements>
    <a:clrScheme name="Bits">
      <a:dk1>
        <a:srgbClr val="000000"/>
      </a:dk1>
      <a:lt1>
        <a:srgbClr val="FFFFFF"/>
      </a:lt1>
      <a:dk2>
        <a:srgbClr val="002960"/>
      </a:dk2>
      <a:lt2>
        <a:srgbClr val="FFFFFF"/>
      </a:lt2>
      <a:accent1>
        <a:srgbClr val="FCB017"/>
      </a:accent1>
      <a:accent2>
        <a:srgbClr val="76C2E5"/>
      </a:accent2>
      <a:accent3>
        <a:srgbClr val="FF0000"/>
      </a:accent3>
      <a:accent4>
        <a:srgbClr val="002960"/>
      </a:accent4>
      <a:accent5>
        <a:srgbClr val="FF6600"/>
      </a:accent5>
      <a:accent6>
        <a:srgbClr val="808080"/>
      </a:accent6>
      <a:hlink>
        <a:srgbClr val="FF0000"/>
      </a:hlink>
      <a:folHlink>
        <a:srgbClr val="002960"/>
      </a:folHlink>
    </a:clrScheme>
    <a:fontScheme name="McKJapanese">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9525">
          <a:solidFill>
            <a:schemeClr val="accent6"/>
          </a:solid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Firm Format 1">
        <a:dk1>
          <a:srgbClr val="000000"/>
        </a:dk1>
        <a:lt1>
          <a:srgbClr val="FFFFFF"/>
        </a:lt1>
        <a:dk2>
          <a:srgbClr val="000000"/>
        </a:dk2>
        <a:lt2>
          <a:srgbClr val="FFFFFF"/>
        </a:lt2>
        <a:accent1>
          <a:srgbClr val="EAEAEA"/>
        </a:accent1>
        <a:accent2>
          <a:srgbClr val="D0D0D0"/>
        </a:accent2>
        <a:accent3>
          <a:srgbClr val="909090"/>
        </a:accent3>
        <a:accent4>
          <a:srgbClr val="606060"/>
        </a:accent4>
        <a:accent5>
          <a:srgbClr val="FF6600"/>
        </a:accent5>
        <a:accent6>
          <a:srgbClr val="808080"/>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Firm Format 2">
        <a:dk1>
          <a:srgbClr val="000000"/>
        </a:dk1>
        <a:lt1>
          <a:srgbClr val="FFFFFF"/>
        </a:lt1>
        <a:dk2>
          <a:srgbClr val="002960"/>
        </a:dk2>
        <a:lt2>
          <a:srgbClr val="FFFFFF"/>
        </a:lt2>
        <a:accent1>
          <a:srgbClr val="C7E0FB"/>
        </a:accent1>
        <a:accent2>
          <a:srgbClr val="91B0FF"/>
        </a:accent2>
        <a:accent3>
          <a:srgbClr val="0066CC"/>
        </a:accent3>
        <a:accent4>
          <a:srgbClr val="002960"/>
        </a:accent4>
        <a:accent5>
          <a:srgbClr val="FF6600"/>
        </a:accent5>
        <a:accent6>
          <a:srgbClr val="808080"/>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Firm Format 3">
        <a:dk1>
          <a:srgbClr val="000000"/>
        </a:dk1>
        <a:lt1>
          <a:srgbClr val="FFFFFF"/>
        </a:lt1>
        <a:dk2>
          <a:srgbClr val="002960"/>
        </a:dk2>
        <a:lt2>
          <a:srgbClr val="FFFFFF"/>
        </a:lt2>
        <a:accent1>
          <a:srgbClr val="C7E0FB"/>
        </a:accent1>
        <a:accent2>
          <a:srgbClr val="C7C293"/>
        </a:accent2>
        <a:accent3>
          <a:srgbClr val="50A2A0"/>
        </a:accent3>
        <a:accent4>
          <a:srgbClr val="002960"/>
        </a:accent4>
        <a:accent5>
          <a:srgbClr val="FF6600"/>
        </a:accent5>
        <a:accent6>
          <a:srgbClr val="808080"/>
        </a:accent6>
        <a:hlink>
          <a:srgbClr val="50A2A0"/>
        </a:hlink>
        <a:folHlink>
          <a:srgbClr val="00296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4d714d6f4e02b8797c18bae80915866a">
  <xsd:schema xmlns:xsd="http://www.w3.org/2001/XMLSchema" xmlns:xs="http://www.w3.org/2001/XMLSchema" xmlns:p="http://schemas.microsoft.com/office/2006/metadata/properties" xmlns:ns2="682cbc32-fee7-4912-b25f-d1e036e61d30" targetNamespace="http://schemas.microsoft.com/office/2006/metadata/properties" ma:root="true" ma:fieldsID="89d7d93295ea2ddc158f52b603a4dbe0"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600308-5551-4170-B18A-ADDFD5F95B57}"/>
</file>

<file path=customXml/itemProps2.xml><?xml version="1.0" encoding="utf-8"?>
<ds:datastoreItem xmlns:ds="http://schemas.openxmlformats.org/officeDocument/2006/customXml" ds:itemID="{38109119-B92C-43A6-B1D1-E0E35221128A}"/>
</file>

<file path=customXml/itemProps3.xml><?xml version="1.0" encoding="utf-8"?>
<ds:datastoreItem xmlns:ds="http://schemas.openxmlformats.org/officeDocument/2006/customXml" ds:itemID="{D6D94AF1-091C-410F-A703-9FB2939BAEDC}"/>
</file>

<file path=docProps/app.xml><?xml version="1.0" encoding="utf-8"?>
<Properties xmlns="http://schemas.openxmlformats.org/officeDocument/2006/extended-properties" xmlns:vt="http://schemas.openxmlformats.org/officeDocument/2006/docPropsVTypes">
  <TotalTime>5079700</TotalTime>
  <Words>6996</Words>
  <Application>Microsoft Office PowerPoint</Application>
  <PresentationFormat>On-screen Show (4:3)</PresentationFormat>
  <Paragraphs>1020</Paragraphs>
  <Slides>75</Slides>
  <Notes>13</Notes>
  <HiddenSlides>0</HiddenSlides>
  <MMClips>0</MMClips>
  <ScaleCrop>false</ScaleCrop>
  <HeadingPairs>
    <vt:vector size="8" baseType="variant">
      <vt:variant>
        <vt:lpstr>Fonts Used</vt:lpstr>
      </vt:variant>
      <vt:variant>
        <vt:i4>14</vt:i4>
      </vt:variant>
      <vt:variant>
        <vt:lpstr>Theme</vt:lpstr>
      </vt:variant>
      <vt:variant>
        <vt:i4>6</vt:i4>
      </vt:variant>
      <vt:variant>
        <vt:lpstr>Embedded OLE Servers</vt:lpstr>
      </vt:variant>
      <vt:variant>
        <vt:i4>1</vt:i4>
      </vt:variant>
      <vt:variant>
        <vt:lpstr>Slide Titles</vt:lpstr>
      </vt:variant>
      <vt:variant>
        <vt:i4>75</vt:i4>
      </vt:variant>
    </vt:vector>
  </HeadingPairs>
  <TitlesOfParts>
    <vt:vector size="96" baseType="lpstr">
      <vt:lpstr>SimSun</vt:lpstr>
      <vt:lpstr>Arial</vt:lpstr>
      <vt:lpstr>Arial Black</vt:lpstr>
      <vt:lpstr>Calibri</vt:lpstr>
      <vt:lpstr>Cambria Math</vt:lpstr>
      <vt:lpstr>Nimbus Roman No9 L</vt:lpstr>
      <vt:lpstr>Nimbus Sans L</vt:lpstr>
      <vt:lpstr>Symbol</vt:lpstr>
      <vt:lpstr>Times</vt:lpstr>
      <vt:lpstr>Times New Roman</vt:lpstr>
      <vt:lpstr>TimesTen-Bold</vt:lpstr>
      <vt:lpstr>TimesTen-Roman</vt:lpstr>
      <vt:lpstr>Verdana</vt:lpstr>
      <vt:lpstr>Wingdings</vt:lpstr>
      <vt:lpstr>1_Office Theme</vt:lpstr>
      <vt:lpstr>Blank</vt:lpstr>
      <vt:lpstr>1_Blank</vt:lpstr>
      <vt:lpstr>4_Blank</vt:lpstr>
      <vt:lpstr>2_Blank</vt:lpstr>
      <vt:lpstr>3_Blank</vt:lpstr>
      <vt:lpstr>think-cell Slide</vt:lpstr>
      <vt:lpstr>PowerPoint Presentation</vt:lpstr>
      <vt:lpstr>Objectives</vt:lpstr>
      <vt:lpstr>Memory Location, Addresses, and Operation</vt:lpstr>
      <vt:lpstr>Memory Location, Addresses, and Operation</vt:lpstr>
      <vt:lpstr>Memory Location, Addresses, and Operation</vt:lpstr>
      <vt:lpstr>Memory Location, Addresses, and Operation</vt:lpstr>
      <vt:lpstr>Big-Endian and Little-Endian Assignments</vt:lpstr>
      <vt:lpstr>Little- and big-endian memory organizations</vt:lpstr>
      <vt:lpstr>ARM Endian Support</vt:lpstr>
      <vt:lpstr>Memory Location, Addresses, and Operation</vt:lpstr>
      <vt:lpstr>“Must-Perform” Operations</vt:lpstr>
      <vt:lpstr>CPU Organization </vt:lpstr>
      <vt:lpstr>Instruction Formats</vt:lpstr>
      <vt:lpstr>Instruction Formats</vt:lpstr>
      <vt:lpstr>Instruction Formats</vt:lpstr>
      <vt:lpstr>ARM Data Types</vt:lpstr>
      <vt:lpstr>ARM Data Types contnd.</vt:lpstr>
      <vt:lpstr>ARM Operation Types</vt:lpstr>
      <vt:lpstr>ARM Operation Types contnd. </vt:lpstr>
      <vt:lpstr>ARM Condition Codes</vt:lpstr>
      <vt:lpstr>Using Registers</vt:lpstr>
      <vt:lpstr>Conditional Branch Instructions</vt:lpstr>
      <vt:lpstr>ARM Conditions for Conditional Instruction Execution</vt:lpstr>
      <vt:lpstr>Expression Evaluation</vt:lpstr>
      <vt:lpstr>Instruction Formats</vt:lpstr>
      <vt:lpstr>Instruction Formats</vt:lpstr>
      <vt:lpstr>Instruction Formats</vt:lpstr>
      <vt:lpstr>Instruction Formats</vt:lpstr>
      <vt:lpstr>Addressing Modes</vt:lpstr>
      <vt:lpstr>PowerPoint Presentation</vt:lpstr>
      <vt:lpstr>Generating Memory Addresses</vt:lpstr>
      <vt:lpstr>Addressing Modes</vt:lpstr>
      <vt:lpstr>Addressing Modes</vt:lpstr>
      <vt:lpstr>Addressing Modes</vt:lpstr>
      <vt:lpstr>Addressing Modes</vt:lpstr>
      <vt:lpstr>Addressing Modes</vt:lpstr>
      <vt:lpstr>Addressing Modes</vt:lpstr>
      <vt:lpstr>ARM  Indexing Methods</vt:lpstr>
      <vt:lpstr>ARM Addressing Modes Load/Store</vt:lpstr>
      <vt:lpstr>ARM Addressing Modes Load/Store</vt:lpstr>
      <vt:lpstr>ARM Data Processing Instruction Addressing &amp; Branch Instructions</vt:lpstr>
      <vt:lpstr>ARM Load/Store Multiple Addressing</vt:lpstr>
      <vt:lpstr>ARM Load/Store Multiple Addressing</vt:lpstr>
      <vt:lpstr>Instruction Formats</vt:lpstr>
      <vt:lpstr>Allocation of Bits</vt:lpstr>
      <vt:lpstr>In class Example-1</vt:lpstr>
      <vt:lpstr>In class Example-1</vt:lpstr>
      <vt:lpstr>In class Example-1</vt:lpstr>
      <vt:lpstr>ARM CPSR format</vt:lpstr>
      <vt:lpstr>ARM's visible registers</vt:lpstr>
      <vt:lpstr>Exception in ARM</vt:lpstr>
      <vt:lpstr>Exception return</vt:lpstr>
      <vt:lpstr>ARM Conditional execution</vt:lpstr>
      <vt:lpstr>ARM Instruction Formats</vt:lpstr>
      <vt:lpstr>Branch and Branch with Link binary encoding.</vt:lpstr>
      <vt:lpstr>Data processing instructions</vt:lpstr>
      <vt:lpstr>Data processing instructions</vt:lpstr>
      <vt:lpstr>Multiply instructions</vt:lpstr>
      <vt:lpstr>Multiply instructions.</vt:lpstr>
      <vt:lpstr>Expanding a Thumb ADD Instruction into its ARM Equivalent </vt:lpstr>
      <vt:lpstr>Assembler</vt:lpstr>
      <vt:lpstr>Improvements</vt:lpstr>
      <vt:lpstr>Symbolic Addresses</vt:lpstr>
      <vt:lpstr>Computation of the Formula N = I + J + K </vt:lpstr>
      <vt:lpstr>Adressing Mode In class example 3</vt:lpstr>
      <vt:lpstr>In class example 4</vt:lpstr>
      <vt:lpstr>Contnd.  Determine the effective address and the operand to be loaded for the following address modes</vt:lpstr>
      <vt:lpstr>In class example 5</vt:lpstr>
      <vt:lpstr>In class example 6</vt:lpstr>
      <vt:lpstr>PowerPoint Presentation</vt:lpstr>
      <vt:lpstr>PowerPoint Presentation</vt:lpstr>
      <vt:lpstr>PowerPoint Presentation</vt:lpstr>
      <vt:lpstr>PowerPoint Presentation</vt:lpstr>
      <vt:lpstr>PowerPoint Presentation</vt:lpstr>
      <vt:lpstr>PowerPoint Presentation</vt:lpstr>
    </vt:vector>
  </TitlesOfParts>
  <Company>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Collaborative Workspace at BITS Pilani</dc:title>
  <dc:creator>lenovo</dc:creator>
  <cp:lastModifiedBy>Parthasaradhi Nayani</cp:lastModifiedBy>
  <cp:revision>1031</cp:revision>
  <dcterms:created xsi:type="dcterms:W3CDTF">2013-11-14T17:12:02Z</dcterms:created>
  <dcterms:modified xsi:type="dcterms:W3CDTF">2025-08-16T01:56:27Z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